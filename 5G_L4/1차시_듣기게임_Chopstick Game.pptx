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8288000" cy="10287000"/>
  <p:notesSz cx="6858000" cy="9144000"/>
  <p:embeddedFontLst>
    <p:embeddedFont>
      <p:font typeface="배달의민족 을지로체" panose="020B0600000101010101" pitchFamily="34" charset="-127"/>
      <p:regular r:id="rId16"/>
      <p:bold r:id="rId17"/>
      <p:italic r:id="rId18"/>
      <p:boldItalic r:id="rId19"/>
    </p:embeddedFont>
    <p:embeddedFont>
      <p:font typeface="Sensei" pitchFamily="2" charset="0"/>
      <p:regular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04" autoAdjust="0"/>
    <p:restoredTop sz="94626" autoAdjust="0"/>
  </p:normalViewPr>
  <p:slideViewPr>
    <p:cSldViewPr>
      <p:cViewPr varScale="1">
        <p:scale>
          <a:sx n="80" d="100"/>
          <a:sy n="80" d="100"/>
        </p:scale>
        <p:origin x="464" y="21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font" Target="fonts/font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4/27/26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4/27/26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4/27/26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4/27/26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svg"/><Relationship Id="rId7" Type="http://schemas.openxmlformats.org/officeDocument/2006/relationships/image" Target="../media/image10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8.svg"/><Relationship Id="rId4" Type="http://schemas.openxmlformats.org/officeDocument/2006/relationships/image" Target="../media/image7.png"/><Relationship Id="rId9" Type="http://schemas.openxmlformats.org/officeDocument/2006/relationships/image" Target="../media/image12.sv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jpg"/><Relationship Id="rId13" Type="http://schemas.openxmlformats.org/officeDocument/2006/relationships/image" Target="../media/image24.jpg"/><Relationship Id="rId3" Type="http://schemas.openxmlformats.org/officeDocument/2006/relationships/image" Target="../media/image14.svg"/><Relationship Id="rId7" Type="http://schemas.openxmlformats.org/officeDocument/2006/relationships/image" Target="../media/image18.jpg"/><Relationship Id="rId12" Type="http://schemas.openxmlformats.org/officeDocument/2006/relationships/image" Target="../media/image23.jp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.jpg"/><Relationship Id="rId11" Type="http://schemas.openxmlformats.org/officeDocument/2006/relationships/image" Target="../media/image22.png"/><Relationship Id="rId5" Type="http://schemas.openxmlformats.org/officeDocument/2006/relationships/image" Target="../media/image16.svg"/><Relationship Id="rId10" Type="http://schemas.openxmlformats.org/officeDocument/2006/relationships/image" Target="../media/image21.png"/><Relationship Id="rId4" Type="http://schemas.openxmlformats.org/officeDocument/2006/relationships/image" Target="../media/image15.png"/><Relationship Id="rId9" Type="http://schemas.openxmlformats.org/officeDocument/2006/relationships/image" Target="../media/image20.jp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7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sv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jpg"/><Relationship Id="rId3" Type="http://schemas.openxmlformats.org/officeDocument/2006/relationships/image" Target="../media/image31.png"/><Relationship Id="rId7" Type="http://schemas.openxmlformats.org/officeDocument/2006/relationships/image" Target="../media/image17.jp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4.png"/><Relationship Id="rId5" Type="http://schemas.openxmlformats.org/officeDocument/2006/relationships/image" Target="../media/image33.svg"/><Relationship Id="rId10" Type="http://schemas.openxmlformats.org/officeDocument/2006/relationships/image" Target="../media/image20.jpg"/><Relationship Id="rId4" Type="http://schemas.openxmlformats.org/officeDocument/2006/relationships/image" Target="../media/image32.png"/><Relationship Id="rId9" Type="http://schemas.openxmlformats.org/officeDocument/2006/relationships/image" Target="../media/image19.jp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14.svg"/><Relationship Id="rId7" Type="http://schemas.openxmlformats.org/officeDocument/2006/relationships/image" Target="../media/image20.jpg"/><Relationship Id="rId12" Type="http://schemas.openxmlformats.org/officeDocument/2006/relationships/image" Target="../media/image1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.jpg"/><Relationship Id="rId11" Type="http://schemas.openxmlformats.org/officeDocument/2006/relationships/image" Target="../media/image24.jpg"/><Relationship Id="rId5" Type="http://schemas.openxmlformats.org/officeDocument/2006/relationships/image" Target="../media/image18.jpg"/><Relationship Id="rId10" Type="http://schemas.openxmlformats.org/officeDocument/2006/relationships/image" Target="../media/image23.jpg"/><Relationship Id="rId4" Type="http://schemas.openxmlformats.org/officeDocument/2006/relationships/image" Target="../media/image17.jpg"/><Relationship Id="rId9" Type="http://schemas.openxmlformats.org/officeDocument/2006/relationships/image" Target="../media/image22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svg"/><Relationship Id="rId3" Type="http://schemas.openxmlformats.org/officeDocument/2006/relationships/image" Target="../media/image2.png"/><Relationship Id="rId7" Type="http://schemas.openxmlformats.org/officeDocument/2006/relationships/image" Target="../media/image32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4.png"/><Relationship Id="rId5" Type="http://schemas.openxmlformats.org/officeDocument/2006/relationships/image" Target="../media/image17.jpg"/><Relationship Id="rId4" Type="http://schemas.openxmlformats.org/officeDocument/2006/relationships/image" Target="../media/image3.sv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png"/><Relationship Id="rId3" Type="http://schemas.openxmlformats.org/officeDocument/2006/relationships/image" Target="../media/image32.png"/><Relationship Id="rId7" Type="http://schemas.openxmlformats.org/officeDocument/2006/relationships/image" Target="../media/image17.jp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svg"/><Relationship Id="rId5" Type="http://schemas.openxmlformats.org/officeDocument/2006/relationships/image" Target="../media/image2.png"/><Relationship Id="rId4" Type="http://schemas.openxmlformats.org/officeDocument/2006/relationships/image" Target="../media/image33.sv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17.jp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7.svg"/><Relationship Id="rId5" Type="http://schemas.openxmlformats.org/officeDocument/2006/relationships/image" Target="../media/image36.png"/><Relationship Id="rId4" Type="http://schemas.openxmlformats.org/officeDocument/2006/relationships/image" Target="../media/image3.sv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EFD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>
            <a:off x="-947152" y="796700"/>
            <a:ext cx="10861287" cy="6571079"/>
          </a:xfrm>
          <a:custGeom>
            <a:avLst/>
            <a:gdLst/>
            <a:ahLst/>
            <a:cxnLst/>
            <a:rect l="l" t="t" r="r" b="b"/>
            <a:pathLst>
              <a:path w="10861287" h="6571079">
                <a:moveTo>
                  <a:pt x="10861287" y="0"/>
                </a:moveTo>
                <a:lnTo>
                  <a:pt x="0" y="0"/>
                </a:lnTo>
                <a:lnTo>
                  <a:pt x="0" y="6571079"/>
                </a:lnTo>
                <a:lnTo>
                  <a:pt x="10861287" y="6571079"/>
                </a:lnTo>
                <a:lnTo>
                  <a:pt x="10861287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8058206" y="2268507"/>
            <a:ext cx="2171589" cy="0"/>
          </a:xfrm>
          <a:prstGeom prst="line">
            <a:avLst/>
          </a:prstGeom>
          <a:ln w="38100" cap="flat">
            <a:solidFill>
              <a:srgbClr val="48221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/>
          </a:p>
        </p:txBody>
      </p:sp>
      <p:sp>
        <p:nvSpPr>
          <p:cNvPr id="4" name="Freeform 4"/>
          <p:cNvSpPr/>
          <p:nvPr/>
        </p:nvSpPr>
        <p:spPr>
          <a:xfrm>
            <a:off x="8630452" y="1028700"/>
            <a:ext cx="10861287" cy="6571079"/>
          </a:xfrm>
          <a:custGeom>
            <a:avLst/>
            <a:gdLst/>
            <a:ahLst/>
            <a:cxnLst/>
            <a:rect l="l" t="t" r="r" b="b"/>
            <a:pathLst>
              <a:path w="10861287" h="6571079">
                <a:moveTo>
                  <a:pt x="0" y="0"/>
                </a:moveTo>
                <a:lnTo>
                  <a:pt x="10861287" y="0"/>
                </a:lnTo>
                <a:lnTo>
                  <a:pt x="10861287" y="6571079"/>
                </a:lnTo>
                <a:lnTo>
                  <a:pt x="0" y="657107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5" name="TextBox 5"/>
          <p:cNvSpPr txBox="1"/>
          <p:nvPr/>
        </p:nvSpPr>
        <p:spPr>
          <a:xfrm>
            <a:off x="2402448" y="3580333"/>
            <a:ext cx="13483104" cy="34782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026"/>
              </a:lnSpc>
            </a:pPr>
            <a:r>
              <a:rPr lang="en-US" sz="11367">
                <a:solidFill>
                  <a:srgbClr val="48221F"/>
                </a:solidFill>
                <a:latin typeface="Sensei"/>
                <a:ea typeface="Sensei"/>
                <a:cs typeface="Sensei"/>
                <a:sym typeface="Sensei"/>
              </a:rPr>
              <a:t>THE CHOPSTICK GAME!</a:t>
            </a:r>
          </a:p>
        </p:txBody>
      </p:sp>
      <p:sp>
        <p:nvSpPr>
          <p:cNvPr id="6" name="AutoShape 6"/>
          <p:cNvSpPr/>
          <p:nvPr/>
        </p:nvSpPr>
        <p:spPr>
          <a:xfrm>
            <a:off x="8058206" y="601490"/>
            <a:ext cx="2171589" cy="0"/>
          </a:xfrm>
          <a:prstGeom prst="line">
            <a:avLst/>
          </a:prstGeom>
          <a:ln w="38100" cap="flat">
            <a:solidFill>
              <a:srgbClr val="48221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/>
          </a:p>
        </p:txBody>
      </p:sp>
      <p:sp>
        <p:nvSpPr>
          <p:cNvPr id="7" name="Freeform 7"/>
          <p:cNvSpPr/>
          <p:nvPr/>
        </p:nvSpPr>
        <p:spPr>
          <a:xfrm>
            <a:off x="5082862" y="4972136"/>
            <a:ext cx="8122276" cy="6558738"/>
          </a:xfrm>
          <a:custGeom>
            <a:avLst/>
            <a:gdLst/>
            <a:ahLst/>
            <a:cxnLst/>
            <a:rect l="l" t="t" r="r" b="b"/>
            <a:pathLst>
              <a:path w="8122276" h="6558738">
                <a:moveTo>
                  <a:pt x="0" y="0"/>
                </a:moveTo>
                <a:lnTo>
                  <a:pt x="8122276" y="0"/>
                </a:lnTo>
                <a:lnTo>
                  <a:pt x="8122276" y="6558737"/>
                </a:lnTo>
                <a:lnTo>
                  <a:pt x="0" y="655873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8" name="Freeform 8"/>
          <p:cNvSpPr/>
          <p:nvPr/>
        </p:nvSpPr>
        <p:spPr>
          <a:xfrm rot="-5827173">
            <a:off x="6812833" y="6944455"/>
            <a:ext cx="2490745" cy="3429598"/>
          </a:xfrm>
          <a:custGeom>
            <a:avLst/>
            <a:gdLst/>
            <a:ahLst/>
            <a:cxnLst/>
            <a:rect l="l" t="t" r="r" b="b"/>
            <a:pathLst>
              <a:path w="2490745" h="3429598">
                <a:moveTo>
                  <a:pt x="0" y="0"/>
                </a:moveTo>
                <a:lnTo>
                  <a:pt x="2490745" y="0"/>
                </a:lnTo>
                <a:lnTo>
                  <a:pt x="2490745" y="3429598"/>
                </a:lnTo>
                <a:lnTo>
                  <a:pt x="0" y="342959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9" name="TextBox 9"/>
          <p:cNvSpPr txBox="1"/>
          <p:nvPr/>
        </p:nvSpPr>
        <p:spPr>
          <a:xfrm>
            <a:off x="6338122" y="891950"/>
            <a:ext cx="5611757" cy="12194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33"/>
              </a:lnSpc>
            </a:pPr>
            <a:r>
              <a:rPr lang="en-US" sz="4777">
                <a:solidFill>
                  <a:srgbClr val="48221F"/>
                </a:solidFill>
                <a:latin typeface="Sensei"/>
                <a:ea typeface="Sensei"/>
                <a:cs typeface="Sensei"/>
                <a:sym typeface="Sensei"/>
              </a:rPr>
              <a:t>LESSON 4: WHAT TIME DO YOU HAVE DINNER?</a:t>
            </a:r>
          </a:p>
        </p:txBody>
      </p:sp>
      <p:sp>
        <p:nvSpPr>
          <p:cNvPr id="10" name="Freeform 10"/>
          <p:cNvSpPr/>
          <p:nvPr/>
        </p:nvSpPr>
        <p:spPr>
          <a:xfrm rot="-5827173">
            <a:off x="6480216" y="7253683"/>
            <a:ext cx="2490745" cy="3429598"/>
          </a:xfrm>
          <a:custGeom>
            <a:avLst/>
            <a:gdLst/>
            <a:ahLst/>
            <a:cxnLst/>
            <a:rect l="l" t="t" r="r" b="b"/>
            <a:pathLst>
              <a:path w="2490745" h="3429598">
                <a:moveTo>
                  <a:pt x="0" y="0"/>
                </a:moveTo>
                <a:lnTo>
                  <a:pt x="2490745" y="0"/>
                </a:lnTo>
                <a:lnTo>
                  <a:pt x="2490745" y="3429598"/>
                </a:lnTo>
                <a:lnTo>
                  <a:pt x="0" y="342959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ko-Kore-KR" altLang="en-US"/>
          </a:p>
        </p:txBody>
      </p:sp>
      <p:sp>
        <p:nvSpPr>
          <p:cNvPr id="11" name="Freeform 11"/>
          <p:cNvSpPr/>
          <p:nvPr/>
        </p:nvSpPr>
        <p:spPr>
          <a:xfrm rot="-5827173">
            <a:off x="7128493" y="6536706"/>
            <a:ext cx="2490745" cy="3429598"/>
          </a:xfrm>
          <a:custGeom>
            <a:avLst/>
            <a:gdLst/>
            <a:ahLst/>
            <a:cxnLst/>
            <a:rect l="l" t="t" r="r" b="b"/>
            <a:pathLst>
              <a:path w="2490745" h="3429598">
                <a:moveTo>
                  <a:pt x="0" y="0"/>
                </a:moveTo>
                <a:lnTo>
                  <a:pt x="2490745" y="0"/>
                </a:lnTo>
                <a:lnTo>
                  <a:pt x="2490745" y="3429598"/>
                </a:lnTo>
                <a:lnTo>
                  <a:pt x="0" y="342959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ko-Kore-KR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D2A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5726665" y="0"/>
            <a:ext cx="13602645" cy="8229600"/>
          </a:xfrm>
          <a:custGeom>
            <a:avLst/>
            <a:gdLst/>
            <a:ahLst/>
            <a:cxnLst/>
            <a:rect l="l" t="t" r="r" b="b"/>
            <a:pathLst>
              <a:path w="13602645" h="8229600">
                <a:moveTo>
                  <a:pt x="0" y="0"/>
                </a:moveTo>
                <a:lnTo>
                  <a:pt x="13602645" y="0"/>
                </a:lnTo>
                <a:lnTo>
                  <a:pt x="13602645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ko-Kore-KR" altLang="en-US"/>
          </a:p>
        </p:txBody>
      </p:sp>
      <p:sp>
        <p:nvSpPr>
          <p:cNvPr id="3" name="TextBox 3"/>
          <p:cNvSpPr txBox="1"/>
          <p:nvPr/>
        </p:nvSpPr>
        <p:spPr>
          <a:xfrm>
            <a:off x="421116" y="6632104"/>
            <a:ext cx="5305549" cy="20278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989"/>
              </a:lnSpc>
            </a:pPr>
            <a:r>
              <a:rPr lang="en-US" sz="14421">
                <a:solidFill>
                  <a:srgbClr val="613834"/>
                </a:solidFill>
                <a:latin typeface="Sensei"/>
                <a:ea typeface="Sensei"/>
                <a:cs typeface="Sensei"/>
                <a:sym typeface="Sensei"/>
              </a:rPr>
              <a:t>RULES: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D2A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>
            <a:off x="10648215" y="3589688"/>
            <a:ext cx="7269809" cy="6697312"/>
          </a:xfrm>
          <a:custGeom>
            <a:avLst/>
            <a:gdLst/>
            <a:ahLst/>
            <a:cxnLst/>
            <a:rect l="l" t="t" r="r" b="b"/>
            <a:pathLst>
              <a:path w="7269809" h="6697312">
                <a:moveTo>
                  <a:pt x="7269810" y="0"/>
                </a:moveTo>
                <a:lnTo>
                  <a:pt x="0" y="0"/>
                </a:lnTo>
                <a:lnTo>
                  <a:pt x="0" y="6697312"/>
                </a:lnTo>
                <a:lnTo>
                  <a:pt x="7269810" y="6697312"/>
                </a:lnTo>
                <a:lnTo>
                  <a:pt x="726981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ore-KR" altLang="en-US"/>
          </a:p>
        </p:txBody>
      </p:sp>
      <p:sp>
        <p:nvSpPr>
          <p:cNvPr id="3" name="Freeform 3"/>
          <p:cNvSpPr/>
          <p:nvPr/>
        </p:nvSpPr>
        <p:spPr>
          <a:xfrm>
            <a:off x="0" y="3473391"/>
            <a:ext cx="6770064" cy="6804084"/>
          </a:xfrm>
          <a:custGeom>
            <a:avLst/>
            <a:gdLst/>
            <a:ahLst/>
            <a:cxnLst/>
            <a:rect l="l" t="t" r="r" b="b"/>
            <a:pathLst>
              <a:path w="6770064" h="6804084">
                <a:moveTo>
                  <a:pt x="0" y="0"/>
                </a:moveTo>
                <a:lnTo>
                  <a:pt x="6770064" y="0"/>
                </a:lnTo>
                <a:lnTo>
                  <a:pt x="6770064" y="6804084"/>
                </a:lnTo>
                <a:lnTo>
                  <a:pt x="0" y="680408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ore-KR" altLang="en-US"/>
          </a:p>
        </p:txBody>
      </p:sp>
      <p:sp>
        <p:nvSpPr>
          <p:cNvPr id="4" name="Freeform 4"/>
          <p:cNvSpPr/>
          <p:nvPr/>
        </p:nvSpPr>
        <p:spPr>
          <a:xfrm>
            <a:off x="7109487" y="3997246"/>
            <a:ext cx="3538728" cy="4114800"/>
          </a:xfrm>
          <a:custGeom>
            <a:avLst/>
            <a:gdLst/>
            <a:ahLst/>
            <a:cxnLst/>
            <a:rect l="l" t="t" r="r" b="b"/>
            <a:pathLst>
              <a:path w="3538728" h="4114800">
                <a:moveTo>
                  <a:pt x="0" y="0"/>
                </a:moveTo>
                <a:lnTo>
                  <a:pt x="3538728" y="0"/>
                </a:lnTo>
                <a:lnTo>
                  <a:pt x="353872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ore-KR" altLang="en-US"/>
          </a:p>
        </p:txBody>
      </p:sp>
      <p:sp>
        <p:nvSpPr>
          <p:cNvPr id="5" name="Freeform 5"/>
          <p:cNvSpPr/>
          <p:nvPr/>
        </p:nvSpPr>
        <p:spPr>
          <a:xfrm>
            <a:off x="11246904" y="4114800"/>
            <a:ext cx="2137558" cy="2057400"/>
          </a:xfrm>
          <a:custGeom>
            <a:avLst/>
            <a:gdLst/>
            <a:ahLst/>
            <a:cxnLst/>
            <a:rect l="l" t="t" r="r" b="b"/>
            <a:pathLst>
              <a:path w="2137558" h="2057400">
                <a:moveTo>
                  <a:pt x="0" y="0"/>
                </a:moveTo>
                <a:lnTo>
                  <a:pt x="2137558" y="0"/>
                </a:lnTo>
                <a:lnTo>
                  <a:pt x="2137558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ore-KR" altLang="en-US"/>
          </a:p>
        </p:txBody>
      </p:sp>
      <p:sp>
        <p:nvSpPr>
          <p:cNvPr id="6" name="TextBox 6"/>
          <p:cNvSpPr txBox="1"/>
          <p:nvPr/>
        </p:nvSpPr>
        <p:spPr>
          <a:xfrm>
            <a:off x="371940" y="238125"/>
            <a:ext cx="17544119" cy="28709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001"/>
              </a:lnSpc>
            </a:pPr>
            <a:r>
              <a:rPr lang="en-US" sz="11341">
                <a:solidFill>
                  <a:srgbClr val="613834"/>
                </a:solidFill>
                <a:latin typeface="Sensei"/>
                <a:ea typeface="Sensei"/>
                <a:cs typeface="Sensei"/>
                <a:sym typeface="Sensei"/>
              </a:rPr>
              <a:t>THIS WILL BE A 1V1 TEAM GAME </a:t>
            </a:r>
          </a:p>
        </p:txBody>
      </p:sp>
      <p:sp>
        <p:nvSpPr>
          <p:cNvPr id="7" name="Freeform 7"/>
          <p:cNvSpPr/>
          <p:nvPr/>
        </p:nvSpPr>
        <p:spPr>
          <a:xfrm flipH="1">
            <a:off x="4171805" y="3968671"/>
            <a:ext cx="2137558" cy="2057400"/>
          </a:xfrm>
          <a:custGeom>
            <a:avLst/>
            <a:gdLst/>
            <a:ahLst/>
            <a:cxnLst/>
            <a:rect l="l" t="t" r="r" b="b"/>
            <a:pathLst>
              <a:path w="2137558" h="2057400">
                <a:moveTo>
                  <a:pt x="2137559" y="0"/>
                </a:moveTo>
                <a:lnTo>
                  <a:pt x="0" y="0"/>
                </a:lnTo>
                <a:lnTo>
                  <a:pt x="0" y="2057400"/>
                </a:lnTo>
                <a:lnTo>
                  <a:pt x="2137559" y="2057400"/>
                </a:lnTo>
                <a:lnTo>
                  <a:pt x="2137559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ore-KR" alt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EFD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558705" y="3702072"/>
            <a:ext cx="15170590" cy="5556228"/>
          </a:xfrm>
          <a:custGeom>
            <a:avLst/>
            <a:gdLst/>
            <a:ahLst/>
            <a:cxnLst/>
            <a:rect l="l" t="t" r="r" b="b"/>
            <a:pathLst>
              <a:path w="15170590" h="5556228">
                <a:moveTo>
                  <a:pt x="0" y="0"/>
                </a:moveTo>
                <a:lnTo>
                  <a:pt x="15170590" y="0"/>
                </a:lnTo>
                <a:lnTo>
                  <a:pt x="15170590" y="5556228"/>
                </a:lnTo>
                <a:lnTo>
                  <a:pt x="0" y="555622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ore-KR" altLang="en-US"/>
          </a:p>
        </p:txBody>
      </p:sp>
      <p:sp>
        <p:nvSpPr>
          <p:cNvPr id="39" name="Freeform 39"/>
          <p:cNvSpPr/>
          <p:nvPr/>
        </p:nvSpPr>
        <p:spPr>
          <a:xfrm>
            <a:off x="14798577" y="6264619"/>
            <a:ext cx="3489423" cy="4114800"/>
          </a:xfrm>
          <a:custGeom>
            <a:avLst/>
            <a:gdLst/>
            <a:ahLst/>
            <a:cxnLst/>
            <a:rect l="l" t="t" r="r" b="b"/>
            <a:pathLst>
              <a:path w="3489423" h="4114800">
                <a:moveTo>
                  <a:pt x="0" y="0"/>
                </a:moveTo>
                <a:lnTo>
                  <a:pt x="3489423" y="0"/>
                </a:lnTo>
                <a:lnTo>
                  <a:pt x="3489423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ore-KR" altLang="en-US"/>
          </a:p>
        </p:txBody>
      </p:sp>
      <p:sp>
        <p:nvSpPr>
          <p:cNvPr id="40" name="TextBox 40"/>
          <p:cNvSpPr txBox="1"/>
          <p:nvPr/>
        </p:nvSpPr>
        <p:spPr>
          <a:xfrm>
            <a:off x="1028700" y="549732"/>
            <a:ext cx="16230600" cy="24802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487"/>
              </a:lnSpc>
            </a:pPr>
            <a:r>
              <a:rPr lang="en-US" sz="9780">
                <a:solidFill>
                  <a:srgbClr val="48221F"/>
                </a:solidFill>
                <a:latin typeface="Sensei"/>
                <a:ea typeface="Sensei"/>
                <a:cs typeface="Sensei"/>
                <a:sym typeface="Sensei"/>
              </a:rPr>
              <a:t>THERE WILL BE CARDS WITH EXPRESSIONS ON THEM!</a:t>
            </a:r>
          </a:p>
        </p:txBody>
      </p:sp>
      <p:sp>
        <p:nvSpPr>
          <p:cNvPr id="41" name="Freeform 41"/>
          <p:cNvSpPr/>
          <p:nvPr/>
        </p:nvSpPr>
        <p:spPr>
          <a:xfrm flipH="1">
            <a:off x="-19995" y="6264619"/>
            <a:ext cx="3489423" cy="4114800"/>
          </a:xfrm>
          <a:custGeom>
            <a:avLst/>
            <a:gdLst/>
            <a:ahLst/>
            <a:cxnLst/>
            <a:rect l="l" t="t" r="r" b="b"/>
            <a:pathLst>
              <a:path w="3489423" h="4114800">
                <a:moveTo>
                  <a:pt x="3489423" y="0"/>
                </a:moveTo>
                <a:lnTo>
                  <a:pt x="0" y="0"/>
                </a:lnTo>
                <a:lnTo>
                  <a:pt x="0" y="4114800"/>
                </a:lnTo>
                <a:lnTo>
                  <a:pt x="3489423" y="4114800"/>
                </a:lnTo>
                <a:lnTo>
                  <a:pt x="3489423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ore-KR" altLang="en-US"/>
          </a:p>
        </p:txBody>
      </p:sp>
      <p:sp>
        <p:nvSpPr>
          <p:cNvPr id="217" name="card_217"/>
          <p:cNvSpPr/>
          <p:nvPr/>
        </p:nvSpPr>
        <p:spPr>
          <a:xfrm>
            <a:off x="1920240" y="3931920"/>
            <a:ext cx="1371600" cy="1874519"/>
          </a:xfrm>
          <a:prstGeom prst="rect">
            <a:avLst/>
          </a:prstGeom>
          <a:solidFill>
            <a:srgbClr val="FFFFFF"/>
          </a:solidFill>
          <a:ln w="19050">
            <a:solidFill>
              <a:srgbClr val="444444"/>
            </a:solidFill>
          </a:ln>
        </p:spPr>
        <p:txBody>
          <a:bodyPr/>
          <a:lstStyle/>
          <a:p>
            <a:endParaRPr/>
          </a:p>
        </p:txBody>
      </p:sp>
      <p:pic>
        <p:nvPicPr>
          <p:cNvPr id="218" name="Picture 217" descr="get_up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75104" y="4449627"/>
            <a:ext cx="1261872" cy="839104"/>
          </a:xfrm>
          <a:prstGeom prst="rect">
            <a:avLst/>
          </a:prstGeom>
        </p:spPr>
      </p:pic>
      <p:sp>
        <p:nvSpPr>
          <p:cNvPr id="3" name="card_218"/>
          <p:cNvSpPr/>
          <p:nvPr/>
        </p:nvSpPr>
        <p:spPr>
          <a:xfrm>
            <a:off x="3657600" y="3794760"/>
            <a:ext cx="1371600" cy="1874519"/>
          </a:xfrm>
          <a:prstGeom prst="rect">
            <a:avLst/>
          </a:prstGeom>
          <a:solidFill>
            <a:srgbClr val="FFFFFF"/>
          </a:solidFill>
          <a:ln w="19050">
            <a:solidFill>
              <a:srgbClr val="444444"/>
            </a:solidFill>
          </a:ln>
        </p:spPr>
        <p:txBody>
          <a:bodyPr/>
          <a:lstStyle/>
          <a:p>
            <a:endParaRPr/>
          </a:p>
        </p:txBody>
      </p:sp>
      <p:pic>
        <p:nvPicPr>
          <p:cNvPr id="219" name="Picture 218" descr="go_to_school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712464" y="4101083"/>
            <a:ext cx="1261872" cy="1261872"/>
          </a:xfrm>
          <a:prstGeom prst="rect">
            <a:avLst/>
          </a:prstGeom>
        </p:spPr>
      </p:pic>
      <p:sp>
        <p:nvSpPr>
          <p:cNvPr id="4" name="card_219"/>
          <p:cNvSpPr/>
          <p:nvPr/>
        </p:nvSpPr>
        <p:spPr>
          <a:xfrm>
            <a:off x="5486400" y="4023360"/>
            <a:ext cx="1371600" cy="1874519"/>
          </a:xfrm>
          <a:prstGeom prst="rect">
            <a:avLst/>
          </a:prstGeom>
          <a:solidFill>
            <a:srgbClr val="FFFFFF"/>
          </a:solidFill>
          <a:ln w="19050">
            <a:solidFill>
              <a:srgbClr val="444444"/>
            </a:solidFill>
          </a:ln>
        </p:spPr>
        <p:txBody>
          <a:bodyPr/>
          <a:lstStyle/>
          <a:p>
            <a:endParaRPr/>
          </a:p>
        </p:txBody>
      </p:sp>
      <p:pic>
        <p:nvPicPr>
          <p:cNvPr id="220" name="Picture 219" descr="get_hom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541264" y="4371670"/>
            <a:ext cx="1261872" cy="1177898"/>
          </a:xfrm>
          <a:prstGeom prst="rect">
            <a:avLst/>
          </a:prstGeom>
        </p:spPr>
      </p:pic>
      <p:sp>
        <p:nvSpPr>
          <p:cNvPr id="5" name="card_220"/>
          <p:cNvSpPr/>
          <p:nvPr/>
        </p:nvSpPr>
        <p:spPr>
          <a:xfrm>
            <a:off x="7406640" y="3840480"/>
            <a:ext cx="1371600" cy="1874519"/>
          </a:xfrm>
          <a:prstGeom prst="rect">
            <a:avLst/>
          </a:prstGeom>
          <a:solidFill>
            <a:srgbClr val="FFFFFF"/>
          </a:solidFill>
          <a:ln w="19050">
            <a:solidFill>
              <a:srgbClr val="444444"/>
            </a:solidFill>
          </a:ln>
        </p:spPr>
        <p:txBody>
          <a:bodyPr/>
          <a:lstStyle/>
          <a:p>
            <a:endParaRPr/>
          </a:p>
        </p:txBody>
      </p:sp>
      <p:pic>
        <p:nvPicPr>
          <p:cNvPr id="221" name="Picture 220" descr="have_dinner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461504" y="4134600"/>
            <a:ext cx="1261872" cy="1286279"/>
          </a:xfrm>
          <a:prstGeom prst="rect">
            <a:avLst/>
          </a:prstGeom>
        </p:spPr>
      </p:pic>
      <p:sp>
        <p:nvSpPr>
          <p:cNvPr id="6" name="card_221"/>
          <p:cNvSpPr/>
          <p:nvPr/>
        </p:nvSpPr>
        <p:spPr>
          <a:xfrm>
            <a:off x="9326880" y="3977639"/>
            <a:ext cx="1371600" cy="1874519"/>
          </a:xfrm>
          <a:prstGeom prst="rect">
            <a:avLst/>
          </a:prstGeom>
          <a:solidFill>
            <a:srgbClr val="FFFFFF"/>
          </a:solidFill>
          <a:ln w="19050">
            <a:solidFill>
              <a:srgbClr val="444444"/>
            </a:solidFill>
          </a:ln>
        </p:spPr>
        <p:txBody>
          <a:bodyPr/>
          <a:lstStyle/>
          <a:p>
            <a:endParaRPr/>
          </a:p>
        </p:txBody>
      </p:sp>
      <p:pic>
        <p:nvPicPr>
          <p:cNvPr id="222" name="Picture 221" descr="walk_the_dog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381744" y="4283962"/>
            <a:ext cx="1261872" cy="1261872"/>
          </a:xfrm>
          <a:prstGeom prst="rect">
            <a:avLst/>
          </a:prstGeom>
        </p:spPr>
      </p:pic>
      <p:sp>
        <p:nvSpPr>
          <p:cNvPr id="7" name="card_222"/>
          <p:cNvSpPr/>
          <p:nvPr/>
        </p:nvSpPr>
        <p:spPr>
          <a:xfrm>
            <a:off x="11247120" y="3794760"/>
            <a:ext cx="1371600" cy="1874519"/>
          </a:xfrm>
          <a:prstGeom prst="rect">
            <a:avLst/>
          </a:prstGeom>
          <a:solidFill>
            <a:srgbClr val="FFFFFF"/>
          </a:solidFill>
          <a:ln w="19050">
            <a:solidFill>
              <a:srgbClr val="444444"/>
            </a:solidFill>
          </a:ln>
        </p:spPr>
        <p:txBody>
          <a:bodyPr/>
          <a:lstStyle/>
          <a:p>
            <a:endParaRPr/>
          </a:p>
        </p:txBody>
      </p:sp>
      <p:pic>
        <p:nvPicPr>
          <p:cNvPr id="223" name="Picture 222" descr="exercis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1301984" y="4101083"/>
            <a:ext cx="1261872" cy="1261872"/>
          </a:xfrm>
          <a:prstGeom prst="rect">
            <a:avLst/>
          </a:prstGeom>
        </p:spPr>
      </p:pic>
      <p:sp>
        <p:nvSpPr>
          <p:cNvPr id="8" name="card_223"/>
          <p:cNvSpPr/>
          <p:nvPr/>
        </p:nvSpPr>
        <p:spPr>
          <a:xfrm>
            <a:off x="2286000" y="6400800"/>
            <a:ext cx="1371600" cy="1874519"/>
          </a:xfrm>
          <a:prstGeom prst="rect">
            <a:avLst/>
          </a:prstGeom>
          <a:solidFill>
            <a:srgbClr val="FFFFFF"/>
          </a:solidFill>
          <a:ln w="19050">
            <a:solidFill>
              <a:srgbClr val="444444"/>
            </a:solidFill>
          </a:ln>
        </p:spPr>
        <p:txBody>
          <a:bodyPr/>
          <a:lstStyle/>
          <a:p>
            <a:endParaRPr/>
          </a:p>
        </p:txBody>
      </p:sp>
      <p:pic>
        <p:nvPicPr>
          <p:cNvPr id="224" name="Picture 223" descr="go_to_bed.jp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340864" y="6809583"/>
            <a:ext cx="1261872" cy="1056952"/>
          </a:xfrm>
          <a:prstGeom prst="rect">
            <a:avLst/>
          </a:prstGeom>
        </p:spPr>
      </p:pic>
      <p:sp>
        <p:nvSpPr>
          <p:cNvPr id="9" name="card_224"/>
          <p:cNvSpPr/>
          <p:nvPr/>
        </p:nvSpPr>
        <p:spPr>
          <a:xfrm>
            <a:off x="4206240" y="6629400"/>
            <a:ext cx="1371600" cy="1874519"/>
          </a:xfrm>
          <a:prstGeom prst="rect">
            <a:avLst/>
          </a:prstGeom>
          <a:solidFill>
            <a:srgbClr val="FFFFFF"/>
          </a:solidFill>
          <a:ln w="19050">
            <a:solidFill>
              <a:srgbClr val="444444"/>
            </a:solidFill>
          </a:ln>
        </p:spPr>
        <p:txBody>
          <a:bodyPr/>
          <a:lstStyle/>
          <a:p>
            <a:endParaRPr/>
          </a:p>
        </p:txBody>
      </p:sp>
      <p:pic>
        <p:nvPicPr>
          <p:cNvPr id="225" name="Picture 224" descr="read_a_book.jp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303776" y="6684264"/>
            <a:ext cx="1176527" cy="1764791"/>
          </a:xfrm>
          <a:prstGeom prst="rect">
            <a:avLst/>
          </a:prstGeom>
        </p:spPr>
      </p:pic>
      <p:sp>
        <p:nvSpPr>
          <p:cNvPr id="10" name="card_225"/>
          <p:cNvSpPr/>
          <p:nvPr/>
        </p:nvSpPr>
        <p:spPr>
          <a:xfrm>
            <a:off x="6309360" y="6355080"/>
            <a:ext cx="1371600" cy="1874519"/>
          </a:xfrm>
          <a:prstGeom prst="rect">
            <a:avLst/>
          </a:prstGeom>
          <a:solidFill>
            <a:srgbClr val="FFF0C0"/>
          </a:solidFill>
          <a:ln w="25400">
            <a:solidFill>
              <a:srgbClr val="CC9900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26" name="TextBox 225"/>
          <p:cNvSpPr txBox="1"/>
          <p:nvPr/>
        </p:nvSpPr>
        <p:spPr>
          <a:xfrm>
            <a:off x="6309360" y="6355080"/>
            <a:ext cx="1371600" cy="187451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3400" b="1">
                <a:solidFill>
                  <a:srgbClr val="1A3A6B"/>
                </a:solidFill>
              </a:rPr>
              <a:t>7:00</a:t>
            </a:r>
          </a:p>
        </p:txBody>
      </p:sp>
      <p:sp>
        <p:nvSpPr>
          <p:cNvPr id="11" name="card_226"/>
          <p:cNvSpPr/>
          <p:nvPr/>
        </p:nvSpPr>
        <p:spPr>
          <a:xfrm>
            <a:off x="8321040" y="6537960"/>
            <a:ext cx="1371600" cy="1874519"/>
          </a:xfrm>
          <a:prstGeom prst="rect">
            <a:avLst/>
          </a:prstGeom>
          <a:solidFill>
            <a:srgbClr val="FFF0C0"/>
          </a:solidFill>
          <a:ln w="25400">
            <a:solidFill>
              <a:srgbClr val="CC9900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27" name="TextBox 226"/>
          <p:cNvSpPr txBox="1"/>
          <p:nvPr/>
        </p:nvSpPr>
        <p:spPr>
          <a:xfrm>
            <a:off x="8321040" y="6537960"/>
            <a:ext cx="1371600" cy="187451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3400" b="1">
                <a:solidFill>
                  <a:srgbClr val="1A3A6B"/>
                </a:solidFill>
              </a:rPr>
              <a:t>8:00</a:t>
            </a:r>
          </a:p>
        </p:txBody>
      </p:sp>
      <p:sp>
        <p:nvSpPr>
          <p:cNvPr id="12" name="card_227"/>
          <p:cNvSpPr/>
          <p:nvPr/>
        </p:nvSpPr>
        <p:spPr>
          <a:xfrm>
            <a:off x="10332720" y="6400800"/>
            <a:ext cx="1371600" cy="1874519"/>
          </a:xfrm>
          <a:prstGeom prst="rect">
            <a:avLst/>
          </a:prstGeom>
          <a:solidFill>
            <a:srgbClr val="FFF0C0"/>
          </a:solidFill>
          <a:ln w="25400">
            <a:solidFill>
              <a:srgbClr val="CC9900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28" name="TextBox 227"/>
          <p:cNvSpPr txBox="1"/>
          <p:nvPr/>
        </p:nvSpPr>
        <p:spPr>
          <a:xfrm>
            <a:off x="10332720" y="6400800"/>
            <a:ext cx="1371600" cy="187451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3400" b="1">
                <a:solidFill>
                  <a:srgbClr val="1A3A6B"/>
                </a:solidFill>
              </a:rPr>
              <a:t>6:20</a:t>
            </a:r>
          </a:p>
        </p:txBody>
      </p:sp>
      <p:sp>
        <p:nvSpPr>
          <p:cNvPr id="13" name="card_228"/>
          <p:cNvSpPr/>
          <p:nvPr/>
        </p:nvSpPr>
        <p:spPr>
          <a:xfrm>
            <a:off x="12252960" y="6583680"/>
            <a:ext cx="1371600" cy="1874519"/>
          </a:xfrm>
          <a:prstGeom prst="rect">
            <a:avLst/>
          </a:prstGeom>
          <a:solidFill>
            <a:srgbClr val="FFF0C0"/>
          </a:solidFill>
          <a:ln w="25400">
            <a:solidFill>
              <a:srgbClr val="CC9900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29" name="TextBox 228"/>
          <p:cNvSpPr txBox="1"/>
          <p:nvPr/>
        </p:nvSpPr>
        <p:spPr>
          <a:xfrm>
            <a:off x="12252960" y="6583680"/>
            <a:ext cx="1371600" cy="187451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3400" b="1">
                <a:solidFill>
                  <a:srgbClr val="1A3A6B"/>
                </a:solidFill>
              </a:rPr>
              <a:t>4:30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D2A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2273803" y="3494984"/>
            <a:ext cx="7406640" cy="8229600"/>
          </a:xfrm>
          <a:custGeom>
            <a:avLst/>
            <a:gdLst/>
            <a:ahLst/>
            <a:cxnLst/>
            <a:rect l="l" t="t" r="r" b="b"/>
            <a:pathLst>
              <a:path w="7406640" h="8229600">
                <a:moveTo>
                  <a:pt x="0" y="0"/>
                </a:moveTo>
                <a:lnTo>
                  <a:pt x="7406640" y="0"/>
                </a:lnTo>
                <a:lnTo>
                  <a:pt x="7406640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ko-Kore-KR" altLang="en-US"/>
          </a:p>
        </p:txBody>
      </p:sp>
      <p:sp>
        <p:nvSpPr>
          <p:cNvPr id="3" name="TextBox 3"/>
          <p:cNvSpPr txBox="1"/>
          <p:nvPr/>
        </p:nvSpPr>
        <p:spPr>
          <a:xfrm>
            <a:off x="2762258" y="511224"/>
            <a:ext cx="12763484" cy="29837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467"/>
              </a:lnSpc>
            </a:pPr>
            <a:r>
              <a:rPr lang="en-US" sz="11822" dirty="0">
                <a:solidFill>
                  <a:srgbClr val="613834"/>
                </a:solidFill>
                <a:latin typeface="Sensei"/>
                <a:ea typeface="Sensei"/>
                <a:cs typeface="Sensei"/>
                <a:sym typeface="Sensei"/>
              </a:rPr>
              <a:t>TEACHER WILL SAY A SENTENCE!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D2A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2273803" y="3494984"/>
            <a:ext cx="7406640" cy="8229600"/>
          </a:xfrm>
          <a:custGeom>
            <a:avLst/>
            <a:gdLst/>
            <a:ahLst/>
            <a:cxnLst/>
            <a:rect l="l" t="t" r="r" b="b"/>
            <a:pathLst>
              <a:path w="7406640" h="8229600">
                <a:moveTo>
                  <a:pt x="0" y="0"/>
                </a:moveTo>
                <a:lnTo>
                  <a:pt x="7406640" y="0"/>
                </a:lnTo>
                <a:lnTo>
                  <a:pt x="7406640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3" name="Freeform 3"/>
          <p:cNvSpPr/>
          <p:nvPr/>
        </p:nvSpPr>
        <p:spPr>
          <a:xfrm>
            <a:off x="6722955" y="4714253"/>
            <a:ext cx="8288445" cy="1980626"/>
          </a:xfrm>
          <a:custGeom>
            <a:avLst/>
            <a:gdLst/>
            <a:ahLst/>
            <a:cxnLst/>
            <a:rect l="l" t="t" r="r" b="b"/>
            <a:pathLst>
              <a:path w="7137389" h="1980626">
                <a:moveTo>
                  <a:pt x="0" y="0"/>
                </a:moveTo>
                <a:lnTo>
                  <a:pt x="7137389" y="0"/>
                </a:lnTo>
                <a:lnTo>
                  <a:pt x="7137389" y="1980625"/>
                </a:lnTo>
                <a:lnTo>
                  <a:pt x="0" y="198062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4" name="TextBox 4"/>
          <p:cNvSpPr txBox="1"/>
          <p:nvPr/>
        </p:nvSpPr>
        <p:spPr>
          <a:xfrm>
            <a:off x="2762258" y="511224"/>
            <a:ext cx="12763484" cy="29837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467"/>
              </a:lnSpc>
            </a:pPr>
            <a:r>
              <a:rPr lang="en-US" sz="11822">
                <a:solidFill>
                  <a:srgbClr val="613834"/>
                </a:solidFill>
                <a:latin typeface="Sensei"/>
                <a:ea typeface="Sensei"/>
                <a:cs typeface="Sensei"/>
                <a:sym typeface="Sensei"/>
              </a:rPr>
              <a:t>TEACHER WILL SAY A SENTENCE!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7534003" y="5315036"/>
            <a:ext cx="7493439" cy="7790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300"/>
              </a:lnSpc>
            </a:pPr>
            <a:r>
              <a:rPr lang="en-US" sz="4500" b="1" dirty="0">
                <a:solidFill>
                  <a:srgbClr val="613834"/>
                </a:solidFill>
                <a:latin typeface="배달의민족 을지로체" panose="020B0600000101010101" pitchFamily="34" charset="-127"/>
                <a:ea typeface="배달의민족 을지로체" panose="020B0600000101010101" pitchFamily="34" charset="-127"/>
                <a:cs typeface="Canva Sans Bold"/>
                <a:sym typeface="Canva Sans Bold"/>
              </a:rPr>
              <a:t>What time do you get up?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EFD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28700" y="311021"/>
            <a:ext cx="7152069" cy="9664958"/>
          </a:xfrm>
          <a:custGeom>
            <a:avLst/>
            <a:gdLst/>
            <a:ahLst/>
            <a:cxnLst/>
            <a:rect l="l" t="t" r="r" b="b"/>
            <a:pathLst>
              <a:path w="7152069" h="9664958">
                <a:moveTo>
                  <a:pt x="0" y="0"/>
                </a:moveTo>
                <a:lnTo>
                  <a:pt x="7152069" y="0"/>
                </a:lnTo>
                <a:lnTo>
                  <a:pt x="7152069" y="9664958"/>
                </a:lnTo>
                <a:lnTo>
                  <a:pt x="0" y="966495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ore-KR" altLang="en-US"/>
          </a:p>
        </p:txBody>
      </p:sp>
      <p:sp>
        <p:nvSpPr>
          <p:cNvPr id="3" name="TextBox 3"/>
          <p:cNvSpPr txBox="1"/>
          <p:nvPr/>
        </p:nvSpPr>
        <p:spPr>
          <a:xfrm>
            <a:off x="8647682" y="5059699"/>
            <a:ext cx="8611618" cy="12277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141"/>
              </a:lnSpc>
            </a:pPr>
            <a:r>
              <a:rPr lang="en-US" sz="9424">
                <a:solidFill>
                  <a:srgbClr val="613834"/>
                </a:solidFill>
                <a:latin typeface="Sensei"/>
                <a:ea typeface="Sensei"/>
                <a:cs typeface="Sensei"/>
                <a:sym typeface="Sensei"/>
              </a:rPr>
              <a:t>After 3, 2, 1 GO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EFD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768203" y="1965905"/>
            <a:ext cx="7519797" cy="8229600"/>
          </a:xfrm>
          <a:custGeom>
            <a:avLst/>
            <a:gdLst/>
            <a:ahLst/>
            <a:cxnLst/>
            <a:rect l="l" t="t" r="r" b="b"/>
            <a:pathLst>
              <a:path w="7519797" h="8229600">
                <a:moveTo>
                  <a:pt x="0" y="0"/>
                </a:moveTo>
                <a:lnTo>
                  <a:pt x="7519797" y="0"/>
                </a:lnTo>
                <a:lnTo>
                  <a:pt x="7519797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ko-Kore-KR" altLang="en-US"/>
          </a:p>
        </p:txBody>
      </p:sp>
      <p:grpSp>
        <p:nvGrpSpPr>
          <p:cNvPr id="21" name="Group 21"/>
          <p:cNvGrpSpPr/>
          <p:nvPr/>
        </p:nvGrpSpPr>
        <p:grpSpPr>
          <a:xfrm>
            <a:off x="2591023" y="2768866"/>
            <a:ext cx="4012974" cy="5989148"/>
            <a:chOff x="0" y="0"/>
            <a:chExt cx="5350631" cy="7985530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4551752" cy="7985530"/>
            </a:xfrm>
            <a:custGeom>
              <a:avLst/>
              <a:gdLst/>
              <a:ahLst/>
              <a:cxnLst/>
              <a:rect l="l" t="t" r="r" b="b"/>
              <a:pathLst>
                <a:path w="4551752" h="7985530">
                  <a:moveTo>
                    <a:pt x="0" y="0"/>
                  </a:moveTo>
                  <a:lnTo>
                    <a:pt x="4551752" y="0"/>
                  </a:lnTo>
                  <a:lnTo>
                    <a:pt x="4551752" y="7985530"/>
                  </a:lnTo>
                  <a:lnTo>
                    <a:pt x="0" y="798553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  <p:txBody>
            <a:bodyPr/>
            <a:lstStyle/>
            <a:p>
              <a:endParaRPr/>
            </a:p>
          </p:txBody>
        </p:sp>
        <p:sp>
          <p:nvSpPr>
            <p:cNvPr id="23" name="Freeform 23"/>
            <p:cNvSpPr/>
            <p:nvPr/>
          </p:nvSpPr>
          <p:spPr>
            <a:xfrm flipH="1">
              <a:off x="3464003" y="2858538"/>
              <a:ext cx="1886628" cy="2376855"/>
            </a:xfrm>
            <a:custGeom>
              <a:avLst/>
              <a:gdLst/>
              <a:ahLst/>
              <a:cxnLst/>
              <a:rect l="l" t="t" r="r" b="b"/>
              <a:pathLst>
                <a:path w="1886628" h="2376855">
                  <a:moveTo>
                    <a:pt x="1886628" y="0"/>
                  </a:moveTo>
                  <a:lnTo>
                    <a:pt x="0" y="0"/>
                  </a:lnTo>
                  <a:lnTo>
                    <a:pt x="0" y="2376855"/>
                  </a:lnTo>
                  <a:lnTo>
                    <a:pt x="1886628" y="2376855"/>
                  </a:lnTo>
                  <a:lnTo>
                    <a:pt x="1886628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/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0" y="2277158"/>
            <a:ext cx="4780165" cy="7410714"/>
            <a:chOff x="0" y="0"/>
            <a:chExt cx="6373553" cy="9880952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5891518" cy="9880952"/>
            </a:xfrm>
            <a:custGeom>
              <a:avLst/>
              <a:gdLst/>
              <a:ahLst/>
              <a:cxnLst/>
              <a:rect l="l" t="t" r="r" b="b"/>
              <a:pathLst>
                <a:path w="5891518" h="9880952">
                  <a:moveTo>
                    <a:pt x="0" y="0"/>
                  </a:moveTo>
                  <a:lnTo>
                    <a:pt x="5891518" y="0"/>
                  </a:lnTo>
                  <a:lnTo>
                    <a:pt x="5891518" y="9880952"/>
                  </a:lnTo>
                  <a:lnTo>
                    <a:pt x="0" y="98809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</p:spPr>
          <p:txBody>
            <a:bodyPr/>
            <a:lstStyle/>
            <a:p>
              <a:endParaRPr/>
            </a:p>
          </p:txBody>
        </p:sp>
        <p:sp>
          <p:nvSpPr>
            <p:cNvPr id="26" name="Freeform 26"/>
            <p:cNvSpPr/>
            <p:nvPr/>
          </p:nvSpPr>
          <p:spPr>
            <a:xfrm flipH="1">
              <a:off x="4486925" y="3169663"/>
              <a:ext cx="1886628" cy="2376855"/>
            </a:xfrm>
            <a:custGeom>
              <a:avLst/>
              <a:gdLst/>
              <a:ahLst/>
              <a:cxnLst/>
              <a:rect l="l" t="t" r="r" b="b"/>
              <a:pathLst>
                <a:path w="1886628" h="2376855">
                  <a:moveTo>
                    <a:pt x="1886628" y="0"/>
                  </a:moveTo>
                  <a:lnTo>
                    <a:pt x="0" y="0"/>
                  </a:lnTo>
                  <a:lnTo>
                    <a:pt x="0" y="2376854"/>
                  </a:lnTo>
                  <a:lnTo>
                    <a:pt x="1886628" y="2376854"/>
                  </a:lnTo>
                  <a:lnTo>
                    <a:pt x="1886628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/>
            </a:p>
          </p:txBody>
        </p:sp>
      </p:grpSp>
      <p:sp>
        <p:nvSpPr>
          <p:cNvPr id="27" name="TextBox 27"/>
          <p:cNvSpPr txBox="1"/>
          <p:nvPr/>
        </p:nvSpPr>
        <p:spPr>
          <a:xfrm>
            <a:off x="2591023" y="358195"/>
            <a:ext cx="13105954" cy="16077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952"/>
              </a:lnSpc>
            </a:pPr>
            <a:r>
              <a:rPr lang="en-US" sz="12322">
                <a:solidFill>
                  <a:srgbClr val="48221F"/>
                </a:solidFill>
                <a:latin typeface="Sensei"/>
                <a:ea typeface="Sensei"/>
                <a:cs typeface="Sensei"/>
                <a:sym typeface="Sensei"/>
              </a:rPr>
              <a:t>RUN TO THE TABLE! </a:t>
            </a:r>
          </a:p>
        </p:txBody>
      </p:sp>
      <p:sp>
        <p:nvSpPr>
          <p:cNvPr id="229" name="card_229"/>
          <p:cNvSpPr/>
          <p:nvPr/>
        </p:nvSpPr>
        <p:spPr>
          <a:xfrm>
            <a:off x="11064240" y="2560320"/>
            <a:ext cx="1371600" cy="1874519"/>
          </a:xfrm>
          <a:prstGeom prst="rect">
            <a:avLst/>
          </a:prstGeom>
          <a:solidFill>
            <a:srgbClr val="FFFFFF"/>
          </a:solidFill>
          <a:ln w="19050">
            <a:solidFill>
              <a:srgbClr val="444444"/>
            </a:solidFill>
          </a:ln>
        </p:spPr>
        <p:txBody>
          <a:bodyPr/>
          <a:lstStyle/>
          <a:p>
            <a:endParaRPr/>
          </a:p>
        </p:txBody>
      </p:sp>
      <p:pic>
        <p:nvPicPr>
          <p:cNvPr id="230" name="Picture 229" descr="get_up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119104" y="3078027"/>
            <a:ext cx="1261872" cy="839104"/>
          </a:xfrm>
          <a:prstGeom prst="rect">
            <a:avLst/>
          </a:prstGeom>
        </p:spPr>
      </p:pic>
      <p:sp>
        <p:nvSpPr>
          <p:cNvPr id="3" name="card_230"/>
          <p:cNvSpPr/>
          <p:nvPr/>
        </p:nvSpPr>
        <p:spPr>
          <a:xfrm>
            <a:off x="12801600" y="2377440"/>
            <a:ext cx="1371600" cy="1874519"/>
          </a:xfrm>
          <a:prstGeom prst="rect">
            <a:avLst/>
          </a:prstGeom>
          <a:solidFill>
            <a:srgbClr val="FFFFFF"/>
          </a:solidFill>
          <a:ln w="19050">
            <a:solidFill>
              <a:srgbClr val="444444"/>
            </a:solidFill>
          </a:ln>
        </p:spPr>
        <p:txBody>
          <a:bodyPr/>
          <a:lstStyle/>
          <a:p>
            <a:endParaRPr/>
          </a:p>
        </p:txBody>
      </p:sp>
      <p:pic>
        <p:nvPicPr>
          <p:cNvPr id="231" name="Picture 230" descr="go_to_school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856464" y="2683763"/>
            <a:ext cx="1261872" cy="1261872"/>
          </a:xfrm>
          <a:prstGeom prst="rect">
            <a:avLst/>
          </a:prstGeom>
        </p:spPr>
      </p:pic>
      <p:sp>
        <p:nvSpPr>
          <p:cNvPr id="4" name="card_231"/>
          <p:cNvSpPr/>
          <p:nvPr/>
        </p:nvSpPr>
        <p:spPr>
          <a:xfrm>
            <a:off x="14813280" y="2651760"/>
            <a:ext cx="1371600" cy="1874519"/>
          </a:xfrm>
          <a:prstGeom prst="rect">
            <a:avLst/>
          </a:prstGeom>
          <a:solidFill>
            <a:srgbClr val="FFFFFF"/>
          </a:solidFill>
          <a:ln w="19050">
            <a:solidFill>
              <a:srgbClr val="444444"/>
            </a:solidFill>
          </a:ln>
        </p:spPr>
        <p:txBody>
          <a:bodyPr/>
          <a:lstStyle/>
          <a:p>
            <a:endParaRPr/>
          </a:p>
        </p:txBody>
      </p:sp>
      <p:pic>
        <p:nvPicPr>
          <p:cNvPr id="232" name="Picture 231" descr="get_home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4868144" y="3000070"/>
            <a:ext cx="1261872" cy="1177898"/>
          </a:xfrm>
          <a:prstGeom prst="rect">
            <a:avLst/>
          </a:prstGeom>
        </p:spPr>
      </p:pic>
      <p:sp>
        <p:nvSpPr>
          <p:cNvPr id="5" name="card_232"/>
          <p:cNvSpPr/>
          <p:nvPr/>
        </p:nvSpPr>
        <p:spPr>
          <a:xfrm>
            <a:off x="11430000" y="5029200"/>
            <a:ext cx="1371600" cy="1874519"/>
          </a:xfrm>
          <a:prstGeom prst="rect">
            <a:avLst/>
          </a:prstGeom>
          <a:solidFill>
            <a:srgbClr val="FFFFFF"/>
          </a:solidFill>
          <a:ln w="19050">
            <a:solidFill>
              <a:srgbClr val="444444"/>
            </a:solidFill>
          </a:ln>
        </p:spPr>
        <p:txBody>
          <a:bodyPr/>
          <a:lstStyle/>
          <a:p>
            <a:endParaRPr/>
          </a:p>
        </p:txBody>
      </p:sp>
      <p:pic>
        <p:nvPicPr>
          <p:cNvPr id="233" name="Picture 232" descr="have_dinner.jp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1484864" y="5323320"/>
            <a:ext cx="1261872" cy="1286279"/>
          </a:xfrm>
          <a:prstGeom prst="rect">
            <a:avLst/>
          </a:prstGeom>
        </p:spPr>
      </p:pic>
      <p:sp>
        <p:nvSpPr>
          <p:cNvPr id="6" name="card_233"/>
          <p:cNvSpPr/>
          <p:nvPr/>
        </p:nvSpPr>
        <p:spPr>
          <a:xfrm>
            <a:off x="13533120" y="4846320"/>
            <a:ext cx="1371600" cy="1874519"/>
          </a:xfrm>
          <a:prstGeom prst="rect">
            <a:avLst/>
          </a:prstGeom>
          <a:solidFill>
            <a:srgbClr val="FFF0C0"/>
          </a:solidFill>
          <a:ln w="25400">
            <a:solidFill>
              <a:srgbClr val="CC9900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34" name="TextBox 233"/>
          <p:cNvSpPr txBox="1"/>
          <p:nvPr/>
        </p:nvSpPr>
        <p:spPr>
          <a:xfrm>
            <a:off x="13533120" y="4846320"/>
            <a:ext cx="1371600" cy="187451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3400" b="1">
                <a:solidFill>
                  <a:srgbClr val="1A3A6B"/>
                </a:solidFill>
              </a:rPr>
              <a:t>7:00</a:t>
            </a:r>
          </a:p>
        </p:txBody>
      </p:sp>
      <p:sp>
        <p:nvSpPr>
          <p:cNvPr id="7" name="card_234"/>
          <p:cNvSpPr/>
          <p:nvPr/>
        </p:nvSpPr>
        <p:spPr>
          <a:xfrm>
            <a:off x="15544800" y="5120640"/>
            <a:ext cx="1371600" cy="1874519"/>
          </a:xfrm>
          <a:prstGeom prst="rect">
            <a:avLst/>
          </a:prstGeom>
          <a:solidFill>
            <a:srgbClr val="FFF0C0"/>
          </a:solidFill>
          <a:ln w="25400">
            <a:solidFill>
              <a:srgbClr val="CC9900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35" name="TextBox 234"/>
          <p:cNvSpPr txBox="1"/>
          <p:nvPr/>
        </p:nvSpPr>
        <p:spPr>
          <a:xfrm>
            <a:off x="15544800" y="5120640"/>
            <a:ext cx="1371600" cy="187451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3400" b="1">
                <a:solidFill>
                  <a:srgbClr val="1A3A6B"/>
                </a:solidFill>
              </a:rPr>
              <a:t>8:00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D2A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51150" y="475804"/>
            <a:ext cx="17185699" cy="23048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849"/>
              </a:lnSpc>
            </a:pPr>
            <a:r>
              <a:rPr lang="en-US" sz="9123">
                <a:solidFill>
                  <a:srgbClr val="613834"/>
                </a:solidFill>
                <a:latin typeface="Sensei"/>
                <a:ea typeface="Sensei"/>
                <a:cs typeface="Sensei"/>
                <a:sym typeface="Sensei"/>
              </a:rPr>
              <a:t>PICK UP THE RIGHT CARD WITH CHOPSICKS!</a:t>
            </a:r>
          </a:p>
        </p:txBody>
      </p:sp>
      <p:sp>
        <p:nvSpPr>
          <p:cNvPr id="3" name="Freeform 3"/>
          <p:cNvSpPr/>
          <p:nvPr/>
        </p:nvSpPr>
        <p:spPr>
          <a:xfrm>
            <a:off x="1558705" y="3702072"/>
            <a:ext cx="15170590" cy="5556228"/>
          </a:xfrm>
          <a:custGeom>
            <a:avLst/>
            <a:gdLst/>
            <a:ahLst/>
            <a:cxnLst/>
            <a:rect l="l" t="t" r="r" b="b"/>
            <a:pathLst>
              <a:path w="15170590" h="5556228">
                <a:moveTo>
                  <a:pt x="0" y="0"/>
                </a:moveTo>
                <a:lnTo>
                  <a:pt x="15170590" y="0"/>
                </a:lnTo>
                <a:lnTo>
                  <a:pt x="15170590" y="5556228"/>
                </a:lnTo>
                <a:lnTo>
                  <a:pt x="0" y="555622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ore-KR" altLang="en-US"/>
          </a:p>
        </p:txBody>
      </p:sp>
      <p:sp>
        <p:nvSpPr>
          <p:cNvPr id="235" name="card_235"/>
          <p:cNvSpPr/>
          <p:nvPr/>
        </p:nvSpPr>
        <p:spPr>
          <a:xfrm>
            <a:off x="1920240" y="3931920"/>
            <a:ext cx="1371600" cy="1874519"/>
          </a:xfrm>
          <a:prstGeom prst="rect">
            <a:avLst/>
          </a:prstGeom>
          <a:solidFill>
            <a:srgbClr val="FFFFFF"/>
          </a:solidFill>
          <a:ln w="19050">
            <a:solidFill>
              <a:srgbClr val="444444"/>
            </a:solidFill>
          </a:ln>
        </p:spPr>
        <p:txBody>
          <a:bodyPr/>
          <a:lstStyle/>
          <a:p>
            <a:endParaRPr/>
          </a:p>
        </p:txBody>
      </p:sp>
      <p:pic>
        <p:nvPicPr>
          <p:cNvPr id="236" name="Picture 235" descr="get_up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75104" y="4449627"/>
            <a:ext cx="1261872" cy="839104"/>
          </a:xfrm>
          <a:prstGeom prst="rect">
            <a:avLst/>
          </a:prstGeom>
        </p:spPr>
      </p:pic>
      <p:sp>
        <p:nvSpPr>
          <p:cNvPr id="4" name="card_236"/>
          <p:cNvSpPr/>
          <p:nvPr/>
        </p:nvSpPr>
        <p:spPr>
          <a:xfrm>
            <a:off x="3657600" y="3794760"/>
            <a:ext cx="1371600" cy="1874519"/>
          </a:xfrm>
          <a:prstGeom prst="rect">
            <a:avLst/>
          </a:prstGeom>
          <a:solidFill>
            <a:srgbClr val="FFFFFF"/>
          </a:solidFill>
          <a:ln w="19050">
            <a:solidFill>
              <a:srgbClr val="444444"/>
            </a:solidFill>
          </a:ln>
        </p:spPr>
        <p:txBody>
          <a:bodyPr/>
          <a:lstStyle/>
          <a:p>
            <a:endParaRPr/>
          </a:p>
        </p:txBody>
      </p:sp>
      <p:pic>
        <p:nvPicPr>
          <p:cNvPr id="237" name="Picture 236" descr="go_to_school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12464" y="4101083"/>
            <a:ext cx="1261872" cy="1261872"/>
          </a:xfrm>
          <a:prstGeom prst="rect">
            <a:avLst/>
          </a:prstGeom>
        </p:spPr>
      </p:pic>
      <p:sp>
        <p:nvSpPr>
          <p:cNvPr id="5" name="card_237"/>
          <p:cNvSpPr/>
          <p:nvPr/>
        </p:nvSpPr>
        <p:spPr>
          <a:xfrm>
            <a:off x="5486400" y="4023360"/>
            <a:ext cx="1371600" cy="1874519"/>
          </a:xfrm>
          <a:prstGeom prst="rect">
            <a:avLst/>
          </a:prstGeom>
          <a:solidFill>
            <a:srgbClr val="FFFFFF"/>
          </a:solidFill>
          <a:ln w="19050">
            <a:solidFill>
              <a:srgbClr val="444444"/>
            </a:solidFill>
          </a:ln>
        </p:spPr>
        <p:txBody>
          <a:bodyPr/>
          <a:lstStyle/>
          <a:p>
            <a:endParaRPr/>
          </a:p>
        </p:txBody>
      </p:sp>
      <p:pic>
        <p:nvPicPr>
          <p:cNvPr id="238" name="Picture 237" descr="get_home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41264" y="4371670"/>
            <a:ext cx="1261872" cy="1177898"/>
          </a:xfrm>
          <a:prstGeom prst="rect">
            <a:avLst/>
          </a:prstGeom>
        </p:spPr>
      </p:pic>
      <p:sp>
        <p:nvSpPr>
          <p:cNvPr id="6" name="card_238"/>
          <p:cNvSpPr/>
          <p:nvPr/>
        </p:nvSpPr>
        <p:spPr>
          <a:xfrm>
            <a:off x="7406640" y="3840480"/>
            <a:ext cx="1371600" cy="1874519"/>
          </a:xfrm>
          <a:prstGeom prst="rect">
            <a:avLst/>
          </a:prstGeom>
          <a:solidFill>
            <a:srgbClr val="FFFFFF"/>
          </a:solidFill>
          <a:ln w="19050">
            <a:solidFill>
              <a:srgbClr val="444444"/>
            </a:solidFill>
          </a:ln>
        </p:spPr>
        <p:txBody>
          <a:bodyPr/>
          <a:lstStyle/>
          <a:p>
            <a:endParaRPr/>
          </a:p>
        </p:txBody>
      </p:sp>
      <p:pic>
        <p:nvPicPr>
          <p:cNvPr id="239" name="Picture 238" descr="have_dinner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61504" y="4134600"/>
            <a:ext cx="1261872" cy="1286279"/>
          </a:xfrm>
          <a:prstGeom prst="rect">
            <a:avLst/>
          </a:prstGeom>
        </p:spPr>
      </p:pic>
      <p:sp>
        <p:nvSpPr>
          <p:cNvPr id="7" name="card_239"/>
          <p:cNvSpPr/>
          <p:nvPr/>
        </p:nvSpPr>
        <p:spPr>
          <a:xfrm>
            <a:off x="9326880" y="3977639"/>
            <a:ext cx="1371600" cy="1874519"/>
          </a:xfrm>
          <a:prstGeom prst="rect">
            <a:avLst/>
          </a:prstGeom>
          <a:solidFill>
            <a:srgbClr val="FFFFFF"/>
          </a:solidFill>
          <a:ln w="19050">
            <a:solidFill>
              <a:srgbClr val="444444"/>
            </a:solidFill>
          </a:ln>
        </p:spPr>
        <p:txBody>
          <a:bodyPr/>
          <a:lstStyle/>
          <a:p>
            <a:endParaRPr/>
          </a:p>
        </p:txBody>
      </p:sp>
      <p:pic>
        <p:nvPicPr>
          <p:cNvPr id="240" name="Picture 239" descr="walk_the_dog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381744" y="4283962"/>
            <a:ext cx="1261872" cy="1261872"/>
          </a:xfrm>
          <a:prstGeom prst="rect">
            <a:avLst/>
          </a:prstGeom>
        </p:spPr>
      </p:pic>
      <p:sp>
        <p:nvSpPr>
          <p:cNvPr id="8" name="card_240"/>
          <p:cNvSpPr/>
          <p:nvPr/>
        </p:nvSpPr>
        <p:spPr>
          <a:xfrm>
            <a:off x="11247120" y="3794760"/>
            <a:ext cx="1371600" cy="1874519"/>
          </a:xfrm>
          <a:prstGeom prst="rect">
            <a:avLst/>
          </a:prstGeom>
          <a:solidFill>
            <a:srgbClr val="FFFFFF"/>
          </a:solidFill>
          <a:ln w="19050">
            <a:solidFill>
              <a:srgbClr val="444444"/>
            </a:solidFill>
          </a:ln>
        </p:spPr>
        <p:txBody>
          <a:bodyPr/>
          <a:lstStyle/>
          <a:p>
            <a:endParaRPr/>
          </a:p>
        </p:txBody>
      </p:sp>
      <p:pic>
        <p:nvPicPr>
          <p:cNvPr id="241" name="Picture 240" descr="exercis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301984" y="4101083"/>
            <a:ext cx="1261872" cy="1261872"/>
          </a:xfrm>
          <a:prstGeom prst="rect">
            <a:avLst/>
          </a:prstGeom>
        </p:spPr>
      </p:pic>
      <p:sp>
        <p:nvSpPr>
          <p:cNvPr id="9" name="card_241"/>
          <p:cNvSpPr/>
          <p:nvPr/>
        </p:nvSpPr>
        <p:spPr>
          <a:xfrm>
            <a:off x="2286000" y="6400800"/>
            <a:ext cx="1371600" cy="1874519"/>
          </a:xfrm>
          <a:prstGeom prst="rect">
            <a:avLst/>
          </a:prstGeom>
          <a:solidFill>
            <a:srgbClr val="FFFFFF"/>
          </a:solidFill>
          <a:ln w="19050">
            <a:solidFill>
              <a:srgbClr val="444444"/>
            </a:solidFill>
          </a:ln>
        </p:spPr>
        <p:txBody>
          <a:bodyPr/>
          <a:lstStyle/>
          <a:p>
            <a:endParaRPr/>
          </a:p>
        </p:txBody>
      </p:sp>
      <p:pic>
        <p:nvPicPr>
          <p:cNvPr id="242" name="Picture 241" descr="go_to_bed.jp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340864" y="6809583"/>
            <a:ext cx="1261872" cy="1056952"/>
          </a:xfrm>
          <a:prstGeom prst="rect">
            <a:avLst/>
          </a:prstGeom>
        </p:spPr>
      </p:pic>
      <p:sp>
        <p:nvSpPr>
          <p:cNvPr id="10" name="card_242"/>
          <p:cNvSpPr/>
          <p:nvPr/>
        </p:nvSpPr>
        <p:spPr>
          <a:xfrm>
            <a:off x="4206240" y="6629400"/>
            <a:ext cx="1371600" cy="1874519"/>
          </a:xfrm>
          <a:prstGeom prst="rect">
            <a:avLst/>
          </a:prstGeom>
          <a:solidFill>
            <a:srgbClr val="FFFFFF"/>
          </a:solidFill>
          <a:ln w="19050">
            <a:solidFill>
              <a:srgbClr val="444444"/>
            </a:solidFill>
          </a:ln>
        </p:spPr>
        <p:txBody>
          <a:bodyPr/>
          <a:lstStyle/>
          <a:p>
            <a:endParaRPr/>
          </a:p>
        </p:txBody>
      </p:sp>
      <p:pic>
        <p:nvPicPr>
          <p:cNvPr id="243" name="Picture 242" descr="read_a_book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303776" y="6684264"/>
            <a:ext cx="1176527" cy="1764791"/>
          </a:xfrm>
          <a:prstGeom prst="rect">
            <a:avLst/>
          </a:prstGeom>
        </p:spPr>
      </p:pic>
      <p:sp>
        <p:nvSpPr>
          <p:cNvPr id="11" name="card_243"/>
          <p:cNvSpPr/>
          <p:nvPr/>
        </p:nvSpPr>
        <p:spPr>
          <a:xfrm>
            <a:off x="6309360" y="6355080"/>
            <a:ext cx="1371600" cy="1874519"/>
          </a:xfrm>
          <a:prstGeom prst="rect">
            <a:avLst/>
          </a:prstGeom>
          <a:solidFill>
            <a:srgbClr val="FFF0C0"/>
          </a:solidFill>
          <a:ln w="25400">
            <a:solidFill>
              <a:srgbClr val="CC9900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44" name="TextBox 243"/>
          <p:cNvSpPr txBox="1"/>
          <p:nvPr/>
        </p:nvSpPr>
        <p:spPr>
          <a:xfrm>
            <a:off x="6309360" y="6355080"/>
            <a:ext cx="1371600" cy="187451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3400" b="1">
                <a:solidFill>
                  <a:srgbClr val="1A3A6B"/>
                </a:solidFill>
              </a:rPr>
              <a:t>7:00</a:t>
            </a:r>
          </a:p>
        </p:txBody>
      </p:sp>
      <p:sp>
        <p:nvSpPr>
          <p:cNvPr id="12" name="card_244"/>
          <p:cNvSpPr/>
          <p:nvPr/>
        </p:nvSpPr>
        <p:spPr>
          <a:xfrm>
            <a:off x="8321040" y="6537960"/>
            <a:ext cx="1371600" cy="1874519"/>
          </a:xfrm>
          <a:prstGeom prst="rect">
            <a:avLst/>
          </a:prstGeom>
          <a:solidFill>
            <a:srgbClr val="FFF0C0"/>
          </a:solidFill>
          <a:ln w="25400">
            <a:solidFill>
              <a:srgbClr val="CC9900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45" name="TextBox 244"/>
          <p:cNvSpPr txBox="1"/>
          <p:nvPr/>
        </p:nvSpPr>
        <p:spPr>
          <a:xfrm>
            <a:off x="8321040" y="6537960"/>
            <a:ext cx="1371600" cy="187451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3400" b="1">
                <a:solidFill>
                  <a:srgbClr val="1A3A6B"/>
                </a:solidFill>
              </a:rPr>
              <a:t>8:00</a:t>
            </a:r>
          </a:p>
        </p:txBody>
      </p:sp>
      <p:sp>
        <p:nvSpPr>
          <p:cNvPr id="13" name="card_245"/>
          <p:cNvSpPr/>
          <p:nvPr/>
        </p:nvSpPr>
        <p:spPr>
          <a:xfrm>
            <a:off x="10332720" y="6400800"/>
            <a:ext cx="1371600" cy="1874519"/>
          </a:xfrm>
          <a:prstGeom prst="rect">
            <a:avLst/>
          </a:prstGeom>
          <a:solidFill>
            <a:srgbClr val="FFF0C0"/>
          </a:solidFill>
          <a:ln w="25400">
            <a:solidFill>
              <a:srgbClr val="CC9900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46" name="TextBox 245"/>
          <p:cNvSpPr txBox="1"/>
          <p:nvPr/>
        </p:nvSpPr>
        <p:spPr>
          <a:xfrm>
            <a:off x="10332720" y="6400800"/>
            <a:ext cx="1371600" cy="187451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3400" b="1">
                <a:solidFill>
                  <a:srgbClr val="1A3A6B"/>
                </a:solidFill>
              </a:rPr>
              <a:t>6:20</a:t>
            </a:r>
          </a:p>
        </p:txBody>
      </p:sp>
      <p:sp>
        <p:nvSpPr>
          <p:cNvPr id="14" name="card_246"/>
          <p:cNvSpPr/>
          <p:nvPr/>
        </p:nvSpPr>
        <p:spPr>
          <a:xfrm>
            <a:off x="12252960" y="6583680"/>
            <a:ext cx="1371600" cy="1874519"/>
          </a:xfrm>
          <a:prstGeom prst="rect">
            <a:avLst/>
          </a:prstGeom>
          <a:solidFill>
            <a:srgbClr val="FFF0C0"/>
          </a:solidFill>
          <a:ln w="25400">
            <a:solidFill>
              <a:srgbClr val="CC9900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47" name="TextBox 246"/>
          <p:cNvSpPr txBox="1"/>
          <p:nvPr/>
        </p:nvSpPr>
        <p:spPr>
          <a:xfrm>
            <a:off x="12252960" y="6583680"/>
            <a:ext cx="1371600" cy="187451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3400" b="1">
                <a:solidFill>
                  <a:srgbClr val="1A3A6B"/>
                </a:solidFill>
              </a:rPr>
              <a:t>4:30</a:t>
            </a:r>
          </a:p>
        </p:txBody>
      </p:sp>
      <p:sp>
        <p:nvSpPr>
          <p:cNvPr id="37" name="Freeform 37"/>
          <p:cNvSpPr/>
          <p:nvPr/>
        </p:nvSpPr>
        <p:spPr>
          <a:xfrm>
            <a:off x="10266657" y="920005"/>
            <a:ext cx="10861287" cy="6571079"/>
          </a:xfrm>
          <a:custGeom>
            <a:avLst/>
            <a:gdLst/>
            <a:ahLst/>
            <a:cxnLst/>
            <a:rect l="l" t="t" r="r" b="b"/>
            <a:pathLst>
              <a:path w="10861287" h="6571079">
                <a:moveTo>
                  <a:pt x="0" y="0"/>
                </a:moveTo>
                <a:lnTo>
                  <a:pt x="10861287" y="0"/>
                </a:lnTo>
                <a:lnTo>
                  <a:pt x="10861287" y="6571079"/>
                </a:lnTo>
                <a:lnTo>
                  <a:pt x="0" y="6571079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/>
            </a:stretch>
          </a:blipFill>
        </p:spPr>
        <p:txBody>
          <a:bodyPr/>
          <a:lstStyle/>
          <a:p>
            <a:endParaRPr lang="ko-Kore-KR" altLang="en-US"/>
          </a:p>
        </p:txBody>
      </p:sp>
      <p:sp>
        <p:nvSpPr>
          <p:cNvPr id="41" name="Freeform 41"/>
          <p:cNvSpPr/>
          <p:nvPr/>
        </p:nvSpPr>
        <p:spPr>
          <a:xfrm flipH="1">
            <a:off x="-2639323" y="863818"/>
            <a:ext cx="10861287" cy="6571079"/>
          </a:xfrm>
          <a:custGeom>
            <a:avLst/>
            <a:gdLst/>
            <a:ahLst/>
            <a:cxnLst/>
            <a:rect l="l" t="t" r="r" b="b"/>
            <a:pathLst>
              <a:path w="10861287" h="6571079">
                <a:moveTo>
                  <a:pt x="10861287" y="0"/>
                </a:moveTo>
                <a:lnTo>
                  <a:pt x="0" y="0"/>
                </a:lnTo>
                <a:lnTo>
                  <a:pt x="0" y="6571079"/>
                </a:lnTo>
                <a:lnTo>
                  <a:pt x="10861287" y="6571079"/>
                </a:lnTo>
                <a:lnTo>
                  <a:pt x="10861287" y="0"/>
                </a:lnTo>
                <a:close/>
              </a:path>
            </a:pathLst>
          </a:custGeom>
          <a:blipFill>
            <a:blip r:embed="rId12"/>
            <a:stretch>
              <a:fillRect/>
            </a:stretch>
          </a:blipFill>
        </p:spPr>
        <p:txBody>
          <a:bodyPr/>
          <a:lstStyle/>
          <a:p>
            <a:endParaRPr lang="ko-Kore-KR" alt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EFD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2117868" y="3534462"/>
            <a:ext cx="6170132" cy="6752538"/>
          </a:xfrm>
          <a:custGeom>
            <a:avLst/>
            <a:gdLst/>
            <a:ahLst/>
            <a:cxnLst/>
            <a:rect l="l" t="t" r="r" b="b"/>
            <a:pathLst>
              <a:path w="6170132" h="6752538">
                <a:moveTo>
                  <a:pt x="0" y="0"/>
                </a:moveTo>
                <a:lnTo>
                  <a:pt x="6170132" y="0"/>
                </a:lnTo>
                <a:lnTo>
                  <a:pt x="6170132" y="6752538"/>
                </a:lnTo>
                <a:lnTo>
                  <a:pt x="0" y="675253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ko-Kore-KR" altLang="en-US"/>
          </a:p>
        </p:txBody>
      </p:sp>
      <p:sp>
        <p:nvSpPr>
          <p:cNvPr id="9" name="Freeform 9"/>
          <p:cNvSpPr/>
          <p:nvPr/>
        </p:nvSpPr>
        <p:spPr>
          <a:xfrm>
            <a:off x="14622291" y="3258533"/>
            <a:ext cx="3973935" cy="3208952"/>
          </a:xfrm>
          <a:custGeom>
            <a:avLst/>
            <a:gdLst/>
            <a:ahLst/>
            <a:cxnLst/>
            <a:rect l="l" t="t" r="r" b="b"/>
            <a:pathLst>
              <a:path w="3973935" h="3208952">
                <a:moveTo>
                  <a:pt x="0" y="0"/>
                </a:moveTo>
                <a:lnTo>
                  <a:pt x="3973935" y="0"/>
                </a:lnTo>
                <a:lnTo>
                  <a:pt x="3973935" y="3208952"/>
                </a:lnTo>
                <a:lnTo>
                  <a:pt x="0" y="320895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ore-KR" altLang="en-US"/>
          </a:p>
        </p:txBody>
      </p:sp>
      <p:sp>
        <p:nvSpPr>
          <p:cNvPr id="10" name="TextBox 10"/>
          <p:cNvSpPr txBox="1"/>
          <p:nvPr/>
        </p:nvSpPr>
        <p:spPr>
          <a:xfrm>
            <a:off x="551150" y="475804"/>
            <a:ext cx="17185699" cy="23048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849"/>
              </a:lnSpc>
            </a:pPr>
            <a:r>
              <a:rPr lang="en-US" sz="9123">
                <a:solidFill>
                  <a:srgbClr val="613834"/>
                </a:solidFill>
                <a:latin typeface="Sensei"/>
                <a:ea typeface="Sensei"/>
                <a:cs typeface="Sensei"/>
                <a:sym typeface="Sensei"/>
              </a:rPr>
              <a:t>ONCE YOU GOT IT, PUT IT IN THE BOX!</a:t>
            </a:r>
          </a:p>
        </p:txBody>
      </p:sp>
      <p:sp>
        <p:nvSpPr>
          <p:cNvPr id="247" name="card_247"/>
          <p:cNvSpPr/>
          <p:nvPr/>
        </p:nvSpPr>
        <p:spPr>
          <a:xfrm>
            <a:off x="3776779" y="6787052"/>
            <a:ext cx="1280160" cy="1737360"/>
          </a:xfrm>
          <a:prstGeom prst="rect">
            <a:avLst/>
          </a:prstGeom>
          <a:solidFill>
            <a:srgbClr val="FFFFFF"/>
          </a:solidFill>
          <a:ln w="19050">
            <a:solidFill>
              <a:srgbClr val="444444"/>
            </a:solidFill>
          </a:ln>
        </p:spPr>
        <p:txBody>
          <a:bodyPr/>
          <a:lstStyle/>
          <a:p>
            <a:endParaRPr/>
          </a:p>
        </p:txBody>
      </p:sp>
      <p:pic>
        <p:nvPicPr>
          <p:cNvPr id="248" name="Picture 247" descr="get_up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27985" y="7264150"/>
            <a:ext cx="1177748" cy="783164"/>
          </a:xfrm>
          <a:prstGeom prst="rect">
            <a:avLst/>
          </a:prstGeom>
        </p:spPr>
      </p:pic>
      <p:grpSp>
        <p:nvGrpSpPr>
          <p:cNvPr id="3" name="Group 3"/>
          <p:cNvGrpSpPr/>
          <p:nvPr/>
        </p:nvGrpSpPr>
        <p:grpSpPr>
          <a:xfrm>
            <a:off x="254605" y="4077688"/>
            <a:ext cx="4453391" cy="6209312"/>
            <a:chOff x="0" y="0"/>
            <a:chExt cx="5937855" cy="827908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936403" cy="8279083"/>
            </a:xfrm>
            <a:custGeom>
              <a:avLst/>
              <a:gdLst/>
              <a:ahLst/>
              <a:cxnLst/>
              <a:rect l="l" t="t" r="r" b="b"/>
              <a:pathLst>
                <a:path w="4936403" h="8279083">
                  <a:moveTo>
                    <a:pt x="0" y="0"/>
                  </a:moveTo>
                  <a:lnTo>
                    <a:pt x="4936403" y="0"/>
                  </a:lnTo>
                  <a:lnTo>
                    <a:pt x="4936403" y="8279083"/>
                  </a:lnTo>
                  <a:lnTo>
                    <a:pt x="0" y="827908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</p:spPr>
          <p:txBody>
            <a:bodyPr/>
            <a:lstStyle/>
            <a:p>
              <a:endParaRPr lang="ko-Kore-KR" altLang="en-US"/>
            </a:p>
          </p:txBody>
        </p:sp>
        <p:sp>
          <p:nvSpPr>
            <p:cNvPr id="5" name="Freeform 5"/>
            <p:cNvSpPr/>
            <p:nvPr/>
          </p:nvSpPr>
          <p:spPr>
            <a:xfrm flipH="1">
              <a:off x="3414781" y="2393871"/>
              <a:ext cx="1886628" cy="2376855"/>
            </a:xfrm>
            <a:custGeom>
              <a:avLst/>
              <a:gdLst/>
              <a:ahLst/>
              <a:cxnLst/>
              <a:rect l="l" t="t" r="r" b="b"/>
              <a:pathLst>
                <a:path w="1886628" h="2376855">
                  <a:moveTo>
                    <a:pt x="1886628" y="0"/>
                  </a:moveTo>
                  <a:lnTo>
                    <a:pt x="0" y="0"/>
                  </a:lnTo>
                  <a:lnTo>
                    <a:pt x="0" y="2376854"/>
                  </a:lnTo>
                  <a:lnTo>
                    <a:pt x="1886628" y="2376854"/>
                  </a:lnTo>
                  <a:lnTo>
                    <a:pt x="1886628" y="0"/>
                  </a:lnTo>
                  <a:close/>
                </a:path>
              </a:pathLst>
            </a:custGeom>
            <a:blipFill>
              <a:blip r:embed="rId7"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ko-Kore-KR" altLang="en-US"/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EFD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2117868" y="3534462"/>
            <a:ext cx="6170132" cy="6752538"/>
          </a:xfrm>
          <a:custGeom>
            <a:avLst/>
            <a:gdLst/>
            <a:ahLst/>
            <a:cxnLst/>
            <a:rect l="l" t="t" r="r" b="b"/>
            <a:pathLst>
              <a:path w="6170132" h="6752538">
                <a:moveTo>
                  <a:pt x="0" y="0"/>
                </a:moveTo>
                <a:lnTo>
                  <a:pt x="6170132" y="0"/>
                </a:lnTo>
                <a:lnTo>
                  <a:pt x="6170132" y="6752538"/>
                </a:lnTo>
                <a:lnTo>
                  <a:pt x="0" y="675253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ko-Kore-KR" altLang="en-US"/>
          </a:p>
        </p:txBody>
      </p:sp>
      <p:sp>
        <p:nvSpPr>
          <p:cNvPr id="4" name="Freeform 4"/>
          <p:cNvSpPr/>
          <p:nvPr/>
        </p:nvSpPr>
        <p:spPr>
          <a:xfrm flipH="1">
            <a:off x="13310629" y="5158232"/>
            <a:ext cx="1414971" cy="1782641"/>
          </a:xfrm>
          <a:custGeom>
            <a:avLst/>
            <a:gdLst/>
            <a:ahLst/>
            <a:cxnLst/>
            <a:rect l="l" t="t" r="r" b="b"/>
            <a:pathLst>
              <a:path w="1414971" h="1782641">
                <a:moveTo>
                  <a:pt x="1414971" y="0"/>
                </a:moveTo>
                <a:lnTo>
                  <a:pt x="0" y="0"/>
                </a:lnTo>
                <a:lnTo>
                  <a:pt x="0" y="1782641"/>
                </a:lnTo>
                <a:lnTo>
                  <a:pt x="1414971" y="1782641"/>
                </a:lnTo>
                <a:lnTo>
                  <a:pt x="1414971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ore-KR" altLang="en-US"/>
          </a:p>
        </p:txBody>
      </p:sp>
      <p:sp>
        <p:nvSpPr>
          <p:cNvPr id="5" name="Freeform 5"/>
          <p:cNvSpPr/>
          <p:nvPr/>
        </p:nvSpPr>
        <p:spPr>
          <a:xfrm>
            <a:off x="14622291" y="3258533"/>
            <a:ext cx="3973935" cy="3208952"/>
          </a:xfrm>
          <a:custGeom>
            <a:avLst/>
            <a:gdLst/>
            <a:ahLst/>
            <a:cxnLst/>
            <a:rect l="l" t="t" r="r" b="b"/>
            <a:pathLst>
              <a:path w="3973935" h="3208952">
                <a:moveTo>
                  <a:pt x="0" y="0"/>
                </a:moveTo>
                <a:lnTo>
                  <a:pt x="3973935" y="0"/>
                </a:lnTo>
                <a:lnTo>
                  <a:pt x="3973935" y="3208952"/>
                </a:lnTo>
                <a:lnTo>
                  <a:pt x="0" y="320895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ore-KR" altLang="en-US"/>
          </a:p>
        </p:txBody>
      </p:sp>
      <p:sp>
        <p:nvSpPr>
          <p:cNvPr id="9" name="TextBox 9"/>
          <p:cNvSpPr txBox="1"/>
          <p:nvPr/>
        </p:nvSpPr>
        <p:spPr>
          <a:xfrm>
            <a:off x="551150" y="475804"/>
            <a:ext cx="17185699" cy="23048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849"/>
              </a:lnSpc>
            </a:pPr>
            <a:r>
              <a:rPr lang="en-US" sz="9123">
                <a:solidFill>
                  <a:srgbClr val="613834"/>
                </a:solidFill>
                <a:latin typeface="Sensei"/>
                <a:ea typeface="Sensei"/>
                <a:cs typeface="Sensei"/>
                <a:sym typeface="Sensei"/>
              </a:rPr>
              <a:t>ONCE YOU GOT IT, PUT IT IN THE BOX!</a:t>
            </a:r>
          </a:p>
        </p:txBody>
      </p:sp>
      <p:sp>
        <p:nvSpPr>
          <p:cNvPr id="248" name="card_248"/>
          <p:cNvSpPr/>
          <p:nvPr/>
        </p:nvSpPr>
        <p:spPr>
          <a:xfrm>
            <a:off x="14187385" y="5887655"/>
            <a:ext cx="1417320" cy="1874519"/>
          </a:xfrm>
          <a:prstGeom prst="rect">
            <a:avLst/>
          </a:prstGeom>
          <a:solidFill>
            <a:srgbClr val="FFFFFF"/>
          </a:solidFill>
          <a:ln w="19050">
            <a:solidFill>
              <a:srgbClr val="444444"/>
            </a:solidFill>
          </a:ln>
        </p:spPr>
        <p:txBody>
          <a:bodyPr/>
          <a:lstStyle/>
          <a:p>
            <a:endParaRPr/>
          </a:p>
        </p:txBody>
      </p:sp>
      <p:pic>
        <p:nvPicPr>
          <p:cNvPr id="249" name="Picture 248" descr="get_up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4244077" y="6391377"/>
            <a:ext cx="1303936" cy="867075"/>
          </a:xfrm>
          <a:prstGeom prst="rect">
            <a:avLst/>
          </a:prstGeom>
        </p:spPr>
      </p:pic>
      <p:sp>
        <p:nvSpPr>
          <p:cNvPr id="3" name="Freeform 3"/>
          <p:cNvSpPr/>
          <p:nvPr/>
        </p:nvSpPr>
        <p:spPr>
          <a:xfrm>
            <a:off x="10749543" y="3362829"/>
            <a:ext cx="3702303" cy="6209312"/>
          </a:xfrm>
          <a:custGeom>
            <a:avLst/>
            <a:gdLst/>
            <a:ahLst/>
            <a:cxnLst/>
            <a:rect l="l" t="t" r="r" b="b"/>
            <a:pathLst>
              <a:path w="3702303" h="6209312">
                <a:moveTo>
                  <a:pt x="0" y="0"/>
                </a:moveTo>
                <a:lnTo>
                  <a:pt x="3702302" y="0"/>
                </a:lnTo>
                <a:lnTo>
                  <a:pt x="3702302" y="6209312"/>
                </a:lnTo>
                <a:lnTo>
                  <a:pt x="0" y="6209312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  <p:txBody>
          <a:bodyPr/>
          <a:lstStyle/>
          <a:p>
            <a:endParaRPr lang="ko-Kore-KR" alt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D2A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2527142" y="5972875"/>
            <a:ext cx="6935367" cy="5426925"/>
          </a:xfrm>
          <a:custGeom>
            <a:avLst/>
            <a:gdLst/>
            <a:ahLst/>
            <a:cxnLst/>
            <a:rect l="l" t="t" r="r" b="b"/>
            <a:pathLst>
              <a:path w="6935367" h="5426925">
                <a:moveTo>
                  <a:pt x="0" y="0"/>
                </a:moveTo>
                <a:lnTo>
                  <a:pt x="6935367" y="0"/>
                </a:lnTo>
                <a:lnTo>
                  <a:pt x="6935367" y="5426924"/>
                </a:lnTo>
                <a:lnTo>
                  <a:pt x="0" y="542692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ko-Kore-KR" altLang="en-US"/>
          </a:p>
        </p:txBody>
      </p:sp>
      <p:sp>
        <p:nvSpPr>
          <p:cNvPr id="3" name="Freeform 3"/>
          <p:cNvSpPr/>
          <p:nvPr/>
        </p:nvSpPr>
        <p:spPr>
          <a:xfrm rot="7621595" flipV="1">
            <a:off x="-1270585" y="-939908"/>
            <a:ext cx="6935367" cy="5426925"/>
          </a:xfrm>
          <a:custGeom>
            <a:avLst/>
            <a:gdLst/>
            <a:ahLst/>
            <a:cxnLst/>
            <a:rect l="l" t="t" r="r" b="b"/>
            <a:pathLst>
              <a:path w="6935367" h="5426925">
                <a:moveTo>
                  <a:pt x="0" y="5426925"/>
                </a:moveTo>
                <a:lnTo>
                  <a:pt x="6935367" y="5426925"/>
                </a:lnTo>
                <a:lnTo>
                  <a:pt x="6935367" y="0"/>
                </a:lnTo>
                <a:lnTo>
                  <a:pt x="0" y="0"/>
                </a:lnTo>
                <a:lnTo>
                  <a:pt x="0" y="5426925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ko-Kore-KR" altLang="en-US"/>
          </a:p>
        </p:txBody>
      </p:sp>
      <p:sp>
        <p:nvSpPr>
          <p:cNvPr id="4" name="Freeform 4"/>
          <p:cNvSpPr/>
          <p:nvPr/>
        </p:nvSpPr>
        <p:spPr>
          <a:xfrm>
            <a:off x="3407953" y="2711828"/>
            <a:ext cx="10052322" cy="8117250"/>
          </a:xfrm>
          <a:custGeom>
            <a:avLst/>
            <a:gdLst/>
            <a:ahLst/>
            <a:cxnLst/>
            <a:rect l="l" t="t" r="r" b="b"/>
            <a:pathLst>
              <a:path w="10052322" h="8117250">
                <a:moveTo>
                  <a:pt x="0" y="0"/>
                </a:moveTo>
                <a:lnTo>
                  <a:pt x="10052322" y="0"/>
                </a:lnTo>
                <a:lnTo>
                  <a:pt x="10052322" y="8117250"/>
                </a:lnTo>
                <a:lnTo>
                  <a:pt x="0" y="811725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ore-KR" altLang="en-US"/>
          </a:p>
        </p:txBody>
      </p:sp>
      <p:sp>
        <p:nvSpPr>
          <p:cNvPr id="8" name="Freeform 8"/>
          <p:cNvSpPr/>
          <p:nvPr/>
        </p:nvSpPr>
        <p:spPr>
          <a:xfrm>
            <a:off x="14189353" y="3545487"/>
            <a:ext cx="2802180" cy="2427388"/>
          </a:xfrm>
          <a:custGeom>
            <a:avLst/>
            <a:gdLst/>
            <a:ahLst/>
            <a:cxnLst/>
            <a:rect l="l" t="t" r="r" b="b"/>
            <a:pathLst>
              <a:path w="2802180" h="2427388">
                <a:moveTo>
                  <a:pt x="0" y="0"/>
                </a:moveTo>
                <a:lnTo>
                  <a:pt x="2802180" y="0"/>
                </a:lnTo>
                <a:lnTo>
                  <a:pt x="2802180" y="2427388"/>
                </a:lnTo>
                <a:lnTo>
                  <a:pt x="0" y="242738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ore-KR" altLang="en-US"/>
          </a:p>
        </p:txBody>
      </p:sp>
      <p:sp>
        <p:nvSpPr>
          <p:cNvPr id="9" name="TextBox 9"/>
          <p:cNvSpPr txBox="1"/>
          <p:nvPr/>
        </p:nvSpPr>
        <p:spPr>
          <a:xfrm>
            <a:off x="7051299" y="445814"/>
            <a:ext cx="10951687" cy="17239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639"/>
              </a:lnSpc>
            </a:pPr>
            <a:r>
              <a:rPr lang="en-US" sz="6844">
                <a:solidFill>
                  <a:srgbClr val="613834"/>
                </a:solidFill>
                <a:latin typeface="Sensei"/>
                <a:ea typeface="Sensei"/>
                <a:cs typeface="Sensei"/>
                <a:sym typeface="Sensei"/>
              </a:rPr>
              <a:t>If you are correct, you get a point for your team!</a:t>
            </a:r>
          </a:p>
        </p:txBody>
      </p:sp>
      <p:sp>
        <p:nvSpPr>
          <p:cNvPr id="249" name="card_249"/>
          <p:cNvSpPr/>
          <p:nvPr/>
        </p:nvSpPr>
        <p:spPr>
          <a:xfrm>
            <a:off x="5943600" y="4846320"/>
            <a:ext cx="2011680" cy="2743200"/>
          </a:xfrm>
          <a:prstGeom prst="rect">
            <a:avLst/>
          </a:prstGeom>
          <a:solidFill>
            <a:srgbClr val="FFFFFF"/>
          </a:solidFill>
          <a:ln w="19050">
            <a:solidFill>
              <a:srgbClr val="444444"/>
            </a:solidFill>
          </a:ln>
        </p:spPr>
        <p:txBody>
          <a:bodyPr/>
          <a:lstStyle/>
          <a:p>
            <a:endParaRPr/>
          </a:p>
        </p:txBody>
      </p:sp>
      <p:pic>
        <p:nvPicPr>
          <p:cNvPr id="250" name="Picture 249" descr="get_up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24067" y="5602576"/>
            <a:ext cx="1850746" cy="1230687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EFD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410425" y="474289"/>
            <a:ext cx="13467149" cy="2185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260"/>
              </a:lnSpc>
            </a:pPr>
            <a:r>
              <a:rPr lang="en-US" sz="16763" dirty="0">
                <a:solidFill>
                  <a:srgbClr val="613834"/>
                </a:solidFill>
                <a:latin typeface="Sensei"/>
                <a:ea typeface="Sensei"/>
                <a:cs typeface="Sensei"/>
                <a:sym typeface="Sensei"/>
              </a:rPr>
              <a:t>REMEMBER!!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-1066800" y="2680302"/>
            <a:ext cx="18288000" cy="760669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1647765" lvl="1" algn="ctr">
              <a:lnSpc>
                <a:spcPts val="14806"/>
              </a:lnSpc>
            </a:pPr>
            <a:r>
              <a:rPr lang="en-US" sz="15264" dirty="0">
                <a:solidFill>
                  <a:srgbClr val="613834"/>
                </a:solidFill>
                <a:latin typeface="Sensei"/>
                <a:ea typeface="Sensei"/>
                <a:cs typeface="Sensei"/>
                <a:sym typeface="Sensei"/>
              </a:rPr>
              <a:t>be careful!</a:t>
            </a:r>
          </a:p>
          <a:p>
            <a:pPr marL="1647765" lvl="1" algn="ctr">
              <a:lnSpc>
                <a:spcPts val="14806"/>
              </a:lnSpc>
            </a:pPr>
            <a:r>
              <a:rPr lang="en-US" sz="15264" dirty="0">
                <a:solidFill>
                  <a:srgbClr val="613834"/>
                </a:solidFill>
                <a:latin typeface="Sensei"/>
                <a:ea typeface="Sensei"/>
                <a:cs typeface="Sensei"/>
                <a:sym typeface="Sensei"/>
              </a:rPr>
              <a:t>no pushing!</a:t>
            </a:r>
          </a:p>
          <a:p>
            <a:pPr marL="1647765" lvl="1" algn="ctr">
              <a:lnSpc>
                <a:spcPts val="14806"/>
              </a:lnSpc>
            </a:pPr>
            <a:r>
              <a:rPr lang="en-US" sz="15264" dirty="0">
                <a:solidFill>
                  <a:srgbClr val="613834"/>
                </a:solidFill>
                <a:latin typeface="Sensei"/>
                <a:ea typeface="Sensei"/>
                <a:cs typeface="Sensei"/>
                <a:sym typeface="Sensei"/>
              </a:rPr>
              <a:t>no poking!</a:t>
            </a:r>
          </a:p>
          <a:p>
            <a:pPr marL="1647765" lvl="1" algn="ctr">
              <a:lnSpc>
                <a:spcPts val="14806"/>
              </a:lnSpc>
            </a:pPr>
            <a:r>
              <a:rPr lang="en-US" sz="15264" dirty="0">
                <a:solidFill>
                  <a:srgbClr val="613834"/>
                </a:solidFill>
                <a:latin typeface="Sensei"/>
                <a:ea typeface="Sensei"/>
                <a:cs typeface="Sensei"/>
                <a:sym typeface="Sensei"/>
              </a:rPr>
              <a:t>be nice!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EFD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510507" y="1028700"/>
            <a:ext cx="13323640" cy="9659639"/>
          </a:xfrm>
          <a:custGeom>
            <a:avLst/>
            <a:gdLst/>
            <a:ahLst/>
            <a:cxnLst/>
            <a:rect l="l" t="t" r="r" b="b"/>
            <a:pathLst>
              <a:path w="13323640" h="9659639">
                <a:moveTo>
                  <a:pt x="0" y="0"/>
                </a:moveTo>
                <a:lnTo>
                  <a:pt x="13323640" y="0"/>
                </a:lnTo>
                <a:lnTo>
                  <a:pt x="13323640" y="9659639"/>
                </a:lnTo>
                <a:lnTo>
                  <a:pt x="0" y="965963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ko-Kore-KR" altLang="en-US"/>
          </a:p>
        </p:txBody>
      </p:sp>
      <p:sp>
        <p:nvSpPr>
          <p:cNvPr id="3" name="TextBox 3"/>
          <p:cNvSpPr txBox="1"/>
          <p:nvPr/>
        </p:nvSpPr>
        <p:spPr>
          <a:xfrm>
            <a:off x="10582257" y="4180674"/>
            <a:ext cx="7705743" cy="23066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7133"/>
              </a:lnSpc>
            </a:pPr>
            <a:r>
              <a:rPr lang="en-US" sz="17663">
                <a:solidFill>
                  <a:srgbClr val="613834"/>
                </a:solidFill>
                <a:latin typeface="Sensei"/>
                <a:ea typeface="Sensei"/>
                <a:cs typeface="Sensei"/>
                <a:sym typeface="Sensei"/>
              </a:rPr>
              <a:t>READY?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132</Words>
  <Application>Microsoft Macintosh PowerPoint</Application>
  <PresentationFormat>사용자 지정</PresentationFormat>
  <Paragraphs>30</Paragraphs>
  <Slides>14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14</vt:i4>
      </vt:variant>
    </vt:vector>
  </HeadingPairs>
  <TitlesOfParts>
    <vt:vector size="19" baseType="lpstr">
      <vt:lpstr>Arial</vt:lpstr>
      <vt:lpstr>Sensei</vt:lpstr>
      <vt:lpstr>Calibri</vt:lpstr>
      <vt:lpstr>배달의민족 을지로체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Lesson 3: May I sit here?</dc:title>
  <dc:creator>user</dc:creator>
  <cp:lastModifiedBy>Jeeyoung Jeon</cp:lastModifiedBy>
  <cp:revision>4</cp:revision>
  <dcterms:created xsi:type="dcterms:W3CDTF">2006-08-16T00:00:00Z</dcterms:created>
  <dcterms:modified xsi:type="dcterms:W3CDTF">2026-04-27T04:51:28Z</dcterms:modified>
  <dc:identifier>DAGEm0U20bI</dc:identifier>
</cp:coreProperties>
</file>