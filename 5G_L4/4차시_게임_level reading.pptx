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485" r:id="rId4"/>
    <p:sldId id="486" r:id="rId5"/>
    <p:sldId id="265" r:id="rId6"/>
    <p:sldId id="487" r:id="rId7"/>
    <p:sldId id="488" r:id="rId8"/>
    <p:sldId id="489" r:id="rId9"/>
    <p:sldId id="274" r:id="rId10"/>
    <p:sldId id="493" r:id="rId11"/>
    <p:sldId id="494" r:id="rId12"/>
    <p:sldId id="495" r:id="rId13"/>
    <p:sldId id="283" r:id="rId14"/>
    <p:sldId id="496" r:id="rId15"/>
    <p:sldId id="497" r:id="rId16"/>
    <p:sldId id="49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BC5"/>
    <a:srgbClr val="FA0E84"/>
    <a:srgbClr val="878F25"/>
    <a:srgbClr val="F991EA"/>
    <a:srgbClr val="C827D9"/>
    <a:srgbClr val="27D5D9"/>
    <a:srgbClr val="538DC9"/>
    <a:srgbClr val="67A7DD"/>
    <a:srgbClr val="83C1E7"/>
    <a:srgbClr val="8BC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02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00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E83A8-C06E-473A-8AB7-13C7550ABF8B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3C5C6-C530-41D6-BB40-F128ED9509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49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3C5C6-C530-41D6-BB40-F128ED9509D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8096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3C5C6-C530-41D6-BB40-F128ED9509D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835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3C5C6-C530-41D6-BB40-F128ED9509D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872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3C5C6-C530-41D6-BB40-F128ED9509D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907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37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7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070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57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61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6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935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6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31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557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52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20000"/>
                <a:lumOff val="80000"/>
              </a:schemeClr>
            </a:gs>
            <a:gs pos="0">
              <a:schemeClr val="bg1"/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EBCBB-3CFA-4FB4-9139-22E417475998}" type="datetimeFigureOut">
              <a:rPr lang="ko-KR" altLang="en-US" smtClean="0"/>
              <a:t>2026. 5. 10.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38D25-7015-415A-A834-3322E13310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06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다리꼴 4"/>
          <p:cNvSpPr/>
          <p:nvPr/>
        </p:nvSpPr>
        <p:spPr>
          <a:xfrm rot="4247009">
            <a:off x="4575806" y="-1841797"/>
            <a:ext cx="3038861" cy="12866520"/>
          </a:xfrm>
          <a:prstGeom prst="trapezoid">
            <a:avLst>
              <a:gd name="adj" fmla="val 3930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 rot="20656452">
            <a:off x="-677838" y="804408"/>
            <a:ext cx="13068001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7300" b="1" spc="-3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Let’s</a:t>
            </a:r>
            <a:r>
              <a:rPr lang="en-US" altLang="ko-KR" sz="17300" b="1" spc="-3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1훈정글북 R" panose="02020603020101020101" pitchFamily="18" charset="-127"/>
                <a:ea typeface="1훈정글북 R" panose="02020603020101020101" pitchFamily="18" charset="-127"/>
              </a:rPr>
              <a:t> </a:t>
            </a:r>
            <a:r>
              <a:rPr lang="en-US" altLang="ko-KR" sz="30000" b="1" spc="-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</a:t>
            </a:r>
            <a:r>
              <a:rPr lang="en-US" altLang="ko-KR" sz="17300" b="1" spc="-3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</a:t>
            </a:r>
            <a:r>
              <a:rPr lang="en-US" altLang="ko-KR" sz="17300" b="1" spc="-3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</a:t>
            </a:r>
            <a:r>
              <a:rPr lang="en-US" altLang="ko-KR" sz="17300" b="1" spc="-3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</a:t>
            </a:r>
            <a:r>
              <a:rPr lang="en-US" altLang="ko-KR" sz="17300" b="1" spc="-3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!</a:t>
            </a:r>
            <a:endParaRPr lang="ko-KR" altLang="en-US" sz="17300" b="1" spc="-3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481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862405" y="239375"/>
            <a:ext cx="597952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</a:t>
            </a:r>
            <a:r>
              <a:rPr lang="en-US" altLang="ko-KR" sz="66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Bomin</a:t>
            </a:r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I'm from Busan, Korea.</a:t>
            </a: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get up at 7:30 and go to school at 8:20.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have a </a:t>
            </a:r>
            <a:r>
              <a:rPr lang="en" altLang="ko-Kore-KR" sz="4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taegwondo</a:t>
            </a:r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 lesson at 3:20. How about your day?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005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459330" y="239375"/>
            <a:ext cx="478567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Tao.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I'm from Beijing, China.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My school starts at 8 o'clock.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 exercise at 10 o'clock.</a:t>
            </a:r>
            <a:endParaRPr lang="en-US" altLang="ko-KR" sz="4400" b="0" dirty="0">
              <a:solidFill>
                <a:sysClr val="windowText" lastClr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My favorite subject is P.E.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 get home at 4:30.</a:t>
            </a:r>
            <a:endParaRPr lang="en-US" altLang="ko-KR" sz="4400" dirty="0">
              <a:solidFill>
                <a:sysClr val="windowText" lastClr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3191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024310" y="239375"/>
            <a:ext cx="565571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Olivia.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I'm from Sydney, Australia.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have a snack break at 11:10.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On weekends, I go to the beach.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At the beach, I play with my dog, Cody.</a:t>
            </a: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go to bed at 8 o'clock.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726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다리꼴 4"/>
          <p:cNvSpPr/>
          <p:nvPr/>
        </p:nvSpPr>
        <p:spPr>
          <a:xfrm rot="4247009">
            <a:off x="5746027" y="-4099454"/>
            <a:ext cx="3038861" cy="14329103"/>
          </a:xfrm>
          <a:prstGeom prst="trapezoid">
            <a:avLst>
              <a:gd name="adj" fmla="val 3930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8853356" y="2783980"/>
            <a:ext cx="1556084" cy="1556084"/>
          </a:xfrm>
          <a:prstGeom prst="star5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712259" y="2247183"/>
            <a:ext cx="8570261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3000" b="1" spc="-300" dirty="0">
                <a:solidFill>
                  <a:srgbClr val="FA0E8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Arial Unicode MS" panose="020B0604020202020204" pitchFamily="50" charset="-127"/>
                <a:cs typeface="Arial Unicode MS" panose="020B0604020202020204" pitchFamily="50" charset="-127"/>
              </a:rPr>
              <a:t>LEVEL 1</a:t>
            </a:r>
            <a:endParaRPr lang="ko-KR" altLang="en-US" sz="13000" dirty="0">
              <a:latin typeface="Algerian" panose="04020705040A02060702" pitchFamily="82" charset="0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50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862405" y="239375"/>
            <a:ext cx="597952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</a:t>
            </a:r>
            <a:r>
              <a:rPr lang="en-US" altLang="ko-KR" sz="66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Bomin</a:t>
            </a:r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I'm from Busan, Korea.</a:t>
            </a: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get up at 7:30 and go to school at 8:20.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have a </a:t>
            </a:r>
            <a:r>
              <a:rPr lang="en" altLang="ko-Kore-KR" sz="4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taegwondo</a:t>
            </a:r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 lesson at 3:20. How about your day?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6F3FDB-F8E5-4025-1393-AF2C56923C62}"/>
              </a:ext>
            </a:extLst>
          </p:cNvPr>
          <p:cNvSpPr/>
          <p:nvPr/>
        </p:nvSpPr>
        <p:spPr>
          <a:xfrm>
            <a:off x="1707212" y="2382474"/>
            <a:ext cx="1686360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F62251-AA15-A9C9-7EF2-33CC8FD41E50}"/>
              </a:ext>
            </a:extLst>
          </p:cNvPr>
          <p:cNvSpPr/>
          <p:nvPr/>
        </p:nvSpPr>
        <p:spPr>
          <a:xfrm>
            <a:off x="3385455" y="3174404"/>
            <a:ext cx="1012925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CD0779-179D-1F2A-F8D6-DE9B2C0E61BF}"/>
              </a:ext>
            </a:extLst>
          </p:cNvPr>
          <p:cNvSpPr/>
          <p:nvPr/>
        </p:nvSpPr>
        <p:spPr>
          <a:xfrm>
            <a:off x="7506128" y="3033035"/>
            <a:ext cx="4138003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80C6FD-CF57-EBE3-86BF-83769086733F}"/>
              </a:ext>
            </a:extLst>
          </p:cNvPr>
          <p:cNvSpPr/>
          <p:nvPr/>
        </p:nvSpPr>
        <p:spPr>
          <a:xfrm>
            <a:off x="1093754" y="4490697"/>
            <a:ext cx="1579998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3A91B6-9515-AAF8-43E7-8A452FFC85C8}"/>
              </a:ext>
            </a:extLst>
          </p:cNvPr>
          <p:cNvSpPr/>
          <p:nvPr/>
        </p:nvSpPr>
        <p:spPr>
          <a:xfrm>
            <a:off x="6904244" y="4352939"/>
            <a:ext cx="2066135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01B117-58D4-8C2C-4944-A4FFD4F88A25}"/>
              </a:ext>
            </a:extLst>
          </p:cNvPr>
          <p:cNvSpPr/>
          <p:nvPr/>
        </p:nvSpPr>
        <p:spPr>
          <a:xfrm>
            <a:off x="5457410" y="5144869"/>
            <a:ext cx="1163309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05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459330" y="239375"/>
            <a:ext cx="478567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Tao.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I'm from Beijing, China.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My school starts at 8 o'clock.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 exercise at 10 o'clock.</a:t>
            </a:r>
            <a:endParaRPr lang="en-US" altLang="ko-KR" sz="4400" b="0" dirty="0">
              <a:solidFill>
                <a:sysClr val="windowText" lastClr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My favorite subject is P.E.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 get home at 4:30.</a:t>
            </a:r>
            <a:endParaRPr lang="en-US" altLang="ko-KR" sz="4400" dirty="0">
              <a:solidFill>
                <a:sysClr val="windowText" lastClr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F983B5-E36C-B3B9-8234-B7CCE03359A7}"/>
              </a:ext>
            </a:extLst>
          </p:cNvPr>
          <p:cNvSpPr/>
          <p:nvPr/>
        </p:nvSpPr>
        <p:spPr>
          <a:xfrm>
            <a:off x="6464408" y="2370899"/>
            <a:ext cx="1826892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4CF7EF-C6C7-9077-6827-336D52189264}"/>
              </a:ext>
            </a:extLst>
          </p:cNvPr>
          <p:cNvSpPr/>
          <p:nvPr/>
        </p:nvSpPr>
        <p:spPr>
          <a:xfrm>
            <a:off x="520861" y="3033035"/>
            <a:ext cx="3159888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57798B-2B7E-BD12-E6FD-1078BE613CC9}"/>
              </a:ext>
            </a:extLst>
          </p:cNvPr>
          <p:cNvSpPr/>
          <p:nvPr/>
        </p:nvSpPr>
        <p:spPr>
          <a:xfrm>
            <a:off x="6096000" y="3774297"/>
            <a:ext cx="2538714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297890-C938-F4B4-9E02-F78CAD07524C}"/>
              </a:ext>
            </a:extLst>
          </p:cNvPr>
          <p:cNvSpPr/>
          <p:nvPr/>
        </p:nvSpPr>
        <p:spPr>
          <a:xfrm>
            <a:off x="4582808" y="4432065"/>
            <a:ext cx="2385151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CFC29F-1177-3279-71BB-9060B1628B3F}"/>
              </a:ext>
            </a:extLst>
          </p:cNvPr>
          <p:cNvSpPr/>
          <p:nvPr/>
        </p:nvSpPr>
        <p:spPr>
          <a:xfrm>
            <a:off x="2407534" y="5144869"/>
            <a:ext cx="1620455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984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024310" y="239375"/>
            <a:ext cx="565571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Olivia.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I'm from Sydney, Australia.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have a snack break at 11:10.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On weekends, I go to the beach.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At the beach, I play with my dog, Cody.</a:t>
            </a: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go to bed at 8 o'clock.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4A3146-0BD5-7E79-B2D6-960F3C42E0D3}"/>
              </a:ext>
            </a:extLst>
          </p:cNvPr>
          <p:cNvSpPr/>
          <p:nvPr/>
        </p:nvSpPr>
        <p:spPr>
          <a:xfrm>
            <a:off x="3445398" y="2095969"/>
            <a:ext cx="2156749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192853-FADA-4959-D00C-59DE9D9D2137}"/>
              </a:ext>
            </a:extLst>
          </p:cNvPr>
          <p:cNvSpPr/>
          <p:nvPr/>
        </p:nvSpPr>
        <p:spPr>
          <a:xfrm>
            <a:off x="3445398" y="2816897"/>
            <a:ext cx="3904526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B9CEE3-1C30-15E9-DA47-ABF7CB8CB15B}"/>
              </a:ext>
            </a:extLst>
          </p:cNvPr>
          <p:cNvSpPr/>
          <p:nvPr/>
        </p:nvSpPr>
        <p:spPr>
          <a:xfrm>
            <a:off x="463554" y="3466618"/>
            <a:ext cx="855960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D4B7EF-5572-B7B5-A3A4-AE41AF71F337}"/>
              </a:ext>
            </a:extLst>
          </p:cNvPr>
          <p:cNvSpPr/>
          <p:nvPr/>
        </p:nvSpPr>
        <p:spPr>
          <a:xfrm>
            <a:off x="8680025" y="3429000"/>
            <a:ext cx="1968684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75E428-A2AC-9B6E-120A-39392E302294}"/>
              </a:ext>
            </a:extLst>
          </p:cNvPr>
          <p:cNvSpPr/>
          <p:nvPr/>
        </p:nvSpPr>
        <p:spPr>
          <a:xfrm>
            <a:off x="5852167" y="4156025"/>
            <a:ext cx="1663030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063354-9EF0-1607-FAC1-503C881A1DF9}"/>
              </a:ext>
            </a:extLst>
          </p:cNvPr>
          <p:cNvSpPr/>
          <p:nvPr/>
        </p:nvSpPr>
        <p:spPr>
          <a:xfrm>
            <a:off x="1055626" y="5456499"/>
            <a:ext cx="3273306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327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다리꼴 4"/>
          <p:cNvSpPr/>
          <p:nvPr/>
        </p:nvSpPr>
        <p:spPr>
          <a:xfrm rot="4247009">
            <a:off x="5746027" y="-4220982"/>
            <a:ext cx="3038861" cy="14329103"/>
          </a:xfrm>
          <a:prstGeom prst="trapezoid">
            <a:avLst>
              <a:gd name="adj" fmla="val 3930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7803191" y="3582726"/>
            <a:ext cx="1556084" cy="1556084"/>
          </a:xfrm>
          <a:prstGeom prst="star5">
            <a:avLst/>
          </a:prstGeom>
          <a:solidFill>
            <a:srgbClr val="27D5D9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9206876" y="2307667"/>
            <a:ext cx="1556084" cy="1556084"/>
          </a:xfrm>
          <a:prstGeom prst="star5">
            <a:avLst/>
          </a:prstGeom>
          <a:solidFill>
            <a:srgbClr val="27D5D9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245737" y="2267887"/>
            <a:ext cx="764017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3000" b="1" spc="-300" dirty="0">
                <a:solidFill>
                  <a:srgbClr val="27D5D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Arial Unicode MS" panose="020B0604020202020204" pitchFamily="50" charset="-127"/>
                <a:cs typeface="Arial Unicode MS" panose="020B0604020202020204" pitchFamily="50" charset="-127"/>
              </a:rPr>
              <a:t>LEVEL 2</a:t>
            </a:r>
            <a:endParaRPr lang="ko-KR" altLang="en-US" sz="13000" b="1" dirty="0">
              <a:solidFill>
                <a:srgbClr val="27D5D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53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862405" y="239375"/>
            <a:ext cx="597952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</a:t>
            </a:r>
            <a:r>
              <a:rPr lang="en-US" altLang="ko-KR" sz="6600" b="1" dirty="0" err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Bomin</a:t>
            </a:r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I'm from Busan, Korea.</a:t>
            </a: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get up at 7:30 and go to school at 8:20.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have a </a:t>
            </a:r>
            <a:r>
              <a:rPr lang="en" altLang="ko-Kore-KR" sz="44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taegwondo</a:t>
            </a:r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 lesson at 3:20. How about your day?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6F3FDB-F8E5-4025-1393-AF2C56923C62}"/>
              </a:ext>
            </a:extLst>
          </p:cNvPr>
          <p:cNvSpPr/>
          <p:nvPr/>
        </p:nvSpPr>
        <p:spPr>
          <a:xfrm>
            <a:off x="1707212" y="2382474"/>
            <a:ext cx="3536120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F62251-AA15-A9C9-7EF2-33CC8FD41E50}"/>
              </a:ext>
            </a:extLst>
          </p:cNvPr>
          <p:cNvSpPr/>
          <p:nvPr/>
        </p:nvSpPr>
        <p:spPr>
          <a:xfrm>
            <a:off x="1093755" y="3128104"/>
            <a:ext cx="3304626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DCD0779-179D-1F2A-F8D6-DE9B2C0E61BF}"/>
              </a:ext>
            </a:extLst>
          </p:cNvPr>
          <p:cNvSpPr/>
          <p:nvPr/>
        </p:nvSpPr>
        <p:spPr>
          <a:xfrm>
            <a:off x="7506128" y="3033035"/>
            <a:ext cx="4138003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80C6FD-CF57-EBE3-86BF-83769086733F}"/>
              </a:ext>
            </a:extLst>
          </p:cNvPr>
          <p:cNvSpPr/>
          <p:nvPr/>
        </p:nvSpPr>
        <p:spPr>
          <a:xfrm>
            <a:off x="1093754" y="4490697"/>
            <a:ext cx="7911350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01B117-58D4-8C2C-4944-A4FFD4F88A25}"/>
              </a:ext>
            </a:extLst>
          </p:cNvPr>
          <p:cNvSpPr/>
          <p:nvPr/>
        </p:nvSpPr>
        <p:spPr>
          <a:xfrm>
            <a:off x="3784922" y="5144869"/>
            <a:ext cx="2835797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43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459330" y="239375"/>
            <a:ext cx="478567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Tao.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I'm from Beijing, China.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My school starts at 8 o'clock.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 exercise at 10 o'clock.</a:t>
            </a:r>
            <a:endParaRPr lang="en-US" altLang="ko-KR" sz="4400" b="0" dirty="0">
              <a:solidFill>
                <a:sysClr val="windowText" lastClr="000000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My favorite subject is P.E.</a:t>
            </a:r>
          </a:p>
          <a:p>
            <a:r>
              <a:rPr lang="en" altLang="ko-Kore-KR" sz="4400" b="0" dirty="0">
                <a:solidFill>
                  <a:sysClr val="windowText" lastClr="000000"/>
                </a:solidFill>
                <a:effectLst/>
                <a:latin typeface="Menlo" panose="020B0609030804020204" pitchFamily="49" charset="0"/>
              </a:rPr>
              <a:t>I get home at 4:30.</a:t>
            </a:r>
            <a:endParaRPr lang="en-US" altLang="ko-KR" sz="4400" dirty="0">
              <a:solidFill>
                <a:sysClr val="windowText" lastClr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F983B5-E36C-B3B9-8234-B7CCE03359A7}"/>
              </a:ext>
            </a:extLst>
          </p:cNvPr>
          <p:cNvSpPr/>
          <p:nvPr/>
        </p:nvSpPr>
        <p:spPr>
          <a:xfrm>
            <a:off x="3553428" y="2370899"/>
            <a:ext cx="4737872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4CF7EF-C6C7-9077-6827-336D52189264}"/>
              </a:ext>
            </a:extLst>
          </p:cNvPr>
          <p:cNvSpPr/>
          <p:nvPr/>
        </p:nvSpPr>
        <p:spPr>
          <a:xfrm>
            <a:off x="3759459" y="3072598"/>
            <a:ext cx="3208499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57798B-2B7E-BD12-E6FD-1078BE613CC9}"/>
              </a:ext>
            </a:extLst>
          </p:cNvPr>
          <p:cNvSpPr/>
          <p:nvPr/>
        </p:nvSpPr>
        <p:spPr>
          <a:xfrm>
            <a:off x="4166886" y="3738095"/>
            <a:ext cx="4467828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297890-C938-F4B4-9E02-F78CAD07524C}"/>
              </a:ext>
            </a:extLst>
          </p:cNvPr>
          <p:cNvSpPr/>
          <p:nvPr/>
        </p:nvSpPr>
        <p:spPr>
          <a:xfrm>
            <a:off x="438476" y="4432065"/>
            <a:ext cx="6529484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CFC29F-1177-3279-71BB-9060B1628B3F}"/>
              </a:ext>
            </a:extLst>
          </p:cNvPr>
          <p:cNvSpPr/>
          <p:nvPr/>
        </p:nvSpPr>
        <p:spPr>
          <a:xfrm>
            <a:off x="1145894" y="5144869"/>
            <a:ext cx="2882095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17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024310" y="239375"/>
            <a:ext cx="565571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I’m Olivia.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I'm from Sydney, Australia.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have a snack break at 11:10.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On weekends, I go to the beach.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At the beach, I play with my dog, Cody.</a:t>
            </a:r>
          </a:p>
          <a:p>
            <a:r>
              <a:rPr lang="en" altLang="ko-Kore-KR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enlo" panose="020B0609030804020204" pitchFamily="49" charset="0"/>
              </a:rPr>
              <a:t>I go to bed at 8 o'clock.</a:t>
            </a:r>
            <a:endParaRPr lang="en-US" altLang="ko-KR" sz="4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enlo" panose="020B06090308040202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4A3146-0BD5-7E79-B2D6-960F3C42E0D3}"/>
              </a:ext>
            </a:extLst>
          </p:cNvPr>
          <p:cNvSpPr/>
          <p:nvPr/>
        </p:nvSpPr>
        <p:spPr>
          <a:xfrm>
            <a:off x="3445398" y="2095969"/>
            <a:ext cx="5872222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B192853-FADA-4959-D00C-59DE9D9D2137}"/>
              </a:ext>
            </a:extLst>
          </p:cNvPr>
          <p:cNvSpPr/>
          <p:nvPr/>
        </p:nvSpPr>
        <p:spPr>
          <a:xfrm>
            <a:off x="1055626" y="2816897"/>
            <a:ext cx="6294298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B9CEE3-1C30-15E9-DA47-ABF7CB8CB15B}"/>
              </a:ext>
            </a:extLst>
          </p:cNvPr>
          <p:cNvSpPr/>
          <p:nvPr/>
        </p:nvSpPr>
        <p:spPr>
          <a:xfrm>
            <a:off x="463553" y="3466618"/>
            <a:ext cx="3726481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D4B7EF-5572-B7B5-A3A4-AE41AF71F337}"/>
              </a:ext>
            </a:extLst>
          </p:cNvPr>
          <p:cNvSpPr/>
          <p:nvPr/>
        </p:nvSpPr>
        <p:spPr>
          <a:xfrm>
            <a:off x="7515197" y="3429000"/>
            <a:ext cx="3133512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75E428-A2AC-9B6E-120A-39392E302294}"/>
              </a:ext>
            </a:extLst>
          </p:cNvPr>
          <p:cNvSpPr/>
          <p:nvPr/>
        </p:nvSpPr>
        <p:spPr>
          <a:xfrm>
            <a:off x="5852166" y="4156025"/>
            <a:ext cx="5433149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3063354-9EF0-1607-FAC1-503C881A1DF9}"/>
              </a:ext>
            </a:extLst>
          </p:cNvPr>
          <p:cNvSpPr/>
          <p:nvPr/>
        </p:nvSpPr>
        <p:spPr>
          <a:xfrm>
            <a:off x="1055625" y="5456499"/>
            <a:ext cx="7532789" cy="791930"/>
          </a:xfrm>
          <a:prstGeom prst="rect">
            <a:avLst/>
          </a:prstGeom>
          <a:solidFill>
            <a:srgbClr val="FA0E84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33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다리꼴 4"/>
          <p:cNvSpPr/>
          <p:nvPr/>
        </p:nvSpPr>
        <p:spPr>
          <a:xfrm rot="4247009">
            <a:off x="5795770" y="-4124406"/>
            <a:ext cx="3038861" cy="14329103"/>
          </a:xfrm>
          <a:prstGeom prst="trapezoid">
            <a:avLst>
              <a:gd name="adj" fmla="val 39308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포인트가 5개인 별 5"/>
          <p:cNvSpPr/>
          <p:nvPr/>
        </p:nvSpPr>
        <p:spPr>
          <a:xfrm>
            <a:off x="7099582" y="4413402"/>
            <a:ext cx="1556084" cy="1556084"/>
          </a:xfrm>
          <a:prstGeom prst="star5">
            <a:avLst/>
          </a:prstGeom>
          <a:solidFill>
            <a:schemeClr val="tx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포인트가 5개인 별 6"/>
          <p:cNvSpPr/>
          <p:nvPr/>
        </p:nvSpPr>
        <p:spPr>
          <a:xfrm>
            <a:off x="8655666" y="3549840"/>
            <a:ext cx="1556084" cy="1556084"/>
          </a:xfrm>
          <a:prstGeom prst="star5">
            <a:avLst/>
          </a:prstGeom>
          <a:solidFill>
            <a:schemeClr val="tx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포인트가 5개인 별 7"/>
          <p:cNvSpPr/>
          <p:nvPr/>
        </p:nvSpPr>
        <p:spPr>
          <a:xfrm>
            <a:off x="10211750" y="2693409"/>
            <a:ext cx="1556084" cy="1556084"/>
          </a:xfrm>
          <a:prstGeom prst="star5">
            <a:avLst/>
          </a:prstGeom>
          <a:solidFill>
            <a:schemeClr val="tx1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207195" y="2425011"/>
            <a:ext cx="6271269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3000" b="1" spc="-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ea typeface="1훈정글북 R" panose="02020603020101020101" pitchFamily="18" charset="-127"/>
              </a:rPr>
              <a:t>LEVEL 3</a:t>
            </a:r>
            <a:endParaRPr lang="ko-KR" altLang="en-US" sz="13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54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862405" y="239375"/>
            <a:ext cx="597952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I'm Bomin.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나는 한국 부산에서 왔어.</a:t>
            </a:r>
          </a:p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나는 7시 30분에 일어나서 8시 20분에 학교에 가.</a:t>
            </a:r>
          </a:p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나는 3시 20분에 태권도 수업이 있어.</a:t>
            </a:r>
          </a:p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너의 하루는 어떠니?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459330" y="239375"/>
            <a:ext cx="478567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I'm Tao.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4400" b="0" dirty="0">
                <a:solidFill>
                  <a:sysClr val="windowText" lastClr="000000"/>
                </a:solidFill>
                <a:effectLst/>
                <a:latin typeface="Apple SD Gothic Neo"/>
                <a:ea typeface="Apple SD Gothic Neo"/>
                <a:cs typeface="Apple SD Gothic Neo"/>
              </a:rPr>
              <a:t>나는 중국 베이징에서 왔어.</a:t>
            </a:r>
          </a:p>
          <a:p>
            <a:r>
              <a:rPr lang="ko-KR" altLang="en-US" sz="4400" b="0" dirty="0">
                <a:solidFill>
                  <a:sysClr val="windowText" lastClr="000000"/>
                </a:solidFill>
                <a:effectLst/>
                <a:latin typeface="Apple SD Gothic Neo"/>
                <a:ea typeface="Apple SD Gothic Neo"/>
                <a:cs typeface="Apple SD Gothic Neo"/>
              </a:rPr>
              <a:t>우리 학교는 8시에 시작해.</a:t>
            </a:r>
          </a:p>
          <a:p>
            <a:r>
              <a:rPr lang="ko-KR" altLang="en-US" sz="4400" b="0" dirty="0">
                <a:solidFill>
                  <a:sysClr val="windowText" lastClr="000000"/>
                </a:solidFill>
                <a:effectLst/>
                <a:latin typeface="Apple SD Gothic Neo"/>
                <a:ea typeface="Apple SD Gothic Neo"/>
                <a:cs typeface="Apple SD Gothic Neo"/>
              </a:rPr>
              <a:t>나는 10시에 운동을 해.</a:t>
            </a:r>
          </a:p>
          <a:p>
            <a:r>
              <a:rPr lang="ko-KR" altLang="en-US" sz="4400" b="0" dirty="0">
                <a:solidFill>
                  <a:sysClr val="windowText" lastClr="000000"/>
                </a:solidFill>
                <a:effectLst/>
                <a:latin typeface="Apple SD Gothic Neo"/>
                <a:ea typeface="Apple SD Gothic Neo"/>
                <a:cs typeface="Apple SD Gothic Neo"/>
              </a:rPr>
              <a:t>내가 가장 좋아하는 과목은 체육이야.</a:t>
            </a:r>
          </a:p>
          <a:p>
            <a:r>
              <a:rPr lang="ko-KR" altLang="en-US" sz="4400" b="0" dirty="0">
                <a:solidFill>
                  <a:sysClr val="windowText" lastClr="000000"/>
                </a:solidFill>
                <a:effectLst/>
                <a:latin typeface="Apple SD Gothic Neo"/>
                <a:ea typeface="Apple SD Gothic Neo"/>
                <a:cs typeface="Apple SD Gothic Neo"/>
              </a:rPr>
              <a:t>나는 4시 30분에 집에 와.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024310" y="239375"/>
            <a:ext cx="5655715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66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Hi. I'm Olivia.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438475" y="1713131"/>
            <a:ext cx="11555051" cy="48857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나는 오스트레일리아의 시드니에서 왔어.</a:t>
            </a:r>
          </a:p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나는 11시 10분에 간식 시간이 있어.</a:t>
            </a:r>
          </a:p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주말에 나는 해변에 가.</a:t>
            </a:r>
          </a:p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해변에서 나는 우리 강아지 코디와 함께 놀아.</a:t>
            </a:r>
          </a:p>
          <a:p>
            <a:r>
              <a:rPr lang="ko-KR" altLang="en-US" sz="4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ple SD Gothic Neo"/>
                <a:ea typeface="Apple SD Gothic Neo"/>
                <a:cs typeface="Apple SD Gothic Neo"/>
              </a:rPr>
              <a:t>나는 8시에 잠을 자.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489</Words>
  <Application>Microsoft Macintosh PowerPoint</Application>
  <PresentationFormat>와이드스크린</PresentationFormat>
  <Paragraphs>73</Paragraphs>
  <Slides>16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1훈정글북 R</vt:lpstr>
      <vt:lpstr>Apple SD Gothic Neo</vt:lpstr>
      <vt:lpstr>Arial Unicode MS</vt:lpstr>
      <vt:lpstr>맑은 고딕</vt:lpstr>
      <vt:lpstr>Algerian</vt:lpstr>
      <vt:lpstr>Arial</vt:lpstr>
      <vt:lpstr>Menlo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Ga-young Song</dc:creator>
  <cp:lastModifiedBy>Jeeyoung Jeon</cp:lastModifiedBy>
  <cp:revision>77</cp:revision>
  <dcterms:created xsi:type="dcterms:W3CDTF">2015-03-08T03:12:41Z</dcterms:created>
  <dcterms:modified xsi:type="dcterms:W3CDTF">2026-05-10T03:04:07Z</dcterms:modified>
</cp:coreProperties>
</file>