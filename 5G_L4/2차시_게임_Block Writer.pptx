
<file path=[Content_Types].xml><?xml version="1.0" encoding="utf-8"?>
<Types xmlns="http://schemas.openxmlformats.org/package/2006/content-types">
  <Default Extension="fntdata" ContentType="application/x-fontdata"/>
  <Default Extension="jpeg" ContentType="image/jpeg"/>
  <Default Extension="png" ContentType="image/png"/>
  <Default Extension="rels" ContentType="application/vnd.openxmlformats-package.relationships+xml"/>
  <Default Extension="xml" ContentType="application/xml"/>
  <Override PartName="/docProps/app.xml" ContentType="application/vnd.openxmlformats-officedocument.extended-properties+xml"/>
  <Override PartName="/docProps/core.xml" ContentType="application/vnd.openxmlformats-package.core-properties+xml"/>
  <Override PartName="/ppt/media/media1.mp3" ContentType="audio/mpeg"/>
  <Override PartName="/ppt/media/media10.mp3" ContentType="audio/mpeg"/>
  <Override PartName="/ppt/media/media11.mp3" ContentType="audio/mpeg"/>
  <Override PartName="/ppt/media/media12.mp3" ContentType="audio/mpeg"/>
  <Override PartName="/ppt/media/media13.mp3" ContentType="audio/mpeg"/>
  <Override PartName="/ppt/media/media14.mp3" ContentType="audio/mpeg"/>
  <Override PartName="/ppt/media/media15.mp3" ContentType="audio/mpeg"/>
  <Override PartName="/ppt/media/media16.mp3" ContentType="audio/mpeg"/>
  <Override PartName="/ppt/media/media17.mp3" ContentType="audio/mpeg"/>
  <Override PartName="/ppt/media/media18.mp3" ContentType="audio/mpeg"/>
  <Override PartName="/ppt/media/media2.mp3" ContentType="audio/mpeg"/>
  <Override PartName="/ppt/media/media3.mp3" ContentType="audio/mpeg"/>
  <Override PartName="/ppt/media/media4.mp3" ContentType="audio/mpeg"/>
  <Override PartName="/ppt/media/media5.mp3" ContentType="audio/mpeg"/>
  <Override PartName="/ppt/media/media6.mp3" ContentType="audio/mpeg"/>
  <Override PartName="/ppt/media/media7.mp3" ContentType="audio/mpeg"/>
  <Override PartName="/ppt/media/media8.mp3" ContentType="audio/mpeg"/>
  <Override PartName="/ppt/media/media9.mp3" ContentType="audio/mpeg"/>
  <Override PartName="/ppt/notesMasters/notesMaster1.xml" ContentType="application/vnd.openxmlformats-officedocument.presentationml.notesMaster+xml"/>
  <Override PartName="/ppt/notesSlides/notesSlide1.xml" ContentType="application/vnd.openxmlformats-officedocument.presentationml.notesSlide+xml"/>
  <Override PartName="/ppt/notesSlides/notesSlide10.xml" ContentType="application/vnd.openxmlformats-officedocument.presentationml.notesSlide+xml"/>
  <Override PartName="/ppt/notesSlides/notesSlide11.xml" ContentType="application/vnd.openxmlformats-officedocument.presentationml.notesSlide+xml"/>
  <Override PartName="/ppt/notesSlides/notesSlide12.xml" ContentType="application/vnd.openxmlformats-officedocument.presentationml.notesSlide+xml"/>
  <Override PartName="/ppt/notesSlides/notesSlide13.xml" ContentType="application/vnd.openxmlformats-officedocument.presentationml.notesSlide+xml"/>
  <Override PartName="/ppt/notesSlides/notesSlide14.xml" ContentType="application/vnd.openxmlformats-officedocument.presentationml.notesSlide+xml"/>
  <Override PartName="/ppt/notesSlides/notesSlide15.xml" ContentType="application/vnd.openxmlformats-officedocument.presentationml.notesSlide+xml"/>
  <Override PartName="/ppt/notesSlides/notesSlide16.xml" ContentType="application/vnd.openxmlformats-officedocument.presentationml.notesSlide+xml"/>
  <Override PartName="/ppt/notesSlides/notesSlide17.xml" ContentType="application/vnd.openxmlformats-officedocument.presentationml.notesSlide+xml"/>
  <Override PartName="/ppt/notesSlides/notesSlide18.xml" ContentType="application/vnd.openxmlformats-officedocument.presentationml.notesSlide+xml"/>
  <Override PartName="/ppt/notesSlides/notesSlide19.xml" ContentType="application/vnd.openxmlformats-officedocument.presentationml.notesSlide+xml"/>
  <Override PartName="/ppt/notesSlides/notesSlide2.xml" ContentType="application/vnd.openxmlformats-officedocument.presentationml.notesSlide+xml"/>
  <Override PartName="/ppt/notesSlides/notesSlide20.xml" ContentType="application/vnd.openxmlformats-officedocument.presentationml.notesSlide+xml"/>
  <Override PartName="/ppt/notesSlides/notesSlide21.xml" ContentType="application/vnd.openxmlformats-officedocument.presentationml.notesSlide+xml"/>
  <Override PartName="/ppt/notesSlides/notesSlide22.xml" ContentType="application/vnd.openxmlformats-officedocument.presentationml.notesSlide+xml"/>
  <Override PartName="/ppt/notesSlides/notesSlide23.xml" ContentType="application/vnd.openxmlformats-officedocument.presentationml.notesSlide+xml"/>
  <Override PartName="/ppt/notesSlides/notesSlide24.xml" ContentType="application/vnd.openxmlformats-officedocument.presentationml.notesSlide+xml"/>
  <Override PartName="/ppt/notesSlides/notesSlide25.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ppt/presProps.xml" ContentType="application/vnd.openxmlformats-officedocument.presentationml.presProps+xml"/>
  <Override PartName="/ppt/presentation.xml" ContentType="application/vnd.openxmlformats-officedocument.presentationml.presentation.main+xml"/>
  <Override PartName="/ppt/slideLayouts/slideLayout1.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Masters/slideMaster1.xml" ContentType="application/vnd.openxmlformats-officedocument.presentationml.slideMaster+xml"/>
  <Override PartName="/ppt/slides/slide1.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slides/slide16.xml" ContentType="application/vnd.openxmlformats-officedocument.presentationml.slide+xml"/>
  <Override PartName="/ppt/slides/slide17.xml" ContentType="application/vnd.openxmlformats-officedocument.presentationml.slide+xml"/>
  <Override PartName="/ppt/slides/slide18.xml" ContentType="application/vnd.openxmlformats-officedocument.presentationml.slide+xml"/>
  <Override PartName="/ppt/slides/slide19.xml" ContentType="application/vnd.openxmlformats-officedocument.presentationml.slide+xml"/>
  <Override PartName="/ppt/slides/slide2.xml" ContentType="application/vnd.openxmlformats-officedocument.presentationml.slide+xml"/>
  <Override PartName="/ppt/slides/slide20.xml" ContentType="application/vnd.openxmlformats-officedocument.presentationml.slide+xml"/>
  <Override PartName="/ppt/slides/slide21.xml" ContentType="application/vnd.openxmlformats-officedocument.presentationml.slide+xml"/>
  <Override PartName="/ppt/slides/slide22.xml" ContentType="application/vnd.openxmlformats-officedocument.presentationml.slide+xml"/>
  <Override PartName="/ppt/slides/slide23.xml" ContentType="application/vnd.openxmlformats-officedocument.presentationml.slide+xml"/>
  <Override PartName="/ppt/slides/slide24.xml" ContentType="application/vnd.openxmlformats-officedocument.presentationml.slide+xml"/>
  <Override PartName="/ppt/slides/slide25.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tableStyles.xml" ContentType="application/vnd.openxmlformats-officedocument.presentationml.tableStyles+xml"/>
  <Override PartName="/ppt/theme/theme1.xml" ContentType="application/vnd.openxmlformats-officedocument.theme+xml"/>
  <Override PartName="/ppt/theme/theme2.xml" ContentType="application/vnd.openxmlformats-officedocument.theme+xml"/>
  <Override PartName="/ppt/viewProps.xml" ContentType="application/vnd.openxmlformats-officedocument.presentationml.viewProps+xml"/>
</Types>
</file>

<file path=_rels/.rels><?xml version='1.0' encoding='UTF-8' standalone='yes'?>
<Relationships xmlns="http://schemas.openxmlformats.org/package/2006/relationships"><Relationship Id="rId1" Type="http://schemas.openxmlformats.org/officeDocument/2006/relationships/officeDocument" Target="ppt/presentation.xml"/><Relationship Id="rId2" Type="http://schemas.openxmlformats.org/package/2006/relationships/metadata/thumbnail" Target="docProps/thumbnail.jpeg"/><Relationship Id="rId3" Type="http://schemas.openxmlformats.org/package/2006/relationships/metadata/core-properties" Target="docProps/core.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embedTrueTypeFonts="1">
  <p:sldMasterIdLst>
    <p:sldMasterId id="2147483648" r:id="rId1"/>
  </p:sldMasterIdLst>
  <p:notesMasterIdLst>
    <p:notesMasterId r:id="rId27"/>
  </p:notesMasterIdLst>
  <p:sldIdLst>
    <p:sldId id="280" r:id="rId2"/>
    <p:sldId id="299" r:id="rId3"/>
    <p:sldId id="300" r:id="rId4"/>
    <p:sldId id="281" r:id="rId5"/>
    <p:sldId id="276" r:id="rId6"/>
    <p:sldId id="278" r:id="rId7"/>
    <p:sldId id="301" r:id="rId8"/>
    <p:sldId id="302" r:id="rId9"/>
    <p:sldId id="303" r:id="rId10"/>
    <p:sldId id="304" r:id="rId11"/>
    <p:sldId id="305" r:id="rId12"/>
    <p:sldId id="306" r:id="rId13"/>
    <p:sldId id="282" r:id="rId14"/>
    <p:sldId id="283" r:id="rId15"/>
    <p:sldId id="284" r:id="rId16"/>
    <p:sldId id="285" r:id="rId17"/>
    <p:sldId id="289" r:id="rId18"/>
    <p:sldId id="290" r:id="rId19"/>
    <p:sldId id="291" r:id="rId20"/>
    <p:sldId id="294" r:id="rId21"/>
    <p:sldId id="293" r:id="rId22"/>
    <p:sldId id="295" r:id="rId23"/>
    <p:sldId id="296" r:id="rId24"/>
    <p:sldId id="297" r:id="rId25"/>
    <p:sldId id="298" r:id="rId26"/>
  </p:sldIdLst>
  <p:sldSz cx="14630400" cy="8229600"/>
  <p:notesSz cx="6858000" cy="9144000"/>
  <p:embeddedFontLst>
    <p:embeddedFont>
      <p:font typeface="Poppins Medium" panose="020B0604020202020204" pitchFamily="34" charset="0"/>
      <p:regular r:id="rId28"/>
      <p:italic r:id="rId29"/>
    </p:embeddedFont>
  </p:embeddedFontLst>
  <p:defaultTextStyle>
    <a:defPPr>
      <a:defRPr lang="en-US"/>
    </a:defPPr>
    <a:lvl1pPr marL="0" algn="l" defTabSz="1306220" rtl="0" eaLnBrk="1" latinLnBrk="0" hangingPunct="1">
      <a:defRPr sz="2600" kern="1200">
        <a:solidFill>
          <a:schemeClr val="tx1"/>
        </a:solidFill>
        <a:latin typeface="+mn-lt"/>
        <a:ea typeface="+mn-ea"/>
        <a:cs typeface="+mn-cs"/>
      </a:defRPr>
    </a:lvl1pPr>
    <a:lvl2pPr marL="653110" algn="l" defTabSz="1306220" rtl="0" eaLnBrk="1" latinLnBrk="0" hangingPunct="1">
      <a:defRPr sz="2600" kern="1200">
        <a:solidFill>
          <a:schemeClr val="tx1"/>
        </a:solidFill>
        <a:latin typeface="+mn-lt"/>
        <a:ea typeface="+mn-ea"/>
        <a:cs typeface="+mn-cs"/>
      </a:defRPr>
    </a:lvl2pPr>
    <a:lvl3pPr marL="1306220" algn="l" defTabSz="1306220" rtl="0" eaLnBrk="1" latinLnBrk="0" hangingPunct="1">
      <a:defRPr sz="2600" kern="1200">
        <a:solidFill>
          <a:schemeClr val="tx1"/>
        </a:solidFill>
        <a:latin typeface="+mn-lt"/>
        <a:ea typeface="+mn-ea"/>
        <a:cs typeface="+mn-cs"/>
      </a:defRPr>
    </a:lvl3pPr>
    <a:lvl4pPr marL="1959331" algn="l" defTabSz="1306220" rtl="0" eaLnBrk="1" latinLnBrk="0" hangingPunct="1">
      <a:defRPr sz="2600" kern="1200">
        <a:solidFill>
          <a:schemeClr val="tx1"/>
        </a:solidFill>
        <a:latin typeface="+mn-lt"/>
        <a:ea typeface="+mn-ea"/>
        <a:cs typeface="+mn-cs"/>
      </a:defRPr>
    </a:lvl4pPr>
    <a:lvl5pPr marL="2612441" algn="l" defTabSz="1306220" rtl="0" eaLnBrk="1" latinLnBrk="0" hangingPunct="1">
      <a:defRPr sz="2600" kern="1200">
        <a:solidFill>
          <a:schemeClr val="tx1"/>
        </a:solidFill>
        <a:latin typeface="+mn-lt"/>
        <a:ea typeface="+mn-ea"/>
        <a:cs typeface="+mn-cs"/>
      </a:defRPr>
    </a:lvl5pPr>
    <a:lvl6pPr marL="3265551" algn="l" defTabSz="1306220" rtl="0" eaLnBrk="1" latinLnBrk="0" hangingPunct="1">
      <a:defRPr sz="2600" kern="1200">
        <a:solidFill>
          <a:schemeClr val="tx1"/>
        </a:solidFill>
        <a:latin typeface="+mn-lt"/>
        <a:ea typeface="+mn-ea"/>
        <a:cs typeface="+mn-cs"/>
      </a:defRPr>
    </a:lvl6pPr>
    <a:lvl7pPr marL="3918661" algn="l" defTabSz="1306220" rtl="0" eaLnBrk="1" latinLnBrk="0" hangingPunct="1">
      <a:defRPr sz="2600" kern="1200">
        <a:solidFill>
          <a:schemeClr val="tx1"/>
        </a:solidFill>
        <a:latin typeface="+mn-lt"/>
        <a:ea typeface="+mn-ea"/>
        <a:cs typeface="+mn-cs"/>
      </a:defRPr>
    </a:lvl7pPr>
    <a:lvl8pPr marL="4571771" algn="l" defTabSz="1306220" rtl="0" eaLnBrk="1" latinLnBrk="0" hangingPunct="1">
      <a:defRPr sz="2600" kern="1200">
        <a:solidFill>
          <a:schemeClr val="tx1"/>
        </a:solidFill>
        <a:latin typeface="+mn-lt"/>
        <a:ea typeface="+mn-ea"/>
        <a:cs typeface="+mn-cs"/>
      </a:defRPr>
    </a:lvl8pPr>
    <a:lvl9pPr marL="5224882" algn="l" defTabSz="1306220" rtl="0" eaLnBrk="1" latinLnBrk="0" hangingPunct="1">
      <a:defRPr sz="2600" kern="1200">
        <a:solidFill>
          <a:schemeClr val="tx1"/>
        </a:solidFill>
        <a:latin typeface="+mn-lt"/>
        <a:ea typeface="+mn-ea"/>
        <a:cs typeface="+mn-cs"/>
      </a:defRPr>
    </a:lvl9pPr>
  </p:defaultTextStyle>
  <p:extLst>
    <p:ext uri="{521415D9-36F7-43E2-AB2F-B90AF26B5E84}">
      <p14:sectionLst xmlns:p14="http://schemas.microsoft.com/office/powerpoint/2010/main">
        <p14:section name="Title" id="{361BF54B-5AFE-45DC-88EB-1F7505F2B345}">
          <p14:sldIdLst>
            <p14:sldId id="280"/>
          </p14:sldIdLst>
        </p14:section>
        <p14:section name="Introduction" id="{A2924254-6D3A-454F-BA51-C5B9D13FC6E6}">
          <p14:sldIdLst>
            <p14:sldId id="299"/>
            <p14:sldId id="300"/>
            <p14:sldId id="281"/>
          </p14:sldIdLst>
        </p14:section>
        <p14:section name="Game Boards" id="{1367AACD-6F13-4B8B-8158-8CE6652C1C5A}">
          <p14:sldIdLst>
            <p14:sldId id="276"/>
            <p14:sldId id="278"/>
            <p14:sldId id="301"/>
            <p14:sldId id="302"/>
            <p14:sldId id="303"/>
            <p14:sldId id="304"/>
            <p14:sldId id="305"/>
            <p14:sldId id="306"/>
          </p14:sldIdLst>
        </p14:section>
        <p14:section name="Credits" id="{7819ED1D-FE3C-4797-9F4E-1E572434B417}">
          <p14:sldIdLst>
            <p14:sldId id="282"/>
          </p14:sldIdLst>
        </p14:section>
        <p14:section name="Alt Board 1" id="{9BE4B387-15E1-47FB-BCC9-EA09A16C18AF}">
          <p14:sldIdLst>
            <p14:sldId id="283"/>
            <p14:sldId id="284"/>
          </p14:sldIdLst>
        </p14:section>
        <p14:section name="Alt Board 2" id="{B22E3CB2-C11A-49BE-9835-D78A71B9C99C}">
          <p14:sldIdLst>
            <p14:sldId id="285"/>
            <p14:sldId id="289"/>
          </p14:sldIdLst>
        </p14:section>
        <p14:section name="Alt Board 3" id="{D3DC6AF4-EA01-4D41-ABD4-78D05C3EE210}">
          <p14:sldIdLst>
            <p14:sldId id="290"/>
            <p14:sldId id="291"/>
          </p14:sldIdLst>
        </p14:section>
        <p14:section name="Alt Board 4" id="{D7A66AAB-FA4D-437A-9478-F8955820B414}">
          <p14:sldIdLst>
            <p14:sldId id="294"/>
            <p14:sldId id="293"/>
          </p14:sldIdLst>
        </p14:section>
        <p14:section name="Alt Board 5" id="{A1BC9F44-82A3-4D4F-A6F3-861964B61B9A}">
          <p14:sldIdLst>
            <p14:sldId id="295"/>
            <p14:sldId id="296"/>
          </p14:sldIdLst>
        </p14:section>
        <p14:section name="Alt Board 6" id="{16F4381B-4516-4697-A049-4EA1BC3A4DEC}">
          <p14:sldIdLst>
            <p14:sldId id="297"/>
            <p14:sldId id="298"/>
          </p14:sldIdLst>
        </p14:section>
      </p14:sectionLst>
    </p:ext>
    <p:ext uri="{EFAFB233-063F-42B5-8137-9DF3F51BA10A}">
      <p15:sldGuideLst xmlns:p15="http://schemas.microsoft.com/office/powerpoint/2012/main">
        <p15:guide id="1" orient="horz" pos="2592">
          <p15:clr>
            <a:srgbClr val="A4A3A4"/>
          </p15:clr>
        </p15:guide>
        <p15:guide id="2" pos="4608">
          <p15:clr>
            <a:srgbClr val="A4A3A4"/>
          </p15:clr>
        </p15:guide>
      </p15:sldGuideLst>
    </p:ext>
  </p:extLst>
</p:presentation>
</file>

<file path=ppt/presProps.xml><?xml version="1.0" encoding="utf-8"?>
<p:presentationPr xmlns:a="http://schemas.openxmlformats.org/drawingml/2006/main" xmlns:r="http://schemas.openxmlformats.org/officeDocument/2006/relationships" xmlns:p="http://schemas.openxmlformats.org/presentationml/2006/main">
  <p:clrMru>
    <a:srgbClr val="04A043"/>
    <a:srgbClr val="DD1A21"/>
    <a:srgbClr val="969696"/>
    <a:srgbClr val="FFFFB3"/>
    <a:srgbClr val="F4F4F4"/>
    <a:srgbClr val="CDB457"/>
    <a:srgbClr val="CDA533"/>
    <a:srgbClr val="DBAD03"/>
    <a:srgbClr val="CCB612"/>
    <a:srgbClr val="008E2F"/>
  </p:clrMru>
  <p:extLst>
    <p:ext uri="{E76CE94A-603C-4142-B9EB-6D1370010A27}">
      <p14:discardImageEditData xmlns:p14="http://schemas.microsoft.com/office/powerpoint/2010/main" val="0"/>
    </p:ext>
    <p:ext uri="{D31A062A-798A-4329-ABDD-BBA856620510}">
      <p14:defaultImageDpi xmlns:p14="http://schemas.microsoft.com/office/powerpoint/2010/main" val="220"/>
    </p:ext>
    <p:ext uri="{FD5EFAAD-0ECE-453E-9831-46B23BE46B34}">
      <p15:chartTrackingRefBased xmlns:p15="http://schemas.microsoft.com/office/powerpoint/2012/main" val="0"/>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lastView="sldThumbnailView">
  <p:normalViewPr>
    <p:restoredLeft sz="11946" autoAdjust="0"/>
    <p:restoredTop sz="94082" autoAdjust="0"/>
  </p:normalViewPr>
  <p:slideViewPr>
    <p:cSldViewPr snapToGrid="0">
      <p:cViewPr varScale="1">
        <p:scale>
          <a:sx n="100" d="100"/>
          <a:sy n="100" d="100"/>
        </p:scale>
        <p:origin x="640" y="168"/>
      </p:cViewPr>
      <p:guideLst>
        <p:guide orient="horz" pos="2592"/>
        <p:guide pos="4608"/>
      </p:guideLst>
    </p:cSldViewPr>
  </p:slideViewPr>
  <p:notesTextViewPr>
    <p:cViewPr>
      <p:scale>
        <a:sx n="100" d="100"/>
        <a:sy n="100" d="100"/>
      </p:scale>
      <p:origin x="0" y="0"/>
    </p:cViewPr>
  </p:notesTextViewPr>
  <p:gridSpacing cx="76200" cy="76200"/>
</p:viewPr>
</file>

<file path=ppt/_rels/presentation.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slide" Target="slides/slide1.xml"/><Relationship Id="rId3" Type="http://schemas.openxmlformats.org/officeDocument/2006/relationships/slide" Target="slides/slide2.xml"/><Relationship Id="rId4" Type="http://schemas.openxmlformats.org/officeDocument/2006/relationships/slide" Target="slides/slide3.xml"/><Relationship Id="rId5" Type="http://schemas.openxmlformats.org/officeDocument/2006/relationships/slide" Target="slides/slide4.xml"/><Relationship Id="rId6" Type="http://schemas.openxmlformats.org/officeDocument/2006/relationships/slide" Target="slides/slide5.xml"/><Relationship Id="rId7" Type="http://schemas.openxmlformats.org/officeDocument/2006/relationships/slide" Target="slides/slide6.xml"/><Relationship Id="rId8" Type="http://schemas.openxmlformats.org/officeDocument/2006/relationships/slide" Target="slides/slide7.xml"/><Relationship Id="rId9" Type="http://schemas.openxmlformats.org/officeDocument/2006/relationships/slide" Target="slides/slide8.xml"/><Relationship Id="rId10" Type="http://schemas.openxmlformats.org/officeDocument/2006/relationships/slide" Target="slides/slide9.xml"/><Relationship Id="rId11" Type="http://schemas.openxmlformats.org/officeDocument/2006/relationships/slide" Target="slides/slide10.xml"/><Relationship Id="rId12" Type="http://schemas.openxmlformats.org/officeDocument/2006/relationships/slide" Target="slides/slide11.xml"/><Relationship Id="rId13" Type="http://schemas.openxmlformats.org/officeDocument/2006/relationships/slide" Target="slides/slide12.xml"/><Relationship Id="rId14" Type="http://schemas.openxmlformats.org/officeDocument/2006/relationships/slide" Target="slides/slide13.xml"/><Relationship Id="rId15" Type="http://schemas.openxmlformats.org/officeDocument/2006/relationships/slide" Target="slides/slide14.xml"/><Relationship Id="rId16" Type="http://schemas.openxmlformats.org/officeDocument/2006/relationships/slide" Target="slides/slide15.xml"/><Relationship Id="rId17" Type="http://schemas.openxmlformats.org/officeDocument/2006/relationships/slide" Target="slides/slide16.xml"/><Relationship Id="rId18" Type="http://schemas.openxmlformats.org/officeDocument/2006/relationships/slide" Target="slides/slide17.xml"/><Relationship Id="rId19" Type="http://schemas.openxmlformats.org/officeDocument/2006/relationships/slide" Target="slides/slide18.xml"/><Relationship Id="rId20" Type="http://schemas.openxmlformats.org/officeDocument/2006/relationships/slide" Target="slides/slide19.xml"/><Relationship Id="rId21" Type="http://schemas.openxmlformats.org/officeDocument/2006/relationships/slide" Target="slides/slide20.xml"/><Relationship Id="rId22" Type="http://schemas.openxmlformats.org/officeDocument/2006/relationships/slide" Target="slides/slide21.xml"/><Relationship Id="rId23" Type="http://schemas.openxmlformats.org/officeDocument/2006/relationships/slide" Target="slides/slide22.xml"/><Relationship Id="rId24" Type="http://schemas.openxmlformats.org/officeDocument/2006/relationships/slide" Target="slides/slide23.xml"/><Relationship Id="rId25" Type="http://schemas.openxmlformats.org/officeDocument/2006/relationships/slide" Target="slides/slide24.xml"/><Relationship Id="rId26" Type="http://schemas.openxmlformats.org/officeDocument/2006/relationships/slide" Target="slides/slide25.xml"/><Relationship Id="rId27" Type="http://schemas.openxmlformats.org/officeDocument/2006/relationships/notesMaster" Target="notesMasters/notesMaster1.xml"/><Relationship Id="rId28" Type="http://schemas.openxmlformats.org/officeDocument/2006/relationships/font" Target="fonts/font1.fntdata"/><Relationship Id="rId29" Type="http://schemas.openxmlformats.org/officeDocument/2006/relationships/font" Target="fonts/font2.fntdata"/><Relationship Id="rId30" Type="http://schemas.openxmlformats.org/officeDocument/2006/relationships/presProps" Target="presProps.xml"/><Relationship Id="rId31" Type="http://schemas.openxmlformats.org/officeDocument/2006/relationships/viewProps" Target="viewProps.xml"/><Relationship Id="rId32" Type="http://schemas.openxmlformats.org/officeDocument/2006/relationships/theme" Target="theme/theme1.xml"/><Relationship Id="rId33" Type="http://schemas.openxmlformats.org/officeDocument/2006/relationships/tableStyles" Target="tableStyles.xml"/></Relationships>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7200"/>
          </a:xfrm>
          <a:prstGeom prst="rect">
            <a:avLst/>
          </a:prstGeom>
        </p:spPr>
        <p:txBody>
          <a:bodyPr vert="horz" lIns="91440" tIns="45720" rIns="91440" bIns="45720" rtlCol="0"/>
          <a:lstStyle>
            <a:lvl1pPr algn="l">
              <a:defRPr sz="1200"/>
            </a:lvl1pPr>
          </a:lstStyle>
          <a:p>
            <a:endParaRPr lang="en-US"/>
          </a:p>
        </p:txBody>
      </p:sp>
      <p:sp>
        <p:nvSpPr>
          <p:cNvPr id="3" name="Date Placeholder 2"/>
          <p:cNvSpPr>
            <a:spLocks noGrp="1"/>
          </p:cNvSpPr>
          <p:nvPr>
            <p:ph type="dt" idx="1"/>
          </p:nvPr>
        </p:nvSpPr>
        <p:spPr>
          <a:xfrm>
            <a:off x="3884613" y="0"/>
            <a:ext cx="2971800" cy="457200"/>
          </a:xfrm>
          <a:prstGeom prst="rect">
            <a:avLst/>
          </a:prstGeom>
        </p:spPr>
        <p:txBody>
          <a:bodyPr vert="horz" lIns="91440" tIns="45720" rIns="91440" bIns="45720" rtlCol="0"/>
          <a:lstStyle>
            <a:lvl1pPr algn="r">
              <a:defRPr sz="1200"/>
            </a:lvl1pPr>
          </a:lstStyle>
          <a:p>
            <a:fld id="{B03CE312-29A4-4FAB-9472-CDB2EFB08EDA}" type="datetimeFigureOut">
              <a:rPr lang="en-US" smtClean="0"/>
              <a:t>5/7/26</a:t>
            </a:fld>
            <a:endParaRPr lang="en-US"/>
          </a:p>
        </p:txBody>
      </p:sp>
      <p:sp>
        <p:nvSpPr>
          <p:cNvPr id="4" name="Slide Image Placeholder 3"/>
          <p:cNvSpPr>
            <a:spLocks noGrp="1" noRot="1" noChangeAspect="1"/>
          </p:cNvSpPr>
          <p:nvPr>
            <p:ph type="sldImg" idx="2"/>
          </p:nvPr>
        </p:nvSpPr>
        <p:spPr>
          <a:xfrm>
            <a:off x="381000" y="685800"/>
            <a:ext cx="6096000" cy="3429000"/>
          </a:xfrm>
          <a:prstGeom prst="rect">
            <a:avLst/>
          </a:prstGeom>
          <a:noFill/>
          <a:ln w="12700">
            <a:solidFill>
              <a:prstClr val="black"/>
            </a:solidFill>
          </a:ln>
        </p:spPr>
        <p:txBody>
          <a:bodyPr vert="horz" lIns="91440" tIns="45720" rIns="91440" bIns="45720" rtlCol="0" anchor="ctr"/>
          <a:lstStyle/>
          <a:p>
            <a:endParaRPr lang="en-US"/>
          </a:p>
        </p:txBody>
      </p:sp>
      <p:sp>
        <p:nvSpPr>
          <p:cNvPr id="5" name="Notes Placeholder 4"/>
          <p:cNvSpPr>
            <a:spLocks noGrp="1"/>
          </p:cNvSpPr>
          <p:nvPr>
            <p:ph type="body" sz="quarter" idx="3"/>
          </p:nvPr>
        </p:nvSpPr>
        <p:spPr>
          <a:xfrm>
            <a:off x="685800" y="4343400"/>
            <a:ext cx="5486400" cy="4114800"/>
          </a:xfrm>
          <a:prstGeom prst="rect">
            <a:avLst/>
          </a:prstGeom>
        </p:spPr>
        <p:txBody>
          <a:bodyPr vert="horz" lIns="91440" tIns="45720" rIns="91440" bIns="45720" rtlCol="0"/>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6" name="Footer Placeholder 5"/>
          <p:cNvSpPr>
            <a:spLocks noGrp="1"/>
          </p:cNvSpPr>
          <p:nvPr>
            <p:ph type="ftr" sz="quarter" idx="4"/>
          </p:nvPr>
        </p:nvSpPr>
        <p:spPr>
          <a:xfrm>
            <a:off x="0" y="8685213"/>
            <a:ext cx="2971800" cy="457200"/>
          </a:xfrm>
          <a:prstGeom prst="rect">
            <a:avLst/>
          </a:prstGeom>
        </p:spPr>
        <p:txBody>
          <a:bodyPr vert="horz" lIns="91440" tIns="45720" rIns="91440" bIns="45720" rtlCol="0" anchor="b"/>
          <a:lstStyle>
            <a:lvl1pPr algn="l">
              <a:defRPr sz="1200"/>
            </a:lvl1pPr>
          </a:lstStyle>
          <a:p>
            <a:endParaRPr lang="en-US"/>
          </a:p>
        </p:txBody>
      </p:sp>
      <p:sp>
        <p:nvSpPr>
          <p:cNvPr id="7" name="Slide Number Placeholder 6"/>
          <p:cNvSpPr>
            <a:spLocks noGrp="1"/>
          </p:cNvSpPr>
          <p:nvPr>
            <p:ph type="sldNum" sz="quarter" idx="5"/>
          </p:nvPr>
        </p:nvSpPr>
        <p:spPr>
          <a:xfrm>
            <a:off x="3884613" y="8685213"/>
            <a:ext cx="2971800" cy="457200"/>
          </a:xfrm>
          <a:prstGeom prst="rect">
            <a:avLst/>
          </a:prstGeom>
        </p:spPr>
        <p:txBody>
          <a:bodyPr vert="horz" lIns="91440" tIns="45720" rIns="91440" bIns="45720" rtlCol="0" anchor="b"/>
          <a:lstStyle>
            <a:lvl1pPr algn="r">
              <a:defRPr sz="1200"/>
            </a:lvl1pPr>
          </a:lstStyle>
          <a:p>
            <a:fld id="{EEF24548-F3B5-4DF8-B8C1-067869AFD89A}" type="slidenum">
              <a:rPr lang="en-US" smtClean="0"/>
              <a:t>‹#›</a:t>
            </a:fld>
            <a:endParaRPr lang="en-US"/>
          </a:p>
        </p:txBody>
      </p:sp>
    </p:spTree>
    <p:extLst>
      <p:ext uri="{BB962C8B-B14F-4D97-AF65-F5344CB8AC3E}">
        <p14:creationId xmlns:p14="http://schemas.microsoft.com/office/powerpoint/2010/main" val="2513820167"/>
      </p:ext>
    </p:extLst>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xml"/></Relationships>
</file>

<file path=ppt/notesSlides/_rels/notesSlide2.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xml"/></Relationships>
</file>

<file path=ppt/notesSlides/_rels/notesSlide3.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3.xml"/></Relationships>
</file>

<file path=ppt/notesSlides/_rels/notesSlide4.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4.xml"/></Relationships>
</file>

<file path=ppt/notesSlides/_rels/notesSlide5.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5.xml"/></Relationships>
</file>

<file path=ppt/notesSlides/_rels/notesSlide6.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6.xml"/></Relationships>
</file>

<file path=ppt/notesSlides/_rels/notesSlide7.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7.xml"/></Relationships>
</file>

<file path=ppt/notesSlides/_rels/notesSlide8.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8.xml"/></Relationships>
</file>

<file path=ppt/notesSlides/_rels/notesSlide9.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9.xml"/></Relationships>
</file>

<file path=ppt/notesSlides/_rels/notesSlide10.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0.xml"/></Relationships>
</file>

<file path=ppt/notesSlides/_rels/notesSlide11.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1.xml"/></Relationships>
</file>

<file path=ppt/notesSlides/_rels/notesSlide12.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2.xml"/></Relationships>
</file>

<file path=ppt/notesSlides/_rels/notesSlide13.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3.xml"/></Relationships>
</file>

<file path=ppt/notesSlides/_rels/notesSlide14.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4.xml"/></Relationships>
</file>

<file path=ppt/notesSlides/_rels/notesSlide15.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5.xml"/></Relationships>
</file>

<file path=ppt/notesSlides/_rels/notesSlide16.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6.xml"/></Relationships>
</file>

<file path=ppt/notesSlides/_rels/notesSlide17.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7.xml"/></Relationships>
</file>

<file path=ppt/notesSlides/_rels/notesSlide18.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8.xml"/></Relationships>
</file>

<file path=ppt/notesSlides/_rels/notesSlide19.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9.xml"/></Relationships>
</file>

<file path=ppt/notesSlides/_rels/notesSlide20.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0.xml"/></Relationships>
</file>

<file path=ppt/notesSlides/_rels/notesSlide21.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1.xml"/></Relationships>
</file>

<file path=ppt/notesSlides/_rels/notesSlide22.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2.xml"/></Relationships>
</file>

<file path=ppt/notesSlides/_rels/notesSlide23.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3.xml"/></Relationships>
</file>

<file path=ppt/notesSlides/_rels/notesSlide24.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4.xml"/></Relationships>
</file>

<file path=ppt/notesSlides/_rels/notesSlide25.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5.xml"/></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Game and template</a:t>
            </a:r>
            <a:r>
              <a:rPr lang="en-US" baseline="0" dirty="0"/>
              <a:t> design by Adam Groff.  Game templates available at adamzero.wixsite.com/main.  Game concept inspired by ‘Sentence Craft’ by Kimberly Teacher (</a:t>
            </a:r>
            <a:r>
              <a:rPr lang="en-US" baseline="0" dirty="0" err="1"/>
              <a:t>rtw_acrobat</a:t>
            </a:r>
            <a:r>
              <a:rPr lang="en-US" baseline="0" dirty="0"/>
              <a:t>).  This template may be used, shared and redistributed for educational purposes, but may not be sold or posted to a site that seeks to profit from it (either through a subscription fee or a request for donations), by anyone other than its creator.  All sounds are used in accordance with their respective licenses.</a:t>
            </a:r>
            <a:r>
              <a:rPr lang="en-US" sz="1200" b="0" dirty="0">
                <a:solidFill>
                  <a:schemeClr val="bg1"/>
                </a:solidFill>
                <a:effectLst>
                  <a:glow rad="139700">
                    <a:schemeClr val="tx1">
                      <a:alpha val="40000"/>
                    </a:schemeClr>
                  </a:glow>
                </a:effectLst>
                <a:latin typeface="+mn-lt"/>
                <a:cs typeface="Calibri" panose="020F0502020204030204" pitchFamily="34" charset="0"/>
              </a:rPr>
              <a:t>  Sounds</a:t>
            </a:r>
            <a:r>
              <a:rPr lang="en-US" sz="1200" b="0" baseline="0" dirty="0">
                <a:solidFill>
                  <a:schemeClr val="bg1"/>
                </a:solidFill>
                <a:effectLst>
                  <a:glow rad="139700">
                    <a:schemeClr val="tx1">
                      <a:alpha val="40000"/>
                    </a:schemeClr>
                  </a:glow>
                </a:effectLst>
                <a:latin typeface="+mn-lt"/>
                <a:cs typeface="Calibri" panose="020F0502020204030204" pitchFamily="34" charset="0"/>
              </a:rPr>
              <a:t> may be re-used / redistributed according to their respective licenses.  Images and music may not be re-used / redistributed without the permission of their creator.</a:t>
            </a:r>
          </a:p>
          <a:p>
            <a:r>
              <a:rPr lang="en-US" sz="1200" b="0" baseline="0" dirty="0">
                <a:solidFill>
                  <a:schemeClr val="bg1"/>
                </a:solidFill>
                <a:effectLst>
                  <a:glow rad="139700">
                    <a:schemeClr val="tx1">
                      <a:alpha val="40000"/>
                    </a:schemeClr>
                  </a:glow>
                </a:effectLst>
                <a:latin typeface="+mn-lt"/>
                <a:cs typeface="Calibri" panose="020F0502020204030204" pitchFamily="34" charset="0"/>
              </a:rPr>
              <a:t>Images and music created by Adam Groff.  Plastic brick sounds by leandri140029 (CC0, freesound.org).</a:t>
            </a:r>
          </a:p>
          <a:p>
            <a:r>
              <a:rPr lang="en-US" sz="1200" b="0" baseline="0" dirty="0">
                <a:solidFill>
                  <a:schemeClr val="bg1"/>
                </a:solidFill>
                <a:effectLst>
                  <a:glow rad="139700">
                    <a:schemeClr val="tx1">
                      <a:alpha val="40000"/>
                    </a:schemeClr>
                  </a:glow>
                </a:effectLst>
                <a:latin typeface="+mn-lt"/>
                <a:cs typeface="Calibri" panose="020F0502020204030204" pitchFamily="34" charset="0"/>
              </a:rPr>
              <a:t>Font (Poppins Medium) from Google Fonts (Open Font License).</a:t>
            </a:r>
            <a:endParaRPr lang="en-US" dirty="0"/>
          </a:p>
        </p:txBody>
      </p:sp>
      <p:sp>
        <p:nvSpPr>
          <p:cNvPr id="4" name="Slide Number Placeholder 3"/>
          <p:cNvSpPr>
            <a:spLocks noGrp="1"/>
          </p:cNvSpPr>
          <p:nvPr>
            <p:ph type="sldNum" sz="quarter" idx="10"/>
          </p:nvPr>
        </p:nvSpPr>
        <p:spPr/>
        <p:txBody>
          <a:bodyPr/>
          <a:lstStyle/>
          <a:p>
            <a:fld id="{EEF24548-F3B5-4DF8-B8C1-067869AFD89A}" type="slidenum">
              <a:rPr lang="en-US" smtClean="0"/>
              <a:t>1</a:t>
            </a:fld>
            <a:endParaRPr lang="en-US"/>
          </a:p>
        </p:txBody>
      </p:sp>
    </p:spTree>
    <p:extLst>
      <p:ext uri="{BB962C8B-B14F-4D97-AF65-F5344CB8AC3E}">
        <p14:creationId xmlns:p14="http://schemas.microsoft.com/office/powerpoint/2010/main" val="1672676165"/>
      </p:ext>
    </p:extLst>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Game info. </a:t>
            </a:r>
            <a:r>
              <a:rPr lang="en-US" baseline="0" dirty="0"/>
              <a:t>Game and template design by Adam Groff.</a:t>
            </a:r>
            <a:endParaRPr lang="en-US" dirty="0"/>
          </a:p>
        </p:txBody>
      </p:sp>
      <p:sp>
        <p:nvSpPr>
          <p:cNvPr id="4" name="Slide Number Placeholder 3"/>
          <p:cNvSpPr>
            <a:spLocks noGrp="1"/>
          </p:cNvSpPr>
          <p:nvPr>
            <p:ph type="sldNum" sz="quarter" idx="10"/>
          </p:nvPr>
        </p:nvSpPr>
        <p:spPr/>
        <p:txBody>
          <a:bodyPr/>
          <a:lstStyle/>
          <a:p>
            <a:fld id="{1DC7A1B5-972B-4276-9AED-14EFEB9583FB}" type="slidenum">
              <a:rPr lang="en-US" smtClean="0"/>
              <a:t>2</a:t>
            </a:fld>
            <a:endParaRPr lang="en-US"/>
          </a:p>
        </p:txBody>
      </p:sp>
    </p:spTree>
    <p:extLst>
      <p:ext uri="{BB962C8B-B14F-4D97-AF65-F5344CB8AC3E}">
        <p14:creationId xmlns:p14="http://schemas.microsoft.com/office/powerpoint/2010/main" val="1790984166"/>
      </p:ext>
    </p:extLst>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Editing and Credits. </a:t>
            </a:r>
            <a:r>
              <a:rPr lang="en-US" baseline="0" dirty="0"/>
              <a:t>Game and template design by Adam Groff.</a:t>
            </a:r>
            <a:endParaRPr lang="en-US" dirty="0"/>
          </a:p>
        </p:txBody>
      </p:sp>
      <p:sp>
        <p:nvSpPr>
          <p:cNvPr id="4" name="Slide Number Placeholder 3"/>
          <p:cNvSpPr>
            <a:spLocks noGrp="1"/>
          </p:cNvSpPr>
          <p:nvPr>
            <p:ph type="sldNum" sz="quarter" idx="10"/>
          </p:nvPr>
        </p:nvSpPr>
        <p:spPr/>
        <p:txBody>
          <a:bodyPr/>
          <a:lstStyle/>
          <a:p>
            <a:fld id="{1DC7A1B5-972B-4276-9AED-14EFEB9583FB}" type="slidenum">
              <a:rPr lang="en-US" smtClean="0"/>
              <a:t>3</a:t>
            </a:fld>
            <a:endParaRPr lang="en-US"/>
          </a:p>
        </p:txBody>
      </p:sp>
    </p:spTree>
    <p:extLst>
      <p:ext uri="{BB962C8B-B14F-4D97-AF65-F5344CB8AC3E}">
        <p14:creationId xmlns:p14="http://schemas.microsoft.com/office/powerpoint/2010/main" val="3476716917"/>
      </p:ext>
    </p:extLst>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Instructions Slide. </a:t>
            </a:r>
            <a:r>
              <a:rPr lang="en-US" baseline="0" dirty="0"/>
              <a:t>Game and template design by Adam Groff.</a:t>
            </a:r>
            <a:endParaRPr lang="en-US" dirty="0"/>
          </a:p>
        </p:txBody>
      </p:sp>
      <p:sp>
        <p:nvSpPr>
          <p:cNvPr id="4" name="Slide Number Placeholder 3"/>
          <p:cNvSpPr>
            <a:spLocks noGrp="1"/>
          </p:cNvSpPr>
          <p:nvPr>
            <p:ph type="sldNum" sz="quarter" idx="10"/>
          </p:nvPr>
        </p:nvSpPr>
        <p:spPr/>
        <p:txBody>
          <a:bodyPr/>
          <a:lstStyle/>
          <a:p>
            <a:fld id="{EEF24548-F3B5-4DF8-B8C1-067869AFD89A}" type="slidenum">
              <a:rPr lang="en-US" smtClean="0"/>
              <a:t>4</a:t>
            </a:fld>
            <a:endParaRPr lang="en-US"/>
          </a:p>
        </p:txBody>
      </p:sp>
    </p:spTree>
    <p:extLst>
      <p:ext uri="{BB962C8B-B14F-4D97-AF65-F5344CB8AC3E}">
        <p14:creationId xmlns:p14="http://schemas.microsoft.com/office/powerpoint/2010/main" val="1672676165"/>
      </p:ext>
    </p:extLst>
  </p:cSld>
  <p:clrMapOvr>
    <a:masterClrMapping/>
  </p:clrMapOvr>
</p:notes>
</file>

<file path=ppt/notesSlides/notesSlide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Board 1 (Red Green)- Click on the text boxes to edit them for your lesson content. </a:t>
            </a:r>
            <a:r>
              <a:rPr lang="en-US" baseline="0" dirty="0"/>
              <a:t>NOTE- deleting, moving, or altering animations for other objects may cause problems with the animation sequences.  Game and template design by Adam Groff.</a:t>
            </a:r>
            <a:endParaRPr lang="en-US" dirty="0"/>
          </a:p>
        </p:txBody>
      </p:sp>
      <p:sp>
        <p:nvSpPr>
          <p:cNvPr id="4" name="Slide Number Placeholder 3"/>
          <p:cNvSpPr>
            <a:spLocks noGrp="1"/>
          </p:cNvSpPr>
          <p:nvPr>
            <p:ph type="sldNum" sz="quarter" idx="10"/>
          </p:nvPr>
        </p:nvSpPr>
        <p:spPr/>
        <p:txBody>
          <a:bodyPr/>
          <a:lstStyle/>
          <a:p>
            <a:fld id="{EEF24548-F3B5-4DF8-B8C1-067869AFD89A}" type="slidenum">
              <a:rPr lang="en-US" smtClean="0"/>
              <a:t>5</a:t>
            </a:fld>
            <a:endParaRPr lang="en-US"/>
          </a:p>
        </p:txBody>
      </p:sp>
    </p:spTree>
    <p:extLst>
      <p:ext uri="{BB962C8B-B14F-4D97-AF65-F5344CB8AC3E}">
        <p14:creationId xmlns:p14="http://schemas.microsoft.com/office/powerpoint/2010/main" val="1672676165"/>
      </p:ext>
    </p:extLst>
  </p:cSld>
  <p:clrMapOvr>
    <a:masterClrMapping/>
  </p:clrMapOvr>
</p:notes>
</file>

<file path=ppt/notesSlides/notesSlide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pPr marL="0" marR="0" indent="0" algn="l" defTabSz="914400" rtl="0" eaLnBrk="1" fontAlgn="auto" latinLnBrk="0" hangingPunct="1">
              <a:lnSpc>
                <a:spcPct val="100000"/>
              </a:lnSpc>
              <a:spcBef>
                <a:spcPts val="0"/>
              </a:spcBef>
              <a:spcAft>
                <a:spcPts val="0"/>
              </a:spcAft>
              <a:buClrTx/>
              <a:buSzTx/>
              <a:buFontTx/>
              <a:buNone/>
              <a:tabLst/>
              <a:defRPr/>
            </a:pPr>
            <a:r>
              <a:rPr lang="en-US" dirty="0"/>
              <a:t>Board 2 (Blue Green)- Click on the text boxes to edit them for your lesson content. </a:t>
            </a:r>
            <a:r>
              <a:rPr lang="en-US" baseline="0" dirty="0"/>
              <a:t>NOTE- deleting, moving, or altering animations for other objects may cause problems with the animation sequences.  Game and template design by Adam Groff.</a:t>
            </a:r>
            <a:endParaRPr lang="en-US" dirty="0"/>
          </a:p>
        </p:txBody>
      </p:sp>
      <p:sp>
        <p:nvSpPr>
          <p:cNvPr id="4" name="Slide Number Placeholder 3"/>
          <p:cNvSpPr>
            <a:spLocks noGrp="1"/>
          </p:cNvSpPr>
          <p:nvPr>
            <p:ph type="sldNum" sz="quarter" idx="10"/>
          </p:nvPr>
        </p:nvSpPr>
        <p:spPr/>
        <p:txBody>
          <a:bodyPr/>
          <a:lstStyle/>
          <a:p>
            <a:fld id="{EEF24548-F3B5-4DF8-B8C1-067869AFD89A}" type="slidenum">
              <a:rPr lang="en-US" smtClean="0"/>
              <a:t>6</a:t>
            </a:fld>
            <a:endParaRPr lang="en-US"/>
          </a:p>
        </p:txBody>
      </p:sp>
    </p:spTree>
    <p:extLst>
      <p:ext uri="{BB962C8B-B14F-4D97-AF65-F5344CB8AC3E}">
        <p14:creationId xmlns:p14="http://schemas.microsoft.com/office/powerpoint/2010/main" val="34706842"/>
      </p:ext>
    </p:extLst>
  </p:cSld>
  <p:clrMapOvr>
    <a:masterClrMapping/>
  </p:clrMapOvr>
</p:notes>
</file>

<file path=ppt/notesSlides/notesSlide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Board 1 (Red Green)- Click on the text boxes to edit them for your lesson content. </a:t>
            </a:r>
            <a:r>
              <a:rPr lang="en-US" baseline="0" dirty="0"/>
              <a:t>NOTE- deleting, moving, or altering animations for other objects may cause problems with the animation sequences.  Game and template design by Adam Groff.</a:t>
            </a:r>
            <a:endParaRPr lang="en-US" dirty="0"/>
          </a:p>
        </p:txBody>
      </p:sp>
      <p:sp>
        <p:nvSpPr>
          <p:cNvPr id="4" name="Slide Number Placeholder 3"/>
          <p:cNvSpPr>
            <a:spLocks noGrp="1"/>
          </p:cNvSpPr>
          <p:nvPr>
            <p:ph type="sldNum" sz="quarter" idx="10"/>
          </p:nvPr>
        </p:nvSpPr>
        <p:spPr/>
        <p:txBody>
          <a:bodyPr/>
          <a:lstStyle/>
          <a:p>
            <a:fld id="{EEF24548-F3B5-4DF8-B8C1-067869AFD89A}" type="slidenum">
              <a:rPr lang="en-US" smtClean="0"/>
              <a:t>7</a:t>
            </a:fld>
            <a:endParaRPr lang="en-US"/>
          </a:p>
        </p:txBody>
      </p:sp>
    </p:spTree>
    <p:extLst>
      <p:ext uri="{BB962C8B-B14F-4D97-AF65-F5344CB8AC3E}">
        <p14:creationId xmlns:p14="http://schemas.microsoft.com/office/powerpoint/2010/main" val="971036599"/>
      </p:ext>
    </p:extLst>
  </p:cSld>
  <p:clrMapOvr>
    <a:masterClrMapping/>
  </p:clrMapOvr>
</p:notes>
</file>

<file path=ppt/notesSlides/notesSlide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pPr marL="0" marR="0" indent="0" algn="l" defTabSz="914400" rtl="0" eaLnBrk="1" fontAlgn="auto" latinLnBrk="0" hangingPunct="1">
              <a:lnSpc>
                <a:spcPct val="100000"/>
              </a:lnSpc>
              <a:spcBef>
                <a:spcPts val="0"/>
              </a:spcBef>
              <a:spcAft>
                <a:spcPts val="0"/>
              </a:spcAft>
              <a:buClrTx/>
              <a:buSzTx/>
              <a:buFontTx/>
              <a:buNone/>
              <a:tabLst/>
              <a:defRPr/>
            </a:pPr>
            <a:r>
              <a:rPr lang="en-US" dirty="0"/>
              <a:t>Board 2 (Blue Green)- Click on the text boxes to edit them for your lesson content. </a:t>
            </a:r>
            <a:r>
              <a:rPr lang="en-US" baseline="0" dirty="0"/>
              <a:t>NOTE- deleting, moving, or altering animations for other objects may cause problems with the animation sequences.  Game and template design by Adam Groff.</a:t>
            </a:r>
            <a:endParaRPr lang="en-US" dirty="0"/>
          </a:p>
        </p:txBody>
      </p:sp>
      <p:sp>
        <p:nvSpPr>
          <p:cNvPr id="4" name="Slide Number Placeholder 3"/>
          <p:cNvSpPr>
            <a:spLocks noGrp="1"/>
          </p:cNvSpPr>
          <p:nvPr>
            <p:ph type="sldNum" sz="quarter" idx="10"/>
          </p:nvPr>
        </p:nvSpPr>
        <p:spPr/>
        <p:txBody>
          <a:bodyPr/>
          <a:lstStyle/>
          <a:p>
            <a:fld id="{EEF24548-F3B5-4DF8-B8C1-067869AFD89A}" type="slidenum">
              <a:rPr lang="en-US" smtClean="0"/>
              <a:t>8</a:t>
            </a:fld>
            <a:endParaRPr lang="en-US"/>
          </a:p>
        </p:txBody>
      </p:sp>
    </p:spTree>
    <p:extLst>
      <p:ext uri="{BB962C8B-B14F-4D97-AF65-F5344CB8AC3E}">
        <p14:creationId xmlns:p14="http://schemas.microsoft.com/office/powerpoint/2010/main" val="1260431729"/>
      </p:ext>
    </p:extLst>
  </p:cSld>
  <p:clrMapOvr>
    <a:masterClrMapping/>
  </p:clrMapOvr>
</p:notes>
</file>

<file path=ppt/notesSlides/notesSlide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Board 1 (Red Green)- Click on the text boxes to edit them for your lesson content. </a:t>
            </a:r>
            <a:r>
              <a:rPr lang="en-US" baseline="0" dirty="0"/>
              <a:t>NOTE- deleting, moving, or altering animations for other objects may cause problems with the animation sequences.  Game and template design by Adam Groff.</a:t>
            </a:r>
            <a:endParaRPr lang="en-US" dirty="0"/>
          </a:p>
        </p:txBody>
      </p:sp>
      <p:sp>
        <p:nvSpPr>
          <p:cNvPr id="4" name="Slide Number Placeholder 3"/>
          <p:cNvSpPr>
            <a:spLocks noGrp="1"/>
          </p:cNvSpPr>
          <p:nvPr>
            <p:ph type="sldNum" sz="quarter" idx="10"/>
          </p:nvPr>
        </p:nvSpPr>
        <p:spPr/>
        <p:txBody>
          <a:bodyPr/>
          <a:lstStyle/>
          <a:p>
            <a:fld id="{EEF24548-F3B5-4DF8-B8C1-067869AFD89A}" type="slidenum">
              <a:rPr lang="en-US" smtClean="0"/>
              <a:t>9</a:t>
            </a:fld>
            <a:endParaRPr lang="en-US"/>
          </a:p>
        </p:txBody>
      </p:sp>
    </p:spTree>
    <p:extLst>
      <p:ext uri="{BB962C8B-B14F-4D97-AF65-F5344CB8AC3E}">
        <p14:creationId xmlns:p14="http://schemas.microsoft.com/office/powerpoint/2010/main" val="3220135690"/>
      </p:ext>
    </p:extLst>
  </p:cSld>
  <p:clrMapOvr>
    <a:masterClrMapping/>
  </p:clrMapOvr>
</p:notes>
</file>

<file path=ppt/notesSlides/notesSlide1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pPr marL="0" marR="0" indent="0" algn="l" defTabSz="914400" rtl="0" eaLnBrk="1" fontAlgn="auto" latinLnBrk="0" hangingPunct="1">
              <a:lnSpc>
                <a:spcPct val="100000"/>
              </a:lnSpc>
              <a:spcBef>
                <a:spcPts val="0"/>
              </a:spcBef>
              <a:spcAft>
                <a:spcPts val="0"/>
              </a:spcAft>
              <a:buClrTx/>
              <a:buSzTx/>
              <a:buFontTx/>
              <a:buNone/>
              <a:tabLst/>
              <a:defRPr/>
            </a:pPr>
            <a:r>
              <a:rPr lang="en-US" dirty="0"/>
              <a:t>Board 2 (Blue Green)- Click on the text boxes to edit them for your lesson content. </a:t>
            </a:r>
            <a:r>
              <a:rPr lang="en-US" baseline="0" dirty="0"/>
              <a:t>NOTE- deleting, moving, or altering animations for other objects may cause problems with the animation sequences.  Game and template design by Adam Groff.</a:t>
            </a:r>
            <a:endParaRPr lang="en-US" dirty="0"/>
          </a:p>
        </p:txBody>
      </p:sp>
      <p:sp>
        <p:nvSpPr>
          <p:cNvPr id="4" name="Slide Number Placeholder 3"/>
          <p:cNvSpPr>
            <a:spLocks noGrp="1"/>
          </p:cNvSpPr>
          <p:nvPr>
            <p:ph type="sldNum" sz="quarter" idx="10"/>
          </p:nvPr>
        </p:nvSpPr>
        <p:spPr/>
        <p:txBody>
          <a:bodyPr/>
          <a:lstStyle/>
          <a:p>
            <a:fld id="{EEF24548-F3B5-4DF8-B8C1-067869AFD89A}" type="slidenum">
              <a:rPr lang="en-US" smtClean="0"/>
              <a:t>10</a:t>
            </a:fld>
            <a:endParaRPr lang="en-US"/>
          </a:p>
        </p:txBody>
      </p:sp>
    </p:spTree>
    <p:extLst>
      <p:ext uri="{BB962C8B-B14F-4D97-AF65-F5344CB8AC3E}">
        <p14:creationId xmlns:p14="http://schemas.microsoft.com/office/powerpoint/2010/main" val="3719739965"/>
      </p:ext>
    </p:extLst>
  </p:cSld>
  <p:clrMapOvr>
    <a:masterClrMapping/>
  </p:clrMapOvr>
</p:notes>
</file>

<file path=ppt/notesSlides/notesSlide1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Board 1 (Red Green)- Click on the text boxes to edit them for your lesson content. </a:t>
            </a:r>
            <a:r>
              <a:rPr lang="en-US" baseline="0" dirty="0"/>
              <a:t>NOTE- deleting, moving, or altering animations for other objects may cause problems with the animation sequences.  Game and template design by Adam Groff.</a:t>
            </a:r>
            <a:endParaRPr lang="en-US" dirty="0"/>
          </a:p>
        </p:txBody>
      </p:sp>
      <p:sp>
        <p:nvSpPr>
          <p:cNvPr id="4" name="Slide Number Placeholder 3"/>
          <p:cNvSpPr>
            <a:spLocks noGrp="1"/>
          </p:cNvSpPr>
          <p:nvPr>
            <p:ph type="sldNum" sz="quarter" idx="10"/>
          </p:nvPr>
        </p:nvSpPr>
        <p:spPr/>
        <p:txBody>
          <a:bodyPr/>
          <a:lstStyle/>
          <a:p>
            <a:fld id="{EEF24548-F3B5-4DF8-B8C1-067869AFD89A}" type="slidenum">
              <a:rPr lang="en-US" smtClean="0"/>
              <a:t>11</a:t>
            </a:fld>
            <a:endParaRPr lang="en-US"/>
          </a:p>
        </p:txBody>
      </p:sp>
    </p:spTree>
    <p:extLst>
      <p:ext uri="{BB962C8B-B14F-4D97-AF65-F5344CB8AC3E}">
        <p14:creationId xmlns:p14="http://schemas.microsoft.com/office/powerpoint/2010/main" val="2352167576"/>
      </p:ext>
    </p:extLst>
  </p:cSld>
  <p:clrMapOvr>
    <a:masterClrMapping/>
  </p:clrMapOvr>
</p:notes>
</file>

<file path=ppt/notesSlides/notesSlide1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pPr marL="0" marR="0" indent="0" algn="l" defTabSz="914400" rtl="0" eaLnBrk="1" fontAlgn="auto" latinLnBrk="0" hangingPunct="1">
              <a:lnSpc>
                <a:spcPct val="100000"/>
              </a:lnSpc>
              <a:spcBef>
                <a:spcPts val="0"/>
              </a:spcBef>
              <a:spcAft>
                <a:spcPts val="0"/>
              </a:spcAft>
              <a:buClrTx/>
              <a:buSzTx/>
              <a:buFontTx/>
              <a:buNone/>
              <a:tabLst/>
              <a:defRPr/>
            </a:pPr>
            <a:r>
              <a:rPr lang="en-US" dirty="0"/>
              <a:t>Board 2 (Blue Green)- Click on the text boxes to edit them for your lesson content. </a:t>
            </a:r>
            <a:r>
              <a:rPr lang="en-US" baseline="0" dirty="0"/>
              <a:t>NOTE- deleting, moving, or altering animations for other objects may cause problems with the animation sequences.  Game and template design by Adam Groff.</a:t>
            </a:r>
            <a:endParaRPr lang="en-US" dirty="0"/>
          </a:p>
        </p:txBody>
      </p:sp>
      <p:sp>
        <p:nvSpPr>
          <p:cNvPr id="4" name="Slide Number Placeholder 3"/>
          <p:cNvSpPr>
            <a:spLocks noGrp="1"/>
          </p:cNvSpPr>
          <p:nvPr>
            <p:ph type="sldNum" sz="quarter" idx="10"/>
          </p:nvPr>
        </p:nvSpPr>
        <p:spPr/>
        <p:txBody>
          <a:bodyPr/>
          <a:lstStyle/>
          <a:p>
            <a:fld id="{EEF24548-F3B5-4DF8-B8C1-067869AFD89A}" type="slidenum">
              <a:rPr lang="en-US" smtClean="0"/>
              <a:t>12</a:t>
            </a:fld>
            <a:endParaRPr lang="en-US"/>
          </a:p>
        </p:txBody>
      </p:sp>
    </p:spTree>
    <p:extLst>
      <p:ext uri="{BB962C8B-B14F-4D97-AF65-F5344CB8AC3E}">
        <p14:creationId xmlns:p14="http://schemas.microsoft.com/office/powerpoint/2010/main" val="2665435022"/>
      </p:ext>
    </p:extLst>
  </p:cSld>
  <p:clrMapOvr>
    <a:masterClrMapping/>
  </p:clrMapOvr>
</p:notes>
</file>

<file path=ppt/notesSlides/notesSlide1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Credits Slide; Game and template</a:t>
            </a:r>
            <a:r>
              <a:rPr lang="en-US" baseline="0" dirty="0"/>
              <a:t> design by Adam Groff.  Game templates available at adamzero.wixsite.com/main.  Game concept inspired by ‘Sentence Craft’ by Kimberly Teacher (</a:t>
            </a:r>
            <a:r>
              <a:rPr lang="en-US" baseline="0" dirty="0" err="1"/>
              <a:t>rtw_acrobat</a:t>
            </a:r>
            <a:r>
              <a:rPr lang="en-US" baseline="0" dirty="0"/>
              <a:t>).  This template may be used, shared and redistributed for educational purposes, but may not be sold or posted to a site that seeks to profit from it (either through a subscription fee or a request for donations), by anyone other than its creator.  All sounds are used in accordance with their respective licenses.</a:t>
            </a:r>
            <a:r>
              <a:rPr lang="en-US" sz="1200" b="0" dirty="0">
                <a:solidFill>
                  <a:schemeClr val="bg1"/>
                </a:solidFill>
                <a:effectLst>
                  <a:glow rad="139700">
                    <a:schemeClr val="tx1">
                      <a:alpha val="40000"/>
                    </a:schemeClr>
                  </a:glow>
                </a:effectLst>
                <a:latin typeface="+mn-lt"/>
                <a:cs typeface="Calibri" panose="020F0502020204030204" pitchFamily="34" charset="0"/>
              </a:rPr>
              <a:t>  Sounds</a:t>
            </a:r>
            <a:r>
              <a:rPr lang="en-US" sz="1200" b="0" baseline="0" dirty="0">
                <a:solidFill>
                  <a:schemeClr val="bg1"/>
                </a:solidFill>
                <a:effectLst>
                  <a:glow rad="139700">
                    <a:schemeClr val="tx1">
                      <a:alpha val="40000"/>
                    </a:schemeClr>
                  </a:glow>
                </a:effectLst>
                <a:latin typeface="+mn-lt"/>
                <a:cs typeface="Calibri" panose="020F0502020204030204" pitchFamily="34" charset="0"/>
              </a:rPr>
              <a:t> may be re-used / redistributed according to their respective licenses.  Images and music may not be re-used / redistributed without the permission of their creator.</a:t>
            </a:r>
          </a:p>
          <a:p>
            <a:r>
              <a:rPr lang="en-US" sz="1200" b="0" baseline="0" dirty="0">
                <a:solidFill>
                  <a:schemeClr val="bg1"/>
                </a:solidFill>
                <a:effectLst>
                  <a:glow rad="139700">
                    <a:schemeClr val="tx1">
                      <a:alpha val="40000"/>
                    </a:schemeClr>
                  </a:glow>
                </a:effectLst>
                <a:latin typeface="+mn-lt"/>
                <a:cs typeface="Calibri" panose="020F0502020204030204" pitchFamily="34" charset="0"/>
              </a:rPr>
              <a:t>Images and music created by Adam Groff.  Plastic brick sounds by leandri140029 (CC0, freesound.org).</a:t>
            </a:r>
          </a:p>
          <a:p>
            <a:pPr marL="0" marR="0" indent="0" algn="l" defTabSz="914400" rtl="0" eaLnBrk="1" fontAlgn="auto" latinLnBrk="0" hangingPunct="1">
              <a:lnSpc>
                <a:spcPct val="100000"/>
              </a:lnSpc>
              <a:spcBef>
                <a:spcPts val="0"/>
              </a:spcBef>
              <a:spcAft>
                <a:spcPts val="0"/>
              </a:spcAft>
              <a:buClrTx/>
              <a:buSzTx/>
              <a:buFontTx/>
              <a:buNone/>
              <a:tabLst/>
              <a:defRPr/>
            </a:pPr>
            <a:r>
              <a:rPr lang="en-US" sz="1200" b="0" baseline="0" dirty="0">
                <a:solidFill>
                  <a:schemeClr val="bg1"/>
                </a:solidFill>
                <a:effectLst>
                  <a:glow rad="139700">
                    <a:schemeClr val="tx1">
                      <a:alpha val="40000"/>
                    </a:schemeClr>
                  </a:glow>
                </a:effectLst>
                <a:latin typeface="+mn-lt"/>
                <a:cs typeface="Calibri" panose="020F0502020204030204" pitchFamily="34" charset="0"/>
              </a:rPr>
              <a:t>Font (Poppins Medium) from Google Fonts (Open Font License).</a:t>
            </a:r>
            <a:endParaRPr lang="en-US" dirty="0"/>
          </a:p>
        </p:txBody>
      </p:sp>
      <p:sp>
        <p:nvSpPr>
          <p:cNvPr id="4" name="Slide Number Placeholder 3"/>
          <p:cNvSpPr>
            <a:spLocks noGrp="1"/>
          </p:cNvSpPr>
          <p:nvPr>
            <p:ph type="sldNum" sz="quarter" idx="10"/>
          </p:nvPr>
        </p:nvSpPr>
        <p:spPr/>
        <p:txBody>
          <a:bodyPr/>
          <a:lstStyle/>
          <a:p>
            <a:fld id="{EEF24548-F3B5-4DF8-B8C1-067869AFD89A}" type="slidenum">
              <a:rPr lang="en-US" smtClean="0"/>
              <a:t>13</a:t>
            </a:fld>
            <a:endParaRPr lang="en-US"/>
          </a:p>
        </p:txBody>
      </p:sp>
    </p:spTree>
    <p:extLst>
      <p:ext uri="{BB962C8B-B14F-4D97-AF65-F5344CB8AC3E}">
        <p14:creationId xmlns:p14="http://schemas.microsoft.com/office/powerpoint/2010/main" val="2493340477"/>
      </p:ext>
    </p:extLst>
  </p:cSld>
  <p:clrMapOvr>
    <a:masterClrMapping/>
  </p:clrMapOvr>
</p:notes>
</file>

<file path=ppt/notesSlides/notesSlide1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pPr marL="0" marR="0" indent="0" algn="l" defTabSz="914400" rtl="0" eaLnBrk="1" fontAlgn="auto" latinLnBrk="0" hangingPunct="1">
              <a:lnSpc>
                <a:spcPct val="100000"/>
              </a:lnSpc>
              <a:spcBef>
                <a:spcPts val="0"/>
              </a:spcBef>
              <a:spcAft>
                <a:spcPts val="0"/>
              </a:spcAft>
              <a:buClrTx/>
              <a:buSzTx/>
              <a:buFontTx/>
              <a:buNone/>
              <a:tabLst/>
              <a:defRPr/>
            </a:pPr>
            <a:r>
              <a:rPr lang="en-US" dirty="0"/>
              <a:t>Alt Board 1 (Blue Green)- Click on the text boxes to edit them for your lesson content. </a:t>
            </a:r>
            <a:r>
              <a:rPr lang="en-US" baseline="0" dirty="0"/>
              <a:t>NOTE- deleting, moving, or altering animations for other objects may cause problems with the animation sequences.  Game and template design by Adam Groff.</a:t>
            </a:r>
            <a:endParaRPr lang="en-US" dirty="0"/>
          </a:p>
        </p:txBody>
      </p:sp>
      <p:sp>
        <p:nvSpPr>
          <p:cNvPr id="4" name="Slide Number Placeholder 3"/>
          <p:cNvSpPr>
            <a:spLocks noGrp="1"/>
          </p:cNvSpPr>
          <p:nvPr>
            <p:ph type="sldNum" sz="quarter" idx="10"/>
          </p:nvPr>
        </p:nvSpPr>
        <p:spPr/>
        <p:txBody>
          <a:bodyPr/>
          <a:lstStyle/>
          <a:p>
            <a:fld id="{EEF24548-F3B5-4DF8-B8C1-067869AFD89A}" type="slidenum">
              <a:rPr lang="en-US" smtClean="0"/>
              <a:t>14</a:t>
            </a:fld>
            <a:endParaRPr lang="en-US"/>
          </a:p>
        </p:txBody>
      </p:sp>
    </p:spTree>
    <p:extLst>
      <p:ext uri="{BB962C8B-B14F-4D97-AF65-F5344CB8AC3E}">
        <p14:creationId xmlns:p14="http://schemas.microsoft.com/office/powerpoint/2010/main" val="34706842"/>
      </p:ext>
    </p:extLst>
  </p:cSld>
  <p:clrMapOvr>
    <a:masterClrMapping/>
  </p:clrMapOvr>
</p:notes>
</file>

<file path=ppt/notesSlides/notesSlide1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pPr marL="0" marR="0" indent="0" algn="l" defTabSz="914400" rtl="0" eaLnBrk="1" fontAlgn="auto" latinLnBrk="0" hangingPunct="1">
              <a:lnSpc>
                <a:spcPct val="100000"/>
              </a:lnSpc>
              <a:spcBef>
                <a:spcPts val="0"/>
              </a:spcBef>
              <a:spcAft>
                <a:spcPts val="0"/>
              </a:spcAft>
              <a:buClrTx/>
              <a:buSzTx/>
              <a:buFontTx/>
              <a:buNone/>
              <a:tabLst/>
              <a:defRPr/>
            </a:pPr>
            <a:r>
              <a:rPr lang="en-US" dirty="0"/>
              <a:t>Alt Board 1 (Red Green Wall)- The ‘wall’ boards have the added restriction that students must choose either above or below the black ‘wall’ and then stay on</a:t>
            </a:r>
            <a:r>
              <a:rPr lang="en-US" baseline="0" dirty="0"/>
              <a:t> that side of it for their next choice, as well (i.e. not mix a red block from above the wall with a green block from below the wall, or vice versa).  </a:t>
            </a:r>
            <a:r>
              <a:rPr lang="en-US" dirty="0"/>
              <a:t>Click on the text boxes to edit them for your lesson content. </a:t>
            </a:r>
            <a:r>
              <a:rPr lang="en-US" baseline="0" dirty="0"/>
              <a:t>NOTE- deleting, moving, or altering animations for other objects may cause problems with the animation sequences.  Game and template design by Adam Groff.</a:t>
            </a:r>
            <a:endParaRPr lang="en-US" dirty="0"/>
          </a:p>
        </p:txBody>
      </p:sp>
      <p:sp>
        <p:nvSpPr>
          <p:cNvPr id="4" name="Slide Number Placeholder 3"/>
          <p:cNvSpPr>
            <a:spLocks noGrp="1"/>
          </p:cNvSpPr>
          <p:nvPr>
            <p:ph type="sldNum" sz="quarter" idx="10"/>
          </p:nvPr>
        </p:nvSpPr>
        <p:spPr/>
        <p:txBody>
          <a:bodyPr/>
          <a:lstStyle/>
          <a:p>
            <a:fld id="{EEF24548-F3B5-4DF8-B8C1-067869AFD89A}" type="slidenum">
              <a:rPr lang="en-US" smtClean="0"/>
              <a:t>15</a:t>
            </a:fld>
            <a:endParaRPr lang="en-US"/>
          </a:p>
        </p:txBody>
      </p:sp>
    </p:spTree>
    <p:extLst>
      <p:ext uri="{BB962C8B-B14F-4D97-AF65-F5344CB8AC3E}">
        <p14:creationId xmlns:p14="http://schemas.microsoft.com/office/powerpoint/2010/main" val="2579778405"/>
      </p:ext>
    </p:extLst>
  </p:cSld>
  <p:clrMapOvr>
    <a:masterClrMapping/>
  </p:clrMapOvr>
</p:notes>
</file>

<file path=ppt/notesSlides/notesSlide1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Alt Board 2 (Red Green)- Click on the text boxes to edit them for your lesson content. </a:t>
            </a:r>
            <a:r>
              <a:rPr lang="en-US" baseline="0" dirty="0"/>
              <a:t>NOTE- deleting, moving, or altering animations for other objects may cause problems with the animation sequences.  Game and template design by Adam Groff.</a:t>
            </a:r>
            <a:endParaRPr lang="en-US" dirty="0"/>
          </a:p>
        </p:txBody>
      </p:sp>
      <p:sp>
        <p:nvSpPr>
          <p:cNvPr id="4" name="Slide Number Placeholder 3"/>
          <p:cNvSpPr>
            <a:spLocks noGrp="1"/>
          </p:cNvSpPr>
          <p:nvPr>
            <p:ph type="sldNum" sz="quarter" idx="10"/>
          </p:nvPr>
        </p:nvSpPr>
        <p:spPr/>
        <p:txBody>
          <a:bodyPr/>
          <a:lstStyle/>
          <a:p>
            <a:fld id="{EEF24548-F3B5-4DF8-B8C1-067869AFD89A}" type="slidenum">
              <a:rPr lang="en-US" smtClean="0"/>
              <a:t>16</a:t>
            </a:fld>
            <a:endParaRPr lang="en-US"/>
          </a:p>
        </p:txBody>
      </p:sp>
    </p:spTree>
    <p:extLst>
      <p:ext uri="{BB962C8B-B14F-4D97-AF65-F5344CB8AC3E}">
        <p14:creationId xmlns:p14="http://schemas.microsoft.com/office/powerpoint/2010/main" val="1672676165"/>
      </p:ext>
    </p:extLst>
  </p:cSld>
  <p:clrMapOvr>
    <a:masterClrMapping/>
  </p:clrMapOvr>
</p:notes>
</file>

<file path=ppt/notesSlides/notesSlide1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pPr marL="0" marR="0" indent="0" algn="l" defTabSz="914400" rtl="0" eaLnBrk="1" fontAlgn="auto" latinLnBrk="0" hangingPunct="1">
              <a:lnSpc>
                <a:spcPct val="100000"/>
              </a:lnSpc>
              <a:spcBef>
                <a:spcPts val="0"/>
              </a:spcBef>
              <a:spcAft>
                <a:spcPts val="0"/>
              </a:spcAft>
              <a:buClrTx/>
              <a:buSzTx/>
              <a:buFontTx/>
              <a:buNone/>
              <a:tabLst/>
              <a:defRPr/>
            </a:pPr>
            <a:r>
              <a:rPr lang="en-US" dirty="0"/>
              <a:t>Alt Board 2 (Red Green Wall)- The ‘wall’ boards have the added restriction that students must choose either above or below the black ‘wall’ and then stay on</a:t>
            </a:r>
            <a:r>
              <a:rPr lang="en-US" baseline="0" dirty="0"/>
              <a:t> that side of it for their next choice, as well (i.e. not mix a red block from above the wall with a green block from below the wall, or vice versa).  </a:t>
            </a:r>
            <a:r>
              <a:rPr lang="en-US" dirty="0"/>
              <a:t>Click on the text boxes to edit them for your lesson content. </a:t>
            </a:r>
            <a:r>
              <a:rPr lang="en-US" baseline="0" dirty="0"/>
              <a:t>NOTE- deleting, moving, or altering animations for other objects may cause problems with the animation sequences.  Game and template design by Adam Groff.</a:t>
            </a:r>
            <a:endParaRPr lang="en-US" dirty="0"/>
          </a:p>
        </p:txBody>
      </p:sp>
      <p:sp>
        <p:nvSpPr>
          <p:cNvPr id="4" name="Slide Number Placeholder 3"/>
          <p:cNvSpPr>
            <a:spLocks noGrp="1"/>
          </p:cNvSpPr>
          <p:nvPr>
            <p:ph type="sldNum" sz="quarter" idx="10"/>
          </p:nvPr>
        </p:nvSpPr>
        <p:spPr/>
        <p:txBody>
          <a:bodyPr/>
          <a:lstStyle/>
          <a:p>
            <a:fld id="{EEF24548-F3B5-4DF8-B8C1-067869AFD89A}" type="slidenum">
              <a:rPr lang="en-US" smtClean="0"/>
              <a:t>17</a:t>
            </a:fld>
            <a:endParaRPr lang="en-US"/>
          </a:p>
        </p:txBody>
      </p:sp>
    </p:spTree>
    <p:extLst>
      <p:ext uri="{BB962C8B-B14F-4D97-AF65-F5344CB8AC3E}">
        <p14:creationId xmlns:p14="http://schemas.microsoft.com/office/powerpoint/2010/main" val="2579778405"/>
      </p:ext>
    </p:extLst>
  </p:cSld>
  <p:clrMapOvr>
    <a:masterClrMapping/>
  </p:clrMapOvr>
</p:notes>
</file>

<file path=ppt/notesSlides/notesSlide1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Alt Board 3 (Red Green)- Click on the text boxes to edit them for your lesson content. </a:t>
            </a:r>
            <a:r>
              <a:rPr lang="en-US" baseline="0" dirty="0"/>
              <a:t>NOTE- deleting, moving, or altering animations for other objects may cause problems with the animation sequences.  Game and template design by Adam Groff.</a:t>
            </a:r>
            <a:endParaRPr lang="en-US" dirty="0"/>
          </a:p>
        </p:txBody>
      </p:sp>
      <p:sp>
        <p:nvSpPr>
          <p:cNvPr id="4" name="Slide Number Placeholder 3"/>
          <p:cNvSpPr>
            <a:spLocks noGrp="1"/>
          </p:cNvSpPr>
          <p:nvPr>
            <p:ph type="sldNum" sz="quarter" idx="10"/>
          </p:nvPr>
        </p:nvSpPr>
        <p:spPr/>
        <p:txBody>
          <a:bodyPr/>
          <a:lstStyle/>
          <a:p>
            <a:fld id="{EEF24548-F3B5-4DF8-B8C1-067869AFD89A}" type="slidenum">
              <a:rPr lang="en-US" smtClean="0"/>
              <a:t>18</a:t>
            </a:fld>
            <a:endParaRPr lang="en-US"/>
          </a:p>
        </p:txBody>
      </p:sp>
    </p:spTree>
    <p:extLst>
      <p:ext uri="{BB962C8B-B14F-4D97-AF65-F5344CB8AC3E}">
        <p14:creationId xmlns:p14="http://schemas.microsoft.com/office/powerpoint/2010/main" val="1672676165"/>
      </p:ext>
    </p:extLst>
  </p:cSld>
  <p:clrMapOvr>
    <a:masterClrMapping/>
  </p:clrMapOvr>
</p:notes>
</file>

<file path=ppt/notesSlides/notesSlide1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pPr marL="0" marR="0" indent="0" algn="l" defTabSz="914400" rtl="0" eaLnBrk="1" fontAlgn="auto" latinLnBrk="0" hangingPunct="1">
              <a:lnSpc>
                <a:spcPct val="100000"/>
              </a:lnSpc>
              <a:spcBef>
                <a:spcPts val="0"/>
              </a:spcBef>
              <a:spcAft>
                <a:spcPts val="0"/>
              </a:spcAft>
              <a:buClrTx/>
              <a:buSzTx/>
              <a:buFontTx/>
              <a:buNone/>
              <a:tabLst/>
              <a:defRPr/>
            </a:pPr>
            <a:r>
              <a:rPr lang="en-US" dirty="0"/>
              <a:t>Alt Board 3 (Blue Green)- Click on the text boxes to edit them for your lesson content. </a:t>
            </a:r>
            <a:r>
              <a:rPr lang="en-US" baseline="0" dirty="0"/>
              <a:t>NOTE- deleting, moving, or altering animations for other objects may cause problems with the animation sequences.  Game and template design by Adam Groff.</a:t>
            </a:r>
            <a:endParaRPr lang="en-US" dirty="0"/>
          </a:p>
        </p:txBody>
      </p:sp>
      <p:sp>
        <p:nvSpPr>
          <p:cNvPr id="4" name="Slide Number Placeholder 3"/>
          <p:cNvSpPr>
            <a:spLocks noGrp="1"/>
          </p:cNvSpPr>
          <p:nvPr>
            <p:ph type="sldNum" sz="quarter" idx="10"/>
          </p:nvPr>
        </p:nvSpPr>
        <p:spPr/>
        <p:txBody>
          <a:bodyPr/>
          <a:lstStyle/>
          <a:p>
            <a:fld id="{EEF24548-F3B5-4DF8-B8C1-067869AFD89A}" type="slidenum">
              <a:rPr lang="en-US" smtClean="0"/>
              <a:t>19</a:t>
            </a:fld>
            <a:endParaRPr lang="en-US"/>
          </a:p>
        </p:txBody>
      </p:sp>
    </p:spTree>
    <p:extLst>
      <p:ext uri="{BB962C8B-B14F-4D97-AF65-F5344CB8AC3E}">
        <p14:creationId xmlns:p14="http://schemas.microsoft.com/office/powerpoint/2010/main" val="34706842"/>
      </p:ext>
    </p:extLst>
  </p:cSld>
  <p:clrMapOvr>
    <a:masterClrMapping/>
  </p:clrMapOvr>
</p:notes>
</file>

<file path=ppt/notesSlides/notesSlide2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pPr marL="0" marR="0" indent="0" algn="l" defTabSz="914400" rtl="0" eaLnBrk="1" fontAlgn="auto" latinLnBrk="0" hangingPunct="1">
              <a:lnSpc>
                <a:spcPct val="100000"/>
              </a:lnSpc>
              <a:spcBef>
                <a:spcPts val="0"/>
              </a:spcBef>
              <a:spcAft>
                <a:spcPts val="0"/>
              </a:spcAft>
              <a:buClrTx/>
              <a:buSzTx/>
              <a:buFontTx/>
              <a:buNone/>
              <a:tabLst/>
              <a:defRPr/>
            </a:pPr>
            <a:r>
              <a:rPr lang="en-US" dirty="0"/>
              <a:t>Alt Board 4 (Blue Green)- Click on the text boxes to edit them for your lesson content. </a:t>
            </a:r>
            <a:r>
              <a:rPr lang="en-US" baseline="0" dirty="0"/>
              <a:t>NOTE- deleting, moving, or altering animations for other objects may cause problems with the animation sequences.  Game and template design by Adam Groff.</a:t>
            </a:r>
            <a:endParaRPr lang="en-US" dirty="0"/>
          </a:p>
        </p:txBody>
      </p:sp>
      <p:sp>
        <p:nvSpPr>
          <p:cNvPr id="4" name="Slide Number Placeholder 3"/>
          <p:cNvSpPr>
            <a:spLocks noGrp="1"/>
          </p:cNvSpPr>
          <p:nvPr>
            <p:ph type="sldNum" sz="quarter" idx="10"/>
          </p:nvPr>
        </p:nvSpPr>
        <p:spPr/>
        <p:txBody>
          <a:bodyPr/>
          <a:lstStyle/>
          <a:p>
            <a:fld id="{EEF24548-F3B5-4DF8-B8C1-067869AFD89A}" type="slidenum">
              <a:rPr lang="en-US" smtClean="0"/>
              <a:t>20</a:t>
            </a:fld>
            <a:endParaRPr lang="en-US"/>
          </a:p>
        </p:txBody>
      </p:sp>
    </p:spTree>
    <p:extLst>
      <p:ext uri="{BB962C8B-B14F-4D97-AF65-F5344CB8AC3E}">
        <p14:creationId xmlns:p14="http://schemas.microsoft.com/office/powerpoint/2010/main" val="34706842"/>
      </p:ext>
    </p:extLst>
  </p:cSld>
  <p:clrMapOvr>
    <a:masterClrMapping/>
  </p:clrMapOvr>
</p:notes>
</file>

<file path=ppt/notesSlides/notesSlide2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pPr marL="0" marR="0" indent="0" algn="l" defTabSz="914400" rtl="0" eaLnBrk="1" fontAlgn="auto" latinLnBrk="0" hangingPunct="1">
              <a:lnSpc>
                <a:spcPct val="100000"/>
              </a:lnSpc>
              <a:spcBef>
                <a:spcPts val="0"/>
              </a:spcBef>
              <a:spcAft>
                <a:spcPts val="0"/>
              </a:spcAft>
              <a:buClrTx/>
              <a:buSzTx/>
              <a:buFontTx/>
              <a:buNone/>
              <a:tabLst/>
              <a:defRPr/>
            </a:pPr>
            <a:r>
              <a:rPr lang="en-US" dirty="0"/>
              <a:t>Alt Board 4 (Red Green Wall)- The ‘wall’ boards have the added restriction that students must choose either above or below the black ‘wall’ and then stay on</a:t>
            </a:r>
            <a:r>
              <a:rPr lang="en-US" baseline="0" dirty="0"/>
              <a:t> that side of it for their next choice, as well (i.e. not mix a red block from above the wall with a green block from below the wall, or vice versa).  </a:t>
            </a:r>
            <a:r>
              <a:rPr lang="en-US" dirty="0"/>
              <a:t>Click on the text boxes to edit them for your lesson content. </a:t>
            </a:r>
            <a:r>
              <a:rPr lang="en-US" baseline="0" dirty="0"/>
              <a:t>NOTE- deleting, moving, or altering animations for other objects may cause problems with the animation sequences.  Game and template design by Adam Groff.</a:t>
            </a:r>
            <a:endParaRPr lang="en-US" dirty="0"/>
          </a:p>
        </p:txBody>
      </p:sp>
      <p:sp>
        <p:nvSpPr>
          <p:cNvPr id="4" name="Slide Number Placeholder 3"/>
          <p:cNvSpPr>
            <a:spLocks noGrp="1"/>
          </p:cNvSpPr>
          <p:nvPr>
            <p:ph type="sldNum" sz="quarter" idx="10"/>
          </p:nvPr>
        </p:nvSpPr>
        <p:spPr/>
        <p:txBody>
          <a:bodyPr/>
          <a:lstStyle/>
          <a:p>
            <a:fld id="{EEF24548-F3B5-4DF8-B8C1-067869AFD89A}" type="slidenum">
              <a:rPr lang="en-US" smtClean="0"/>
              <a:t>21</a:t>
            </a:fld>
            <a:endParaRPr lang="en-US"/>
          </a:p>
        </p:txBody>
      </p:sp>
    </p:spTree>
    <p:extLst>
      <p:ext uri="{BB962C8B-B14F-4D97-AF65-F5344CB8AC3E}">
        <p14:creationId xmlns:p14="http://schemas.microsoft.com/office/powerpoint/2010/main" val="2579778405"/>
      </p:ext>
    </p:extLst>
  </p:cSld>
  <p:clrMapOvr>
    <a:masterClrMapping/>
  </p:clrMapOvr>
</p:notes>
</file>

<file path=ppt/notesSlides/notesSlide2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Alt Board 5 (Red Green)- Click on the text boxes to edit them for your lesson content. </a:t>
            </a:r>
            <a:r>
              <a:rPr lang="en-US" baseline="0" dirty="0"/>
              <a:t>NOTE- deleting, moving, or altering animations for other objects may cause problems with the animation sequences.  Game and template design by Adam Groff.</a:t>
            </a:r>
            <a:endParaRPr lang="en-US" dirty="0"/>
          </a:p>
        </p:txBody>
      </p:sp>
      <p:sp>
        <p:nvSpPr>
          <p:cNvPr id="4" name="Slide Number Placeholder 3"/>
          <p:cNvSpPr>
            <a:spLocks noGrp="1"/>
          </p:cNvSpPr>
          <p:nvPr>
            <p:ph type="sldNum" sz="quarter" idx="10"/>
          </p:nvPr>
        </p:nvSpPr>
        <p:spPr/>
        <p:txBody>
          <a:bodyPr/>
          <a:lstStyle/>
          <a:p>
            <a:fld id="{EEF24548-F3B5-4DF8-B8C1-067869AFD89A}" type="slidenum">
              <a:rPr lang="en-US" smtClean="0"/>
              <a:t>22</a:t>
            </a:fld>
            <a:endParaRPr lang="en-US"/>
          </a:p>
        </p:txBody>
      </p:sp>
    </p:spTree>
    <p:extLst>
      <p:ext uri="{BB962C8B-B14F-4D97-AF65-F5344CB8AC3E}">
        <p14:creationId xmlns:p14="http://schemas.microsoft.com/office/powerpoint/2010/main" val="1672676165"/>
      </p:ext>
    </p:extLst>
  </p:cSld>
  <p:clrMapOvr>
    <a:masterClrMapping/>
  </p:clrMapOvr>
</p:notes>
</file>

<file path=ppt/notesSlides/notesSlide2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pPr marL="0" marR="0" indent="0" algn="l" defTabSz="914400" rtl="0" eaLnBrk="1" fontAlgn="auto" latinLnBrk="0" hangingPunct="1">
              <a:lnSpc>
                <a:spcPct val="100000"/>
              </a:lnSpc>
              <a:spcBef>
                <a:spcPts val="0"/>
              </a:spcBef>
              <a:spcAft>
                <a:spcPts val="0"/>
              </a:spcAft>
              <a:buClrTx/>
              <a:buSzTx/>
              <a:buFontTx/>
              <a:buNone/>
              <a:tabLst/>
              <a:defRPr/>
            </a:pPr>
            <a:r>
              <a:rPr lang="en-US" dirty="0"/>
              <a:t>Alt Board 5 (Red Green Wall)- The ‘wall’ boards have the added restriction that students must choose either above or below the black ‘wall’ and then stay on</a:t>
            </a:r>
            <a:r>
              <a:rPr lang="en-US" baseline="0" dirty="0"/>
              <a:t> that side of it for their next choice, as well (i.e. not mix a red block from above the wall with a green block from below the wall, or vice versa).  </a:t>
            </a:r>
            <a:r>
              <a:rPr lang="en-US" dirty="0"/>
              <a:t>Click on the text boxes to edit them for your lesson content. </a:t>
            </a:r>
            <a:r>
              <a:rPr lang="en-US" baseline="0" dirty="0"/>
              <a:t>NOTE- deleting, moving, or altering animations for other objects may cause problems with the animation sequences.  Game and template design by Adam Groff.</a:t>
            </a:r>
            <a:endParaRPr lang="en-US" dirty="0"/>
          </a:p>
        </p:txBody>
      </p:sp>
      <p:sp>
        <p:nvSpPr>
          <p:cNvPr id="4" name="Slide Number Placeholder 3"/>
          <p:cNvSpPr>
            <a:spLocks noGrp="1"/>
          </p:cNvSpPr>
          <p:nvPr>
            <p:ph type="sldNum" sz="quarter" idx="10"/>
          </p:nvPr>
        </p:nvSpPr>
        <p:spPr/>
        <p:txBody>
          <a:bodyPr/>
          <a:lstStyle/>
          <a:p>
            <a:fld id="{EEF24548-F3B5-4DF8-B8C1-067869AFD89A}" type="slidenum">
              <a:rPr lang="en-US" smtClean="0"/>
              <a:t>23</a:t>
            </a:fld>
            <a:endParaRPr lang="en-US"/>
          </a:p>
        </p:txBody>
      </p:sp>
    </p:spTree>
    <p:extLst>
      <p:ext uri="{BB962C8B-B14F-4D97-AF65-F5344CB8AC3E}">
        <p14:creationId xmlns:p14="http://schemas.microsoft.com/office/powerpoint/2010/main" val="2579778405"/>
      </p:ext>
    </p:extLst>
  </p:cSld>
  <p:clrMapOvr>
    <a:masterClrMapping/>
  </p:clrMapOvr>
</p:notes>
</file>

<file path=ppt/notesSlides/notesSlide2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Alt Board 6 (Red Green)- Click on the text boxes to edit them for your lesson content. </a:t>
            </a:r>
            <a:r>
              <a:rPr lang="en-US" baseline="0" dirty="0"/>
              <a:t>NOTE- deleting, moving, or altering animations for other objects may cause problems with the animation sequences.  Game and template design by Adam Groff.</a:t>
            </a:r>
            <a:endParaRPr lang="en-US" dirty="0"/>
          </a:p>
        </p:txBody>
      </p:sp>
      <p:sp>
        <p:nvSpPr>
          <p:cNvPr id="4" name="Slide Number Placeholder 3"/>
          <p:cNvSpPr>
            <a:spLocks noGrp="1"/>
          </p:cNvSpPr>
          <p:nvPr>
            <p:ph type="sldNum" sz="quarter" idx="10"/>
          </p:nvPr>
        </p:nvSpPr>
        <p:spPr/>
        <p:txBody>
          <a:bodyPr/>
          <a:lstStyle/>
          <a:p>
            <a:fld id="{EEF24548-F3B5-4DF8-B8C1-067869AFD89A}" type="slidenum">
              <a:rPr lang="en-US" smtClean="0"/>
              <a:t>24</a:t>
            </a:fld>
            <a:endParaRPr lang="en-US"/>
          </a:p>
        </p:txBody>
      </p:sp>
    </p:spTree>
    <p:extLst>
      <p:ext uri="{BB962C8B-B14F-4D97-AF65-F5344CB8AC3E}">
        <p14:creationId xmlns:p14="http://schemas.microsoft.com/office/powerpoint/2010/main" val="1672676165"/>
      </p:ext>
    </p:extLst>
  </p:cSld>
  <p:clrMapOvr>
    <a:masterClrMapping/>
  </p:clrMapOvr>
</p:notes>
</file>

<file path=ppt/notesSlides/notesSlide2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pPr marL="0" marR="0" indent="0" algn="l" defTabSz="914400" rtl="0" eaLnBrk="1" fontAlgn="auto" latinLnBrk="0" hangingPunct="1">
              <a:lnSpc>
                <a:spcPct val="100000"/>
              </a:lnSpc>
              <a:spcBef>
                <a:spcPts val="0"/>
              </a:spcBef>
              <a:spcAft>
                <a:spcPts val="0"/>
              </a:spcAft>
              <a:buClrTx/>
              <a:buSzTx/>
              <a:buFontTx/>
              <a:buNone/>
              <a:tabLst/>
              <a:defRPr/>
            </a:pPr>
            <a:r>
              <a:rPr lang="en-US" dirty="0"/>
              <a:t>Alt Board 6 (Blue Green)- Click on the text boxes to edit them for your lesson content. </a:t>
            </a:r>
            <a:r>
              <a:rPr lang="en-US" baseline="0" dirty="0"/>
              <a:t>NOTE- deleting, moving, or altering animations for other objects may cause problems with the animation sequences.  Game and template design by Adam Groff.</a:t>
            </a:r>
            <a:endParaRPr lang="en-US" dirty="0"/>
          </a:p>
        </p:txBody>
      </p:sp>
      <p:sp>
        <p:nvSpPr>
          <p:cNvPr id="4" name="Slide Number Placeholder 3"/>
          <p:cNvSpPr>
            <a:spLocks noGrp="1"/>
          </p:cNvSpPr>
          <p:nvPr>
            <p:ph type="sldNum" sz="quarter" idx="10"/>
          </p:nvPr>
        </p:nvSpPr>
        <p:spPr/>
        <p:txBody>
          <a:bodyPr/>
          <a:lstStyle/>
          <a:p>
            <a:fld id="{EEF24548-F3B5-4DF8-B8C1-067869AFD89A}" type="slidenum">
              <a:rPr lang="en-US" smtClean="0"/>
              <a:t>25</a:t>
            </a:fld>
            <a:endParaRPr lang="en-US"/>
          </a:p>
        </p:txBody>
      </p:sp>
    </p:spTree>
    <p:extLst>
      <p:ext uri="{BB962C8B-B14F-4D97-AF65-F5344CB8AC3E}">
        <p14:creationId xmlns:p14="http://schemas.microsoft.com/office/powerpoint/2010/main" val="34706842"/>
      </p:ext>
    </p:extLst>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sp>
        <p:nvSpPr>
          <p:cNvPr id="2" name="Title 1"/>
          <p:cNvSpPr>
            <a:spLocks noGrp="1"/>
          </p:cNvSpPr>
          <p:nvPr>
            <p:ph type="ctrTitle"/>
          </p:nvPr>
        </p:nvSpPr>
        <p:spPr>
          <a:xfrm>
            <a:off x="1097280" y="2556511"/>
            <a:ext cx="12435840" cy="1764030"/>
          </a:xfrm>
        </p:spPr>
        <p:txBody>
          <a:bodyPr/>
          <a:lstStyle/>
          <a:p>
            <a:r>
              <a:rPr lang="en-US"/>
              <a:t>Click to edit Master title style</a:t>
            </a:r>
          </a:p>
        </p:txBody>
      </p:sp>
      <p:sp>
        <p:nvSpPr>
          <p:cNvPr id="3" name="Subtitle 2"/>
          <p:cNvSpPr>
            <a:spLocks noGrp="1"/>
          </p:cNvSpPr>
          <p:nvPr>
            <p:ph type="subTitle" idx="1"/>
          </p:nvPr>
        </p:nvSpPr>
        <p:spPr>
          <a:xfrm>
            <a:off x="2194560" y="4663440"/>
            <a:ext cx="10241280" cy="2103120"/>
          </a:xfrm>
        </p:spPr>
        <p:txBody>
          <a:bodyPr/>
          <a:lstStyle>
            <a:lvl1pPr marL="0" indent="0" algn="ctr">
              <a:buNone/>
              <a:defRPr>
                <a:solidFill>
                  <a:schemeClr val="tx1">
                    <a:tint val="75000"/>
                  </a:schemeClr>
                </a:solidFill>
              </a:defRPr>
            </a:lvl1pPr>
            <a:lvl2pPr marL="653110" indent="0" algn="ctr">
              <a:buNone/>
              <a:defRPr>
                <a:solidFill>
                  <a:schemeClr val="tx1">
                    <a:tint val="75000"/>
                  </a:schemeClr>
                </a:solidFill>
              </a:defRPr>
            </a:lvl2pPr>
            <a:lvl3pPr marL="1306220" indent="0" algn="ctr">
              <a:buNone/>
              <a:defRPr>
                <a:solidFill>
                  <a:schemeClr val="tx1">
                    <a:tint val="75000"/>
                  </a:schemeClr>
                </a:solidFill>
              </a:defRPr>
            </a:lvl3pPr>
            <a:lvl4pPr marL="1959331" indent="0" algn="ctr">
              <a:buNone/>
              <a:defRPr>
                <a:solidFill>
                  <a:schemeClr val="tx1">
                    <a:tint val="75000"/>
                  </a:schemeClr>
                </a:solidFill>
              </a:defRPr>
            </a:lvl4pPr>
            <a:lvl5pPr marL="2612441" indent="0" algn="ctr">
              <a:buNone/>
              <a:defRPr>
                <a:solidFill>
                  <a:schemeClr val="tx1">
                    <a:tint val="75000"/>
                  </a:schemeClr>
                </a:solidFill>
              </a:defRPr>
            </a:lvl5pPr>
            <a:lvl6pPr marL="3265551" indent="0" algn="ctr">
              <a:buNone/>
              <a:defRPr>
                <a:solidFill>
                  <a:schemeClr val="tx1">
                    <a:tint val="75000"/>
                  </a:schemeClr>
                </a:solidFill>
              </a:defRPr>
            </a:lvl6pPr>
            <a:lvl7pPr marL="3918661" indent="0" algn="ctr">
              <a:buNone/>
              <a:defRPr>
                <a:solidFill>
                  <a:schemeClr val="tx1">
                    <a:tint val="75000"/>
                  </a:schemeClr>
                </a:solidFill>
              </a:defRPr>
            </a:lvl7pPr>
            <a:lvl8pPr marL="4571771" indent="0" algn="ctr">
              <a:buNone/>
              <a:defRPr>
                <a:solidFill>
                  <a:schemeClr val="tx1">
                    <a:tint val="75000"/>
                  </a:schemeClr>
                </a:solidFill>
              </a:defRPr>
            </a:lvl8pPr>
            <a:lvl9pPr marL="5224882" indent="0" algn="ctr">
              <a:buNone/>
              <a:defRPr>
                <a:solidFill>
                  <a:schemeClr val="tx1">
                    <a:tint val="75000"/>
                  </a:schemeClr>
                </a:solidFill>
              </a:defRPr>
            </a:lvl9pPr>
          </a:lstStyle>
          <a:p>
            <a:r>
              <a:rPr lang="en-US"/>
              <a:t>Click to edit Master subtitle style</a:t>
            </a:r>
          </a:p>
        </p:txBody>
      </p:sp>
      <p:sp>
        <p:nvSpPr>
          <p:cNvPr id="4" name="Date Placeholder 3"/>
          <p:cNvSpPr>
            <a:spLocks noGrp="1"/>
          </p:cNvSpPr>
          <p:nvPr>
            <p:ph type="dt" sz="half" idx="10"/>
          </p:nvPr>
        </p:nvSpPr>
        <p:spPr/>
        <p:txBody>
          <a:bodyPr/>
          <a:lstStyle/>
          <a:p>
            <a:fld id="{1D8BD707-D9CF-40AE-B4C6-C98DA3205C09}" type="datetimeFigureOut">
              <a:rPr lang="en-US" smtClean="0"/>
              <a:pPr/>
              <a:t>5/7/26</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B6F15528-21DE-4FAA-801E-634DDDAF4B2B}" type="slidenum">
              <a:rPr lang="en-US" smtClean="0"/>
              <a:pPr/>
              <a:t>‹#›</a:t>
            </a:fld>
            <a:endParaRPr lang="en-US"/>
          </a:p>
        </p:txBody>
      </p:sp>
    </p:spTree>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p>
        </p:txBody>
      </p:sp>
      <p:sp>
        <p:nvSpPr>
          <p:cNvPr id="3" name="Content Placeholder 2"/>
          <p:cNvSpPr>
            <a:spLocks noGrp="1"/>
          </p:cNvSpPr>
          <p:nvPr>
            <p:ph idx="1"/>
          </p:nvPr>
        </p:nvSpPr>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p:cNvSpPr>
            <a:spLocks noGrp="1"/>
          </p:cNvSpPr>
          <p:nvPr>
            <p:ph type="dt" sz="half" idx="10"/>
          </p:nvPr>
        </p:nvSpPr>
        <p:spPr/>
        <p:txBody>
          <a:bodyPr/>
          <a:lstStyle/>
          <a:p>
            <a:fld id="{1D8BD707-D9CF-40AE-B4C6-C98DA3205C09}" type="datetimeFigureOut">
              <a:rPr lang="en-US" smtClean="0"/>
              <a:pPr/>
              <a:t>5/7/26</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B6F15528-21DE-4FAA-801E-634DDDAF4B2B}" type="slidenum">
              <a:rPr lang="en-US" smtClean="0"/>
              <a:pPr/>
              <a:t>‹#›</a:t>
            </a:fld>
            <a:endParaRPr lang="en-US"/>
          </a:p>
        </p:txBody>
      </p:sp>
    </p:spTree>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p:cNvSpPr>
            <a:spLocks noGrp="1"/>
          </p:cNvSpPr>
          <p:nvPr>
            <p:ph type="title"/>
          </p:nvPr>
        </p:nvSpPr>
        <p:spPr>
          <a:xfrm>
            <a:off x="1155701" y="5288281"/>
            <a:ext cx="12435840" cy="1634490"/>
          </a:xfrm>
        </p:spPr>
        <p:txBody>
          <a:bodyPr anchor="t"/>
          <a:lstStyle>
            <a:lvl1pPr algn="l">
              <a:defRPr sz="5700" b="1" cap="all"/>
            </a:lvl1pPr>
          </a:lstStyle>
          <a:p>
            <a:r>
              <a:rPr lang="en-US"/>
              <a:t>Click to edit Master title style</a:t>
            </a:r>
          </a:p>
        </p:txBody>
      </p:sp>
      <p:sp>
        <p:nvSpPr>
          <p:cNvPr id="3" name="Text Placeholder 2"/>
          <p:cNvSpPr>
            <a:spLocks noGrp="1"/>
          </p:cNvSpPr>
          <p:nvPr>
            <p:ph type="body" idx="1"/>
          </p:nvPr>
        </p:nvSpPr>
        <p:spPr>
          <a:xfrm>
            <a:off x="1155701" y="3488056"/>
            <a:ext cx="12435840" cy="1800224"/>
          </a:xfrm>
        </p:spPr>
        <p:txBody>
          <a:bodyPr anchor="b"/>
          <a:lstStyle>
            <a:lvl1pPr marL="0" indent="0">
              <a:buNone/>
              <a:defRPr sz="2900">
                <a:solidFill>
                  <a:schemeClr val="tx1">
                    <a:tint val="75000"/>
                  </a:schemeClr>
                </a:solidFill>
              </a:defRPr>
            </a:lvl1pPr>
            <a:lvl2pPr marL="653110" indent="0">
              <a:buNone/>
              <a:defRPr sz="2600">
                <a:solidFill>
                  <a:schemeClr val="tx1">
                    <a:tint val="75000"/>
                  </a:schemeClr>
                </a:solidFill>
              </a:defRPr>
            </a:lvl2pPr>
            <a:lvl3pPr marL="1306220" indent="0">
              <a:buNone/>
              <a:defRPr sz="2300">
                <a:solidFill>
                  <a:schemeClr val="tx1">
                    <a:tint val="75000"/>
                  </a:schemeClr>
                </a:solidFill>
              </a:defRPr>
            </a:lvl3pPr>
            <a:lvl4pPr marL="1959331" indent="0">
              <a:buNone/>
              <a:defRPr sz="2000">
                <a:solidFill>
                  <a:schemeClr val="tx1">
                    <a:tint val="75000"/>
                  </a:schemeClr>
                </a:solidFill>
              </a:defRPr>
            </a:lvl4pPr>
            <a:lvl5pPr marL="2612441" indent="0">
              <a:buNone/>
              <a:defRPr sz="2000">
                <a:solidFill>
                  <a:schemeClr val="tx1">
                    <a:tint val="75000"/>
                  </a:schemeClr>
                </a:solidFill>
              </a:defRPr>
            </a:lvl5pPr>
            <a:lvl6pPr marL="3265551" indent="0">
              <a:buNone/>
              <a:defRPr sz="2000">
                <a:solidFill>
                  <a:schemeClr val="tx1">
                    <a:tint val="75000"/>
                  </a:schemeClr>
                </a:solidFill>
              </a:defRPr>
            </a:lvl6pPr>
            <a:lvl7pPr marL="3918661" indent="0">
              <a:buNone/>
              <a:defRPr sz="2000">
                <a:solidFill>
                  <a:schemeClr val="tx1">
                    <a:tint val="75000"/>
                  </a:schemeClr>
                </a:solidFill>
              </a:defRPr>
            </a:lvl7pPr>
            <a:lvl8pPr marL="4571771" indent="0">
              <a:buNone/>
              <a:defRPr sz="2000">
                <a:solidFill>
                  <a:schemeClr val="tx1">
                    <a:tint val="75000"/>
                  </a:schemeClr>
                </a:solidFill>
              </a:defRPr>
            </a:lvl8pPr>
            <a:lvl9pPr marL="5224882" indent="0">
              <a:buNone/>
              <a:defRPr sz="2000">
                <a:solidFill>
                  <a:schemeClr val="tx1">
                    <a:tint val="75000"/>
                  </a:schemeClr>
                </a:solidFill>
              </a:defRPr>
            </a:lvl9pPr>
          </a:lstStyle>
          <a:p>
            <a:pPr lvl="0"/>
            <a:r>
              <a:rPr lang="en-US"/>
              <a:t>Click to edit Master text styles</a:t>
            </a:r>
          </a:p>
        </p:txBody>
      </p:sp>
      <p:sp>
        <p:nvSpPr>
          <p:cNvPr id="4" name="Date Placeholder 3"/>
          <p:cNvSpPr>
            <a:spLocks noGrp="1"/>
          </p:cNvSpPr>
          <p:nvPr>
            <p:ph type="dt" sz="half" idx="10"/>
          </p:nvPr>
        </p:nvSpPr>
        <p:spPr/>
        <p:txBody>
          <a:bodyPr/>
          <a:lstStyle/>
          <a:p>
            <a:fld id="{1D8BD707-D9CF-40AE-B4C6-C98DA3205C09}" type="datetimeFigureOut">
              <a:rPr lang="en-US" smtClean="0"/>
              <a:pPr/>
              <a:t>5/7/26</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B6F15528-21DE-4FAA-801E-634DDDAF4B2B}" type="slidenum">
              <a:rPr lang="en-US" smtClean="0"/>
              <a:pPr/>
              <a:t>‹#›</a:t>
            </a:fld>
            <a:endParaRPr lang="en-US"/>
          </a:p>
        </p:txBody>
      </p:sp>
    </p:spTree>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p>
        </p:txBody>
      </p:sp>
      <p:sp>
        <p:nvSpPr>
          <p:cNvPr id="3" name="Content Placeholder 2"/>
          <p:cNvSpPr>
            <a:spLocks noGrp="1"/>
          </p:cNvSpPr>
          <p:nvPr>
            <p:ph sz="half" idx="1"/>
          </p:nvPr>
        </p:nvSpPr>
        <p:spPr>
          <a:xfrm>
            <a:off x="731520" y="1920240"/>
            <a:ext cx="6461760" cy="5431156"/>
          </a:xfrm>
        </p:spPr>
        <p:txBody>
          <a:bodyPr/>
          <a:lstStyle>
            <a:lvl1pPr>
              <a:defRPr sz="4000"/>
            </a:lvl1pPr>
            <a:lvl2pPr>
              <a:defRPr sz="3400"/>
            </a:lvl2pPr>
            <a:lvl3pPr>
              <a:defRPr sz="2900"/>
            </a:lvl3pPr>
            <a:lvl4pPr>
              <a:defRPr sz="2600"/>
            </a:lvl4pPr>
            <a:lvl5pPr>
              <a:defRPr sz="2600"/>
            </a:lvl5pPr>
            <a:lvl6pPr>
              <a:defRPr sz="2600"/>
            </a:lvl6pPr>
            <a:lvl7pPr>
              <a:defRPr sz="2600"/>
            </a:lvl7pPr>
            <a:lvl8pPr>
              <a:defRPr sz="2600"/>
            </a:lvl8pPr>
            <a:lvl9pPr>
              <a:defRPr sz="26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Content Placeholder 3"/>
          <p:cNvSpPr>
            <a:spLocks noGrp="1"/>
          </p:cNvSpPr>
          <p:nvPr>
            <p:ph sz="half" idx="2"/>
          </p:nvPr>
        </p:nvSpPr>
        <p:spPr>
          <a:xfrm>
            <a:off x="7437120" y="1920240"/>
            <a:ext cx="6461760" cy="5431156"/>
          </a:xfrm>
        </p:spPr>
        <p:txBody>
          <a:bodyPr/>
          <a:lstStyle>
            <a:lvl1pPr>
              <a:defRPr sz="4000"/>
            </a:lvl1pPr>
            <a:lvl2pPr>
              <a:defRPr sz="3400"/>
            </a:lvl2pPr>
            <a:lvl3pPr>
              <a:defRPr sz="2900"/>
            </a:lvl3pPr>
            <a:lvl4pPr>
              <a:defRPr sz="2600"/>
            </a:lvl4pPr>
            <a:lvl5pPr>
              <a:defRPr sz="2600"/>
            </a:lvl5pPr>
            <a:lvl6pPr>
              <a:defRPr sz="2600"/>
            </a:lvl6pPr>
            <a:lvl7pPr>
              <a:defRPr sz="2600"/>
            </a:lvl7pPr>
            <a:lvl8pPr>
              <a:defRPr sz="2600"/>
            </a:lvl8pPr>
            <a:lvl9pPr>
              <a:defRPr sz="26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5" name="Date Placeholder 4"/>
          <p:cNvSpPr>
            <a:spLocks noGrp="1"/>
          </p:cNvSpPr>
          <p:nvPr>
            <p:ph type="dt" sz="half" idx="10"/>
          </p:nvPr>
        </p:nvSpPr>
        <p:spPr/>
        <p:txBody>
          <a:bodyPr/>
          <a:lstStyle/>
          <a:p>
            <a:fld id="{1D8BD707-D9CF-40AE-B4C6-C98DA3205C09}" type="datetimeFigureOut">
              <a:rPr lang="en-US" smtClean="0"/>
              <a:pPr/>
              <a:t>5/7/26</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B6F15528-21DE-4FAA-801E-634DDDAF4B2B}" type="slidenum">
              <a:rPr lang="en-US" smtClean="0"/>
              <a:pPr/>
              <a:t>‹#›</a:t>
            </a:fld>
            <a:endParaRPr lang="en-US"/>
          </a:p>
        </p:txBody>
      </p:sp>
    </p:spTree>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lvl1pPr>
              <a:defRPr/>
            </a:lvl1pPr>
          </a:lstStyle>
          <a:p>
            <a:r>
              <a:rPr lang="en-US"/>
              <a:t>Click to edit Master title style</a:t>
            </a:r>
          </a:p>
        </p:txBody>
      </p:sp>
      <p:sp>
        <p:nvSpPr>
          <p:cNvPr id="3" name="Text Placeholder 2"/>
          <p:cNvSpPr>
            <a:spLocks noGrp="1"/>
          </p:cNvSpPr>
          <p:nvPr>
            <p:ph type="body" idx="1"/>
          </p:nvPr>
        </p:nvSpPr>
        <p:spPr>
          <a:xfrm>
            <a:off x="731520" y="1842136"/>
            <a:ext cx="6464301" cy="767714"/>
          </a:xfrm>
        </p:spPr>
        <p:txBody>
          <a:bodyPr anchor="b"/>
          <a:lstStyle>
            <a:lvl1pPr marL="0" indent="0">
              <a:buNone/>
              <a:defRPr sz="3400" b="1"/>
            </a:lvl1pPr>
            <a:lvl2pPr marL="653110" indent="0">
              <a:buNone/>
              <a:defRPr sz="2900" b="1"/>
            </a:lvl2pPr>
            <a:lvl3pPr marL="1306220" indent="0">
              <a:buNone/>
              <a:defRPr sz="2600" b="1"/>
            </a:lvl3pPr>
            <a:lvl4pPr marL="1959331" indent="0">
              <a:buNone/>
              <a:defRPr sz="2300" b="1"/>
            </a:lvl4pPr>
            <a:lvl5pPr marL="2612441" indent="0">
              <a:buNone/>
              <a:defRPr sz="2300" b="1"/>
            </a:lvl5pPr>
            <a:lvl6pPr marL="3265551" indent="0">
              <a:buNone/>
              <a:defRPr sz="2300" b="1"/>
            </a:lvl6pPr>
            <a:lvl7pPr marL="3918661" indent="0">
              <a:buNone/>
              <a:defRPr sz="2300" b="1"/>
            </a:lvl7pPr>
            <a:lvl8pPr marL="4571771" indent="0">
              <a:buNone/>
              <a:defRPr sz="2300" b="1"/>
            </a:lvl8pPr>
            <a:lvl9pPr marL="5224882" indent="0">
              <a:buNone/>
              <a:defRPr sz="2300" b="1"/>
            </a:lvl9pPr>
          </a:lstStyle>
          <a:p>
            <a:pPr lvl="0"/>
            <a:r>
              <a:rPr lang="en-US"/>
              <a:t>Click to edit Master text styles</a:t>
            </a:r>
          </a:p>
        </p:txBody>
      </p:sp>
      <p:sp>
        <p:nvSpPr>
          <p:cNvPr id="4" name="Content Placeholder 3"/>
          <p:cNvSpPr>
            <a:spLocks noGrp="1"/>
          </p:cNvSpPr>
          <p:nvPr>
            <p:ph sz="half" idx="2"/>
          </p:nvPr>
        </p:nvSpPr>
        <p:spPr>
          <a:xfrm>
            <a:off x="731520" y="2609850"/>
            <a:ext cx="6464301" cy="4741546"/>
          </a:xfrm>
        </p:spPr>
        <p:txBody>
          <a:bodyPr/>
          <a:lstStyle>
            <a:lvl1pPr>
              <a:defRPr sz="3400"/>
            </a:lvl1pPr>
            <a:lvl2pPr>
              <a:defRPr sz="2900"/>
            </a:lvl2pPr>
            <a:lvl3pPr>
              <a:defRPr sz="2600"/>
            </a:lvl3pPr>
            <a:lvl4pPr>
              <a:defRPr sz="2300"/>
            </a:lvl4pPr>
            <a:lvl5pPr>
              <a:defRPr sz="2300"/>
            </a:lvl5pPr>
            <a:lvl6pPr>
              <a:defRPr sz="2300"/>
            </a:lvl6pPr>
            <a:lvl7pPr>
              <a:defRPr sz="2300"/>
            </a:lvl7pPr>
            <a:lvl8pPr>
              <a:defRPr sz="2300"/>
            </a:lvl8pPr>
            <a:lvl9pPr>
              <a:defRPr sz="23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5" name="Text Placeholder 4"/>
          <p:cNvSpPr>
            <a:spLocks noGrp="1"/>
          </p:cNvSpPr>
          <p:nvPr>
            <p:ph type="body" sz="quarter" idx="3"/>
          </p:nvPr>
        </p:nvSpPr>
        <p:spPr>
          <a:xfrm>
            <a:off x="7432041" y="1842136"/>
            <a:ext cx="6466840" cy="767714"/>
          </a:xfrm>
        </p:spPr>
        <p:txBody>
          <a:bodyPr anchor="b"/>
          <a:lstStyle>
            <a:lvl1pPr marL="0" indent="0">
              <a:buNone/>
              <a:defRPr sz="3400" b="1"/>
            </a:lvl1pPr>
            <a:lvl2pPr marL="653110" indent="0">
              <a:buNone/>
              <a:defRPr sz="2900" b="1"/>
            </a:lvl2pPr>
            <a:lvl3pPr marL="1306220" indent="0">
              <a:buNone/>
              <a:defRPr sz="2600" b="1"/>
            </a:lvl3pPr>
            <a:lvl4pPr marL="1959331" indent="0">
              <a:buNone/>
              <a:defRPr sz="2300" b="1"/>
            </a:lvl4pPr>
            <a:lvl5pPr marL="2612441" indent="0">
              <a:buNone/>
              <a:defRPr sz="2300" b="1"/>
            </a:lvl5pPr>
            <a:lvl6pPr marL="3265551" indent="0">
              <a:buNone/>
              <a:defRPr sz="2300" b="1"/>
            </a:lvl6pPr>
            <a:lvl7pPr marL="3918661" indent="0">
              <a:buNone/>
              <a:defRPr sz="2300" b="1"/>
            </a:lvl7pPr>
            <a:lvl8pPr marL="4571771" indent="0">
              <a:buNone/>
              <a:defRPr sz="2300" b="1"/>
            </a:lvl8pPr>
            <a:lvl9pPr marL="5224882" indent="0">
              <a:buNone/>
              <a:defRPr sz="2300" b="1"/>
            </a:lvl9pPr>
          </a:lstStyle>
          <a:p>
            <a:pPr lvl="0"/>
            <a:r>
              <a:rPr lang="en-US"/>
              <a:t>Click to edit Master text styles</a:t>
            </a:r>
          </a:p>
        </p:txBody>
      </p:sp>
      <p:sp>
        <p:nvSpPr>
          <p:cNvPr id="6" name="Content Placeholder 5"/>
          <p:cNvSpPr>
            <a:spLocks noGrp="1"/>
          </p:cNvSpPr>
          <p:nvPr>
            <p:ph sz="quarter" idx="4"/>
          </p:nvPr>
        </p:nvSpPr>
        <p:spPr>
          <a:xfrm>
            <a:off x="7432041" y="2609850"/>
            <a:ext cx="6466840" cy="4741546"/>
          </a:xfrm>
        </p:spPr>
        <p:txBody>
          <a:bodyPr/>
          <a:lstStyle>
            <a:lvl1pPr>
              <a:defRPr sz="3400"/>
            </a:lvl1pPr>
            <a:lvl2pPr>
              <a:defRPr sz="2900"/>
            </a:lvl2pPr>
            <a:lvl3pPr>
              <a:defRPr sz="2600"/>
            </a:lvl3pPr>
            <a:lvl4pPr>
              <a:defRPr sz="2300"/>
            </a:lvl4pPr>
            <a:lvl5pPr>
              <a:defRPr sz="2300"/>
            </a:lvl5pPr>
            <a:lvl6pPr>
              <a:defRPr sz="2300"/>
            </a:lvl6pPr>
            <a:lvl7pPr>
              <a:defRPr sz="2300"/>
            </a:lvl7pPr>
            <a:lvl8pPr>
              <a:defRPr sz="2300"/>
            </a:lvl8pPr>
            <a:lvl9pPr>
              <a:defRPr sz="23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7" name="Date Placeholder 6"/>
          <p:cNvSpPr>
            <a:spLocks noGrp="1"/>
          </p:cNvSpPr>
          <p:nvPr>
            <p:ph type="dt" sz="half" idx="10"/>
          </p:nvPr>
        </p:nvSpPr>
        <p:spPr/>
        <p:txBody>
          <a:bodyPr/>
          <a:lstStyle/>
          <a:p>
            <a:fld id="{1D8BD707-D9CF-40AE-B4C6-C98DA3205C09}" type="datetimeFigureOut">
              <a:rPr lang="en-US" smtClean="0"/>
              <a:pPr/>
              <a:t>5/7/26</a:t>
            </a:fld>
            <a:endParaRPr lang="en-US"/>
          </a:p>
        </p:txBody>
      </p:sp>
      <p:sp>
        <p:nvSpPr>
          <p:cNvPr id="8" name="Footer Placeholder 7"/>
          <p:cNvSpPr>
            <a:spLocks noGrp="1"/>
          </p:cNvSpPr>
          <p:nvPr>
            <p:ph type="ftr" sz="quarter" idx="11"/>
          </p:nvPr>
        </p:nvSpPr>
        <p:spPr/>
        <p:txBody>
          <a:bodyPr/>
          <a:lstStyle/>
          <a:p>
            <a:endParaRPr lang="en-US"/>
          </a:p>
        </p:txBody>
      </p:sp>
      <p:sp>
        <p:nvSpPr>
          <p:cNvPr id="9" name="Slide Number Placeholder 8"/>
          <p:cNvSpPr>
            <a:spLocks noGrp="1"/>
          </p:cNvSpPr>
          <p:nvPr>
            <p:ph type="sldNum" sz="quarter" idx="12"/>
          </p:nvPr>
        </p:nvSpPr>
        <p:spPr/>
        <p:txBody>
          <a:bodyPr/>
          <a:lstStyle/>
          <a:p>
            <a:fld id="{B6F15528-21DE-4FAA-801E-634DDDAF4B2B}" type="slidenum">
              <a:rPr lang="en-US" smtClean="0"/>
              <a:pPr/>
              <a:t>‹#›</a:t>
            </a:fld>
            <a:endParaRPr lang="en-US"/>
          </a:p>
        </p:txBody>
      </p:sp>
    </p:spTree>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p>
        </p:txBody>
      </p:sp>
      <p:sp>
        <p:nvSpPr>
          <p:cNvPr id="3" name="Date Placeholder 2"/>
          <p:cNvSpPr>
            <a:spLocks noGrp="1"/>
          </p:cNvSpPr>
          <p:nvPr>
            <p:ph type="dt" sz="half" idx="10"/>
          </p:nvPr>
        </p:nvSpPr>
        <p:spPr/>
        <p:txBody>
          <a:bodyPr/>
          <a:lstStyle/>
          <a:p>
            <a:fld id="{1D8BD707-D9CF-40AE-B4C6-C98DA3205C09}" type="datetimeFigureOut">
              <a:rPr lang="en-US" smtClean="0"/>
              <a:pPr/>
              <a:t>5/7/26</a:t>
            </a:fld>
            <a:endParaRPr lang="en-US"/>
          </a:p>
        </p:txBody>
      </p:sp>
      <p:sp>
        <p:nvSpPr>
          <p:cNvPr id="4" name="Footer Placeholder 3"/>
          <p:cNvSpPr>
            <a:spLocks noGrp="1"/>
          </p:cNvSpPr>
          <p:nvPr>
            <p:ph type="ftr" sz="quarter" idx="11"/>
          </p:nvPr>
        </p:nvSpPr>
        <p:spPr/>
        <p:txBody>
          <a:bodyPr/>
          <a:lstStyle/>
          <a:p>
            <a:endParaRPr lang="en-US"/>
          </a:p>
        </p:txBody>
      </p:sp>
      <p:sp>
        <p:nvSpPr>
          <p:cNvPr id="5" name="Slide Number Placeholder 4"/>
          <p:cNvSpPr>
            <a:spLocks noGrp="1"/>
          </p:cNvSpPr>
          <p:nvPr>
            <p:ph type="sldNum" sz="quarter" idx="12"/>
          </p:nvPr>
        </p:nvSpPr>
        <p:spPr/>
        <p:txBody>
          <a:bodyPr/>
          <a:lstStyle/>
          <a:p>
            <a:fld id="{B6F15528-21DE-4FAA-801E-634DDDAF4B2B}" type="slidenum">
              <a:rPr lang="en-US" smtClean="0"/>
              <a:pPr/>
              <a:t>‹#›</a:t>
            </a:fld>
            <a:endParaRPr lang="en-US"/>
          </a:p>
        </p:txBody>
      </p:sp>
    </p:spTree>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1"/>
          <p:cNvSpPr>
            <a:spLocks noGrp="1"/>
          </p:cNvSpPr>
          <p:nvPr>
            <p:ph type="dt" sz="half" idx="10"/>
          </p:nvPr>
        </p:nvSpPr>
        <p:spPr/>
        <p:txBody>
          <a:bodyPr/>
          <a:lstStyle/>
          <a:p>
            <a:fld id="{1D8BD707-D9CF-40AE-B4C6-C98DA3205C09}" type="datetimeFigureOut">
              <a:rPr lang="en-US" smtClean="0"/>
              <a:pPr/>
              <a:t>5/7/26</a:t>
            </a:fld>
            <a:endParaRPr lang="en-US"/>
          </a:p>
        </p:txBody>
      </p:sp>
      <p:sp>
        <p:nvSpPr>
          <p:cNvPr id="3" name="Footer Placeholder 2"/>
          <p:cNvSpPr>
            <a:spLocks noGrp="1"/>
          </p:cNvSpPr>
          <p:nvPr>
            <p:ph type="ftr" sz="quarter" idx="11"/>
          </p:nvPr>
        </p:nvSpPr>
        <p:spPr/>
        <p:txBody>
          <a:bodyPr/>
          <a:lstStyle/>
          <a:p>
            <a:endParaRPr lang="en-US"/>
          </a:p>
        </p:txBody>
      </p:sp>
      <p:sp>
        <p:nvSpPr>
          <p:cNvPr id="4" name="Slide Number Placeholder 3"/>
          <p:cNvSpPr>
            <a:spLocks noGrp="1"/>
          </p:cNvSpPr>
          <p:nvPr>
            <p:ph type="sldNum" sz="quarter" idx="12"/>
          </p:nvPr>
        </p:nvSpPr>
        <p:spPr/>
        <p:txBody>
          <a:bodyPr/>
          <a:lstStyle/>
          <a:p>
            <a:fld id="{B6F15528-21DE-4FAA-801E-634DDDAF4B2B}" type="slidenum">
              <a:rPr lang="en-US" smtClean="0"/>
              <a:pPr/>
              <a:t>‹#›</a:t>
            </a:fld>
            <a:endParaRPr lang="en-US"/>
          </a:p>
        </p:txBody>
      </p:sp>
    </p:spTree>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731521" y="327660"/>
            <a:ext cx="4813301" cy="1394460"/>
          </a:xfrm>
        </p:spPr>
        <p:txBody>
          <a:bodyPr anchor="b"/>
          <a:lstStyle>
            <a:lvl1pPr algn="l">
              <a:defRPr sz="2900" b="1"/>
            </a:lvl1pPr>
          </a:lstStyle>
          <a:p>
            <a:r>
              <a:rPr lang="en-US"/>
              <a:t>Click to edit Master title style</a:t>
            </a:r>
          </a:p>
        </p:txBody>
      </p:sp>
      <p:sp>
        <p:nvSpPr>
          <p:cNvPr id="3" name="Content Placeholder 2"/>
          <p:cNvSpPr>
            <a:spLocks noGrp="1"/>
          </p:cNvSpPr>
          <p:nvPr>
            <p:ph idx="1"/>
          </p:nvPr>
        </p:nvSpPr>
        <p:spPr>
          <a:xfrm>
            <a:off x="5720080" y="327660"/>
            <a:ext cx="8178800" cy="7023736"/>
          </a:xfrm>
        </p:spPr>
        <p:txBody>
          <a:bodyPr/>
          <a:lstStyle>
            <a:lvl1pPr>
              <a:defRPr sz="4600"/>
            </a:lvl1pPr>
            <a:lvl2pPr>
              <a:defRPr sz="4000"/>
            </a:lvl2pPr>
            <a:lvl3pPr>
              <a:defRPr sz="3400"/>
            </a:lvl3pPr>
            <a:lvl4pPr>
              <a:defRPr sz="2900"/>
            </a:lvl4pPr>
            <a:lvl5pPr>
              <a:defRPr sz="2900"/>
            </a:lvl5pPr>
            <a:lvl6pPr>
              <a:defRPr sz="2900"/>
            </a:lvl6pPr>
            <a:lvl7pPr>
              <a:defRPr sz="2900"/>
            </a:lvl7pPr>
            <a:lvl8pPr>
              <a:defRPr sz="2900"/>
            </a:lvl8pPr>
            <a:lvl9pPr>
              <a:defRPr sz="29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Text Placeholder 3"/>
          <p:cNvSpPr>
            <a:spLocks noGrp="1"/>
          </p:cNvSpPr>
          <p:nvPr>
            <p:ph type="body" sz="half" idx="2"/>
          </p:nvPr>
        </p:nvSpPr>
        <p:spPr>
          <a:xfrm>
            <a:off x="731521" y="1722120"/>
            <a:ext cx="4813301" cy="5629276"/>
          </a:xfrm>
        </p:spPr>
        <p:txBody>
          <a:bodyPr/>
          <a:lstStyle>
            <a:lvl1pPr marL="0" indent="0">
              <a:buNone/>
              <a:defRPr sz="2000"/>
            </a:lvl1pPr>
            <a:lvl2pPr marL="653110" indent="0">
              <a:buNone/>
              <a:defRPr sz="1700"/>
            </a:lvl2pPr>
            <a:lvl3pPr marL="1306220" indent="0">
              <a:buNone/>
              <a:defRPr sz="1400"/>
            </a:lvl3pPr>
            <a:lvl4pPr marL="1959331" indent="0">
              <a:buNone/>
              <a:defRPr sz="1300"/>
            </a:lvl4pPr>
            <a:lvl5pPr marL="2612441" indent="0">
              <a:buNone/>
              <a:defRPr sz="1300"/>
            </a:lvl5pPr>
            <a:lvl6pPr marL="3265551" indent="0">
              <a:buNone/>
              <a:defRPr sz="1300"/>
            </a:lvl6pPr>
            <a:lvl7pPr marL="3918661" indent="0">
              <a:buNone/>
              <a:defRPr sz="1300"/>
            </a:lvl7pPr>
            <a:lvl8pPr marL="4571771" indent="0">
              <a:buNone/>
              <a:defRPr sz="1300"/>
            </a:lvl8pPr>
            <a:lvl9pPr marL="5224882" indent="0">
              <a:buNone/>
              <a:defRPr sz="1300"/>
            </a:lvl9pPr>
          </a:lstStyle>
          <a:p>
            <a:pPr lvl="0"/>
            <a:r>
              <a:rPr lang="en-US"/>
              <a:t>Click to edit Master text styles</a:t>
            </a:r>
          </a:p>
        </p:txBody>
      </p:sp>
      <p:sp>
        <p:nvSpPr>
          <p:cNvPr id="5" name="Date Placeholder 4"/>
          <p:cNvSpPr>
            <a:spLocks noGrp="1"/>
          </p:cNvSpPr>
          <p:nvPr>
            <p:ph type="dt" sz="half" idx="10"/>
          </p:nvPr>
        </p:nvSpPr>
        <p:spPr/>
        <p:txBody>
          <a:bodyPr/>
          <a:lstStyle/>
          <a:p>
            <a:fld id="{1D8BD707-D9CF-40AE-B4C6-C98DA3205C09}" type="datetimeFigureOut">
              <a:rPr lang="en-US" smtClean="0"/>
              <a:pPr/>
              <a:t>5/7/26</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B6F15528-21DE-4FAA-801E-634DDDAF4B2B}" type="slidenum">
              <a:rPr lang="en-US" smtClean="0"/>
              <a:pPr/>
              <a:t>‹#›</a:t>
            </a:fld>
            <a:endParaRPr lang="en-US"/>
          </a:p>
        </p:txBody>
      </p:sp>
    </p:spTree>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2867661" y="5760720"/>
            <a:ext cx="8778240" cy="680086"/>
          </a:xfrm>
        </p:spPr>
        <p:txBody>
          <a:bodyPr anchor="b"/>
          <a:lstStyle>
            <a:lvl1pPr algn="l">
              <a:defRPr sz="2900" b="1"/>
            </a:lvl1pPr>
          </a:lstStyle>
          <a:p>
            <a:r>
              <a:rPr lang="en-US"/>
              <a:t>Click to edit Master title style</a:t>
            </a:r>
          </a:p>
        </p:txBody>
      </p:sp>
      <p:sp>
        <p:nvSpPr>
          <p:cNvPr id="3" name="Picture Placeholder 2"/>
          <p:cNvSpPr>
            <a:spLocks noGrp="1"/>
          </p:cNvSpPr>
          <p:nvPr>
            <p:ph type="pic" idx="1"/>
          </p:nvPr>
        </p:nvSpPr>
        <p:spPr>
          <a:xfrm>
            <a:off x="2867661" y="735330"/>
            <a:ext cx="8778240" cy="4937760"/>
          </a:xfrm>
        </p:spPr>
        <p:txBody>
          <a:bodyPr/>
          <a:lstStyle>
            <a:lvl1pPr marL="0" indent="0">
              <a:buNone/>
              <a:defRPr sz="4600"/>
            </a:lvl1pPr>
            <a:lvl2pPr marL="653110" indent="0">
              <a:buNone/>
              <a:defRPr sz="4000"/>
            </a:lvl2pPr>
            <a:lvl3pPr marL="1306220" indent="0">
              <a:buNone/>
              <a:defRPr sz="3400"/>
            </a:lvl3pPr>
            <a:lvl4pPr marL="1959331" indent="0">
              <a:buNone/>
              <a:defRPr sz="2900"/>
            </a:lvl4pPr>
            <a:lvl5pPr marL="2612441" indent="0">
              <a:buNone/>
              <a:defRPr sz="2900"/>
            </a:lvl5pPr>
            <a:lvl6pPr marL="3265551" indent="0">
              <a:buNone/>
              <a:defRPr sz="2900"/>
            </a:lvl6pPr>
            <a:lvl7pPr marL="3918661" indent="0">
              <a:buNone/>
              <a:defRPr sz="2900"/>
            </a:lvl7pPr>
            <a:lvl8pPr marL="4571771" indent="0">
              <a:buNone/>
              <a:defRPr sz="2900"/>
            </a:lvl8pPr>
            <a:lvl9pPr marL="5224882" indent="0">
              <a:buNone/>
              <a:defRPr sz="2900"/>
            </a:lvl9pPr>
          </a:lstStyle>
          <a:p>
            <a:endParaRPr lang="en-US"/>
          </a:p>
        </p:txBody>
      </p:sp>
      <p:sp>
        <p:nvSpPr>
          <p:cNvPr id="4" name="Text Placeholder 3"/>
          <p:cNvSpPr>
            <a:spLocks noGrp="1"/>
          </p:cNvSpPr>
          <p:nvPr>
            <p:ph type="body" sz="half" idx="2"/>
          </p:nvPr>
        </p:nvSpPr>
        <p:spPr>
          <a:xfrm>
            <a:off x="2867661" y="6440806"/>
            <a:ext cx="8778240" cy="965834"/>
          </a:xfrm>
        </p:spPr>
        <p:txBody>
          <a:bodyPr/>
          <a:lstStyle>
            <a:lvl1pPr marL="0" indent="0">
              <a:buNone/>
              <a:defRPr sz="2000"/>
            </a:lvl1pPr>
            <a:lvl2pPr marL="653110" indent="0">
              <a:buNone/>
              <a:defRPr sz="1700"/>
            </a:lvl2pPr>
            <a:lvl3pPr marL="1306220" indent="0">
              <a:buNone/>
              <a:defRPr sz="1400"/>
            </a:lvl3pPr>
            <a:lvl4pPr marL="1959331" indent="0">
              <a:buNone/>
              <a:defRPr sz="1300"/>
            </a:lvl4pPr>
            <a:lvl5pPr marL="2612441" indent="0">
              <a:buNone/>
              <a:defRPr sz="1300"/>
            </a:lvl5pPr>
            <a:lvl6pPr marL="3265551" indent="0">
              <a:buNone/>
              <a:defRPr sz="1300"/>
            </a:lvl6pPr>
            <a:lvl7pPr marL="3918661" indent="0">
              <a:buNone/>
              <a:defRPr sz="1300"/>
            </a:lvl7pPr>
            <a:lvl8pPr marL="4571771" indent="0">
              <a:buNone/>
              <a:defRPr sz="1300"/>
            </a:lvl8pPr>
            <a:lvl9pPr marL="5224882" indent="0">
              <a:buNone/>
              <a:defRPr sz="1300"/>
            </a:lvl9pPr>
          </a:lstStyle>
          <a:p>
            <a:pPr lvl="0"/>
            <a:r>
              <a:rPr lang="en-US"/>
              <a:t>Click to edit Master text styles</a:t>
            </a:r>
          </a:p>
        </p:txBody>
      </p:sp>
      <p:sp>
        <p:nvSpPr>
          <p:cNvPr id="5" name="Date Placeholder 4"/>
          <p:cNvSpPr>
            <a:spLocks noGrp="1"/>
          </p:cNvSpPr>
          <p:nvPr>
            <p:ph type="dt" sz="half" idx="10"/>
          </p:nvPr>
        </p:nvSpPr>
        <p:spPr/>
        <p:txBody>
          <a:bodyPr/>
          <a:lstStyle/>
          <a:p>
            <a:fld id="{1D8BD707-D9CF-40AE-B4C6-C98DA3205C09}" type="datetimeFigureOut">
              <a:rPr lang="en-US" smtClean="0"/>
              <a:pPr/>
              <a:t>5/7/26</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B6F15528-21DE-4FAA-801E-634DDDAF4B2B}" type="slidenum">
              <a:rPr lang="en-US" smtClean="0"/>
              <a:pPr/>
              <a:t>‹#›</a:t>
            </a:fld>
            <a:endParaRPr lang="en-US"/>
          </a:p>
        </p:txBody>
      </p:sp>
    </p:spTree>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p>
        </p:txBody>
      </p:sp>
      <p:sp>
        <p:nvSpPr>
          <p:cNvPr id="3" name="Vertical Text Placeholder 2"/>
          <p:cNvSpPr>
            <a:spLocks noGrp="1"/>
          </p:cNvSpPr>
          <p:nvPr>
            <p:ph type="body" orient="vert" idx="1"/>
          </p:nvPr>
        </p:nvSpPr>
        <p:spPr/>
        <p:txBody>
          <a:bodyPr vert="eaVert"/>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p:cNvSpPr>
            <a:spLocks noGrp="1"/>
          </p:cNvSpPr>
          <p:nvPr>
            <p:ph type="dt" sz="half" idx="10"/>
          </p:nvPr>
        </p:nvSpPr>
        <p:spPr/>
        <p:txBody>
          <a:bodyPr/>
          <a:lstStyle/>
          <a:p>
            <a:fld id="{1D8BD707-D9CF-40AE-B4C6-C98DA3205C09}" type="datetimeFigureOut">
              <a:rPr lang="en-US" smtClean="0"/>
              <a:pPr/>
              <a:t>5/7/26</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B6F15528-21DE-4FAA-801E-634DDDAF4B2B}" type="slidenum">
              <a:rPr lang="en-US" smtClean="0"/>
              <a:pPr/>
              <a:t>‹#›</a:t>
            </a:fld>
            <a:endParaRPr lang="en-US"/>
          </a:p>
        </p:txBody>
      </p:sp>
    </p:spTree>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p:cNvSpPr>
            <a:spLocks noGrp="1"/>
          </p:cNvSpPr>
          <p:nvPr>
            <p:ph type="title" orient="vert"/>
          </p:nvPr>
        </p:nvSpPr>
        <p:spPr>
          <a:xfrm>
            <a:off x="10607040" y="329566"/>
            <a:ext cx="3291840" cy="7021830"/>
          </a:xfrm>
        </p:spPr>
        <p:txBody>
          <a:bodyPr vert="eaVert"/>
          <a:lstStyle/>
          <a:p>
            <a:r>
              <a:rPr lang="en-US"/>
              <a:t>Click to edit Master title style</a:t>
            </a:r>
          </a:p>
        </p:txBody>
      </p:sp>
      <p:sp>
        <p:nvSpPr>
          <p:cNvPr id="3" name="Vertical Text Placeholder 2"/>
          <p:cNvSpPr>
            <a:spLocks noGrp="1"/>
          </p:cNvSpPr>
          <p:nvPr>
            <p:ph type="body" orient="vert" idx="1"/>
          </p:nvPr>
        </p:nvSpPr>
        <p:spPr>
          <a:xfrm>
            <a:off x="731520" y="329566"/>
            <a:ext cx="9631680" cy="7021830"/>
          </a:xfrm>
        </p:spPr>
        <p:txBody>
          <a:bodyPr vert="eaVert"/>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p:cNvSpPr>
            <a:spLocks noGrp="1"/>
          </p:cNvSpPr>
          <p:nvPr>
            <p:ph type="dt" sz="half" idx="10"/>
          </p:nvPr>
        </p:nvSpPr>
        <p:spPr/>
        <p:txBody>
          <a:bodyPr/>
          <a:lstStyle/>
          <a:p>
            <a:fld id="{1D8BD707-D9CF-40AE-B4C6-C98DA3205C09}" type="datetimeFigureOut">
              <a:rPr lang="en-US" smtClean="0"/>
              <a:pPr/>
              <a:t>5/7/26</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B6F15528-21DE-4FAA-801E-634DDDAF4B2B}" type="slidenum">
              <a:rPr lang="en-US" smtClean="0"/>
              <a:pPr/>
              <a:t>‹#›</a:t>
            </a:fld>
            <a:endParaRPr lang="en-US"/>
          </a:p>
        </p:txBody>
      </p:sp>
    </p:spTree>
  </p:cSld>
  <p:clrMapOvr>
    <a:masterClrMapping/>
  </p:clrMapOvr>
</p:sldLayout>
</file>

<file path=ppt/slideMasters/_rels/slideMaster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slideLayout" Target="../slideLayouts/slideLayout2.xml"/><Relationship Id="rId3" Type="http://schemas.openxmlformats.org/officeDocument/2006/relationships/slideLayout" Target="../slideLayouts/slideLayout3.xml"/><Relationship Id="rId4" Type="http://schemas.openxmlformats.org/officeDocument/2006/relationships/slideLayout" Target="../slideLayouts/slideLayout4.xml"/><Relationship Id="rId5" Type="http://schemas.openxmlformats.org/officeDocument/2006/relationships/slideLayout" Target="../slideLayouts/slideLayout5.xml"/><Relationship Id="rId6" Type="http://schemas.openxmlformats.org/officeDocument/2006/relationships/slideLayout" Target="../slideLayouts/slideLayout6.xml"/><Relationship Id="rId7" Type="http://schemas.openxmlformats.org/officeDocument/2006/relationships/slideLayout" Target="../slideLayouts/slideLayout7.xml"/><Relationship Id="rId8" Type="http://schemas.openxmlformats.org/officeDocument/2006/relationships/slideLayout" Target="../slideLayouts/slideLayout8.xml"/><Relationship Id="rId9" Type="http://schemas.openxmlformats.org/officeDocument/2006/relationships/slideLayout" Target="../slideLayouts/slideLayout9.xml"/><Relationship Id="rId10" Type="http://schemas.openxmlformats.org/officeDocument/2006/relationships/slideLayout" Target="../slideLayouts/slideLayout10.xml"/><Relationship Id="rId11" Type="http://schemas.openxmlformats.org/officeDocument/2006/relationships/slideLayout" Target="../slideLayouts/slideLayout11.xml"/><Relationship Id="rId12" Type="http://schemas.openxmlformats.org/officeDocument/2006/relationships/theme" Target="../theme/theme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Pr>
        <a:solidFill>
          <a:schemeClr val="tx1"/>
        </a:solidFill>
        <a:effectLst/>
      </p:bgPr>
    </p:bg>
    <p:spTree>
      <p:nvGrpSpPr>
        <p:cNvPr id="1" name=""/>
        <p:cNvGrpSpPr/>
        <p:nvPr/>
      </p:nvGrpSpPr>
      <p:grpSpPr>
        <a:xfrm>
          <a:off x="0" y="0"/>
          <a:ext cx="0" cy="0"/>
          <a:chOff x="0" y="0"/>
          <a:chExt cx="0" cy="0"/>
        </a:xfrm>
      </p:grpSpPr>
      <p:sp>
        <p:nvSpPr>
          <p:cNvPr id="2" name="Title Placeholder 1"/>
          <p:cNvSpPr>
            <a:spLocks noGrp="1"/>
          </p:cNvSpPr>
          <p:nvPr>
            <p:ph type="title"/>
          </p:nvPr>
        </p:nvSpPr>
        <p:spPr>
          <a:xfrm>
            <a:off x="731520" y="329566"/>
            <a:ext cx="13167360" cy="1371600"/>
          </a:xfrm>
          <a:prstGeom prst="rect">
            <a:avLst/>
          </a:prstGeom>
        </p:spPr>
        <p:txBody>
          <a:bodyPr vert="horz" lIns="130622" tIns="65311" rIns="130622" bIns="65311" rtlCol="0" anchor="ctr">
            <a:normAutofit/>
          </a:bodyPr>
          <a:lstStyle/>
          <a:p>
            <a:r>
              <a:rPr lang="en-US"/>
              <a:t>Click to edit Master title style</a:t>
            </a:r>
          </a:p>
        </p:txBody>
      </p:sp>
      <p:sp>
        <p:nvSpPr>
          <p:cNvPr id="3" name="Text Placeholder 2"/>
          <p:cNvSpPr>
            <a:spLocks noGrp="1"/>
          </p:cNvSpPr>
          <p:nvPr>
            <p:ph type="body" idx="1"/>
          </p:nvPr>
        </p:nvSpPr>
        <p:spPr>
          <a:xfrm>
            <a:off x="731520" y="1920240"/>
            <a:ext cx="13167360" cy="5431156"/>
          </a:xfrm>
          <a:prstGeom prst="rect">
            <a:avLst/>
          </a:prstGeom>
        </p:spPr>
        <p:txBody>
          <a:bodyPr vert="horz" lIns="130622" tIns="65311" rIns="130622" bIns="65311" rtlCol="0">
            <a:normAutofit/>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p:cNvSpPr>
            <a:spLocks noGrp="1"/>
          </p:cNvSpPr>
          <p:nvPr>
            <p:ph type="dt" sz="half" idx="2"/>
          </p:nvPr>
        </p:nvSpPr>
        <p:spPr>
          <a:xfrm>
            <a:off x="731520" y="7627621"/>
            <a:ext cx="3413760" cy="438150"/>
          </a:xfrm>
          <a:prstGeom prst="rect">
            <a:avLst/>
          </a:prstGeom>
        </p:spPr>
        <p:txBody>
          <a:bodyPr vert="horz" lIns="130622" tIns="65311" rIns="130622" bIns="65311" rtlCol="0" anchor="ctr"/>
          <a:lstStyle>
            <a:lvl1pPr algn="l">
              <a:defRPr sz="1700">
                <a:solidFill>
                  <a:schemeClr val="tx1">
                    <a:tint val="75000"/>
                  </a:schemeClr>
                </a:solidFill>
              </a:defRPr>
            </a:lvl1pPr>
          </a:lstStyle>
          <a:p>
            <a:fld id="{1D8BD707-D9CF-40AE-B4C6-C98DA3205C09}" type="datetimeFigureOut">
              <a:rPr lang="en-US" smtClean="0"/>
              <a:pPr/>
              <a:t>5/7/26</a:t>
            </a:fld>
            <a:endParaRPr lang="en-US"/>
          </a:p>
        </p:txBody>
      </p:sp>
      <p:sp>
        <p:nvSpPr>
          <p:cNvPr id="5" name="Footer Placeholder 4"/>
          <p:cNvSpPr>
            <a:spLocks noGrp="1"/>
          </p:cNvSpPr>
          <p:nvPr>
            <p:ph type="ftr" sz="quarter" idx="3"/>
          </p:nvPr>
        </p:nvSpPr>
        <p:spPr>
          <a:xfrm>
            <a:off x="4998720" y="7627621"/>
            <a:ext cx="4632960" cy="438150"/>
          </a:xfrm>
          <a:prstGeom prst="rect">
            <a:avLst/>
          </a:prstGeom>
        </p:spPr>
        <p:txBody>
          <a:bodyPr vert="horz" lIns="130622" tIns="65311" rIns="130622" bIns="65311" rtlCol="0" anchor="ctr"/>
          <a:lstStyle>
            <a:lvl1pPr algn="ctr">
              <a:defRPr sz="1700">
                <a:solidFill>
                  <a:schemeClr val="tx1">
                    <a:tint val="75000"/>
                  </a:schemeClr>
                </a:solidFill>
              </a:defRPr>
            </a:lvl1pPr>
          </a:lstStyle>
          <a:p>
            <a:endParaRPr lang="en-US"/>
          </a:p>
        </p:txBody>
      </p:sp>
      <p:sp>
        <p:nvSpPr>
          <p:cNvPr id="6" name="Slide Number Placeholder 5"/>
          <p:cNvSpPr>
            <a:spLocks noGrp="1"/>
          </p:cNvSpPr>
          <p:nvPr>
            <p:ph type="sldNum" sz="quarter" idx="4"/>
          </p:nvPr>
        </p:nvSpPr>
        <p:spPr>
          <a:xfrm>
            <a:off x="10485120" y="7627621"/>
            <a:ext cx="3413760" cy="438150"/>
          </a:xfrm>
          <a:prstGeom prst="rect">
            <a:avLst/>
          </a:prstGeom>
        </p:spPr>
        <p:txBody>
          <a:bodyPr vert="horz" lIns="130622" tIns="65311" rIns="130622" bIns="65311" rtlCol="0" anchor="ctr"/>
          <a:lstStyle>
            <a:lvl1pPr algn="r">
              <a:defRPr sz="1700">
                <a:solidFill>
                  <a:schemeClr val="tx1">
                    <a:tint val="75000"/>
                  </a:schemeClr>
                </a:solidFill>
              </a:defRPr>
            </a:lvl1pPr>
          </a:lstStyle>
          <a:p>
            <a:fld id="{B6F15528-21DE-4FAA-801E-634DDDAF4B2B}" type="slidenum">
              <a:rPr lang="en-US" smtClean="0"/>
              <a:pPr/>
              <a:t>‹#›</a:t>
            </a:fld>
            <a:endParaRPr lang="en-US"/>
          </a:p>
        </p:txBody>
      </p:sp>
    </p:spTree>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 id="2147483653" r:id="rId5"/>
    <p:sldLayoutId id="2147483654" r:id="rId6"/>
    <p:sldLayoutId id="2147483655" r:id="rId7"/>
    <p:sldLayoutId id="2147483656" r:id="rId8"/>
    <p:sldLayoutId id="2147483657" r:id="rId9"/>
    <p:sldLayoutId id="2147483658" r:id="rId10"/>
    <p:sldLayoutId id="2147483659" r:id="rId11"/>
  </p:sldLayoutIdLst>
  <p:txStyles>
    <p:titleStyle>
      <a:lvl1pPr algn="ctr" defTabSz="1306220" rtl="0" eaLnBrk="1" latinLnBrk="0" hangingPunct="1">
        <a:spcBef>
          <a:spcPct val="0"/>
        </a:spcBef>
        <a:buNone/>
        <a:defRPr sz="6300" kern="1200">
          <a:solidFill>
            <a:schemeClr val="tx1"/>
          </a:solidFill>
          <a:latin typeface="+mj-lt"/>
          <a:ea typeface="+mj-ea"/>
          <a:cs typeface="+mj-cs"/>
        </a:defRPr>
      </a:lvl1pPr>
    </p:titleStyle>
    <p:bodyStyle>
      <a:lvl1pPr marL="489833" indent="-489833" algn="l" defTabSz="1306220" rtl="0" eaLnBrk="1" latinLnBrk="0" hangingPunct="1">
        <a:spcBef>
          <a:spcPct val="20000"/>
        </a:spcBef>
        <a:buFont typeface="Arial" pitchFamily="34" charset="0"/>
        <a:buChar char="•"/>
        <a:defRPr sz="4600" kern="1200">
          <a:solidFill>
            <a:schemeClr val="tx1"/>
          </a:solidFill>
          <a:latin typeface="+mn-lt"/>
          <a:ea typeface="+mn-ea"/>
          <a:cs typeface="+mn-cs"/>
        </a:defRPr>
      </a:lvl1pPr>
      <a:lvl2pPr marL="1061304" indent="-408194" algn="l" defTabSz="1306220" rtl="0" eaLnBrk="1" latinLnBrk="0" hangingPunct="1">
        <a:spcBef>
          <a:spcPct val="20000"/>
        </a:spcBef>
        <a:buFont typeface="Arial" pitchFamily="34" charset="0"/>
        <a:buChar char="–"/>
        <a:defRPr sz="4000" kern="1200">
          <a:solidFill>
            <a:schemeClr val="tx1"/>
          </a:solidFill>
          <a:latin typeface="+mn-lt"/>
          <a:ea typeface="+mn-ea"/>
          <a:cs typeface="+mn-cs"/>
        </a:defRPr>
      </a:lvl2pPr>
      <a:lvl3pPr marL="1632776" indent="-326555" algn="l" defTabSz="1306220" rtl="0" eaLnBrk="1" latinLnBrk="0" hangingPunct="1">
        <a:spcBef>
          <a:spcPct val="20000"/>
        </a:spcBef>
        <a:buFont typeface="Arial" pitchFamily="34" charset="0"/>
        <a:buChar char="•"/>
        <a:defRPr sz="3400" kern="1200">
          <a:solidFill>
            <a:schemeClr val="tx1"/>
          </a:solidFill>
          <a:latin typeface="+mn-lt"/>
          <a:ea typeface="+mn-ea"/>
          <a:cs typeface="+mn-cs"/>
        </a:defRPr>
      </a:lvl3pPr>
      <a:lvl4pPr marL="2285886" indent="-326555" algn="l" defTabSz="1306220" rtl="0" eaLnBrk="1" latinLnBrk="0" hangingPunct="1">
        <a:spcBef>
          <a:spcPct val="20000"/>
        </a:spcBef>
        <a:buFont typeface="Arial" pitchFamily="34" charset="0"/>
        <a:buChar char="–"/>
        <a:defRPr sz="2900" kern="1200">
          <a:solidFill>
            <a:schemeClr val="tx1"/>
          </a:solidFill>
          <a:latin typeface="+mn-lt"/>
          <a:ea typeface="+mn-ea"/>
          <a:cs typeface="+mn-cs"/>
        </a:defRPr>
      </a:lvl4pPr>
      <a:lvl5pPr marL="2938996" indent="-326555" algn="l" defTabSz="1306220" rtl="0" eaLnBrk="1" latinLnBrk="0" hangingPunct="1">
        <a:spcBef>
          <a:spcPct val="20000"/>
        </a:spcBef>
        <a:buFont typeface="Arial" pitchFamily="34" charset="0"/>
        <a:buChar char="»"/>
        <a:defRPr sz="2900" kern="1200">
          <a:solidFill>
            <a:schemeClr val="tx1"/>
          </a:solidFill>
          <a:latin typeface="+mn-lt"/>
          <a:ea typeface="+mn-ea"/>
          <a:cs typeface="+mn-cs"/>
        </a:defRPr>
      </a:lvl5pPr>
      <a:lvl6pPr marL="3592106" indent="-326555" algn="l" defTabSz="1306220" rtl="0" eaLnBrk="1" latinLnBrk="0" hangingPunct="1">
        <a:spcBef>
          <a:spcPct val="20000"/>
        </a:spcBef>
        <a:buFont typeface="Arial" pitchFamily="34" charset="0"/>
        <a:buChar char="•"/>
        <a:defRPr sz="2900" kern="1200">
          <a:solidFill>
            <a:schemeClr val="tx1"/>
          </a:solidFill>
          <a:latin typeface="+mn-lt"/>
          <a:ea typeface="+mn-ea"/>
          <a:cs typeface="+mn-cs"/>
        </a:defRPr>
      </a:lvl6pPr>
      <a:lvl7pPr marL="4245216" indent="-326555" algn="l" defTabSz="1306220" rtl="0" eaLnBrk="1" latinLnBrk="0" hangingPunct="1">
        <a:spcBef>
          <a:spcPct val="20000"/>
        </a:spcBef>
        <a:buFont typeface="Arial" pitchFamily="34" charset="0"/>
        <a:buChar char="•"/>
        <a:defRPr sz="2900" kern="1200">
          <a:solidFill>
            <a:schemeClr val="tx1"/>
          </a:solidFill>
          <a:latin typeface="+mn-lt"/>
          <a:ea typeface="+mn-ea"/>
          <a:cs typeface="+mn-cs"/>
        </a:defRPr>
      </a:lvl7pPr>
      <a:lvl8pPr marL="4898327" indent="-326555" algn="l" defTabSz="1306220" rtl="0" eaLnBrk="1" latinLnBrk="0" hangingPunct="1">
        <a:spcBef>
          <a:spcPct val="20000"/>
        </a:spcBef>
        <a:buFont typeface="Arial" pitchFamily="34" charset="0"/>
        <a:buChar char="•"/>
        <a:defRPr sz="2900" kern="1200">
          <a:solidFill>
            <a:schemeClr val="tx1"/>
          </a:solidFill>
          <a:latin typeface="+mn-lt"/>
          <a:ea typeface="+mn-ea"/>
          <a:cs typeface="+mn-cs"/>
        </a:defRPr>
      </a:lvl8pPr>
      <a:lvl9pPr marL="5551437" indent="-326555" algn="l" defTabSz="1306220" rtl="0" eaLnBrk="1" latinLnBrk="0" hangingPunct="1">
        <a:spcBef>
          <a:spcPct val="20000"/>
        </a:spcBef>
        <a:buFont typeface="Arial" pitchFamily="34" charset="0"/>
        <a:buChar char="•"/>
        <a:defRPr sz="2900" kern="1200">
          <a:solidFill>
            <a:schemeClr val="tx1"/>
          </a:solidFill>
          <a:latin typeface="+mn-lt"/>
          <a:ea typeface="+mn-ea"/>
          <a:cs typeface="+mn-cs"/>
        </a:defRPr>
      </a:lvl9pPr>
    </p:bodyStyle>
    <p:otherStyle>
      <a:defPPr>
        <a:defRPr lang="en-US"/>
      </a:defPPr>
      <a:lvl1pPr marL="0" algn="l" defTabSz="1306220" rtl="0" eaLnBrk="1" latinLnBrk="0" hangingPunct="1">
        <a:defRPr sz="2600" kern="1200">
          <a:solidFill>
            <a:schemeClr val="tx1"/>
          </a:solidFill>
          <a:latin typeface="+mn-lt"/>
          <a:ea typeface="+mn-ea"/>
          <a:cs typeface="+mn-cs"/>
        </a:defRPr>
      </a:lvl1pPr>
      <a:lvl2pPr marL="653110" algn="l" defTabSz="1306220" rtl="0" eaLnBrk="1" latinLnBrk="0" hangingPunct="1">
        <a:defRPr sz="2600" kern="1200">
          <a:solidFill>
            <a:schemeClr val="tx1"/>
          </a:solidFill>
          <a:latin typeface="+mn-lt"/>
          <a:ea typeface="+mn-ea"/>
          <a:cs typeface="+mn-cs"/>
        </a:defRPr>
      </a:lvl2pPr>
      <a:lvl3pPr marL="1306220" algn="l" defTabSz="1306220" rtl="0" eaLnBrk="1" latinLnBrk="0" hangingPunct="1">
        <a:defRPr sz="2600" kern="1200">
          <a:solidFill>
            <a:schemeClr val="tx1"/>
          </a:solidFill>
          <a:latin typeface="+mn-lt"/>
          <a:ea typeface="+mn-ea"/>
          <a:cs typeface="+mn-cs"/>
        </a:defRPr>
      </a:lvl3pPr>
      <a:lvl4pPr marL="1959331" algn="l" defTabSz="1306220" rtl="0" eaLnBrk="1" latinLnBrk="0" hangingPunct="1">
        <a:defRPr sz="2600" kern="1200">
          <a:solidFill>
            <a:schemeClr val="tx1"/>
          </a:solidFill>
          <a:latin typeface="+mn-lt"/>
          <a:ea typeface="+mn-ea"/>
          <a:cs typeface="+mn-cs"/>
        </a:defRPr>
      </a:lvl4pPr>
      <a:lvl5pPr marL="2612441" algn="l" defTabSz="1306220" rtl="0" eaLnBrk="1" latinLnBrk="0" hangingPunct="1">
        <a:defRPr sz="2600" kern="1200">
          <a:solidFill>
            <a:schemeClr val="tx1"/>
          </a:solidFill>
          <a:latin typeface="+mn-lt"/>
          <a:ea typeface="+mn-ea"/>
          <a:cs typeface="+mn-cs"/>
        </a:defRPr>
      </a:lvl5pPr>
      <a:lvl6pPr marL="3265551" algn="l" defTabSz="1306220" rtl="0" eaLnBrk="1" latinLnBrk="0" hangingPunct="1">
        <a:defRPr sz="2600" kern="1200">
          <a:solidFill>
            <a:schemeClr val="tx1"/>
          </a:solidFill>
          <a:latin typeface="+mn-lt"/>
          <a:ea typeface="+mn-ea"/>
          <a:cs typeface="+mn-cs"/>
        </a:defRPr>
      </a:lvl6pPr>
      <a:lvl7pPr marL="3918661" algn="l" defTabSz="1306220" rtl="0" eaLnBrk="1" latinLnBrk="0" hangingPunct="1">
        <a:defRPr sz="2600" kern="1200">
          <a:solidFill>
            <a:schemeClr val="tx1"/>
          </a:solidFill>
          <a:latin typeface="+mn-lt"/>
          <a:ea typeface="+mn-ea"/>
          <a:cs typeface="+mn-cs"/>
        </a:defRPr>
      </a:lvl7pPr>
      <a:lvl8pPr marL="4571771" algn="l" defTabSz="1306220" rtl="0" eaLnBrk="1" latinLnBrk="0" hangingPunct="1">
        <a:defRPr sz="2600" kern="1200">
          <a:solidFill>
            <a:schemeClr val="tx1"/>
          </a:solidFill>
          <a:latin typeface="+mn-lt"/>
          <a:ea typeface="+mn-ea"/>
          <a:cs typeface="+mn-cs"/>
        </a:defRPr>
      </a:lvl8pPr>
      <a:lvl9pPr marL="5224882" algn="l" defTabSz="1306220" rtl="0" eaLnBrk="1" latinLnBrk="0" hangingPunct="1">
        <a:defRPr sz="26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microsoft.com/office/2007/relationships/media" Target="../media/media1.mp3"/><Relationship Id="rId2" Type="http://schemas.openxmlformats.org/officeDocument/2006/relationships/audio" Target="../media/media1.mp3"/><Relationship Id="rId3" Type="http://schemas.openxmlformats.org/officeDocument/2006/relationships/slideLayout" Target="../slideLayouts/slideLayout7.xml"/><Relationship Id="rId4" Type="http://schemas.openxmlformats.org/officeDocument/2006/relationships/notesSlide" Target="../notesSlides/notesSlide1.xml"/><Relationship Id="rId5" Type="http://schemas.openxmlformats.org/officeDocument/2006/relationships/image" Target="../media/image1.png"/><Relationship Id="rId6" Type="http://schemas.openxmlformats.org/officeDocument/2006/relationships/image" Target="../media/image2.png"/><Relationship Id="rId7" Type="http://schemas.openxmlformats.org/officeDocument/2006/relationships/image" Target="../media/image3.png"/><Relationship Id="rId8" Type="http://schemas.openxmlformats.org/officeDocument/2006/relationships/image" Target="../media/image4.png"/><Relationship Id="rId9" Type="http://schemas.openxmlformats.org/officeDocument/2006/relationships/image" Target="../media/image5.png"/><Relationship Id="rId10" Type="http://schemas.openxmlformats.org/officeDocument/2006/relationships/image" Target="../media/image6.png"/><Relationship Id="rId11" Type="http://schemas.openxmlformats.org/officeDocument/2006/relationships/image" Target="../media/image7.png"/><Relationship Id="rId12" Type="http://schemas.openxmlformats.org/officeDocument/2006/relationships/image" Target="../media/image8.png"/><Relationship Id="rId13" Type="http://schemas.openxmlformats.org/officeDocument/2006/relationships/image" Target="../media/image9.png"/><Relationship Id="rId14" Type="http://schemas.openxmlformats.org/officeDocument/2006/relationships/image" Target="../media/image10.png"/><Relationship Id="rId15" Type="http://schemas.openxmlformats.org/officeDocument/2006/relationships/image" Target="../media/image11.png"/><Relationship Id="rId16" Type="http://schemas.openxmlformats.org/officeDocument/2006/relationships/image" Target="../media/image12.png"/><Relationship Id="rId17" Type="http://schemas.openxmlformats.org/officeDocument/2006/relationships/image" Target="../media/image13.png"/><Relationship Id="rId18" Type="http://schemas.openxmlformats.org/officeDocument/2006/relationships/image" Target="../media/image14.png"/><Relationship Id="rId19" Type="http://schemas.openxmlformats.org/officeDocument/2006/relationships/image" Target="../media/image15.png"/><Relationship Id="rId20" Type="http://schemas.openxmlformats.org/officeDocument/2006/relationships/image" Target="../media/image16.png"/></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2.xml"/><Relationship Id="rId3" Type="http://schemas.openxmlformats.org/officeDocument/2006/relationships/image" Target="../media/image17.jpeg"/><Relationship Id="rId4" Type="http://schemas.openxmlformats.org/officeDocument/2006/relationships/image" Target="../media/image18.jpeg"/><Relationship Id="rId5" Type="http://schemas.openxmlformats.org/officeDocument/2006/relationships/image" Target="../media/image19.jpeg"/></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3.xml"/></Relationships>
</file>

<file path=ppt/slides/_rels/slide4.xml.rels><?xml version='1.0' encoding='UTF-8' standalone='yes'?>
<Relationships xmlns="http://schemas.openxmlformats.org/package/2006/relationships"><Relationship Id="rId1" Type="http://schemas.microsoft.com/office/2007/relationships/media" Target="../media/media2.mp3"/><Relationship Id="rId2" Type="http://schemas.openxmlformats.org/officeDocument/2006/relationships/audio" Target="../media/media2.mp3"/><Relationship Id="rId3" Type="http://schemas.microsoft.com/office/2007/relationships/media" Target="../media/media3.mp3"/><Relationship Id="rId4" Type="http://schemas.openxmlformats.org/officeDocument/2006/relationships/audio" Target="../media/media3.mp3"/><Relationship Id="rId5" Type="http://schemas.microsoft.com/office/2007/relationships/media" Target="../media/media4.mp3"/><Relationship Id="rId6" Type="http://schemas.openxmlformats.org/officeDocument/2006/relationships/audio" Target="../media/media4.mp3"/><Relationship Id="rId7" Type="http://schemas.microsoft.com/office/2007/relationships/media" Target="../media/media5.mp3"/><Relationship Id="rId8" Type="http://schemas.openxmlformats.org/officeDocument/2006/relationships/audio" Target="../media/media5.mp3"/><Relationship Id="rId9" Type="http://schemas.microsoft.com/office/2007/relationships/media" Target="../media/media6.mp3"/><Relationship Id="rId10" Type="http://schemas.openxmlformats.org/officeDocument/2006/relationships/audio" Target="../media/media6.mp3"/><Relationship Id="rId11" Type="http://schemas.microsoft.com/office/2007/relationships/media" Target="../media/media7.mp3"/><Relationship Id="rId12" Type="http://schemas.openxmlformats.org/officeDocument/2006/relationships/audio" Target="../media/media7.mp3"/><Relationship Id="rId13" Type="http://schemas.microsoft.com/office/2007/relationships/media" Target="../media/media8.mp3"/><Relationship Id="rId14" Type="http://schemas.openxmlformats.org/officeDocument/2006/relationships/audio" Target="../media/media8.mp3"/><Relationship Id="rId15" Type="http://schemas.microsoft.com/office/2007/relationships/media" Target="../media/media9.mp3"/><Relationship Id="rId16" Type="http://schemas.openxmlformats.org/officeDocument/2006/relationships/audio" Target="../media/media9.mp3"/><Relationship Id="rId17" Type="http://schemas.openxmlformats.org/officeDocument/2006/relationships/slideLayout" Target="../slideLayouts/slideLayout7.xml"/><Relationship Id="rId18" Type="http://schemas.openxmlformats.org/officeDocument/2006/relationships/notesSlide" Target="../notesSlides/notesSlide4.xml"/><Relationship Id="rId19" Type="http://schemas.openxmlformats.org/officeDocument/2006/relationships/image" Target="../media/image20.png"/><Relationship Id="rId20" Type="http://schemas.openxmlformats.org/officeDocument/2006/relationships/image" Target="../media/image21.png"/><Relationship Id="rId21" Type="http://schemas.openxmlformats.org/officeDocument/2006/relationships/image" Target="../media/image22.png"/><Relationship Id="rId22" Type="http://schemas.openxmlformats.org/officeDocument/2006/relationships/image" Target="../media/image23.png"/><Relationship Id="rId23" Type="http://schemas.openxmlformats.org/officeDocument/2006/relationships/image" Target="../media/image16.png"/><Relationship Id="rId24" Type="http://schemas.openxmlformats.org/officeDocument/2006/relationships/image" Target="../media/image24.png"/><Relationship Id="rId25" Type="http://schemas.openxmlformats.org/officeDocument/2006/relationships/image" Target="../media/image25.png"/><Relationship Id="rId26" Type="http://schemas.openxmlformats.org/officeDocument/2006/relationships/image" Target="../media/image26.png"/><Relationship Id="rId27" Type="http://schemas.openxmlformats.org/officeDocument/2006/relationships/image" Target="../media/image27.png"/></Relationships>
</file>

<file path=ppt/slides/_rels/slide5.xml.rels><?xml version='1.0' encoding='UTF-8' standalone='yes'?>
<Relationships xmlns="http://schemas.openxmlformats.org/package/2006/relationships"><Relationship Id="rId1" Type="http://schemas.microsoft.com/office/2007/relationships/media" Target="../media/media3.mp3"/><Relationship Id="rId2" Type="http://schemas.openxmlformats.org/officeDocument/2006/relationships/audio" Target="../media/media3.mp3"/><Relationship Id="rId3" Type="http://schemas.microsoft.com/office/2007/relationships/media" Target="../media/media4.mp3"/><Relationship Id="rId4" Type="http://schemas.openxmlformats.org/officeDocument/2006/relationships/audio" Target="../media/media4.mp3"/><Relationship Id="rId5" Type="http://schemas.openxmlformats.org/officeDocument/2006/relationships/slideLayout" Target="../slideLayouts/slideLayout7.xml"/><Relationship Id="rId6" Type="http://schemas.openxmlformats.org/officeDocument/2006/relationships/notesSlide" Target="../notesSlides/notesSlide5.xml"/><Relationship Id="rId7" Type="http://schemas.openxmlformats.org/officeDocument/2006/relationships/image" Target="../media/image20.png"/><Relationship Id="rId8" Type="http://schemas.openxmlformats.org/officeDocument/2006/relationships/image" Target="../media/image28.png"/><Relationship Id="rId9" Type="http://schemas.openxmlformats.org/officeDocument/2006/relationships/image" Target="../media/image23.png"/><Relationship Id="rId10" Type="http://schemas.openxmlformats.org/officeDocument/2006/relationships/image" Target="../media/image21.png"/><Relationship Id="rId11" Type="http://schemas.openxmlformats.org/officeDocument/2006/relationships/image" Target="../media/image24.png"/><Relationship Id="rId12" Type="http://schemas.openxmlformats.org/officeDocument/2006/relationships/image" Target="../media/image25.png"/></Relationships>
</file>

<file path=ppt/slides/_rels/slide6.xml.rels><?xml version='1.0' encoding='UTF-8' standalone='yes'?>
<Relationships xmlns="http://schemas.openxmlformats.org/package/2006/relationships"><Relationship Id="rId1" Type="http://schemas.microsoft.com/office/2007/relationships/media" Target="../media/media3.mp3"/><Relationship Id="rId2" Type="http://schemas.openxmlformats.org/officeDocument/2006/relationships/audio" Target="../media/media3.mp3"/><Relationship Id="rId3" Type="http://schemas.microsoft.com/office/2007/relationships/media" Target="../media/media4.mp3"/><Relationship Id="rId4" Type="http://schemas.openxmlformats.org/officeDocument/2006/relationships/audio" Target="../media/media4.mp3"/><Relationship Id="rId5" Type="http://schemas.microsoft.com/office/2007/relationships/media" Target="../media/media10.mp3"/><Relationship Id="rId6" Type="http://schemas.openxmlformats.org/officeDocument/2006/relationships/audio" Target="../media/media10.mp3"/><Relationship Id="rId7" Type="http://schemas.microsoft.com/office/2007/relationships/media" Target="../media/media5.mp3"/><Relationship Id="rId8" Type="http://schemas.openxmlformats.org/officeDocument/2006/relationships/audio" Target="../media/media5.mp3"/><Relationship Id="rId9" Type="http://schemas.microsoft.com/office/2007/relationships/media" Target="../media/media2.mp3"/><Relationship Id="rId10" Type="http://schemas.openxmlformats.org/officeDocument/2006/relationships/audio" Target="../media/media2.mp3"/><Relationship Id="rId11" Type="http://schemas.openxmlformats.org/officeDocument/2006/relationships/slideLayout" Target="../slideLayouts/slideLayout7.xml"/><Relationship Id="rId12" Type="http://schemas.openxmlformats.org/officeDocument/2006/relationships/notesSlide" Target="../notesSlides/notesSlide6.xml"/><Relationship Id="rId13" Type="http://schemas.openxmlformats.org/officeDocument/2006/relationships/image" Target="../media/image20.png"/><Relationship Id="rId14" Type="http://schemas.openxmlformats.org/officeDocument/2006/relationships/image" Target="../media/image28.png"/><Relationship Id="rId15" Type="http://schemas.openxmlformats.org/officeDocument/2006/relationships/image" Target="../media/image23.png"/><Relationship Id="rId16" Type="http://schemas.openxmlformats.org/officeDocument/2006/relationships/image" Target="../media/image22.png"/><Relationship Id="rId17" Type="http://schemas.openxmlformats.org/officeDocument/2006/relationships/image" Target="../media/image21.png"/><Relationship Id="rId18" Type="http://schemas.openxmlformats.org/officeDocument/2006/relationships/image" Target="../media/image24.png"/><Relationship Id="rId19" Type="http://schemas.openxmlformats.org/officeDocument/2006/relationships/image" Target="../media/image25.png"/><Relationship Id="rId20" Type="http://schemas.openxmlformats.org/officeDocument/2006/relationships/image" Target="../media/image16.png"/><Relationship Id="rId21" Type="http://schemas.openxmlformats.org/officeDocument/2006/relationships/image" Target="../media/image26.png"/></Relationships>
</file>

<file path=ppt/slides/_rels/slide7.xml.rels><?xml version='1.0' encoding='UTF-8' standalone='yes'?>
<Relationships xmlns="http://schemas.openxmlformats.org/package/2006/relationships"><Relationship Id="rId1" Type="http://schemas.microsoft.com/office/2007/relationships/media" Target="../media/media3.mp3"/><Relationship Id="rId2" Type="http://schemas.openxmlformats.org/officeDocument/2006/relationships/audio" Target="../media/media3.mp3"/><Relationship Id="rId3" Type="http://schemas.microsoft.com/office/2007/relationships/media" Target="../media/media4.mp3"/><Relationship Id="rId4" Type="http://schemas.openxmlformats.org/officeDocument/2006/relationships/audio" Target="../media/media4.mp3"/><Relationship Id="rId5" Type="http://schemas.openxmlformats.org/officeDocument/2006/relationships/slideLayout" Target="../slideLayouts/slideLayout7.xml"/><Relationship Id="rId6" Type="http://schemas.openxmlformats.org/officeDocument/2006/relationships/notesSlide" Target="../notesSlides/notesSlide7.xml"/><Relationship Id="rId7" Type="http://schemas.openxmlformats.org/officeDocument/2006/relationships/image" Target="../media/image20.png"/><Relationship Id="rId8" Type="http://schemas.openxmlformats.org/officeDocument/2006/relationships/image" Target="../media/image28.png"/><Relationship Id="rId9" Type="http://schemas.openxmlformats.org/officeDocument/2006/relationships/image" Target="../media/image23.png"/><Relationship Id="rId10" Type="http://schemas.openxmlformats.org/officeDocument/2006/relationships/image" Target="../media/image21.png"/><Relationship Id="rId11" Type="http://schemas.openxmlformats.org/officeDocument/2006/relationships/image" Target="../media/image24.png"/><Relationship Id="rId12" Type="http://schemas.openxmlformats.org/officeDocument/2006/relationships/image" Target="../media/image25.png"/></Relationships>
</file>

<file path=ppt/slides/_rels/slide8.xml.rels><?xml version='1.0' encoding='UTF-8' standalone='yes'?>
<Relationships xmlns="http://schemas.openxmlformats.org/package/2006/relationships"><Relationship Id="rId1" Type="http://schemas.microsoft.com/office/2007/relationships/media" Target="../media/media3.mp3"/><Relationship Id="rId2" Type="http://schemas.openxmlformats.org/officeDocument/2006/relationships/audio" Target="../media/media3.mp3"/><Relationship Id="rId3" Type="http://schemas.microsoft.com/office/2007/relationships/media" Target="../media/media4.mp3"/><Relationship Id="rId4" Type="http://schemas.openxmlformats.org/officeDocument/2006/relationships/audio" Target="../media/media4.mp3"/><Relationship Id="rId5" Type="http://schemas.microsoft.com/office/2007/relationships/media" Target="../media/media10.mp3"/><Relationship Id="rId6" Type="http://schemas.openxmlformats.org/officeDocument/2006/relationships/audio" Target="../media/media10.mp3"/><Relationship Id="rId7" Type="http://schemas.microsoft.com/office/2007/relationships/media" Target="../media/media5.mp3"/><Relationship Id="rId8" Type="http://schemas.openxmlformats.org/officeDocument/2006/relationships/audio" Target="../media/media5.mp3"/><Relationship Id="rId9" Type="http://schemas.microsoft.com/office/2007/relationships/media" Target="../media/media2.mp3"/><Relationship Id="rId10" Type="http://schemas.openxmlformats.org/officeDocument/2006/relationships/audio" Target="../media/media2.mp3"/><Relationship Id="rId11" Type="http://schemas.openxmlformats.org/officeDocument/2006/relationships/slideLayout" Target="../slideLayouts/slideLayout7.xml"/><Relationship Id="rId12" Type="http://schemas.openxmlformats.org/officeDocument/2006/relationships/notesSlide" Target="../notesSlides/notesSlide8.xml"/><Relationship Id="rId13" Type="http://schemas.openxmlformats.org/officeDocument/2006/relationships/image" Target="../media/image20.png"/><Relationship Id="rId14" Type="http://schemas.openxmlformats.org/officeDocument/2006/relationships/image" Target="../media/image28.png"/><Relationship Id="rId15" Type="http://schemas.openxmlformats.org/officeDocument/2006/relationships/image" Target="../media/image23.png"/><Relationship Id="rId16" Type="http://schemas.openxmlformats.org/officeDocument/2006/relationships/image" Target="../media/image22.png"/><Relationship Id="rId17" Type="http://schemas.openxmlformats.org/officeDocument/2006/relationships/image" Target="../media/image21.png"/><Relationship Id="rId18" Type="http://schemas.openxmlformats.org/officeDocument/2006/relationships/image" Target="../media/image24.png"/><Relationship Id="rId19" Type="http://schemas.openxmlformats.org/officeDocument/2006/relationships/image" Target="../media/image25.png"/><Relationship Id="rId20" Type="http://schemas.openxmlformats.org/officeDocument/2006/relationships/image" Target="../media/image16.png"/><Relationship Id="rId21" Type="http://schemas.openxmlformats.org/officeDocument/2006/relationships/image" Target="../media/image26.png"/></Relationships>
</file>

<file path=ppt/slides/_rels/slide9.xml.rels><?xml version='1.0' encoding='UTF-8' standalone='yes'?>
<Relationships xmlns="http://schemas.openxmlformats.org/package/2006/relationships"><Relationship Id="rId1" Type="http://schemas.microsoft.com/office/2007/relationships/media" Target="../media/media3.mp3"/><Relationship Id="rId2" Type="http://schemas.openxmlformats.org/officeDocument/2006/relationships/audio" Target="../media/media3.mp3"/><Relationship Id="rId3" Type="http://schemas.microsoft.com/office/2007/relationships/media" Target="../media/media4.mp3"/><Relationship Id="rId4" Type="http://schemas.openxmlformats.org/officeDocument/2006/relationships/audio" Target="../media/media4.mp3"/><Relationship Id="rId5" Type="http://schemas.openxmlformats.org/officeDocument/2006/relationships/slideLayout" Target="../slideLayouts/slideLayout7.xml"/><Relationship Id="rId6" Type="http://schemas.openxmlformats.org/officeDocument/2006/relationships/notesSlide" Target="../notesSlides/notesSlide9.xml"/><Relationship Id="rId7" Type="http://schemas.openxmlformats.org/officeDocument/2006/relationships/image" Target="../media/image20.png"/><Relationship Id="rId8" Type="http://schemas.openxmlformats.org/officeDocument/2006/relationships/image" Target="../media/image28.png"/><Relationship Id="rId9" Type="http://schemas.openxmlformats.org/officeDocument/2006/relationships/image" Target="../media/image23.png"/><Relationship Id="rId10" Type="http://schemas.openxmlformats.org/officeDocument/2006/relationships/image" Target="../media/image21.png"/><Relationship Id="rId11" Type="http://schemas.openxmlformats.org/officeDocument/2006/relationships/image" Target="../media/image24.png"/><Relationship Id="rId12" Type="http://schemas.openxmlformats.org/officeDocument/2006/relationships/image" Target="../media/image25.png"/></Relationships>
</file>

<file path=ppt/slides/_rels/slide10.xml.rels><?xml version='1.0' encoding='UTF-8' standalone='yes'?>
<Relationships xmlns="http://schemas.openxmlformats.org/package/2006/relationships"><Relationship Id="rId1" Type="http://schemas.microsoft.com/office/2007/relationships/media" Target="../media/media3.mp3"/><Relationship Id="rId2" Type="http://schemas.openxmlformats.org/officeDocument/2006/relationships/audio" Target="../media/media3.mp3"/><Relationship Id="rId3" Type="http://schemas.microsoft.com/office/2007/relationships/media" Target="../media/media4.mp3"/><Relationship Id="rId4" Type="http://schemas.openxmlformats.org/officeDocument/2006/relationships/audio" Target="../media/media4.mp3"/><Relationship Id="rId5" Type="http://schemas.microsoft.com/office/2007/relationships/media" Target="../media/media10.mp3"/><Relationship Id="rId6" Type="http://schemas.openxmlformats.org/officeDocument/2006/relationships/audio" Target="../media/media10.mp3"/><Relationship Id="rId7" Type="http://schemas.microsoft.com/office/2007/relationships/media" Target="../media/media5.mp3"/><Relationship Id="rId8" Type="http://schemas.openxmlformats.org/officeDocument/2006/relationships/audio" Target="../media/media5.mp3"/><Relationship Id="rId9" Type="http://schemas.microsoft.com/office/2007/relationships/media" Target="../media/media2.mp3"/><Relationship Id="rId10" Type="http://schemas.openxmlformats.org/officeDocument/2006/relationships/audio" Target="../media/media2.mp3"/><Relationship Id="rId11" Type="http://schemas.openxmlformats.org/officeDocument/2006/relationships/slideLayout" Target="../slideLayouts/slideLayout7.xml"/><Relationship Id="rId12" Type="http://schemas.openxmlformats.org/officeDocument/2006/relationships/notesSlide" Target="../notesSlides/notesSlide10.xml"/><Relationship Id="rId13" Type="http://schemas.openxmlformats.org/officeDocument/2006/relationships/image" Target="../media/image20.png"/><Relationship Id="rId14" Type="http://schemas.openxmlformats.org/officeDocument/2006/relationships/image" Target="../media/image28.png"/><Relationship Id="rId15" Type="http://schemas.openxmlformats.org/officeDocument/2006/relationships/image" Target="../media/image23.png"/><Relationship Id="rId16" Type="http://schemas.openxmlformats.org/officeDocument/2006/relationships/image" Target="../media/image22.png"/><Relationship Id="rId17" Type="http://schemas.openxmlformats.org/officeDocument/2006/relationships/image" Target="../media/image21.png"/><Relationship Id="rId18" Type="http://schemas.openxmlformats.org/officeDocument/2006/relationships/image" Target="../media/image24.png"/><Relationship Id="rId19" Type="http://schemas.openxmlformats.org/officeDocument/2006/relationships/image" Target="../media/image25.png"/><Relationship Id="rId20" Type="http://schemas.openxmlformats.org/officeDocument/2006/relationships/image" Target="../media/image16.png"/><Relationship Id="rId21" Type="http://schemas.openxmlformats.org/officeDocument/2006/relationships/image" Target="../media/image26.png"/></Relationships>
</file>

<file path=ppt/slides/_rels/slide11.xml.rels><?xml version='1.0' encoding='UTF-8' standalone='yes'?>
<Relationships xmlns="http://schemas.openxmlformats.org/package/2006/relationships"><Relationship Id="rId1" Type="http://schemas.microsoft.com/office/2007/relationships/media" Target="../media/media3.mp3"/><Relationship Id="rId2" Type="http://schemas.openxmlformats.org/officeDocument/2006/relationships/audio" Target="../media/media3.mp3"/><Relationship Id="rId3" Type="http://schemas.microsoft.com/office/2007/relationships/media" Target="../media/media4.mp3"/><Relationship Id="rId4" Type="http://schemas.openxmlformats.org/officeDocument/2006/relationships/audio" Target="../media/media4.mp3"/><Relationship Id="rId5" Type="http://schemas.openxmlformats.org/officeDocument/2006/relationships/slideLayout" Target="../slideLayouts/slideLayout7.xml"/><Relationship Id="rId6" Type="http://schemas.openxmlformats.org/officeDocument/2006/relationships/notesSlide" Target="../notesSlides/notesSlide11.xml"/><Relationship Id="rId7" Type="http://schemas.openxmlformats.org/officeDocument/2006/relationships/image" Target="../media/image20.png"/><Relationship Id="rId8" Type="http://schemas.openxmlformats.org/officeDocument/2006/relationships/image" Target="../media/image28.png"/><Relationship Id="rId9" Type="http://schemas.openxmlformats.org/officeDocument/2006/relationships/image" Target="../media/image23.png"/><Relationship Id="rId10" Type="http://schemas.openxmlformats.org/officeDocument/2006/relationships/image" Target="../media/image21.png"/><Relationship Id="rId11" Type="http://schemas.openxmlformats.org/officeDocument/2006/relationships/image" Target="../media/image24.png"/><Relationship Id="rId12" Type="http://schemas.openxmlformats.org/officeDocument/2006/relationships/image" Target="../media/image25.png"/></Relationships>
</file>

<file path=ppt/slides/_rels/slide12.xml.rels><?xml version='1.0' encoding='UTF-8' standalone='yes'?>
<Relationships xmlns="http://schemas.openxmlformats.org/package/2006/relationships"><Relationship Id="rId1" Type="http://schemas.microsoft.com/office/2007/relationships/media" Target="../media/media3.mp3"/><Relationship Id="rId2" Type="http://schemas.openxmlformats.org/officeDocument/2006/relationships/audio" Target="../media/media3.mp3"/><Relationship Id="rId3" Type="http://schemas.microsoft.com/office/2007/relationships/media" Target="../media/media4.mp3"/><Relationship Id="rId4" Type="http://schemas.openxmlformats.org/officeDocument/2006/relationships/audio" Target="../media/media4.mp3"/><Relationship Id="rId5" Type="http://schemas.microsoft.com/office/2007/relationships/media" Target="../media/media10.mp3"/><Relationship Id="rId6" Type="http://schemas.openxmlformats.org/officeDocument/2006/relationships/audio" Target="../media/media10.mp3"/><Relationship Id="rId7" Type="http://schemas.microsoft.com/office/2007/relationships/media" Target="../media/media5.mp3"/><Relationship Id="rId8" Type="http://schemas.openxmlformats.org/officeDocument/2006/relationships/audio" Target="../media/media5.mp3"/><Relationship Id="rId9" Type="http://schemas.microsoft.com/office/2007/relationships/media" Target="../media/media2.mp3"/><Relationship Id="rId10" Type="http://schemas.openxmlformats.org/officeDocument/2006/relationships/audio" Target="../media/media2.mp3"/><Relationship Id="rId11" Type="http://schemas.openxmlformats.org/officeDocument/2006/relationships/slideLayout" Target="../slideLayouts/slideLayout7.xml"/><Relationship Id="rId12" Type="http://schemas.openxmlformats.org/officeDocument/2006/relationships/notesSlide" Target="../notesSlides/notesSlide12.xml"/><Relationship Id="rId13" Type="http://schemas.openxmlformats.org/officeDocument/2006/relationships/image" Target="../media/image20.png"/><Relationship Id="rId14" Type="http://schemas.openxmlformats.org/officeDocument/2006/relationships/image" Target="../media/image28.png"/><Relationship Id="rId15" Type="http://schemas.openxmlformats.org/officeDocument/2006/relationships/image" Target="../media/image23.png"/><Relationship Id="rId16" Type="http://schemas.openxmlformats.org/officeDocument/2006/relationships/image" Target="../media/image22.png"/><Relationship Id="rId17" Type="http://schemas.openxmlformats.org/officeDocument/2006/relationships/image" Target="../media/image21.png"/><Relationship Id="rId18" Type="http://schemas.openxmlformats.org/officeDocument/2006/relationships/image" Target="../media/image24.png"/><Relationship Id="rId19" Type="http://schemas.openxmlformats.org/officeDocument/2006/relationships/image" Target="../media/image25.png"/><Relationship Id="rId20" Type="http://schemas.openxmlformats.org/officeDocument/2006/relationships/image" Target="../media/image16.png"/><Relationship Id="rId21" Type="http://schemas.openxmlformats.org/officeDocument/2006/relationships/image" Target="../media/image26.png"/></Relationships>
</file>

<file path=ppt/slides/_rels/slide13.xml.rels><?xml version='1.0' encoding='UTF-8' standalone='yes'?>
<Relationships xmlns="http://schemas.openxmlformats.org/package/2006/relationships"><Relationship Id="rId1" Type="http://schemas.microsoft.com/office/2007/relationships/media" Target="../media/media11.mp3"/><Relationship Id="rId2" Type="http://schemas.openxmlformats.org/officeDocument/2006/relationships/audio" Target="../media/media11.mp3"/><Relationship Id="rId3" Type="http://schemas.openxmlformats.org/officeDocument/2006/relationships/slideLayout" Target="../slideLayouts/slideLayout7.xml"/><Relationship Id="rId4" Type="http://schemas.openxmlformats.org/officeDocument/2006/relationships/notesSlide" Target="../notesSlides/notesSlide13.xml"/><Relationship Id="rId5" Type="http://schemas.openxmlformats.org/officeDocument/2006/relationships/image" Target="../media/image1.png"/><Relationship Id="rId6" Type="http://schemas.openxmlformats.org/officeDocument/2006/relationships/image" Target="../media/image20.png"/><Relationship Id="rId7" Type="http://schemas.openxmlformats.org/officeDocument/2006/relationships/image" Target="../media/image21.png"/><Relationship Id="rId8" Type="http://schemas.openxmlformats.org/officeDocument/2006/relationships/image" Target="../media/image22.png"/><Relationship Id="rId9" Type="http://schemas.openxmlformats.org/officeDocument/2006/relationships/image" Target="../media/image23.png"/><Relationship Id="rId10" Type="http://schemas.openxmlformats.org/officeDocument/2006/relationships/image" Target="../media/image2.png"/><Relationship Id="rId11" Type="http://schemas.openxmlformats.org/officeDocument/2006/relationships/image" Target="../media/image3.png"/><Relationship Id="rId12" Type="http://schemas.openxmlformats.org/officeDocument/2006/relationships/image" Target="../media/image4.png"/><Relationship Id="rId13" Type="http://schemas.openxmlformats.org/officeDocument/2006/relationships/image" Target="../media/image5.png"/><Relationship Id="rId14" Type="http://schemas.openxmlformats.org/officeDocument/2006/relationships/image" Target="../media/image6.png"/><Relationship Id="rId15" Type="http://schemas.openxmlformats.org/officeDocument/2006/relationships/image" Target="../media/image7.png"/><Relationship Id="rId16" Type="http://schemas.openxmlformats.org/officeDocument/2006/relationships/image" Target="../media/image8.png"/><Relationship Id="rId17" Type="http://schemas.openxmlformats.org/officeDocument/2006/relationships/image" Target="../media/image9.png"/><Relationship Id="rId18" Type="http://schemas.openxmlformats.org/officeDocument/2006/relationships/image" Target="../media/image10.png"/><Relationship Id="rId19" Type="http://schemas.openxmlformats.org/officeDocument/2006/relationships/image" Target="../media/image11.png"/><Relationship Id="rId20" Type="http://schemas.openxmlformats.org/officeDocument/2006/relationships/image" Target="../media/image12.png"/><Relationship Id="rId21" Type="http://schemas.openxmlformats.org/officeDocument/2006/relationships/image" Target="../media/image13.png"/><Relationship Id="rId22" Type="http://schemas.openxmlformats.org/officeDocument/2006/relationships/image" Target="../media/image14.png"/><Relationship Id="rId23" Type="http://schemas.openxmlformats.org/officeDocument/2006/relationships/image" Target="../media/image15.png"/><Relationship Id="rId24" Type="http://schemas.openxmlformats.org/officeDocument/2006/relationships/image" Target="../media/image29.png"/></Relationships>
</file>

<file path=ppt/slides/_rels/slide14.xml.rels><?xml version='1.0' encoding='UTF-8' standalone='yes'?>
<Relationships xmlns="http://schemas.openxmlformats.org/package/2006/relationships"><Relationship Id="rId1" Type="http://schemas.microsoft.com/office/2007/relationships/media" Target="../media/media3.mp3"/><Relationship Id="rId2" Type="http://schemas.openxmlformats.org/officeDocument/2006/relationships/audio" Target="../media/media3.mp3"/><Relationship Id="rId3" Type="http://schemas.microsoft.com/office/2007/relationships/media" Target="../media/media4.mp3"/><Relationship Id="rId4" Type="http://schemas.openxmlformats.org/officeDocument/2006/relationships/audio" Target="../media/media4.mp3"/><Relationship Id="rId5" Type="http://schemas.microsoft.com/office/2007/relationships/media" Target="../media/media2.mp3"/><Relationship Id="rId6" Type="http://schemas.openxmlformats.org/officeDocument/2006/relationships/audio" Target="../media/media2.mp3"/><Relationship Id="rId7" Type="http://schemas.microsoft.com/office/2007/relationships/media" Target="../media/media12.mp3"/><Relationship Id="rId8" Type="http://schemas.openxmlformats.org/officeDocument/2006/relationships/audio" Target="../media/media12.mp3"/><Relationship Id="rId9" Type="http://schemas.microsoft.com/office/2007/relationships/media" Target="../media/media13.mp3"/><Relationship Id="rId10" Type="http://schemas.openxmlformats.org/officeDocument/2006/relationships/audio" Target="../media/media13.mp3"/><Relationship Id="rId11" Type="http://schemas.openxmlformats.org/officeDocument/2006/relationships/slideLayout" Target="../slideLayouts/slideLayout7.xml"/><Relationship Id="rId12" Type="http://schemas.openxmlformats.org/officeDocument/2006/relationships/notesSlide" Target="../notesSlides/notesSlide14.xml"/><Relationship Id="rId13" Type="http://schemas.openxmlformats.org/officeDocument/2006/relationships/image" Target="../media/image20.png"/><Relationship Id="rId14" Type="http://schemas.openxmlformats.org/officeDocument/2006/relationships/image" Target="../media/image28.png"/><Relationship Id="rId15" Type="http://schemas.openxmlformats.org/officeDocument/2006/relationships/image" Target="../media/image23.png"/><Relationship Id="rId16" Type="http://schemas.openxmlformats.org/officeDocument/2006/relationships/image" Target="../media/image22.png"/><Relationship Id="rId17" Type="http://schemas.openxmlformats.org/officeDocument/2006/relationships/image" Target="../media/image21.png"/><Relationship Id="rId18" Type="http://schemas.openxmlformats.org/officeDocument/2006/relationships/image" Target="../media/image25.png"/><Relationship Id="rId19" Type="http://schemas.openxmlformats.org/officeDocument/2006/relationships/image" Target="../media/image16.png"/><Relationship Id="rId20" Type="http://schemas.openxmlformats.org/officeDocument/2006/relationships/image" Target="../media/image24.png"/><Relationship Id="rId21" Type="http://schemas.openxmlformats.org/officeDocument/2006/relationships/image" Target="../media/image30.png"/></Relationships>
</file>

<file path=ppt/slides/_rels/slide15.xml.rels><?xml version='1.0' encoding='UTF-8' standalone='yes'?>
<Relationships xmlns="http://schemas.openxmlformats.org/package/2006/relationships"><Relationship Id="rId1" Type="http://schemas.microsoft.com/office/2007/relationships/media" Target="../media/media3.mp3"/><Relationship Id="rId2" Type="http://schemas.openxmlformats.org/officeDocument/2006/relationships/audio" Target="../media/media3.mp3"/><Relationship Id="rId3" Type="http://schemas.microsoft.com/office/2007/relationships/media" Target="../media/media4.mp3"/><Relationship Id="rId4" Type="http://schemas.openxmlformats.org/officeDocument/2006/relationships/audio" Target="../media/media4.mp3"/><Relationship Id="rId5" Type="http://schemas.microsoft.com/office/2007/relationships/media" Target="../media/media13.mp3"/><Relationship Id="rId6" Type="http://schemas.openxmlformats.org/officeDocument/2006/relationships/audio" Target="../media/media13.mp3"/><Relationship Id="rId7" Type="http://schemas.microsoft.com/office/2007/relationships/media" Target="../media/media14.mp3"/><Relationship Id="rId8" Type="http://schemas.openxmlformats.org/officeDocument/2006/relationships/audio" Target="../media/media14.mp3"/><Relationship Id="rId9" Type="http://schemas.microsoft.com/office/2007/relationships/media" Target="../media/media12.mp3"/><Relationship Id="rId10" Type="http://schemas.openxmlformats.org/officeDocument/2006/relationships/audio" Target="../media/media12.mp3"/><Relationship Id="rId11" Type="http://schemas.openxmlformats.org/officeDocument/2006/relationships/slideLayout" Target="../slideLayouts/slideLayout7.xml"/><Relationship Id="rId12" Type="http://schemas.openxmlformats.org/officeDocument/2006/relationships/notesSlide" Target="../notesSlides/notesSlide15.xml"/><Relationship Id="rId13" Type="http://schemas.openxmlformats.org/officeDocument/2006/relationships/image" Target="../media/image20.png"/><Relationship Id="rId14" Type="http://schemas.openxmlformats.org/officeDocument/2006/relationships/image" Target="../media/image28.png"/><Relationship Id="rId15" Type="http://schemas.openxmlformats.org/officeDocument/2006/relationships/image" Target="../media/image23.png"/><Relationship Id="rId16" Type="http://schemas.openxmlformats.org/officeDocument/2006/relationships/image" Target="../media/image22.png"/><Relationship Id="rId17" Type="http://schemas.openxmlformats.org/officeDocument/2006/relationships/image" Target="../media/image21.png"/><Relationship Id="rId18" Type="http://schemas.openxmlformats.org/officeDocument/2006/relationships/image" Target="../media/image31.png"/><Relationship Id="rId19" Type="http://schemas.openxmlformats.org/officeDocument/2006/relationships/image" Target="../media/image32.png"/><Relationship Id="rId20" Type="http://schemas.openxmlformats.org/officeDocument/2006/relationships/image" Target="../media/image25.png"/><Relationship Id="rId21" Type="http://schemas.openxmlformats.org/officeDocument/2006/relationships/image" Target="../media/image30.png"/><Relationship Id="rId22" Type="http://schemas.openxmlformats.org/officeDocument/2006/relationships/image" Target="../media/image33.png"/><Relationship Id="rId23" Type="http://schemas.openxmlformats.org/officeDocument/2006/relationships/image" Target="../media/image16.png"/><Relationship Id="rId24" Type="http://schemas.openxmlformats.org/officeDocument/2006/relationships/image" Target="../media/image24.png"/></Relationships>
</file>

<file path=ppt/slides/_rels/slide16.xml.rels><?xml version='1.0' encoding='UTF-8' standalone='yes'?>
<Relationships xmlns="http://schemas.openxmlformats.org/package/2006/relationships"><Relationship Id="rId1" Type="http://schemas.microsoft.com/office/2007/relationships/media" Target="../media/media3.mp3"/><Relationship Id="rId2" Type="http://schemas.openxmlformats.org/officeDocument/2006/relationships/audio" Target="../media/media3.mp3"/><Relationship Id="rId3" Type="http://schemas.microsoft.com/office/2007/relationships/media" Target="../media/media4.mp3"/><Relationship Id="rId4" Type="http://schemas.openxmlformats.org/officeDocument/2006/relationships/audio" Target="../media/media4.mp3"/><Relationship Id="rId5" Type="http://schemas.microsoft.com/office/2007/relationships/media" Target="../media/media2.mp3"/><Relationship Id="rId6" Type="http://schemas.openxmlformats.org/officeDocument/2006/relationships/audio" Target="../media/media2.mp3"/><Relationship Id="rId7" Type="http://schemas.microsoft.com/office/2007/relationships/media" Target="../media/media10.mp3"/><Relationship Id="rId8" Type="http://schemas.openxmlformats.org/officeDocument/2006/relationships/audio" Target="../media/media10.mp3"/><Relationship Id="rId9" Type="http://schemas.microsoft.com/office/2007/relationships/media" Target="../media/media5.mp3"/><Relationship Id="rId10" Type="http://schemas.openxmlformats.org/officeDocument/2006/relationships/audio" Target="../media/media5.mp3"/><Relationship Id="rId11" Type="http://schemas.openxmlformats.org/officeDocument/2006/relationships/slideLayout" Target="../slideLayouts/slideLayout7.xml"/><Relationship Id="rId12" Type="http://schemas.openxmlformats.org/officeDocument/2006/relationships/notesSlide" Target="../notesSlides/notesSlide16.xml"/><Relationship Id="rId13" Type="http://schemas.openxmlformats.org/officeDocument/2006/relationships/image" Target="../media/image20.png"/><Relationship Id="rId14" Type="http://schemas.openxmlformats.org/officeDocument/2006/relationships/image" Target="../media/image28.png"/><Relationship Id="rId15" Type="http://schemas.openxmlformats.org/officeDocument/2006/relationships/image" Target="../media/image23.png"/><Relationship Id="rId16" Type="http://schemas.openxmlformats.org/officeDocument/2006/relationships/image" Target="../media/image22.png"/><Relationship Id="rId17" Type="http://schemas.openxmlformats.org/officeDocument/2006/relationships/image" Target="../media/image21.png"/><Relationship Id="rId18" Type="http://schemas.openxmlformats.org/officeDocument/2006/relationships/image" Target="../media/image25.png"/><Relationship Id="rId19" Type="http://schemas.openxmlformats.org/officeDocument/2006/relationships/image" Target="../media/image16.png"/><Relationship Id="rId20" Type="http://schemas.openxmlformats.org/officeDocument/2006/relationships/image" Target="../media/image26.png"/><Relationship Id="rId21" Type="http://schemas.openxmlformats.org/officeDocument/2006/relationships/image" Target="../media/image24.png"/></Relationships>
</file>

<file path=ppt/slides/_rels/slide17.xml.rels><?xml version='1.0' encoding='UTF-8' standalone='yes'?>
<Relationships xmlns="http://schemas.openxmlformats.org/package/2006/relationships"><Relationship Id="rId1" Type="http://schemas.microsoft.com/office/2007/relationships/media" Target="../media/media3.mp3"/><Relationship Id="rId2" Type="http://schemas.openxmlformats.org/officeDocument/2006/relationships/audio" Target="../media/media3.mp3"/><Relationship Id="rId3" Type="http://schemas.microsoft.com/office/2007/relationships/media" Target="../media/media4.mp3"/><Relationship Id="rId4" Type="http://schemas.openxmlformats.org/officeDocument/2006/relationships/audio" Target="../media/media4.mp3"/><Relationship Id="rId5" Type="http://schemas.microsoft.com/office/2007/relationships/media" Target="../media/media14.mp3"/><Relationship Id="rId6" Type="http://schemas.openxmlformats.org/officeDocument/2006/relationships/audio" Target="../media/media14.mp3"/><Relationship Id="rId7" Type="http://schemas.microsoft.com/office/2007/relationships/media" Target="../media/media10.mp3"/><Relationship Id="rId8" Type="http://schemas.openxmlformats.org/officeDocument/2006/relationships/audio" Target="../media/media10.mp3"/><Relationship Id="rId9" Type="http://schemas.microsoft.com/office/2007/relationships/media" Target="../media/media5.mp3"/><Relationship Id="rId10" Type="http://schemas.openxmlformats.org/officeDocument/2006/relationships/audio" Target="../media/media5.mp3"/><Relationship Id="rId11" Type="http://schemas.openxmlformats.org/officeDocument/2006/relationships/slideLayout" Target="../slideLayouts/slideLayout7.xml"/><Relationship Id="rId12" Type="http://schemas.openxmlformats.org/officeDocument/2006/relationships/notesSlide" Target="../notesSlides/notesSlide17.xml"/><Relationship Id="rId13" Type="http://schemas.openxmlformats.org/officeDocument/2006/relationships/image" Target="../media/image20.png"/><Relationship Id="rId14" Type="http://schemas.openxmlformats.org/officeDocument/2006/relationships/image" Target="../media/image28.png"/><Relationship Id="rId15" Type="http://schemas.openxmlformats.org/officeDocument/2006/relationships/image" Target="../media/image23.png"/><Relationship Id="rId16" Type="http://schemas.openxmlformats.org/officeDocument/2006/relationships/image" Target="../media/image22.png"/><Relationship Id="rId17" Type="http://schemas.openxmlformats.org/officeDocument/2006/relationships/image" Target="../media/image21.png"/><Relationship Id="rId18" Type="http://schemas.openxmlformats.org/officeDocument/2006/relationships/image" Target="../media/image31.png"/><Relationship Id="rId19" Type="http://schemas.openxmlformats.org/officeDocument/2006/relationships/image" Target="../media/image32.png"/><Relationship Id="rId20" Type="http://schemas.openxmlformats.org/officeDocument/2006/relationships/image" Target="../media/image25.png"/><Relationship Id="rId21" Type="http://schemas.openxmlformats.org/officeDocument/2006/relationships/image" Target="../media/image33.png"/><Relationship Id="rId22" Type="http://schemas.openxmlformats.org/officeDocument/2006/relationships/image" Target="../media/image16.png"/><Relationship Id="rId23" Type="http://schemas.openxmlformats.org/officeDocument/2006/relationships/image" Target="../media/image26.png"/><Relationship Id="rId24" Type="http://schemas.openxmlformats.org/officeDocument/2006/relationships/image" Target="../media/image24.png"/></Relationships>
</file>

<file path=ppt/slides/_rels/slide18.xml.rels><?xml version='1.0' encoding='UTF-8' standalone='yes'?>
<Relationships xmlns="http://schemas.openxmlformats.org/package/2006/relationships"><Relationship Id="rId1" Type="http://schemas.microsoft.com/office/2007/relationships/media" Target="../media/media3.mp3"/><Relationship Id="rId2" Type="http://schemas.openxmlformats.org/officeDocument/2006/relationships/audio" Target="../media/media3.mp3"/><Relationship Id="rId3" Type="http://schemas.microsoft.com/office/2007/relationships/media" Target="../media/media4.mp3"/><Relationship Id="rId4" Type="http://schemas.openxmlformats.org/officeDocument/2006/relationships/audio" Target="../media/media4.mp3"/><Relationship Id="rId5" Type="http://schemas.microsoft.com/office/2007/relationships/media" Target="../media/media15.mp3"/><Relationship Id="rId6" Type="http://schemas.openxmlformats.org/officeDocument/2006/relationships/audio" Target="../media/media15.mp3"/><Relationship Id="rId7" Type="http://schemas.microsoft.com/office/2007/relationships/media" Target="../media/media14.mp3"/><Relationship Id="rId8" Type="http://schemas.openxmlformats.org/officeDocument/2006/relationships/audio" Target="../media/media14.mp3"/><Relationship Id="rId9" Type="http://schemas.microsoft.com/office/2007/relationships/media" Target="../media/media5.mp3"/><Relationship Id="rId10" Type="http://schemas.openxmlformats.org/officeDocument/2006/relationships/audio" Target="../media/media5.mp3"/><Relationship Id="rId11" Type="http://schemas.openxmlformats.org/officeDocument/2006/relationships/slideLayout" Target="../slideLayouts/slideLayout7.xml"/><Relationship Id="rId12" Type="http://schemas.openxmlformats.org/officeDocument/2006/relationships/notesSlide" Target="../notesSlides/notesSlide18.xml"/><Relationship Id="rId13" Type="http://schemas.openxmlformats.org/officeDocument/2006/relationships/image" Target="../media/image20.png"/><Relationship Id="rId14" Type="http://schemas.openxmlformats.org/officeDocument/2006/relationships/image" Target="../media/image28.png"/><Relationship Id="rId15" Type="http://schemas.openxmlformats.org/officeDocument/2006/relationships/image" Target="../media/image23.png"/><Relationship Id="rId16" Type="http://schemas.openxmlformats.org/officeDocument/2006/relationships/image" Target="../media/image22.png"/><Relationship Id="rId17" Type="http://schemas.openxmlformats.org/officeDocument/2006/relationships/image" Target="../media/image21.png"/><Relationship Id="rId18" Type="http://schemas.openxmlformats.org/officeDocument/2006/relationships/image" Target="../media/image25.png"/><Relationship Id="rId19" Type="http://schemas.openxmlformats.org/officeDocument/2006/relationships/image" Target="../media/image16.png"/><Relationship Id="rId20" Type="http://schemas.openxmlformats.org/officeDocument/2006/relationships/image" Target="../media/image33.png"/><Relationship Id="rId21" Type="http://schemas.openxmlformats.org/officeDocument/2006/relationships/image" Target="../media/image26.png"/><Relationship Id="rId22" Type="http://schemas.openxmlformats.org/officeDocument/2006/relationships/image" Target="../media/image24.png"/></Relationships>
</file>

<file path=ppt/slides/_rels/slide19.xml.rels><?xml version='1.0' encoding='UTF-8' standalone='yes'?>
<Relationships xmlns="http://schemas.openxmlformats.org/package/2006/relationships"><Relationship Id="rId1" Type="http://schemas.microsoft.com/office/2007/relationships/media" Target="../media/media3.mp3"/><Relationship Id="rId2" Type="http://schemas.openxmlformats.org/officeDocument/2006/relationships/audio" Target="../media/media3.mp3"/><Relationship Id="rId3" Type="http://schemas.microsoft.com/office/2007/relationships/media" Target="../media/media4.mp3"/><Relationship Id="rId4" Type="http://schemas.openxmlformats.org/officeDocument/2006/relationships/audio" Target="../media/media4.mp3"/><Relationship Id="rId5" Type="http://schemas.microsoft.com/office/2007/relationships/media" Target="../media/media15.mp3"/><Relationship Id="rId6" Type="http://schemas.openxmlformats.org/officeDocument/2006/relationships/audio" Target="../media/media15.mp3"/><Relationship Id="rId7" Type="http://schemas.microsoft.com/office/2007/relationships/media" Target="../media/media14.mp3"/><Relationship Id="rId8" Type="http://schemas.openxmlformats.org/officeDocument/2006/relationships/audio" Target="../media/media14.mp3"/><Relationship Id="rId9" Type="http://schemas.microsoft.com/office/2007/relationships/media" Target="../media/media5.mp3"/><Relationship Id="rId10" Type="http://schemas.openxmlformats.org/officeDocument/2006/relationships/audio" Target="../media/media5.mp3"/><Relationship Id="rId11" Type="http://schemas.openxmlformats.org/officeDocument/2006/relationships/slideLayout" Target="../slideLayouts/slideLayout7.xml"/><Relationship Id="rId12" Type="http://schemas.openxmlformats.org/officeDocument/2006/relationships/notesSlide" Target="../notesSlides/notesSlide19.xml"/><Relationship Id="rId13" Type="http://schemas.openxmlformats.org/officeDocument/2006/relationships/image" Target="../media/image20.png"/><Relationship Id="rId14" Type="http://schemas.openxmlformats.org/officeDocument/2006/relationships/image" Target="../media/image28.png"/><Relationship Id="rId15" Type="http://schemas.openxmlformats.org/officeDocument/2006/relationships/image" Target="../media/image23.png"/><Relationship Id="rId16" Type="http://schemas.openxmlformats.org/officeDocument/2006/relationships/image" Target="../media/image22.png"/><Relationship Id="rId17" Type="http://schemas.openxmlformats.org/officeDocument/2006/relationships/image" Target="../media/image21.png"/><Relationship Id="rId18" Type="http://schemas.openxmlformats.org/officeDocument/2006/relationships/image" Target="../media/image25.png"/><Relationship Id="rId19" Type="http://schemas.openxmlformats.org/officeDocument/2006/relationships/image" Target="../media/image16.png"/><Relationship Id="rId20" Type="http://schemas.openxmlformats.org/officeDocument/2006/relationships/image" Target="../media/image33.png"/><Relationship Id="rId21" Type="http://schemas.openxmlformats.org/officeDocument/2006/relationships/image" Target="../media/image26.png"/><Relationship Id="rId22" Type="http://schemas.openxmlformats.org/officeDocument/2006/relationships/image" Target="../media/image24.png"/></Relationships>
</file>

<file path=ppt/slides/_rels/slide20.xml.rels><?xml version='1.0' encoding='UTF-8' standalone='yes'?>
<Relationships xmlns="http://schemas.openxmlformats.org/package/2006/relationships"><Relationship Id="rId1" Type="http://schemas.microsoft.com/office/2007/relationships/media" Target="../media/media3.mp3"/><Relationship Id="rId2" Type="http://schemas.openxmlformats.org/officeDocument/2006/relationships/audio" Target="../media/media3.mp3"/><Relationship Id="rId3" Type="http://schemas.microsoft.com/office/2007/relationships/media" Target="../media/media4.mp3"/><Relationship Id="rId4" Type="http://schemas.openxmlformats.org/officeDocument/2006/relationships/audio" Target="../media/media4.mp3"/><Relationship Id="rId5" Type="http://schemas.microsoft.com/office/2007/relationships/media" Target="../media/media16.mp3"/><Relationship Id="rId6" Type="http://schemas.openxmlformats.org/officeDocument/2006/relationships/audio" Target="../media/media16.mp3"/><Relationship Id="rId7" Type="http://schemas.microsoft.com/office/2007/relationships/media" Target="../media/media5.mp3"/><Relationship Id="rId8" Type="http://schemas.openxmlformats.org/officeDocument/2006/relationships/audio" Target="../media/media5.mp3"/><Relationship Id="rId9" Type="http://schemas.microsoft.com/office/2007/relationships/media" Target="../media/media2.mp3"/><Relationship Id="rId10" Type="http://schemas.openxmlformats.org/officeDocument/2006/relationships/audio" Target="../media/media2.mp3"/><Relationship Id="rId11" Type="http://schemas.openxmlformats.org/officeDocument/2006/relationships/slideLayout" Target="../slideLayouts/slideLayout7.xml"/><Relationship Id="rId12" Type="http://schemas.openxmlformats.org/officeDocument/2006/relationships/notesSlide" Target="../notesSlides/notesSlide20.xml"/><Relationship Id="rId13" Type="http://schemas.openxmlformats.org/officeDocument/2006/relationships/image" Target="../media/image20.png"/><Relationship Id="rId14" Type="http://schemas.openxmlformats.org/officeDocument/2006/relationships/image" Target="../media/image28.png"/><Relationship Id="rId15" Type="http://schemas.openxmlformats.org/officeDocument/2006/relationships/image" Target="../media/image23.png"/><Relationship Id="rId16" Type="http://schemas.openxmlformats.org/officeDocument/2006/relationships/image" Target="../media/image22.png"/><Relationship Id="rId17" Type="http://schemas.openxmlformats.org/officeDocument/2006/relationships/image" Target="../media/image21.png"/><Relationship Id="rId18" Type="http://schemas.openxmlformats.org/officeDocument/2006/relationships/image" Target="../media/image25.png"/><Relationship Id="rId19" Type="http://schemas.openxmlformats.org/officeDocument/2006/relationships/image" Target="../media/image16.png"/><Relationship Id="rId20" Type="http://schemas.openxmlformats.org/officeDocument/2006/relationships/image" Target="../media/image26.png"/><Relationship Id="rId21" Type="http://schemas.openxmlformats.org/officeDocument/2006/relationships/image" Target="../media/image24.png"/></Relationships>
</file>

<file path=ppt/slides/_rels/slide21.xml.rels><?xml version='1.0' encoding='UTF-8' standalone='yes'?>
<Relationships xmlns="http://schemas.openxmlformats.org/package/2006/relationships"><Relationship Id="rId1" Type="http://schemas.microsoft.com/office/2007/relationships/media" Target="../media/media3.mp3"/><Relationship Id="rId2" Type="http://schemas.openxmlformats.org/officeDocument/2006/relationships/audio" Target="../media/media3.mp3"/><Relationship Id="rId3" Type="http://schemas.microsoft.com/office/2007/relationships/media" Target="../media/media4.mp3"/><Relationship Id="rId4" Type="http://schemas.openxmlformats.org/officeDocument/2006/relationships/audio" Target="../media/media4.mp3"/><Relationship Id="rId5" Type="http://schemas.microsoft.com/office/2007/relationships/media" Target="../media/media16.mp3"/><Relationship Id="rId6" Type="http://schemas.openxmlformats.org/officeDocument/2006/relationships/audio" Target="../media/media16.mp3"/><Relationship Id="rId7" Type="http://schemas.microsoft.com/office/2007/relationships/media" Target="../media/media5.mp3"/><Relationship Id="rId8" Type="http://schemas.openxmlformats.org/officeDocument/2006/relationships/audio" Target="../media/media5.mp3"/><Relationship Id="rId9" Type="http://schemas.microsoft.com/office/2007/relationships/media" Target="../media/media2.mp3"/><Relationship Id="rId10" Type="http://schemas.openxmlformats.org/officeDocument/2006/relationships/audio" Target="../media/media2.mp3"/><Relationship Id="rId11" Type="http://schemas.openxmlformats.org/officeDocument/2006/relationships/slideLayout" Target="../slideLayouts/slideLayout7.xml"/><Relationship Id="rId12" Type="http://schemas.openxmlformats.org/officeDocument/2006/relationships/notesSlide" Target="../notesSlides/notesSlide21.xml"/><Relationship Id="rId13" Type="http://schemas.openxmlformats.org/officeDocument/2006/relationships/image" Target="../media/image20.png"/><Relationship Id="rId14" Type="http://schemas.openxmlformats.org/officeDocument/2006/relationships/image" Target="../media/image28.png"/><Relationship Id="rId15" Type="http://schemas.openxmlformats.org/officeDocument/2006/relationships/image" Target="../media/image23.png"/><Relationship Id="rId16" Type="http://schemas.openxmlformats.org/officeDocument/2006/relationships/image" Target="../media/image22.png"/><Relationship Id="rId17" Type="http://schemas.openxmlformats.org/officeDocument/2006/relationships/image" Target="../media/image21.png"/><Relationship Id="rId18" Type="http://schemas.openxmlformats.org/officeDocument/2006/relationships/image" Target="../media/image31.png"/><Relationship Id="rId19" Type="http://schemas.openxmlformats.org/officeDocument/2006/relationships/image" Target="../media/image32.png"/><Relationship Id="rId20" Type="http://schemas.openxmlformats.org/officeDocument/2006/relationships/image" Target="../media/image25.png"/><Relationship Id="rId21" Type="http://schemas.openxmlformats.org/officeDocument/2006/relationships/image" Target="../media/image16.png"/><Relationship Id="rId22" Type="http://schemas.openxmlformats.org/officeDocument/2006/relationships/image" Target="../media/image26.png"/><Relationship Id="rId23" Type="http://schemas.openxmlformats.org/officeDocument/2006/relationships/image" Target="../media/image24.png"/></Relationships>
</file>

<file path=ppt/slides/_rels/slide22.xml.rels><?xml version='1.0' encoding='UTF-8' standalone='yes'?>
<Relationships xmlns="http://schemas.openxmlformats.org/package/2006/relationships"><Relationship Id="rId1" Type="http://schemas.microsoft.com/office/2007/relationships/media" Target="../media/media3.mp3"/><Relationship Id="rId2" Type="http://schemas.openxmlformats.org/officeDocument/2006/relationships/audio" Target="../media/media3.mp3"/><Relationship Id="rId3" Type="http://schemas.microsoft.com/office/2007/relationships/media" Target="../media/media4.mp3"/><Relationship Id="rId4" Type="http://schemas.openxmlformats.org/officeDocument/2006/relationships/audio" Target="../media/media4.mp3"/><Relationship Id="rId5" Type="http://schemas.microsoft.com/office/2007/relationships/media" Target="../media/media13.mp3"/><Relationship Id="rId6" Type="http://schemas.openxmlformats.org/officeDocument/2006/relationships/audio" Target="../media/media13.mp3"/><Relationship Id="rId7" Type="http://schemas.microsoft.com/office/2007/relationships/media" Target="../media/media17.mp3"/><Relationship Id="rId8" Type="http://schemas.openxmlformats.org/officeDocument/2006/relationships/audio" Target="../media/media17.mp3"/><Relationship Id="rId9" Type="http://schemas.microsoft.com/office/2007/relationships/media" Target="../media/media14.mp3"/><Relationship Id="rId10" Type="http://schemas.openxmlformats.org/officeDocument/2006/relationships/audio" Target="../media/media14.mp3"/><Relationship Id="rId11" Type="http://schemas.openxmlformats.org/officeDocument/2006/relationships/slideLayout" Target="../slideLayouts/slideLayout7.xml"/><Relationship Id="rId12" Type="http://schemas.openxmlformats.org/officeDocument/2006/relationships/notesSlide" Target="../notesSlides/notesSlide22.xml"/><Relationship Id="rId13" Type="http://schemas.openxmlformats.org/officeDocument/2006/relationships/image" Target="../media/image20.png"/><Relationship Id="rId14" Type="http://schemas.openxmlformats.org/officeDocument/2006/relationships/image" Target="../media/image28.png"/><Relationship Id="rId15" Type="http://schemas.openxmlformats.org/officeDocument/2006/relationships/image" Target="../media/image23.png"/><Relationship Id="rId16" Type="http://schemas.openxmlformats.org/officeDocument/2006/relationships/image" Target="../media/image22.png"/><Relationship Id="rId17" Type="http://schemas.openxmlformats.org/officeDocument/2006/relationships/image" Target="../media/image21.png"/><Relationship Id="rId18" Type="http://schemas.openxmlformats.org/officeDocument/2006/relationships/image" Target="../media/image25.png"/><Relationship Id="rId19" Type="http://schemas.openxmlformats.org/officeDocument/2006/relationships/image" Target="../media/image34.png"/><Relationship Id="rId20" Type="http://schemas.openxmlformats.org/officeDocument/2006/relationships/image" Target="../media/image33.png"/><Relationship Id="rId21" Type="http://schemas.openxmlformats.org/officeDocument/2006/relationships/image" Target="../media/image24.png"/></Relationships>
</file>

<file path=ppt/slides/_rels/slide23.xml.rels><?xml version='1.0' encoding='UTF-8' standalone='yes'?>
<Relationships xmlns="http://schemas.openxmlformats.org/package/2006/relationships"><Relationship Id="rId1" Type="http://schemas.microsoft.com/office/2007/relationships/media" Target="../media/media3.mp3"/><Relationship Id="rId2" Type="http://schemas.openxmlformats.org/officeDocument/2006/relationships/audio" Target="../media/media3.mp3"/><Relationship Id="rId3" Type="http://schemas.microsoft.com/office/2007/relationships/media" Target="../media/media4.mp3"/><Relationship Id="rId4" Type="http://schemas.openxmlformats.org/officeDocument/2006/relationships/audio" Target="../media/media4.mp3"/><Relationship Id="rId5" Type="http://schemas.microsoft.com/office/2007/relationships/media" Target="../media/media13.mp3"/><Relationship Id="rId6" Type="http://schemas.openxmlformats.org/officeDocument/2006/relationships/audio" Target="../media/media13.mp3"/><Relationship Id="rId7" Type="http://schemas.microsoft.com/office/2007/relationships/media" Target="../media/media14.mp3"/><Relationship Id="rId8" Type="http://schemas.openxmlformats.org/officeDocument/2006/relationships/audio" Target="../media/media14.mp3"/><Relationship Id="rId9" Type="http://schemas.microsoft.com/office/2007/relationships/media" Target="../media/media17.mp3"/><Relationship Id="rId10" Type="http://schemas.openxmlformats.org/officeDocument/2006/relationships/audio" Target="../media/media17.mp3"/><Relationship Id="rId11" Type="http://schemas.openxmlformats.org/officeDocument/2006/relationships/slideLayout" Target="../slideLayouts/slideLayout7.xml"/><Relationship Id="rId12" Type="http://schemas.openxmlformats.org/officeDocument/2006/relationships/notesSlide" Target="../notesSlides/notesSlide23.xml"/><Relationship Id="rId13" Type="http://schemas.openxmlformats.org/officeDocument/2006/relationships/image" Target="../media/image20.png"/><Relationship Id="rId14" Type="http://schemas.openxmlformats.org/officeDocument/2006/relationships/image" Target="../media/image28.png"/><Relationship Id="rId15" Type="http://schemas.openxmlformats.org/officeDocument/2006/relationships/image" Target="../media/image23.png"/><Relationship Id="rId16" Type="http://schemas.openxmlformats.org/officeDocument/2006/relationships/image" Target="../media/image22.png"/><Relationship Id="rId17" Type="http://schemas.openxmlformats.org/officeDocument/2006/relationships/image" Target="../media/image21.png"/><Relationship Id="rId18" Type="http://schemas.openxmlformats.org/officeDocument/2006/relationships/image" Target="../media/image31.png"/><Relationship Id="rId19" Type="http://schemas.openxmlformats.org/officeDocument/2006/relationships/image" Target="../media/image32.png"/><Relationship Id="rId20" Type="http://schemas.openxmlformats.org/officeDocument/2006/relationships/image" Target="../media/image25.png"/><Relationship Id="rId21" Type="http://schemas.openxmlformats.org/officeDocument/2006/relationships/image" Target="../media/image30.png"/><Relationship Id="rId22" Type="http://schemas.openxmlformats.org/officeDocument/2006/relationships/image" Target="../media/image33.png"/><Relationship Id="rId23" Type="http://schemas.openxmlformats.org/officeDocument/2006/relationships/image" Target="../media/image24.png"/></Relationships>
</file>

<file path=ppt/slides/_rels/slide24.xml.rels><?xml version='1.0' encoding='UTF-8' standalone='yes'?>
<Relationships xmlns="http://schemas.openxmlformats.org/package/2006/relationships"><Relationship Id="rId1" Type="http://schemas.microsoft.com/office/2007/relationships/media" Target="../media/media3.mp3"/><Relationship Id="rId2" Type="http://schemas.openxmlformats.org/officeDocument/2006/relationships/audio" Target="../media/media3.mp3"/><Relationship Id="rId3" Type="http://schemas.microsoft.com/office/2007/relationships/media" Target="../media/media4.mp3"/><Relationship Id="rId4" Type="http://schemas.openxmlformats.org/officeDocument/2006/relationships/audio" Target="../media/media4.mp3"/><Relationship Id="rId5" Type="http://schemas.microsoft.com/office/2007/relationships/media" Target="../media/media2.mp3"/><Relationship Id="rId6" Type="http://schemas.openxmlformats.org/officeDocument/2006/relationships/audio" Target="../media/media2.mp3"/><Relationship Id="rId7" Type="http://schemas.microsoft.com/office/2007/relationships/media" Target="../media/media18.mp3"/><Relationship Id="rId8" Type="http://schemas.openxmlformats.org/officeDocument/2006/relationships/audio" Target="../media/media18.mp3"/><Relationship Id="rId9" Type="http://schemas.microsoft.com/office/2007/relationships/media" Target="../media/media5.mp3"/><Relationship Id="rId10" Type="http://schemas.openxmlformats.org/officeDocument/2006/relationships/audio" Target="../media/media5.mp3"/><Relationship Id="rId11" Type="http://schemas.openxmlformats.org/officeDocument/2006/relationships/slideLayout" Target="../slideLayouts/slideLayout7.xml"/><Relationship Id="rId12" Type="http://schemas.openxmlformats.org/officeDocument/2006/relationships/notesSlide" Target="../notesSlides/notesSlide24.xml"/><Relationship Id="rId13" Type="http://schemas.openxmlformats.org/officeDocument/2006/relationships/image" Target="../media/image20.png"/><Relationship Id="rId14" Type="http://schemas.openxmlformats.org/officeDocument/2006/relationships/image" Target="../media/image28.png"/><Relationship Id="rId15" Type="http://schemas.openxmlformats.org/officeDocument/2006/relationships/image" Target="../media/image23.png"/><Relationship Id="rId16" Type="http://schemas.openxmlformats.org/officeDocument/2006/relationships/image" Target="../media/image22.png"/><Relationship Id="rId17" Type="http://schemas.openxmlformats.org/officeDocument/2006/relationships/image" Target="../media/image21.png"/><Relationship Id="rId18" Type="http://schemas.openxmlformats.org/officeDocument/2006/relationships/image" Target="../media/image25.png"/><Relationship Id="rId19" Type="http://schemas.openxmlformats.org/officeDocument/2006/relationships/image" Target="../media/image16.png"/><Relationship Id="rId20" Type="http://schemas.openxmlformats.org/officeDocument/2006/relationships/image" Target="../media/image35.png"/><Relationship Id="rId21" Type="http://schemas.openxmlformats.org/officeDocument/2006/relationships/image" Target="../media/image26.png"/><Relationship Id="rId22" Type="http://schemas.openxmlformats.org/officeDocument/2006/relationships/image" Target="../media/image24.png"/></Relationships>
</file>

<file path=ppt/slides/_rels/slide25.xml.rels><?xml version='1.0' encoding='UTF-8' standalone='yes'?>
<Relationships xmlns="http://schemas.openxmlformats.org/package/2006/relationships"><Relationship Id="rId1" Type="http://schemas.microsoft.com/office/2007/relationships/media" Target="../media/media3.mp3"/><Relationship Id="rId2" Type="http://schemas.openxmlformats.org/officeDocument/2006/relationships/audio" Target="../media/media3.mp3"/><Relationship Id="rId3" Type="http://schemas.microsoft.com/office/2007/relationships/media" Target="../media/media4.mp3"/><Relationship Id="rId4" Type="http://schemas.openxmlformats.org/officeDocument/2006/relationships/audio" Target="../media/media4.mp3"/><Relationship Id="rId5" Type="http://schemas.microsoft.com/office/2007/relationships/media" Target="../media/media2.mp3"/><Relationship Id="rId6" Type="http://schemas.openxmlformats.org/officeDocument/2006/relationships/audio" Target="../media/media2.mp3"/><Relationship Id="rId7" Type="http://schemas.microsoft.com/office/2007/relationships/media" Target="../media/media18.mp3"/><Relationship Id="rId8" Type="http://schemas.openxmlformats.org/officeDocument/2006/relationships/audio" Target="../media/media18.mp3"/><Relationship Id="rId9" Type="http://schemas.microsoft.com/office/2007/relationships/media" Target="../media/media5.mp3"/><Relationship Id="rId10" Type="http://schemas.openxmlformats.org/officeDocument/2006/relationships/audio" Target="../media/media5.mp3"/><Relationship Id="rId11" Type="http://schemas.openxmlformats.org/officeDocument/2006/relationships/slideLayout" Target="../slideLayouts/slideLayout7.xml"/><Relationship Id="rId12" Type="http://schemas.openxmlformats.org/officeDocument/2006/relationships/notesSlide" Target="../notesSlides/notesSlide25.xml"/><Relationship Id="rId13" Type="http://schemas.openxmlformats.org/officeDocument/2006/relationships/image" Target="../media/image20.png"/><Relationship Id="rId14" Type="http://schemas.openxmlformats.org/officeDocument/2006/relationships/image" Target="../media/image28.png"/><Relationship Id="rId15" Type="http://schemas.openxmlformats.org/officeDocument/2006/relationships/image" Target="../media/image23.png"/><Relationship Id="rId16" Type="http://schemas.openxmlformats.org/officeDocument/2006/relationships/image" Target="../media/image22.png"/><Relationship Id="rId17" Type="http://schemas.openxmlformats.org/officeDocument/2006/relationships/image" Target="../media/image21.png"/><Relationship Id="rId18" Type="http://schemas.openxmlformats.org/officeDocument/2006/relationships/image" Target="../media/image25.png"/><Relationship Id="rId19" Type="http://schemas.openxmlformats.org/officeDocument/2006/relationships/image" Target="../media/image35.png"/><Relationship Id="rId20" Type="http://schemas.openxmlformats.org/officeDocument/2006/relationships/image" Target="../media/image26.png"/><Relationship Id="rId21" Type="http://schemas.openxmlformats.org/officeDocument/2006/relationships/image" Target="../media/image24.png"/></Relationships>
</file>

<file path=ppt/slides/slide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14" name="Baseplate"/>
          <p:cNvPicPr>
            <a:picLocks noChangeAspect="1"/>
          </p:cNvPicPr>
          <p:nvPr/>
        </p:nvPicPr>
        <p:blipFill>
          <a:blip r:embed="rId5" cstate="print">
            <a:extLst>
              <a:ext uri="{28A0092B-C50C-407E-A947-70E740481C1C}">
                <a14:useLocalDpi xmlns:a14="http://schemas.microsoft.com/office/drawing/2010/main" val="0"/>
              </a:ext>
            </a:extLst>
          </a:blip>
          <a:stretch>
            <a:fillRect/>
          </a:stretch>
        </p:blipFill>
        <p:spPr>
          <a:xfrm>
            <a:off x="-594469" y="-54465"/>
            <a:ext cx="15819338" cy="8503918"/>
          </a:xfrm>
          <a:prstGeom prst="rect">
            <a:avLst/>
          </a:prstGeom>
        </p:spPr>
      </p:pic>
      <p:pic>
        <p:nvPicPr>
          <p:cNvPr id="3" name="1x3 Blue"/>
          <p:cNvPicPr>
            <a:picLocks noChangeAspect="1"/>
          </p:cNvPicPr>
          <p:nvPr/>
        </p:nvPicPr>
        <p:blipFill>
          <a:blip r:embed="rId6" cstate="print">
            <a:extLst>
              <a:ext uri="{28A0092B-C50C-407E-A947-70E740481C1C}">
                <a14:useLocalDpi xmlns:a14="http://schemas.microsoft.com/office/drawing/2010/main" val="0"/>
              </a:ext>
            </a:extLst>
          </a:blip>
          <a:stretch>
            <a:fillRect/>
          </a:stretch>
        </p:blipFill>
        <p:spPr>
          <a:xfrm>
            <a:off x="4305300" y="2886456"/>
            <a:ext cx="1198714" cy="530352"/>
          </a:xfrm>
          <a:prstGeom prst="rect">
            <a:avLst/>
          </a:prstGeom>
        </p:spPr>
      </p:pic>
      <p:pic>
        <p:nvPicPr>
          <p:cNvPr id="21" name="1x4 Blue"/>
          <p:cNvPicPr>
            <a:picLocks noChangeAspect="1"/>
          </p:cNvPicPr>
          <p:nvPr/>
        </p:nvPicPr>
        <p:blipFill>
          <a:blip r:embed="rId7" cstate="print">
            <a:extLst>
              <a:ext uri="{28A0092B-C50C-407E-A947-70E740481C1C}">
                <a14:useLocalDpi xmlns:a14="http://schemas.microsoft.com/office/drawing/2010/main" val="0"/>
              </a:ext>
            </a:extLst>
          </a:blip>
          <a:stretch>
            <a:fillRect/>
          </a:stretch>
        </p:blipFill>
        <p:spPr>
          <a:xfrm>
            <a:off x="1290355" y="817880"/>
            <a:ext cx="1557664" cy="530352"/>
          </a:xfrm>
          <a:prstGeom prst="rect">
            <a:avLst/>
          </a:prstGeom>
        </p:spPr>
      </p:pic>
      <p:pic>
        <p:nvPicPr>
          <p:cNvPr id="6" name="2x2 Blue"/>
          <p:cNvPicPr>
            <a:picLocks noChangeAspect="1"/>
          </p:cNvPicPr>
          <p:nvPr/>
        </p:nvPicPr>
        <p:blipFill>
          <a:blip r:embed="rId8" cstate="print">
            <a:extLst>
              <a:ext uri="{28A0092B-C50C-407E-A947-70E740481C1C}">
                <a14:useLocalDpi xmlns:a14="http://schemas.microsoft.com/office/drawing/2010/main" val="0"/>
              </a:ext>
            </a:extLst>
          </a:blip>
          <a:stretch>
            <a:fillRect/>
          </a:stretch>
        </p:blipFill>
        <p:spPr>
          <a:xfrm>
            <a:off x="2418080" y="1166360"/>
            <a:ext cx="838289" cy="859536"/>
          </a:xfrm>
          <a:prstGeom prst="rect">
            <a:avLst/>
          </a:prstGeom>
        </p:spPr>
      </p:pic>
      <p:pic>
        <p:nvPicPr>
          <p:cNvPr id="26" name="1x1 Blue"/>
          <p:cNvPicPr>
            <a:picLocks noChangeAspect="1"/>
          </p:cNvPicPr>
          <p:nvPr/>
        </p:nvPicPr>
        <p:blipFill>
          <a:blip r:embed="rId9" cstate="print">
            <a:extLst>
              <a:ext uri="{28A0092B-C50C-407E-A947-70E740481C1C}">
                <a14:useLocalDpi xmlns:a14="http://schemas.microsoft.com/office/drawing/2010/main" val="0"/>
              </a:ext>
            </a:extLst>
          </a:blip>
          <a:stretch>
            <a:fillRect/>
          </a:stretch>
        </p:blipFill>
        <p:spPr>
          <a:xfrm>
            <a:off x="923295" y="817880"/>
            <a:ext cx="471205" cy="530352"/>
          </a:xfrm>
          <a:prstGeom prst="rect">
            <a:avLst/>
          </a:prstGeom>
        </p:spPr>
      </p:pic>
      <p:pic>
        <p:nvPicPr>
          <p:cNvPr id="22" name="2x2 Blue"/>
          <p:cNvPicPr>
            <a:picLocks noChangeAspect="1"/>
          </p:cNvPicPr>
          <p:nvPr/>
        </p:nvPicPr>
        <p:blipFill>
          <a:blip r:embed="rId8" cstate="print">
            <a:extLst>
              <a:ext uri="{28A0092B-C50C-407E-A947-70E740481C1C}">
                <a14:useLocalDpi xmlns:a14="http://schemas.microsoft.com/office/drawing/2010/main" val="0"/>
              </a:ext>
            </a:extLst>
          </a:blip>
          <a:stretch>
            <a:fillRect/>
          </a:stretch>
        </p:blipFill>
        <p:spPr>
          <a:xfrm>
            <a:off x="942971" y="1156200"/>
            <a:ext cx="838289" cy="859536"/>
          </a:xfrm>
          <a:prstGeom prst="rect">
            <a:avLst/>
          </a:prstGeom>
        </p:spPr>
      </p:pic>
      <p:pic>
        <p:nvPicPr>
          <p:cNvPr id="4" name="1x4 Blue"/>
          <p:cNvPicPr>
            <a:picLocks noChangeAspect="1"/>
          </p:cNvPicPr>
          <p:nvPr/>
        </p:nvPicPr>
        <p:blipFill>
          <a:blip r:embed="rId7" cstate="print">
            <a:extLst>
              <a:ext uri="{28A0092B-C50C-407E-A947-70E740481C1C}">
                <a14:useLocalDpi xmlns:a14="http://schemas.microsoft.com/office/drawing/2010/main" val="0"/>
              </a:ext>
            </a:extLst>
          </a:blip>
          <a:stretch>
            <a:fillRect/>
          </a:stretch>
        </p:blipFill>
        <p:spPr>
          <a:xfrm>
            <a:off x="1353950" y="1843405"/>
            <a:ext cx="1557664" cy="530352"/>
          </a:xfrm>
          <a:prstGeom prst="rect">
            <a:avLst/>
          </a:prstGeom>
        </p:spPr>
      </p:pic>
      <p:pic>
        <p:nvPicPr>
          <p:cNvPr id="17" name="2x2 Blue"/>
          <p:cNvPicPr>
            <a:picLocks noChangeAspect="1"/>
          </p:cNvPicPr>
          <p:nvPr/>
        </p:nvPicPr>
        <p:blipFill>
          <a:blip r:embed="rId8" cstate="print">
            <a:extLst>
              <a:ext uri="{28A0092B-C50C-407E-A947-70E740481C1C}">
                <a14:useLocalDpi xmlns:a14="http://schemas.microsoft.com/office/drawing/2010/main" val="0"/>
              </a:ext>
            </a:extLst>
          </a:blip>
          <a:stretch>
            <a:fillRect/>
          </a:stretch>
        </p:blipFill>
        <p:spPr>
          <a:xfrm>
            <a:off x="2477229" y="2204720"/>
            <a:ext cx="838289" cy="859536"/>
          </a:xfrm>
          <a:prstGeom prst="rect">
            <a:avLst/>
          </a:prstGeom>
        </p:spPr>
      </p:pic>
      <p:pic>
        <p:nvPicPr>
          <p:cNvPr id="25" name="1x1 Blue"/>
          <p:cNvPicPr>
            <a:picLocks noChangeAspect="1"/>
          </p:cNvPicPr>
          <p:nvPr/>
        </p:nvPicPr>
        <p:blipFill>
          <a:blip r:embed="rId9" cstate="print">
            <a:extLst>
              <a:ext uri="{28A0092B-C50C-407E-A947-70E740481C1C}">
                <a14:useLocalDpi xmlns:a14="http://schemas.microsoft.com/office/drawing/2010/main" val="0"/>
              </a:ext>
            </a:extLst>
          </a:blip>
          <a:stretch>
            <a:fillRect/>
          </a:stretch>
        </p:blipFill>
        <p:spPr>
          <a:xfrm>
            <a:off x="980619" y="1840865"/>
            <a:ext cx="471205" cy="530352"/>
          </a:xfrm>
          <a:prstGeom prst="rect">
            <a:avLst/>
          </a:prstGeom>
        </p:spPr>
      </p:pic>
      <p:pic>
        <p:nvPicPr>
          <p:cNvPr id="23" name="2x2 Blue"/>
          <p:cNvPicPr>
            <a:picLocks noChangeAspect="1"/>
          </p:cNvPicPr>
          <p:nvPr/>
        </p:nvPicPr>
        <p:blipFill>
          <a:blip r:embed="rId8" cstate="print">
            <a:extLst>
              <a:ext uri="{28A0092B-C50C-407E-A947-70E740481C1C}">
                <a14:useLocalDpi xmlns:a14="http://schemas.microsoft.com/office/drawing/2010/main" val="0"/>
              </a:ext>
            </a:extLst>
          </a:blip>
          <a:stretch>
            <a:fillRect/>
          </a:stretch>
        </p:blipFill>
        <p:spPr>
          <a:xfrm>
            <a:off x="1002120" y="2194560"/>
            <a:ext cx="838289" cy="859536"/>
          </a:xfrm>
          <a:prstGeom prst="rect">
            <a:avLst/>
          </a:prstGeom>
        </p:spPr>
      </p:pic>
      <p:pic>
        <p:nvPicPr>
          <p:cNvPr id="20" name="1x4 Blue"/>
          <p:cNvPicPr>
            <a:picLocks noChangeAspect="1"/>
          </p:cNvPicPr>
          <p:nvPr/>
        </p:nvPicPr>
        <p:blipFill>
          <a:blip r:embed="rId7" cstate="print">
            <a:extLst>
              <a:ext uri="{28A0092B-C50C-407E-A947-70E740481C1C}">
                <a14:useLocalDpi xmlns:a14="http://schemas.microsoft.com/office/drawing/2010/main" val="0"/>
              </a:ext>
            </a:extLst>
          </a:blip>
          <a:stretch>
            <a:fillRect/>
          </a:stretch>
        </p:blipFill>
        <p:spPr>
          <a:xfrm>
            <a:off x="1409700" y="2880360"/>
            <a:ext cx="1557664" cy="530352"/>
          </a:xfrm>
          <a:prstGeom prst="rect">
            <a:avLst/>
          </a:prstGeom>
        </p:spPr>
      </p:pic>
      <p:pic>
        <p:nvPicPr>
          <p:cNvPr id="24" name="1x1 Blue"/>
          <p:cNvPicPr>
            <a:picLocks noChangeAspect="1"/>
          </p:cNvPicPr>
          <p:nvPr/>
        </p:nvPicPr>
        <p:blipFill>
          <a:blip r:embed="rId9" cstate="print">
            <a:extLst>
              <a:ext uri="{28A0092B-C50C-407E-A947-70E740481C1C}">
                <a14:useLocalDpi xmlns:a14="http://schemas.microsoft.com/office/drawing/2010/main" val="0"/>
              </a:ext>
            </a:extLst>
          </a:blip>
          <a:stretch>
            <a:fillRect/>
          </a:stretch>
        </p:blipFill>
        <p:spPr>
          <a:xfrm>
            <a:off x="1040220" y="2877820"/>
            <a:ext cx="471205" cy="530352"/>
          </a:xfrm>
          <a:prstGeom prst="rect">
            <a:avLst/>
          </a:prstGeom>
        </p:spPr>
      </p:pic>
      <p:pic>
        <p:nvPicPr>
          <p:cNvPr id="30" name="1x2 Blue"/>
          <p:cNvPicPr>
            <a:picLocks/>
          </p:cNvPicPr>
          <p:nvPr/>
        </p:nvPicPr>
        <p:blipFill>
          <a:blip r:embed="rId10" cstate="print">
            <a:extLst>
              <a:ext uri="{28A0092B-C50C-407E-A947-70E740481C1C}">
                <a14:useLocalDpi xmlns:a14="http://schemas.microsoft.com/office/drawing/2010/main" val="0"/>
              </a:ext>
            </a:extLst>
          </a:blip>
          <a:stretch>
            <a:fillRect/>
          </a:stretch>
        </p:blipFill>
        <p:spPr>
          <a:xfrm>
            <a:off x="3475901" y="829096"/>
            <a:ext cx="813816" cy="529163"/>
          </a:xfrm>
          <a:prstGeom prst="rect">
            <a:avLst/>
          </a:prstGeom>
        </p:spPr>
      </p:pic>
      <p:pic>
        <p:nvPicPr>
          <p:cNvPr id="29" name="2x2 Blue"/>
          <p:cNvPicPr>
            <a:picLocks noChangeAspect="1"/>
          </p:cNvPicPr>
          <p:nvPr/>
        </p:nvPicPr>
        <p:blipFill>
          <a:blip r:embed="rId8" cstate="print">
            <a:extLst>
              <a:ext uri="{28A0092B-C50C-407E-A947-70E740481C1C}">
                <a14:useLocalDpi xmlns:a14="http://schemas.microsoft.com/office/drawing/2010/main" val="0"/>
              </a:ext>
            </a:extLst>
          </a:blip>
          <a:stretch>
            <a:fillRect/>
          </a:stretch>
        </p:blipFill>
        <p:spPr>
          <a:xfrm>
            <a:off x="3495586" y="1177790"/>
            <a:ext cx="838289" cy="859536"/>
          </a:xfrm>
          <a:prstGeom prst="rect">
            <a:avLst/>
          </a:prstGeom>
        </p:spPr>
      </p:pic>
      <p:pic>
        <p:nvPicPr>
          <p:cNvPr id="40" name="1x2 Blue"/>
          <p:cNvPicPr>
            <a:picLocks/>
          </p:cNvPicPr>
          <p:nvPr/>
        </p:nvPicPr>
        <p:blipFill>
          <a:blip r:embed="rId10" cstate="print">
            <a:extLst>
              <a:ext uri="{28A0092B-C50C-407E-A947-70E740481C1C}">
                <a14:useLocalDpi xmlns:a14="http://schemas.microsoft.com/office/drawing/2010/main" val="0"/>
              </a:ext>
            </a:extLst>
          </a:blip>
          <a:stretch>
            <a:fillRect/>
          </a:stretch>
        </p:blipFill>
        <p:spPr>
          <a:xfrm>
            <a:off x="3533394" y="1857588"/>
            <a:ext cx="813816" cy="529163"/>
          </a:xfrm>
          <a:prstGeom prst="rect">
            <a:avLst/>
          </a:prstGeom>
        </p:spPr>
      </p:pic>
      <p:pic>
        <p:nvPicPr>
          <p:cNvPr id="27" name="2x2 Blue"/>
          <p:cNvPicPr>
            <a:picLocks noChangeAspect="1"/>
          </p:cNvPicPr>
          <p:nvPr/>
        </p:nvPicPr>
        <p:blipFill>
          <a:blip r:embed="rId8" cstate="print">
            <a:extLst>
              <a:ext uri="{28A0092B-C50C-407E-A947-70E740481C1C}">
                <a14:useLocalDpi xmlns:a14="http://schemas.microsoft.com/office/drawing/2010/main" val="0"/>
              </a:ext>
            </a:extLst>
          </a:blip>
          <a:stretch>
            <a:fillRect/>
          </a:stretch>
        </p:blipFill>
        <p:spPr>
          <a:xfrm>
            <a:off x="3552825" y="2205990"/>
            <a:ext cx="838289" cy="859536"/>
          </a:xfrm>
          <a:prstGeom prst="rect">
            <a:avLst/>
          </a:prstGeom>
        </p:spPr>
      </p:pic>
      <p:pic>
        <p:nvPicPr>
          <p:cNvPr id="31" name="1x4 Blue"/>
          <p:cNvPicPr>
            <a:picLocks noChangeAspect="1"/>
          </p:cNvPicPr>
          <p:nvPr/>
        </p:nvPicPr>
        <p:blipFill>
          <a:blip r:embed="rId7" cstate="print">
            <a:extLst>
              <a:ext uri="{28A0092B-C50C-407E-A947-70E740481C1C}">
                <a14:useLocalDpi xmlns:a14="http://schemas.microsoft.com/office/drawing/2010/main" val="0"/>
              </a:ext>
            </a:extLst>
          </a:blip>
          <a:stretch>
            <a:fillRect/>
          </a:stretch>
        </p:blipFill>
        <p:spPr>
          <a:xfrm>
            <a:off x="6011486" y="829556"/>
            <a:ext cx="1557664" cy="530352"/>
          </a:xfrm>
          <a:prstGeom prst="rect">
            <a:avLst/>
          </a:prstGeom>
        </p:spPr>
      </p:pic>
      <p:pic>
        <p:nvPicPr>
          <p:cNvPr id="32" name="2x2 Blue"/>
          <p:cNvPicPr>
            <a:picLocks noChangeAspect="1"/>
          </p:cNvPicPr>
          <p:nvPr/>
        </p:nvPicPr>
        <p:blipFill>
          <a:blip r:embed="rId8" cstate="print">
            <a:extLst>
              <a:ext uri="{28A0092B-C50C-407E-A947-70E740481C1C}">
                <a14:useLocalDpi xmlns:a14="http://schemas.microsoft.com/office/drawing/2010/main" val="0"/>
              </a:ext>
            </a:extLst>
          </a:blip>
          <a:stretch>
            <a:fillRect/>
          </a:stretch>
        </p:blipFill>
        <p:spPr>
          <a:xfrm>
            <a:off x="7139211" y="1178036"/>
            <a:ext cx="838289" cy="859536"/>
          </a:xfrm>
          <a:prstGeom prst="rect">
            <a:avLst/>
          </a:prstGeom>
        </p:spPr>
      </p:pic>
      <p:pic>
        <p:nvPicPr>
          <p:cNvPr id="33" name="2x2 Blue"/>
          <p:cNvPicPr>
            <a:picLocks noChangeAspect="1"/>
          </p:cNvPicPr>
          <p:nvPr/>
        </p:nvPicPr>
        <p:blipFill>
          <a:blip r:embed="rId8" cstate="print">
            <a:extLst>
              <a:ext uri="{28A0092B-C50C-407E-A947-70E740481C1C}">
                <a14:useLocalDpi xmlns:a14="http://schemas.microsoft.com/office/drawing/2010/main" val="0"/>
              </a:ext>
            </a:extLst>
          </a:blip>
          <a:stretch>
            <a:fillRect/>
          </a:stretch>
        </p:blipFill>
        <p:spPr>
          <a:xfrm>
            <a:off x="5664102" y="1167876"/>
            <a:ext cx="838289" cy="859536"/>
          </a:xfrm>
          <a:prstGeom prst="rect">
            <a:avLst/>
          </a:prstGeom>
        </p:spPr>
      </p:pic>
      <p:pic>
        <p:nvPicPr>
          <p:cNvPr id="38" name="1x2 Blue"/>
          <p:cNvPicPr>
            <a:picLocks/>
          </p:cNvPicPr>
          <p:nvPr/>
        </p:nvPicPr>
        <p:blipFill>
          <a:blip r:embed="rId10" cstate="print">
            <a:extLst>
              <a:ext uri="{28A0092B-C50C-407E-A947-70E740481C1C}">
                <a14:useLocalDpi xmlns:a14="http://schemas.microsoft.com/office/drawing/2010/main" val="0"/>
              </a:ext>
            </a:extLst>
          </a:blip>
          <a:stretch>
            <a:fillRect/>
          </a:stretch>
        </p:blipFill>
        <p:spPr>
          <a:xfrm>
            <a:off x="7180580" y="1861818"/>
            <a:ext cx="813816" cy="529163"/>
          </a:xfrm>
          <a:prstGeom prst="rect">
            <a:avLst/>
          </a:prstGeom>
        </p:spPr>
      </p:pic>
      <p:pic>
        <p:nvPicPr>
          <p:cNvPr id="34" name="2x2 Blue"/>
          <p:cNvPicPr>
            <a:picLocks noChangeAspect="1"/>
          </p:cNvPicPr>
          <p:nvPr/>
        </p:nvPicPr>
        <p:blipFill>
          <a:blip r:embed="rId8" cstate="print">
            <a:extLst>
              <a:ext uri="{28A0092B-C50C-407E-A947-70E740481C1C}">
                <a14:useLocalDpi xmlns:a14="http://schemas.microsoft.com/office/drawing/2010/main" val="0"/>
              </a:ext>
            </a:extLst>
          </a:blip>
          <a:stretch>
            <a:fillRect/>
          </a:stretch>
        </p:blipFill>
        <p:spPr>
          <a:xfrm>
            <a:off x="7198360" y="2216396"/>
            <a:ext cx="838289" cy="859536"/>
          </a:xfrm>
          <a:prstGeom prst="rect">
            <a:avLst/>
          </a:prstGeom>
        </p:spPr>
      </p:pic>
      <p:pic>
        <p:nvPicPr>
          <p:cNvPr id="37" name="1x2 Blue"/>
          <p:cNvPicPr>
            <a:picLocks/>
          </p:cNvPicPr>
          <p:nvPr/>
        </p:nvPicPr>
        <p:blipFill>
          <a:blip r:embed="rId10" cstate="print">
            <a:extLst>
              <a:ext uri="{28A0092B-C50C-407E-A947-70E740481C1C}">
                <a14:useLocalDpi xmlns:a14="http://schemas.microsoft.com/office/drawing/2010/main" val="0"/>
              </a:ext>
            </a:extLst>
          </a:blip>
          <a:stretch>
            <a:fillRect/>
          </a:stretch>
        </p:blipFill>
        <p:spPr>
          <a:xfrm>
            <a:off x="5701275" y="1851659"/>
            <a:ext cx="813816" cy="529163"/>
          </a:xfrm>
          <a:prstGeom prst="rect">
            <a:avLst/>
          </a:prstGeom>
        </p:spPr>
      </p:pic>
      <p:pic>
        <p:nvPicPr>
          <p:cNvPr id="35" name="2x2 Blue"/>
          <p:cNvPicPr>
            <a:picLocks noChangeAspect="1"/>
          </p:cNvPicPr>
          <p:nvPr/>
        </p:nvPicPr>
        <p:blipFill>
          <a:blip r:embed="rId8" cstate="print">
            <a:extLst>
              <a:ext uri="{28A0092B-C50C-407E-A947-70E740481C1C}">
                <a14:useLocalDpi xmlns:a14="http://schemas.microsoft.com/office/drawing/2010/main" val="0"/>
              </a:ext>
            </a:extLst>
          </a:blip>
          <a:stretch>
            <a:fillRect/>
          </a:stretch>
        </p:blipFill>
        <p:spPr>
          <a:xfrm>
            <a:off x="5723251" y="2206236"/>
            <a:ext cx="838289" cy="859536"/>
          </a:xfrm>
          <a:prstGeom prst="rect">
            <a:avLst/>
          </a:prstGeom>
        </p:spPr>
      </p:pic>
      <p:pic>
        <p:nvPicPr>
          <p:cNvPr id="36" name="1x4 Blue"/>
          <p:cNvPicPr>
            <a:picLocks noChangeAspect="1"/>
          </p:cNvPicPr>
          <p:nvPr/>
        </p:nvPicPr>
        <p:blipFill>
          <a:blip r:embed="rId7" cstate="print">
            <a:extLst>
              <a:ext uri="{28A0092B-C50C-407E-A947-70E740481C1C}">
                <a14:useLocalDpi xmlns:a14="http://schemas.microsoft.com/office/drawing/2010/main" val="0"/>
              </a:ext>
            </a:extLst>
          </a:blip>
          <a:stretch>
            <a:fillRect/>
          </a:stretch>
        </p:blipFill>
        <p:spPr>
          <a:xfrm>
            <a:off x="6130831" y="2892036"/>
            <a:ext cx="1557664" cy="530352"/>
          </a:xfrm>
          <a:prstGeom prst="rect">
            <a:avLst/>
          </a:prstGeom>
        </p:spPr>
      </p:pic>
      <p:pic>
        <p:nvPicPr>
          <p:cNvPr id="39" name="1x2 Blue"/>
          <p:cNvPicPr>
            <a:picLocks/>
          </p:cNvPicPr>
          <p:nvPr/>
        </p:nvPicPr>
        <p:blipFill>
          <a:blip r:embed="rId10" cstate="print">
            <a:extLst>
              <a:ext uri="{28A0092B-C50C-407E-A947-70E740481C1C}">
                <a14:useLocalDpi xmlns:a14="http://schemas.microsoft.com/office/drawing/2010/main" val="0"/>
              </a:ext>
            </a:extLst>
          </a:blip>
          <a:stretch>
            <a:fillRect/>
          </a:stretch>
        </p:blipFill>
        <p:spPr>
          <a:xfrm>
            <a:off x="3592106" y="2885605"/>
            <a:ext cx="813816" cy="529163"/>
          </a:xfrm>
          <a:prstGeom prst="rect">
            <a:avLst/>
          </a:prstGeom>
        </p:spPr>
      </p:pic>
      <p:pic>
        <p:nvPicPr>
          <p:cNvPr id="44" name="1x4 Blue"/>
          <p:cNvPicPr>
            <a:picLocks noChangeAspect="1"/>
          </p:cNvPicPr>
          <p:nvPr/>
        </p:nvPicPr>
        <p:blipFill>
          <a:blip r:embed="rId7" cstate="print">
            <a:extLst>
              <a:ext uri="{28A0092B-C50C-407E-A947-70E740481C1C}">
                <a14:useLocalDpi xmlns:a14="http://schemas.microsoft.com/office/drawing/2010/main" val="0"/>
              </a:ext>
            </a:extLst>
          </a:blip>
          <a:stretch>
            <a:fillRect/>
          </a:stretch>
        </p:blipFill>
        <p:spPr>
          <a:xfrm>
            <a:off x="8558861" y="823675"/>
            <a:ext cx="1557664" cy="530352"/>
          </a:xfrm>
          <a:prstGeom prst="rect">
            <a:avLst/>
          </a:prstGeom>
        </p:spPr>
      </p:pic>
      <p:pic>
        <p:nvPicPr>
          <p:cNvPr id="45" name="1x2 Blue"/>
          <p:cNvPicPr>
            <a:picLocks/>
          </p:cNvPicPr>
          <p:nvPr/>
        </p:nvPicPr>
        <p:blipFill>
          <a:blip r:embed="rId10" cstate="print">
            <a:extLst>
              <a:ext uri="{28A0092B-C50C-407E-A947-70E740481C1C}">
                <a14:useLocalDpi xmlns:a14="http://schemas.microsoft.com/office/drawing/2010/main" val="0"/>
              </a:ext>
            </a:extLst>
          </a:blip>
          <a:stretch>
            <a:fillRect/>
          </a:stretch>
        </p:blipFill>
        <p:spPr>
          <a:xfrm>
            <a:off x="9689855" y="1176955"/>
            <a:ext cx="813816" cy="529163"/>
          </a:xfrm>
          <a:prstGeom prst="rect">
            <a:avLst/>
          </a:prstGeom>
        </p:spPr>
      </p:pic>
      <p:pic>
        <p:nvPicPr>
          <p:cNvPr id="46" name="1x2 Blue"/>
          <p:cNvPicPr>
            <a:picLocks/>
          </p:cNvPicPr>
          <p:nvPr/>
        </p:nvPicPr>
        <p:blipFill>
          <a:blip r:embed="rId10" cstate="print">
            <a:extLst>
              <a:ext uri="{28A0092B-C50C-407E-A947-70E740481C1C}">
                <a14:useLocalDpi xmlns:a14="http://schemas.microsoft.com/office/drawing/2010/main" val="0"/>
              </a:ext>
            </a:extLst>
          </a:blip>
          <a:stretch>
            <a:fillRect/>
          </a:stretch>
        </p:blipFill>
        <p:spPr>
          <a:xfrm>
            <a:off x="8218170" y="1170606"/>
            <a:ext cx="813816" cy="529163"/>
          </a:xfrm>
          <a:prstGeom prst="rect">
            <a:avLst/>
          </a:prstGeom>
        </p:spPr>
      </p:pic>
      <p:pic>
        <p:nvPicPr>
          <p:cNvPr id="42" name="3x2 Blue"/>
          <p:cNvPicPr>
            <a:picLocks/>
          </p:cNvPicPr>
          <p:nvPr/>
        </p:nvPicPr>
        <p:blipFill>
          <a:blip r:embed="rId11" cstate="print">
            <a:extLst>
              <a:ext uri="{28A0092B-C50C-407E-A947-70E740481C1C}">
                <a14:useLocalDpi xmlns:a14="http://schemas.microsoft.com/office/drawing/2010/main" val="0"/>
              </a:ext>
            </a:extLst>
          </a:blip>
          <a:stretch>
            <a:fillRect/>
          </a:stretch>
        </p:blipFill>
        <p:spPr>
          <a:xfrm>
            <a:off x="8241475" y="1520863"/>
            <a:ext cx="850392" cy="1216152"/>
          </a:xfrm>
          <a:prstGeom prst="rect">
            <a:avLst/>
          </a:prstGeom>
        </p:spPr>
      </p:pic>
      <p:pic>
        <p:nvPicPr>
          <p:cNvPr id="48" name="1x2 Blue"/>
          <p:cNvPicPr>
            <a:picLocks/>
          </p:cNvPicPr>
          <p:nvPr/>
        </p:nvPicPr>
        <p:blipFill>
          <a:blip r:embed="rId10" cstate="print">
            <a:extLst>
              <a:ext uri="{28A0092B-C50C-407E-A947-70E740481C1C}">
                <a14:useLocalDpi xmlns:a14="http://schemas.microsoft.com/office/drawing/2010/main" val="0"/>
              </a:ext>
            </a:extLst>
          </a:blip>
          <a:stretch>
            <a:fillRect/>
          </a:stretch>
        </p:blipFill>
        <p:spPr>
          <a:xfrm>
            <a:off x="9766055" y="2562009"/>
            <a:ext cx="813816" cy="529163"/>
          </a:xfrm>
          <a:prstGeom prst="rect">
            <a:avLst/>
          </a:prstGeom>
        </p:spPr>
      </p:pic>
      <p:pic>
        <p:nvPicPr>
          <p:cNvPr id="49" name="1x2 Blue"/>
          <p:cNvPicPr>
            <a:picLocks/>
          </p:cNvPicPr>
          <p:nvPr/>
        </p:nvPicPr>
        <p:blipFill>
          <a:blip r:embed="rId10" cstate="print">
            <a:extLst>
              <a:ext uri="{28A0092B-C50C-407E-A947-70E740481C1C}">
                <a14:useLocalDpi xmlns:a14="http://schemas.microsoft.com/office/drawing/2010/main" val="0"/>
              </a:ext>
            </a:extLst>
          </a:blip>
          <a:stretch>
            <a:fillRect/>
          </a:stretch>
        </p:blipFill>
        <p:spPr>
          <a:xfrm>
            <a:off x="8298180" y="2559470"/>
            <a:ext cx="813816" cy="529163"/>
          </a:xfrm>
          <a:prstGeom prst="rect">
            <a:avLst/>
          </a:prstGeom>
        </p:spPr>
      </p:pic>
      <p:pic>
        <p:nvPicPr>
          <p:cNvPr id="47" name="1x4 Blue"/>
          <p:cNvPicPr>
            <a:picLocks noChangeAspect="1"/>
          </p:cNvPicPr>
          <p:nvPr/>
        </p:nvPicPr>
        <p:blipFill>
          <a:blip r:embed="rId7" cstate="print">
            <a:extLst>
              <a:ext uri="{28A0092B-C50C-407E-A947-70E740481C1C}">
                <a14:useLocalDpi xmlns:a14="http://schemas.microsoft.com/office/drawing/2010/main" val="0"/>
              </a:ext>
            </a:extLst>
          </a:blip>
          <a:stretch>
            <a:fillRect/>
          </a:stretch>
        </p:blipFill>
        <p:spPr>
          <a:xfrm>
            <a:off x="8685826" y="2901395"/>
            <a:ext cx="1557664" cy="530352"/>
          </a:xfrm>
          <a:prstGeom prst="rect">
            <a:avLst/>
          </a:prstGeom>
        </p:spPr>
      </p:pic>
      <p:pic>
        <p:nvPicPr>
          <p:cNvPr id="50" name="3x2 Blue"/>
          <p:cNvPicPr>
            <a:picLocks/>
          </p:cNvPicPr>
          <p:nvPr/>
        </p:nvPicPr>
        <p:blipFill>
          <a:blip r:embed="rId11" cstate="print">
            <a:extLst>
              <a:ext uri="{28A0092B-C50C-407E-A947-70E740481C1C}">
                <a14:useLocalDpi xmlns:a14="http://schemas.microsoft.com/office/drawing/2010/main" val="0"/>
              </a:ext>
            </a:extLst>
          </a:blip>
          <a:stretch>
            <a:fillRect/>
          </a:stretch>
        </p:blipFill>
        <p:spPr>
          <a:xfrm>
            <a:off x="10720578" y="830318"/>
            <a:ext cx="850392" cy="1216152"/>
          </a:xfrm>
          <a:prstGeom prst="rect">
            <a:avLst/>
          </a:prstGeom>
        </p:spPr>
      </p:pic>
      <p:pic>
        <p:nvPicPr>
          <p:cNvPr id="60" name="1x2 Blue"/>
          <p:cNvPicPr>
            <a:picLocks/>
          </p:cNvPicPr>
          <p:nvPr/>
        </p:nvPicPr>
        <p:blipFill>
          <a:blip r:embed="rId10" cstate="print">
            <a:extLst>
              <a:ext uri="{28A0092B-C50C-407E-A947-70E740481C1C}">
                <a14:useLocalDpi xmlns:a14="http://schemas.microsoft.com/office/drawing/2010/main" val="0"/>
              </a:ext>
            </a:extLst>
          </a:blip>
          <a:stretch>
            <a:fillRect/>
          </a:stretch>
        </p:blipFill>
        <p:spPr>
          <a:xfrm>
            <a:off x="12544044" y="831007"/>
            <a:ext cx="813816" cy="529163"/>
          </a:xfrm>
          <a:prstGeom prst="rect">
            <a:avLst/>
          </a:prstGeom>
        </p:spPr>
      </p:pic>
      <p:pic>
        <p:nvPicPr>
          <p:cNvPr id="52" name="1x2 Blue"/>
          <p:cNvPicPr>
            <a:picLocks/>
          </p:cNvPicPr>
          <p:nvPr/>
        </p:nvPicPr>
        <p:blipFill>
          <a:blip r:embed="rId10" cstate="print">
            <a:extLst>
              <a:ext uri="{28A0092B-C50C-407E-A947-70E740481C1C}">
                <a14:useLocalDpi xmlns:a14="http://schemas.microsoft.com/office/drawing/2010/main" val="0"/>
              </a:ext>
            </a:extLst>
          </a:blip>
          <a:stretch>
            <a:fillRect/>
          </a:stretch>
        </p:blipFill>
        <p:spPr>
          <a:xfrm>
            <a:off x="12198096" y="1177025"/>
            <a:ext cx="813816" cy="529163"/>
          </a:xfrm>
          <a:prstGeom prst="rect">
            <a:avLst/>
          </a:prstGeom>
        </p:spPr>
      </p:pic>
      <p:pic>
        <p:nvPicPr>
          <p:cNvPr id="53" name="1x2 Blue"/>
          <p:cNvPicPr>
            <a:picLocks/>
          </p:cNvPicPr>
          <p:nvPr/>
        </p:nvPicPr>
        <p:blipFill>
          <a:blip r:embed="rId10" cstate="print">
            <a:extLst>
              <a:ext uri="{28A0092B-C50C-407E-A947-70E740481C1C}">
                <a14:useLocalDpi xmlns:a14="http://schemas.microsoft.com/office/drawing/2010/main" val="0"/>
              </a:ext>
            </a:extLst>
          </a:blip>
          <a:stretch>
            <a:fillRect/>
          </a:stretch>
        </p:blipFill>
        <p:spPr>
          <a:xfrm>
            <a:off x="11857228" y="1521117"/>
            <a:ext cx="813816" cy="529163"/>
          </a:xfrm>
          <a:prstGeom prst="rect">
            <a:avLst/>
          </a:prstGeom>
        </p:spPr>
      </p:pic>
      <p:pic>
        <p:nvPicPr>
          <p:cNvPr id="54" name="1x4 Blue"/>
          <p:cNvPicPr>
            <a:picLocks noChangeAspect="1"/>
          </p:cNvPicPr>
          <p:nvPr/>
        </p:nvPicPr>
        <p:blipFill>
          <a:blip r:embed="rId7" cstate="print">
            <a:extLst>
              <a:ext uri="{28A0092B-C50C-407E-A947-70E740481C1C}">
                <a14:useLocalDpi xmlns:a14="http://schemas.microsoft.com/office/drawing/2010/main" val="0"/>
              </a:ext>
            </a:extLst>
          </a:blip>
          <a:stretch>
            <a:fillRect/>
          </a:stretch>
        </p:blipFill>
        <p:spPr>
          <a:xfrm>
            <a:off x="10778998" y="1872234"/>
            <a:ext cx="1557664" cy="530352"/>
          </a:xfrm>
          <a:prstGeom prst="rect">
            <a:avLst/>
          </a:prstGeom>
        </p:spPr>
      </p:pic>
      <p:pic>
        <p:nvPicPr>
          <p:cNvPr id="51" name="1x2 Blue"/>
          <p:cNvPicPr>
            <a:picLocks/>
          </p:cNvPicPr>
          <p:nvPr/>
        </p:nvPicPr>
        <p:blipFill>
          <a:blip r:embed="rId10" cstate="print">
            <a:extLst>
              <a:ext uri="{28A0092B-C50C-407E-A947-70E740481C1C}">
                <a14:useLocalDpi xmlns:a14="http://schemas.microsoft.com/office/drawing/2010/main" val="0"/>
              </a:ext>
            </a:extLst>
          </a:blip>
          <a:stretch>
            <a:fillRect/>
          </a:stretch>
        </p:blipFill>
        <p:spPr>
          <a:xfrm>
            <a:off x="11904218" y="2222319"/>
            <a:ext cx="813816" cy="529163"/>
          </a:xfrm>
          <a:prstGeom prst="rect">
            <a:avLst/>
          </a:prstGeom>
        </p:spPr>
      </p:pic>
      <p:pic>
        <p:nvPicPr>
          <p:cNvPr id="56" name="3x2 Blue"/>
          <p:cNvPicPr>
            <a:picLocks/>
          </p:cNvPicPr>
          <p:nvPr/>
        </p:nvPicPr>
        <p:blipFill>
          <a:blip r:embed="rId11" cstate="print">
            <a:extLst>
              <a:ext uri="{28A0092B-C50C-407E-A947-70E740481C1C}">
                <a14:useLocalDpi xmlns:a14="http://schemas.microsoft.com/office/drawing/2010/main" val="0"/>
              </a:ext>
            </a:extLst>
          </a:blip>
          <a:stretch>
            <a:fillRect/>
          </a:stretch>
        </p:blipFill>
        <p:spPr>
          <a:xfrm>
            <a:off x="10799572" y="2219173"/>
            <a:ext cx="850392" cy="1216152"/>
          </a:xfrm>
          <a:prstGeom prst="rect">
            <a:avLst/>
          </a:prstGeom>
        </p:spPr>
      </p:pic>
      <p:pic>
        <p:nvPicPr>
          <p:cNvPr id="57" name="1x2 Blue"/>
          <p:cNvPicPr>
            <a:picLocks/>
          </p:cNvPicPr>
          <p:nvPr/>
        </p:nvPicPr>
        <p:blipFill>
          <a:blip r:embed="rId10" cstate="print">
            <a:extLst>
              <a:ext uri="{28A0092B-C50C-407E-A947-70E740481C1C}">
                <a14:useLocalDpi xmlns:a14="http://schemas.microsoft.com/office/drawing/2010/main" val="0"/>
              </a:ext>
            </a:extLst>
          </a:blip>
          <a:stretch>
            <a:fillRect/>
          </a:stretch>
        </p:blipFill>
        <p:spPr>
          <a:xfrm>
            <a:off x="12285218" y="2568613"/>
            <a:ext cx="813816" cy="529163"/>
          </a:xfrm>
          <a:prstGeom prst="rect">
            <a:avLst/>
          </a:prstGeom>
        </p:spPr>
      </p:pic>
      <p:pic>
        <p:nvPicPr>
          <p:cNvPr id="59" name="1x2 Blue"/>
          <p:cNvPicPr>
            <a:picLocks/>
          </p:cNvPicPr>
          <p:nvPr/>
        </p:nvPicPr>
        <p:blipFill>
          <a:blip r:embed="rId10" cstate="print">
            <a:extLst>
              <a:ext uri="{28A0092B-C50C-407E-A947-70E740481C1C}">
                <a14:useLocalDpi xmlns:a14="http://schemas.microsoft.com/office/drawing/2010/main" val="0"/>
              </a:ext>
            </a:extLst>
          </a:blip>
          <a:stretch>
            <a:fillRect/>
          </a:stretch>
        </p:blipFill>
        <p:spPr>
          <a:xfrm>
            <a:off x="12665300" y="2909972"/>
            <a:ext cx="813816" cy="529163"/>
          </a:xfrm>
          <a:prstGeom prst="rect">
            <a:avLst/>
          </a:prstGeom>
        </p:spPr>
      </p:pic>
      <p:pic>
        <p:nvPicPr>
          <p:cNvPr id="55" name="3x1 Red"/>
          <p:cNvPicPr>
            <a:picLocks noChangeAspect="1"/>
          </p:cNvPicPr>
          <p:nvPr/>
        </p:nvPicPr>
        <p:blipFill>
          <a:blip r:embed="rId12" cstate="print">
            <a:extLst>
              <a:ext uri="{28A0092B-C50C-407E-A947-70E740481C1C}">
                <a14:useLocalDpi xmlns:a14="http://schemas.microsoft.com/office/drawing/2010/main" val="0"/>
              </a:ext>
            </a:extLst>
          </a:blip>
          <a:stretch>
            <a:fillRect/>
          </a:stretch>
        </p:blipFill>
        <p:spPr>
          <a:xfrm>
            <a:off x="1107849" y="3886302"/>
            <a:ext cx="508037" cy="1216152"/>
          </a:xfrm>
          <a:prstGeom prst="rect">
            <a:avLst/>
          </a:prstGeom>
        </p:spPr>
      </p:pic>
      <p:pic>
        <p:nvPicPr>
          <p:cNvPr id="64" name="3x2 Red"/>
          <p:cNvPicPr>
            <a:picLocks noChangeAspect="1"/>
          </p:cNvPicPr>
          <p:nvPr/>
        </p:nvPicPr>
        <p:blipFill>
          <a:blip r:embed="rId13" cstate="print">
            <a:extLst>
              <a:ext uri="{28A0092B-C50C-407E-A947-70E740481C1C}">
                <a14:useLocalDpi xmlns:a14="http://schemas.microsoft.com/office/drawing/2010/main" val="0"/>
              </a:ext>
            </a:extLst>
          </a:blip>
          <a:stretch>
            <a:fillRect/>
          </a:stretch>
        </p:blipFill>
        <p:spPr>
          <a:xfrm>
            <a:off x="1833663" y="3897780"/>
            <a:ext cx="870921" cy="1216152"/>
          </a:xfrm>
          <a:prstGeom prst="rect">
            <a:avLst/>
          </a:prstGeom>
        </p:spPr>
      </p:pic>
      <p:pic>
        <p:nvPicPr>
          <p:cNvPr id="66" name="3x2 Red"/>
          <p:cNvPicPr>
            <a:picLocks noChangeAspect="1"/>
          </p:cNvPicPr>
          <p:nvPr/>
        </p:nvPicPr>
        <p:blipFill>
          <a:blip r:embed="rId13" cstate="print">
            <a:extLst>
              <a:ext uri="{28A0092B-C50C-407E-A947-70E740481C1C}">
                <a14:useLocalDpi xmlns:a14="http://schemas.microsoft.com/office/drawing/2010/main" val="0"/>
              </a:ext>
            </a:extLst>
          </a:blip>
          <a:stretch>
            <a:fillRect/>
          </a:stretch>
        </p:blipFill>
        <p:spPr>
          <a:xfrm>
            <a:off x="1894856" y="4932172"/>
            <a:ext cx="870921" cy="1216152"/>
          </a:xfrm>
          <a:prstGeom prst="rect">
            <a:avLst/>
          </a:prstGeom>
        </p:spPr>
      </p:pic>
      <p:pic>
        <p:nvPicPr>
          <p:cNvPr id="62" name="1x1 Red"/>
          <p:cNvPicPr>
            <a:picLocks noChangeAspect="1"/>
          </p:cNvPicPr>
          <p:nvPr/>
        </p:nvPicPr>
        <p:blipFill>
          <a:blip r:embed="rId14" cstate="print">
            <a:extLst>
              <a:ext uri="{28A0092B-C50C-407E-A947-70E740481C1C}">
                <a14:useLocalDpi xmlns:a14="http://schemas.microsoft.com/office/drawing/2010/main" val="0"/>
              </a:ext>
            </a:extLst>
          </a:blip>
          <a:stretch>
            <a:fillRect/>
          </a:stretch>
        </p:blipFill>
        <p:spPr>
          <a:xfrm>
            <a:off x="1954394" y="5965068"/>
            <a:ext cx="471205" cy="530352"/>
          </a:xfrm>
          <a:prstGeom prst="rect">
            <a:avLst/>
          </a:prstGeom>
        </p:spPr>
      </p:pic>
      <p:pic>
        <p:nvPicPr>
          <p:cNvPr id="43" name="3x2 Red"/>
          <p:cNvPicPr>
            <a:picLocks noChangeAspect="1"/>
          </p:cNvPicPr>
          <p:nvPr/>
        </p:nvPicPr>
        <p:blipFill>
          <a:blip r:embed="rId13" cstate="print">
            <a:extLst>
              <a:ext uri="{28A0092B-C50C-407E-A947-70E740481C1C}">
                <a14:useLocalDpi xmlns:a14="http://schemas.microsoft.com/office/drawing/2010/main" val="0"/>
              </a:ext>
            </a:extLst>
          </a:blip>
          <a:stretch>
            <a:fillRect/>
          </a:stretch>
        </p:blipFill>
        <p:spPr>
          <a:xfrm>
            <a:off x="15240" y="3900350"/>
            <a:ext cx="870921" cy="1216152"/>
          </a:xfrm>
          <a:prstGeom prst="rect">
            <a:avLst/>
          </a:prstGeom>
        </p:spPr>
      </p:pic>
      <p:pic>
        <p:nvPicPr>
          <p:cNvPr id="67" name="1x1 Red"/>
          <p:cNvPicPr>
            <a:picLocks noChangeAspect="1"/>
          </p:cNvPicPr>
          <p:nvPr/>
        </p:nvPicPr>
        <p:blipFill>
          <a:blip r:embed="rId14" cstate="print">
            <a:extLst>
              <a:ext uri="{28A0092B-C50C-407E-A947-70E740481C1C}">
                <a14:useLocalDpi xmlns:a14="http://schemas.microsoft.com/office/drawing/2010/main" val="0"/>
              </a:ext>
            </a:extLst>
          </a:blip>
          <a:stretch>
            <a:fillRect/>
          </a:stretch>
        </p:blipFill>
        <p:spPr>
          <a:xfrm>
            <a:off x="1164747" y="4925038"/>
            <a:ext cx="471205" cy="530352"/>
          </a:xfrm>
          <a:prstGeom prst="rect">
            <a:avLst/>
          </a:prstGeom>
        </p:spPr>
      </p:pic>
      <p:pic>
        <p:nvPicPr>
          <p:cNvPr id="11" name="1x3 Red"/>
          <p:cNvPicPr>
            <a:picLocks noChangeAspect="1"/>
          </p:cNvPicPr>
          <p:nvPr/>
        </p:nvPicPr>
        <p:blipFill>
          <a:blip r:embed="rId15" cstate="print">
            <a:extLst>
              <a:ext uri="{28A0092B-C50C-407E-A947-70E740481C1C}">
                <a14:useLocalDpi xmlns:a14="http://schemas.microsoft.com/office/drawing/2010/main" val="0"/>
              </a:ext>
            </a:extLst>
          </a:blip>
          <a:stretch>
            <a:fillRect/>
          </a:stretch>
        </p:blipFill>
        <p:spPr>
          <a:xfrm>
            <a:off x="826553" y="5274514"/>
            <a:ext cx="1198713" cy="530352"/>
          </a:xfrm>
          <a:prstGeom prst="rect">
            <a:avLst/>
          </a:prstGeom>
        </p:spPr>
      </p:pic>
      <p:pic>
        <p:nvPicPr>
          <p:cNvPr id="68" name="1x1 Red"/>
          <p:cNvPicPr>
            <a:picLocks noChangeAspect="1"/>
          </p:cNvPicPr>
          <p:nvPr/>
        </p:nvPicPr>
        <p:blipFill>
          <a:blip r:embed="rId14" cstate="print">
            <a:extLst>
              <a:ext uri="{28A0092B-C50C-407E-A947-70E740481C1C}">
                <a14:useLocalDpi xmlns:a14="http://schemas.microsoft.com/office/drawing/2010/main" val="0"/>
              </a:ext>
            </a:extLst>
          </a:blip>
          <a:stretch>
            <a:fillRect/>
          </a:stretch>
        </p:blipFill>
        <p:spPr>
          <a:xfrm>
            <a:off x="844841" y="5625496"/>
            <a:ext cx="471205" cy="530352"/>
          </a:xfrm>
          <a:prstGeom prst="rect">
            <a:avLst/>
          </a:prstGeom>
        </p:spPr>
      </p:pic>
      <p:pic>
        <p:nvPicPr>
          <p:cNvPr id="69" name="1x1 Red"/>
          <p:cNvPicPr>
            <a:picLocks noChangeAspect="1"/>
          </p:cNvPicPr>
          <p:nvPr/>
        </p:nvPicPr>
        <p:blipFill>
          <a:blip r:embed="rId14" cstate="print">
            <a:extLst>
              <a:ext uri="{28A0092B-C50C-407E-A947-70E740481C1C}">
                <a14:useLocalDpi xmlns:a14="http://schemas.microsoft.com/office/drawing/2010/main" val="0"/>
              </a:ext>
            </a:extLst>
          </a:blip>
          <a:stretch>
            <a:fillRect/>
          </a:stretch>
        </p:blipFill>
        <p:spPr>
          <a:xfrm>
            <a:off x="1569047" y="5615638"/>
            <a:ext cx="471205" cy="530352"/>
          </a:xfrm>
          <a:prstGeom prst="rect">
            <a:avLst/>
          </a:prstGeom>
        </p:spPr>
      </p:pic>
      <p:pic>
        <p:nvPicPr>
          <p:cNvPr id="65" name="3x2 Red"/>
          <p:cNvPicPr>
            <a:picLocks noChangeAspect="1"/>
          </p:cNvPicPr>
          <p:nvPr/>
        </p:nvPicPr>
        <p:blipFill>
          <a:blip r:embed="rId13" cstate="print">
            <a:extLst>
              <a:ext uri="{28A0092B-C50C-407E-A947-70E740481C1C}">
                <a14:useLocalDpi xmlns:a14="http://schemas.microsoft.com/office/drawing/2010/main" val="0"/>
              </a:ext>
            </a:extLst>
          </a:blip>
          <a:stretch>
            <a:fillRect/>
          </a:stretch>
        </p:blipFill>
        <p:spPr>
          <a:xfrm>
            <a:off x="78377" y="4942332"/>
            <a:ext cx="870921" cy="1216152"/>
          </a:xfrm>
          <a:prstGeom prst="rect">
            <a:avLst/>
          </a:prstGeom>
        </p:spPr>
      </p:pic>
      <p:pic>
        <p:nvPicPr>
          <p:cNvPr id="10" name="1x1 Red"/>
          <p:cNvPicPr>
            <a:picLocks noChangeAspect="1"/>
          </p:cNvPicPr>
          <p:nvPr/>
        </p:nvPicPr>
        <p:blipFill>
          <a:blip r:embed="rId14" cstate="print">
            <a:extLst>
              <a:ext uri="{28A0092B-C50C-407E-A947-70E740481C1C}">
                <a14:useLocalDpi xmlns:a14="http://schemas.microsoft.com/office/drawing/2010/main" val="0"/>
              </a:ext>
            </a:extLst>
          </a:blip>
          <a:stretch>
            <a:fillRect/>
          </a:stretch>
        </p:blipFill>
        <p:spPr>
          <a:xfrm>
            <a:off x="494047" y="5972127"/>
            <a:ext cx="471205" cy="530352"/>
          </a:xfrm>
          <a:prstGeom prst="rect">
            <a:avLst/>
          </a:prstGeom>
        </p:spPr>
      </p:pic>
      <p:pic>
        <p:nvPicPr>
          <p:cNvPr id="13" name="1x4 Red"/>
          <p:cNvPicPr>
            <a:picLocks noChangeAspect="1"/>
          </p:cNvPicPr>
          <p:nvPr/>
        </p:nvPicPr>
        <p:blipFill>
          <a:blip r:embed="rId16" cstate="print">
            <a:extLst>
              <a:ext uri="{28A0092B-C50C-407E-A947-70E740481C1C}">
                <a14:useLocalDpi xmlns:a14="http://schemas.microsoft.com/office/drawing/2010/main" val="0"/>
              </a:ext>
            </a:extLst>
          </a:blip>
          <a:stretch>
            <a:fillRect/>
          </a:stretch>
        </p:blipFill>
        <p:spPr>
          <a:xfrm>
            <a:off x="5456792" y="3922878"/>
            <a:ext cx="1557663" cy="530352"/>
          </a:xfrm>
          <a:prstGeom prst="rect">
            <a:avLst/>
          </a:prstGeom>
        </p:spPr>
      </p:pic>
      <p:pic>
        <p:nvPicPr>
          <p:cNvPr id="79" name="1x3 Red"/>
          <p:cNvPicPr>
            <a:picLocks noChangeAspect="1"/>
          </p:cNvPicPr>
          <p:nvPr/>
        </p:nvPicPr>
        <p:blipFill>
          <a:blip r:embed="rId15" cstate="print">
            <a:extLst>
              <a:ext uri="{28A0092B-C50C-407E-A947-70E740481C1C}">
                <a14:useLocalDpi xmlns:a14="http://schemas.microsoft.com/office/drawing/2010/main" val="0"/>
              </a:ext>
            </a:extLst>
          </a:blip>
          <a:stretch>
            <a:fillRect/>
          </a:stretch>
        </p:blipFill>
        <p:spPr>
          <a:xfrm>
            <a:off x="3645205" y="3911984"/>
            <a:ext cx="1198713" cy="530352"/>
          </a:xfrm>
          <a:prstGeom prst="rect">
            <a:avLst/>
          </a:prstGeom>
        </p:spPr>
      </p:pic>
      <p:pic>
        <p:nvPicPr>
          <p:cNvPr id="61" name="2x2 Red"/>
          <p:cNvPicPr>
            <a:picLocks noChangeAspect="1"/>
          </p:cNvPicPr>
          <p:nvPr/>
        </p:nvPicPr>
        <p:blipFill>
          <a:blip r:embed="rId17" cstate="print">
            <a:extLst>
              <a:ext uri="{28A0092B-C50C-407E-A947-70E740481C1C}">
                <a14:useLocalDpi xmlns:a14="http://schemas.microsoft.com/office/drawing/2010/main" val="0"/>
              </a:ext>
            </a:extLst>
          </a:blip>
          <a:stretch>
            <a:fillRect/>
          </a:stretch>
        </p:blipFill>
        <p:spPr>
          <a:xfrm>
            <a:off x="4390567" y="4264994"/>
            <a:ext cx="838289" cy="859536"/>
          </a:xfrm>
          <a:prstGeom prst="rect">
            <a:avLst/>
          </a:prstGeom>
        </p:spPr>
      </p:pic>
      <p:pic>
        <p:nvPicPr>
          <p:cNvPr id="76" name="1x3 Red"/>
          <p:cNvPicPr>
            <a:picLocks noChangeAspect="1"/>
          </p:cNvPicPr>
          <p:nvPr/>
        </p:nvPicPr>
        <p:blipFill>
          <a:blip r:embed="rId15" cstate="print">
            <a:extLst>
              <a:ext uri="{28A0092B-C50C-407E-A947-70E740481C1C}">
                <a14:useLocalDpi xmlns:a14="http://schemas.microsoft.com/office/drawing/2010/main" val="0"/>
              </a:ext>
            </a:extLst>
          </a:blip>
          <a:stretch>
            <a:fillRect/>
          </a:stretch>
        </p:blipFill>
        <p:spPr>
          <a:xfrm>
            <a:off x="4050296" y="4948028"/>
            <a:ext cx="1198713" cy="530352"/>
          </a:xfrm>
          <a:prstGeom prst="rect">
            <a:avLst/>
          </a:prstGeom>
        </p:spPr>
      </p:pic>
      <p:pic>
        <p:nvPicPr>
          <p:cNvPr id="80" name="1x2 Red"/>
          <p:cNvPicPr>
            <a:picLocks/>
          </p:cNvPicPr>
          <p:nvPr/>
        </p:nvPicPr>
        <p:blipFill>
          <a:blip r:embed="rId18" cstate="print">
            <a:extLst>
              <a:ext uri="{28A0092B-C50C-407E-A947-70E740481C1C}">
                <a14:useLocalDpi xmlns:a14="http://schemas.microsoft.com/office/drawing/2010/main" val="0"/>
              </a:ext>
            </a:extLst>
          </a:blip>
          <a:stretch>
            <a:fillRect/>
          </a:stretch>
        </p:blipFill>
        <p:spPr>
          <a:xfrm>
            <a:off x="3717556" y="5292294"/>
            <a:ext cx="822960" cy="530352"/>
          </a:xfrm>
          <a:prstGeom prst="rect">
            <a:avLst/>
          </a:prstGeom>
        </p:spPr>
      </p:pic>
      <p:pic>
        <p:nvPicPr>
          <p:cNvPr id="71" name="3x2 Red"/>
          <p:cNvPicPr>
            <a:picLocks noChangeAspect="1"/>
          </p:cNvPicPr>
          <p:nvPr/>
        </p:nvPicPr>
        <p:blipFill>
          <a:blip r:embed="rId13" cstate="print">
            <a:extLst>
              <a:ext uri="{28A0092B-C50C-407E-A947-70E740481C1C}">
                <a14:useLocalDpi xmlns:a14="http://schemas.microsoft.com/office/drawing/2010/main" val="0"/>
              </a:ext>
            </a:extLst>
          </a:blip>
          <a:stretch>
            <a:fillRect/>
          </a:stretch>
        </p:blipFill>
        <p:spPr>
          <a:xfrm>
            <a:off x="2919544" y="3908296"/>
            <a:ext cx="870921" cy="1216152"/>
          </a:xfrm>
          <a:prstGeom prst="rect">
            <a:avLst/>
          </a:prstGeom>
        </p:spPr>
      </p:pic>
      <p:pic>
        <p:nvPicPr>
          <p:cNvPr id="72" name="1x2 Red"/>
          <p:cNvPicPr>
            <a:picLocks/>
          </p:cNvPicPr>
          <p:nvPr/>
        </p:nvPicPr>
        <p:blipFill>
          <a:blip r:embed="rId18" cstate="print">
            <a:extLst>
              <a:ext uri="{28A0092B-C50C-407E-A947-70E740481C1C}">
                <a14:useLocalDpi xmlns:a14="http://schemas.microsoft.com/office/drawing/2010/main" val="0"/>
              </a:ext>
            </a:extLst>
          </a:blip>
          <a:stretch>
            <a:fillRect/>
          </a:stretch>
        </p:blipFill>
        <p:spPr>
          <a:xfrm>
            <a:off x="2979189" y="4940454"/>
            <a:ext cx="822960" cy="530352"/>
          </a:xfrm>
          <a:prstGeom prst="rect">
            <a:avLst/>
          </a:prstGeom>
        </p:spPr>
      </p:pic>
      <p:pic>
        <p:nvPicPr>
          <p:cNvPr id="73" name="3x2 Red"/>
          <p:cNvPicPr>
            <a:picLocks noChangeAspect="1"/>
          </p:cNvPicPr>
          <p:nvPr/>
        </p:nvPicPr>
        <p:blipFill>
          <a:blip r:embed="rId13" cstate="print">
            <a:extLst>
              <a:ext uri="{28A0092B-C50C-407E-A947-70E740481C1C}">
                <a14:useLocalDpi xmlns:a14="http://schemas.microsoft.com/office/drawing/2010/main" val="0"/>
              </a:ext>
            </a:extLst>
          </a:blip>
          <a:stretch>
            <a:fillRect/>
          </a:stretch>
        </p:blipFill>
        <p:spPr>
          <a:xfrm>
            <a:off x="2996969" y="5290546"/>
            <a:ext cx="870921" cy="1216152"/>
          </a:xfrm>
          <a:prstGeom prst="rect">
            <a:avLst/>
          </a:prstGeom>
        </p:spPr>
      </p:pic>
      <p:pic>
        <p:nvPicPr>
          <p:cNvPr id="81" name="1x2 Red"/>
          <p:cNvPicPr>
            <a:picLocks/>
          </p:cNvPicPr>
          <p:nvPr/>
        </p:nvPicPr>
        <p:blipFill>
          <a:blip r:embed="rId18" cstate="print">
            <a:extLst>
              <a:ext uri="{28A0092B-C50C-407E-A947-70E740481C1C}">
                <a14:useLocalDpi xmlns:a14="http://schemas.microsoft.com/office/drawing/2010/main" val="0"/>
              </a:ext>
            </a:extLst>
          </a:blip>
          <a:stretch>
            <a:fillRect/>
          </a:stretch>
        </p:blipFill>
        <p:spPr>
          <a:xfrm>
            <a:off x="4100461" y="5643145"/>
            <a:ext cx="822960" cy="530352"/>
          </a:xfrm>
          <a:prstGeom prst="rect">
            <a:avLst/>
          </a:prstGeom>
        </p:spPr>
      </p:pic>
      <p:pic>
        <p:nvPicPr>
          <p:cNvPr id="82" name="1x2 Red"/>
          <p:cNvPicPr>
            <a:picLocks/>
          </p:cNvPicPr>
          <p:nvPr/>
        </p:nvPicPr>
        <p:blipFill>
          <a:blip r:embed="rId18" cstate="print">
            <a:extLst>
              <a:ext uri="{28A0092B-C50C-407E-A947-70E740481C1C}">
                <a14:useLocalDpi xmlns:a14="http://schemas.microsoft.com/office/drawing/2010/main" val="0"/>
              </a:ext>
            </a:extLst>
          </a:blip>
          <a:stretch>
            <a:fillRect/>
          </a:stretch>
        </p:blipFill>
        <p:spPr>
          <a:xfrm>
            <a:off x="4499241" y="5987415"/>
            <a:ext cx="822960" cy="530352"/>
          </a:xfrm>
          <a:prstGeom prst="rect">
            <a:avLst/>
          </a:prstGeom>
        </p:spPr>
      </p:pic>
      <p:pic>
        <p:nvPicPr>
          <p:cNvPr id="85" name="2x2 Red"/>
          <p:cNvPicPr>
            <a:picLocks/>
          </p:cNvPicPr>
          <p:nvPr/>
        </p:nvPicPr>
        <p:blipFill>
          <a:blip r:embed="rId17" cstate="print">
            <a:extLst>
              <a:ext uri="{28A0092B-C50C-407E-A947-70E740481C1C}">
                <a14:useLocalDpi xmlns:a14="http://schemas.microsoft.com/office/drawing/2010/main" val="0"/>
              </a:ext>
            </a:extLst>
          </a:blip>
          <a:stretch>
            <a:fillRect/>
          </a:stretch>
        </p:blipFill>
        <p:spPr>
          <a:xfrm>
            <a:off x="5837350" y="4272992"/>
            <a:ext cx="850392" cy="859536"/>
          </a:xfrm>
          <a:prstGeom prst="rect">
            <a:avLst/>
          </a:prstGeom>
        </p:spPr>
      </p:pic>
      <p:pic>
        <p:nvPicPr>
          <p:cNvPr id="86" name="1x2 Red"/>
          <p:cNvPicPr>
            <a:picLocks/>
          </p:cNvPicPr>
          <p:nvPr/>
        </p:nvPicPr>
        <p:blipFill>
          <a:blip r:embed="rId18" cstate="print">
            <a:extLst>
              <a:ext uri="{28A0092B-C50C-407E-A947-70E740481C1C}">
                <a14:useLocalDpi xmlns:a14="http://schemas.microsoft.com/office/drawing/2010/main" val="0"/>
              </a:ext>
            </a:extLst>
          </a:blip>
          <a:stretch>
            <a:fillRect/>
          </a:stretch>
        </p:blipFill>
        <p:spPr>
          <a:xfrm>
            <a:off x="5879938" y="4949850"/>
            <a:ext cx="822960" cy="530352"/>
          </a:xfrm>
          <a:prstGeom prst="rect">
            <a:avLst/>
          </a:prstGeom>
        </p:spPr>
      </p:pic>
      <p:pic>
        <p:nvPicPr>
          <p:cNvPr id="91" name="2x2 Red"/>
          <p:cNvPicPr>
            <a:picLocks/>
          </p:cNvPicPr>
          <p:nvPr/>
        </p:nvPicPr>
        <p:blipFill>
          <a:blip r:embed="rId17" cstate="print">
            <a:extLst>
              <a:ext uri="{28A0092B-C50C-407E-A947-70E740481C1C}">
                <a14:useLocalDpi xmlns:a14="http://schemas.microsoft.com/office/drawing/2010/main" val="0"/>
              </a:ext>
            </a:extLst>
          </a:blip>
          <a:stretch>
            <a:fillRect/>
          </a:stretch>
        </p:blipFill>
        <p:spPr>
          <a:xfrm>
            <a:off x="5898326" y="5299914"/>
            <a:ext cx="850392" cy="859536"/>
          </a:xfrm>
          <a:prstGeom prst="rect">
            <a:avLst/>
          </a:prstGeom>
        </p:spPr>
      </p:pic>
      <p:pic>
        <p:nvPicPr>
          <p:cNvPr id="88" name="1x4 Red"/>
          <p:cNvPicPr>
            <a:picLocks noChangeAspect="1"/>
          </p:cNvPicPr>
          <p:nvPr/>
        </p:nvPicPr>
        <p:blipFill>
          <a:blip r:embed="rId16" cstate="print">
            <a:extLst>
              <a:ext uri="{28A0092B-C50C-407E-A947-70E740481C1C}">
                <a14:useLocalDpi xmlns:a14="http://schemas.microsoft.com/office/drawing/2010/main" val="0"/>
              </a:ext>
            </a:extLst>
          </a:blip>
          <a:stretch>
            <a:fillRect/>
          </a:stretch>
        </p:blipFill>
        <p:spPr>
          <a:xfrm>
            <a:off x="5567508" y="5987954"/>
            <a:ext cx="1557663" cy="530352"/>
          </a:xfrm>
          <a:prstGeom prst="rect">
            <a:avLst/>
          </a:prstGeom>
        </p:spPr>
      </p:pic>
      <p:pic>
        <p:nvPicPr>
          <p:cNvPr id="92" name="1x3 Red"/>
          <p:cNvPicPr>
            <a:picLocks noChangeAspect="1"/>
          </p:cNvPicPr>
          <p:nvPr/>
        </p:nvPicPr>
        <p:blipFill>
          <a:blip r:embed="rId15" cstate="print">
            <a:extLst>
              <a:ext uri="{28A0092B-C50C-407E-A947-70E740481C1C}">
                <a14:useLocalDpi xmlns:a14="http://schemas.microsoft.com/office/drawing/2010/main" val="0"/>
              </a:ext>
            </a:extLst>
          </a:blip>
          <a:stretch>
            <a:fillRect/>
          </a:stretch>
        </p:blipFill>
        <p:spPr>
          <a:xfrm>
            <a:off x="8369032" y="3924402"/>
            <a:ext cx="1198713" cy="530352"/>
          </a:xfrm>
          <a:prstGeom prst="rect">
            <a:avLst/>
          </a:prstGeom>
        </p:spPr>
      </p:pic>
      <p:pic>
        <p:nvPicPr>
          <p:cNvPr id="93" name="1x3 Red"/>
          <p:cNvPicPr>
            <a:picLocks noChangeAspect="1"/>
          </p:cNvPicPr>
          <p:nvPr/>
        </p:nvPicPr>
        <p:blipFill>
          <a:blip r:embed="rId15" cstate="print">
            <a:extLst>
              <a:ext uri="{28A0092B-C50C-407E-A947-70E740481C1C}">
                <a14:useLocalDpi xmlns:a14="http://schemas.microsoft.com/office/drawing/2010/main" val="0"/>
              </a:ext>
            </a:extLst>
          </a:blip>
          <a:stretch>
            <a:fillRect/>
          </a:stretch>
        </p:blipFill>
        <p:spPr>
          <a:xfrm>
            <a:off x="7272814" y="3920979"/>
            <a:ext cx="1198713" cy="530352"/>
          </a:xfrm>
          <a:prstGeom prst="rect">
            <a:avLst/>
          </a:prstGeom>
        </p:spPr>
      </p:pic>
      <p:pic>
        <p:nvPicPr>
          <p:cNvPr id="94" name="2x2 Red"/>
          <p:cNvPicPr>
            <a:picLocks/>
          </p:cNvPicPr>
          <p:nvPr/>
        </p:nvPicPr>
        <p:blipFill>
          <a:blip r:embed="rId17" cstate="print">
            <a:extLst>
              <a:ext uri="{28A0092B-C50C-407E-A947-70E740481C1C}">
                <a14:useLocalDpi xmlns:a14="http://schemas.microsoft.com/office/drawing/2010/main" val="0"/>
              </a:ext>
            </a:extLst>
          </a:blip>
          <a:stretch>
            <a:fillRect/>
          </a:stretch>
        </p:blipFill>
        <p:spPr>
          <a:xfrm>
            <a:off x="8017243" y="4278532"/>
            <a:ext cx="850392" cy="859536"/>
          </a:xfrm>
          <a:prstGeom prst="rect">
            <a:avLst/>
          </a:prstGeom>
        </p:spPr>
      </p:pic>
      <p:pic>
        <p:nvPicPr>
          <p:cNvPr id="95" name="1x2 Red"/>
          <p:cNvPicPr>
            <a:picLocks/>
          </p:cNvPicPr>
          <p:nvPr/>
        </p:nvPicPr>
        <p:blipFill>
          <a:blip r:embed="rId18" cstate="print">
            <a:extLst>
              <a:ext uri="{28A0092B-C50C-407E-A947-70E740481C1C}">
                <a14:useLocalDpi xmlns:a14="http://schemas.microsoft.com/office/drawing/2010/main" val="0"/>
              </a:ext>
            </a:extLst>
          </a:blip>
          <a:stretch>
            <a:fillRect/>
          </a:stretch>
        </p:blipFill>
        <p:spPr>
          <a:xfrm>
            <a:off x="8059831" y="4955390"/>
            <a:ext cx="822960" cy="530352"/>
          </a:xfrm>
          <a:prstGeom prst="rect">
            <a:avLst/>
          </a:prstGeom>
        </p:spPr>
      </p:pic>
      <p:pic>
        <p:nvPicPr>
          <p:cNvPr id="96" name="2x2 Red"/>
          <p:cNvPicPr>
            <a:picLocks/>
          </p:cNvPicPr>
          <p:nvPr/>
        </p:nvPicPr>
        <p:blipFill>
          <a:blip r:embed="rId17" cstate="print">
            <a:extLst>
              <a:ext uri="{28A0092B-C50C-407E-A947-70E740481C1C}">
                <a14:useLocalDpi xmlns:a14="http://schemas.microsoft.com/office/drawing/2010/main" val="0"/>
              </a:ext>
            </a:extLst>
          </a:blip>
          <a:stretch>
            <a:fillRect/>
          </a:stretch>
        </p:blipFill>
        <p:spPr>
          <a:xfrm>
            <a:off x="8078219" y="5305454"/>
            <a:ext cx="850392" cy="859536"/>
          </a:xfrm>
          <a:prstGeom prst="rect">
            <a:avLst/>
          </a:prstGeom>
        </p:spPr>
      </p:pic>
      <p:pic>
        <p:nvPicPr>
          <p:cNvPr id="107" name="1x2 Red"/>
          <p:cNvPicPr>
            <a:picLocks/>
          </p:cNvPicPr>
          <p:nvPr/>
        </p:nvPicPr>
        <p:blipFill>
          <a:blip r:embed="rId18" cstate="print">
            <a:extLst>
              <a:ext uri="{28A0092B-C50C-407E-A947-70E740481C1C}">
                <a14:useLocalDpi xmlns:a14="http://schemas.microsoft.com/office/drawing/2010/main" val="0"/>
              </a:ext>
            </a:extLst>
          </a:blip>
          <a:stretch>
            <a:fillRect/>
          </a:stretch>
        </p:blipFill>
        <p:spPr>
          <a:xfrm>
            <a:off x="10601464" y="4965854"/>
            <a:ext cx="822960" cy="530352"/>
          </a:xfrm>
          <a:prstGeom prst="rect">
            <a:avLst/>
          </a:prstGeom>
        </p:spPr>
      </p:pic>
      <p:pic>
        <p:nvPicPr>
          <p:cNvPr id="97" name="1x2 Red"/>
          <p:cNvPicPr>
            <a:picLocks/>
          </p:cNvPicPr>
          <p:nvPr/>
        </p:nvPicPr>
        <p:blipFill>
          <a:blip r:embed="rId18" cstate="print">
            <a:extLst>
              <a:ext uri="{28A0092B-C50C-407E-A947-70E740481C1C}">
                <a14:useLocalDpi xmlns:a14="http://schemas.microsoft.com/office/drawing/2010/main" val="0"/>
              </a:ext>
            </a:extLst>
          </a:blip>
          <a:stretch>
            <a:fillRect/>
          </a:stretch>
        </p:blipFill>
        <p:spPr>
          <a:xfrm>
            <a:off x="8117226" y="5987415"/>
            <a:ext cx="822960" cy="530352"/>
          </a:xfrm>
          <a:prstGeom prst="rect">
            <a:avLst/>
          </a:prstGeom>
        </p:spPr>
      </p:pic>
      <p:pic>
        <p:nvPicPr>
          <p:cNvPr id="106" name="1x3 Red"/>
          <p:cNvPicPr>
            <a:picLocks noChangeAspect="1"/>
          </p:cNvPicPr>
          <p:nvPr/>
        </p:nvPicPr>
        <p:blipFill>
          <a:blip r:embed="rId15" cstate="print">
            <a:extLst>
              <a:ext uri="{28A0092B-C50C-407E-A947-70E740481C1C}">
                <a14:useLocalDpi xmlns:a14="http://schemas.microsoft.com/office/drawing/2010/main" val="0"/>
              </a:ext>
            </a:extLst>
          </a:blip>
          <a:stretch>
            <a:fillRect/>
          </a:stretch>
        </p:blipFill>
        <p:spPr>
          <a:xfrm>
            <a:off x="10540909" y="3927072"/>
            <a:ext cx="1198713" cy="530352"/>
          </a:xfrm>
          <a:prstGeom prst="rect">
            <a:avLst/>
          </a:prstGeom>
        </p:spPr>
      </p:pic>
      <p:pic>
        <p:nvPicPr>
          <p:cNvPr id="103" name="3x2 Red"/>
          <p:cNvPicPr>
            <a:picLocks noChangeAspect="1"/>
          </p:cNvPicPr>
          <p:nvPr/>
        </p:nvPicPr>
        <p:blipFill>
          <a:blip r:embed="rId13" cstate="print">
            <a:extLst>
              <a:ext uri="{28A0092B-C50C-407E-A947-70E740481C1C}">
                <a14:useLocalDpi xmlns:a14="http://schemas.microsoft.com/office/drawing/2010/main" val="0"/>
              </a:ext>
            </a:extLst>
          </a:blip>
          <a:stretch>
            <a:fillRect/>
          </a:stretch>
        </p:blipFill>
        <p:spPr>
          <a:xfrm>
            <a:off x="9815890" y="3922878"/>
            <a:ext cx="870921" cy="1216152"/>
          </a:xfrm>
          <a:prstGeom prst="rect">
            <a:avLst/>
          </a:prstGeom>
        </p:spPr>
      </p:pic>
      <p:pic>
        <p:nvPicPr>
          <p:cNvPr id="108" name="1x3 Red"/>
          <p:cNvPicPr>
            <a:picLocks noChangeAspect="1"/>
          </p:cNvPicPr>
          <p:nvPr/>
        </p:nvPicPr>
        <p:blipFill>
          <a:blip r:embed="rId15" cstate="print">
            <a:extLst>
              <a:ext uri="{28A0092B-C50C-407E-A947-70E740481C1C}">
                <a14:useLocalDpi xmlns:a14="http://schemas.microsoft.com/office/drawing/2010/main" val="0"/>
              </a:ext>
            </a:extLst>
          </a:blip>
          <a:stretch>
            <a:fillRect/>
          </a:stretch>
        </p:blipFill>
        <p:spPr>
          <a:xfrm>
            <a:off x="10653447" y="5994203"/>
            <a:ext cx="1198713" cy="530352"/>
          </a:xfrm>
          <a:prstGeom prst="rect">
            <a:avLst/>
          </a:prstGeom>
        </p:spPr>
      </p:pic>
      <p:pic>
        <p:nvPicPr>
          <p:cNvPr id="99" name="1x2 Red"/>
          <p:cNvPicPr>
            <a:picLocks/>
          </p:cNvPicPr>
          <p:nvPr/>
        </p:nvPicPr>
        <p:blipFill>
          <a:blip r:embed="rId18" cstate="print">
            <a:extLst>
              <a:ext uri="{28A0092B-C50C-407E-A947-70E740481C1C}">
                <a14:useLocalDpi xmlns:a14="http://schemas.microsoft.com/office/drawing/2010/main" val="0"/>
              </a:ext>
            </a:extLst>
          </a:blip>
          <a:stretch>
            <a:fillRect/>
          </a:stretch>
        </p:blipFill>
        <p:spPr>
          <a:xfrm>
            <a:off x="9878725" y="4961421"/>
            <a:ext cx="822960" cy="530352"/>
          </a:xfrm>
          <a:prstGeom prst="rect">
            <a:avLst/>
          </a:prstGeom>
        </p:spPr>
      </p:pic>
      <p:pic>
        <p:nvPicPr>
          <p:cNvPr id="104" name="3x2 Red"/>
          <p:cNvPicPr>
            <a:picLocks noChangeAspect="1"/>
          </p:cNvPicPr>
          <p:nvPr/>
        </p:nvPicPr>
        <p:blipFill>
          <a:blip r:embed="rId13" cstate="print">
            <a:extLst>
              <a:ext uri="{28A0092B-C50C-407E-A947-70E740481C1C}">
                <a14:useLocalDpi xmlns:a14="http://schemas.microsoft.com/office/drawing/2010/main" val="0"/>
              </a:ext>
            </a:extLst>
          </a:blip>
          <a:stretch>
            <a:fillRect/>
          </a:stretch>
        </p:blipFill>
        <p:spPr>
          <a:xfrm>
            <a:off x="9889393" y="5304615"/>
            <a:ext cx="870921" cy="1216152"/>
          </a:xfrm>
          <a:prstGeom prst="rect">
            <a:avLst/>
          </a:prstGeom>
        </p:spPr>
      </p:pic>
      <p:pic>
        <p:nvPicPr>
          <p:cNvPr id="109" name="1x3 Red"/>
          <p:cNvPicPr>
            <a:picLocks noChangeAspect="1"/>
          </p:cNvPicPr>
          <p:nvPr/>
        </p:nvPicPr>
        <p:blipFill>
          <a:blip r:embed="rId15" cstate="print">
            <a:extLst>
              <a:ext uri="{28A0092B-C50C-407E-A947-70E740481C1C}">
                <a14:useLocalDpi xmlns:a14="http://schemas.microsoft.com/office/drawing/2010/main" val="0"/>
              </a:ext>
            </a:extLst>
          </a:blip>
          <a:stretch>
            <a:fillRect/>
          </a:stretch>
        </p:blipFill>
        <p:spPr>
          <a:xfrm>
            <a:off x="12716978" y="3927864"/>
            <a:ext cx="1198713" cy="530352"/>
          </a:xfrm>
          <a:prstGeom prst="rect">
            <a:avLst/>
          </a:prstGeom>
        </p:spPr>
      </p:pic>
      <p:pic>
        <p:nvPicPr>
          <p:cNvPr id="110" name="2x2 Red"/>
          <p:cNvPicPr>
            <a:picLocks noChangeAspect="1"/>
          </p:cNvPicPr>
          <p:nvPr/>
        </p:nvPicPr>
        <p:blipFill>
          <a:blip r:embed="rId17" cstate="print">
            <a:extLst>
              <a:ext uri="{28A0092B-C50C-407E-A947-70E740481C1C}">
                <a14:useLocalDpi xmlns:a14="http://schemas.microsoft.com/office/drawing/2010/main" val="0"/>
              </a:ext>
            </a:extLst>
          </a:blip>
          <a:stretch>
            <a:fillRect/>
          </a:stretch>
        </p:blipFill>
        <p:spPr>
          <a:xfrm>
            <a:off x="13462340" y="4280874"/>
            <a:ext cx="838289" cy="859536"/>
          </a:xfrm>
          <a:prstGeom prst="rect">
            <a:avLst/>
          </a:prstGeom>
        </p:spPr>
      </p:pic>
      <p:pic>
        <p:nvPicPr>
          <p:cNvPr id="111" name="1x3 Red"/>
          <p:cNvPicPr>
            <a:picLocks noChangeAspect="1"/>
          </p:cNvPicPr>
          <p:nvPr/>
        </p:nvPicPr>
        <p:blipFill>
          <a:blip r:embed="rId15" cstate="print">
            <a:extLst>
              <a:ext uri="{28A0092B-C50C-407E-A947-70E740481C1C}">
                <a14:useLocalDpi xmlns:a14="http://schemas.microsoft.com/office/drawing/2010/main" val="0"/>
              </a:ext>
            </a:extLst>
          </a:blip>
          <a:stretch>
            <a:fillRect/>
          </a:stretch>
        </p:blipFill>
        <p:spPr>
          <a:xfrm>
            <a:off x="13122069" y="4963908"/>
            <a:ext cx="1198713" cy="530352"/>
          </a:xfrm>
          <a:prstGeom prst="rect">
            <a:avLst/>
          </a:prstGeom>
        </p:spPr>
      </p:pic>
      <p:pic>
        <p:nvPicPr>
          <p:cNvPr id="112" name="1x2 Red"/>
          <p:cNvPicPr>
            <a:picLocks/>
          </p:cNvPicPr>
          <p:nvPr/>
        </p:nvPicPr>
        <p:blipFill>
          <a:blip r:embed="rId18" cstate="print">
            <a:extLst>
              <a:ext uri="{28A0092B-C50C-407E-A947-70E740481C1C}">
                <a14:useLocalDpi xmlns:a14="http://schemas.microsoft.com/office/drawing/2010/main" val="0"/>
              </a:ext>
            </a:extLst>
          </a:blip>
          <a:stretch>
            <a:fillRect/>
          </a:stretch>
        </p:blipFill>
        <p:spPr>
          <a:xfrm>
            <a:off x="12789329" y="5308174"/>
            <a:ext cx="822960" cy="530352"/>
          </a:xfrm>
          <a:prstGeom prst="rect">
            <a:avLst/>
          </a:prstGeom>
        </p:spPr>
      </p:pic>
      <p:pic>
        <p:nvPicPr>
          <p:cNvPr id="113" name="3x2 Red"/>
          <p:cNvPicPr>
            <a:picLocks noChangeAspect="1"/>
          </p:cNvPicPr>
          <p:nvPr/>
        </p:nvPicPr>
        <p:blipFill>
          <a:blip r:embed="rId13" cstate="print">
            <a:extLst>
              <a:ext uri="{28A0092B-C50C-407E-A947-70E740481C1C}">
                <a14:useLocalDpi xmlns:a14="http://schemas.microsoft.com/office/drawing/2010/main" val="0"/>
              </a:ext>
            </a:extLst>
          </a:blip>
          <a:stretch>
            <a:fillRect/>
          </a:stretch>
        </p:blipFill>
        <p:spPr>
          <a:xfrm>
            <a:off x="11991317" y="3924176"/>
            <a:ext cx="870921" cy="1216152"/>
          </a:xfrm>
          <a:prstGeom prst="rect">
            <a:avLst/>
          </a:prstGeom>
        </p:spPr>
      </p:pic>
      <p:pic>
        <p:nvPicPr>
          <p:cNvPr id="114" name="1x2 Red"/>
          <p:cNvPicPr>
            <a:picLocks/>
          </p:cNvPicPr>
          <p:nvPr/>
        </p:nvPicPr>
        <p:blipFill>
          <a:blip r:embed="rId18" cstate="print">
            <a:extLst>
              <a:ext uri="{28A0092B-C50C-407E-A947-70E740481C1C}">
                <a14:useLocalDpi xmlns:a14="http://schemas.microsoft.com/office/drawing/2010/main" val="0"/>
              </a:ext>
            </a:extLst>
          </a:blip>
          <a:stretch>
            <a:fillRect/>
          </a:stretch>
        </p:blipFill>
        <p:spPr>
          <a:xfrm>
            <a:off x="12050962" y="4956334"/>
            <a:ext cx="822960" cy="530352"/>
          </a:xfrm>
          <a:prstGeom prst="rect">
            <a:avLst/>
          </a:prstGeom>
        </p:spPr>
      </p:pic>
      <p:pic>
        <p:nvPicPr>
          <p:cNvPr id="115" name="3x2 Red"/>
          <p:cNvPicPr>
            <a:picLocks noChangeAspect="1"/>
          </p:cNvPicPr>
          <p:nvPr/>
        </p:nvPicPr>
        <p:blipFill>
          <a:blip r:embed="rId13" cstate="print">
            <a:extLst>
              <a:ext uri="{28A0092B-C50C-407E-A947-70E740481C1C}">
                <a14:useLocalDpi xmlns:a14="http://schemas.microsoft.com/office/drawing/2010/main" val="0"/>
              </a:ext>
            </a:extLst>
          </a:blip>
          <a:stretch>
            <a:fillRect/>
          </a:stretch>
        </p:blipFill>
        <p:spPr>
          <a:xfrm>
            <a:off x="12068742" y="5306426"/>
            <a:ext cx="870921" cy="1216152"/>
          </a:xfrm>
          <a:prstGeom prst="rect">
            <a:avLst/>
          </a:prstGeom>
        </p:spPr>
      </p:pic>
      <p:pic>
        <p:nvPicPr>
          <p:cNvPr id="116" name="1x2 Red"/>
          <p:cNvPicPr>
            <a:picLocks/>
          </p:cNvPicPr>
          <p:nvPr/>
        </p:nvPicPr>
        <p:blipFill>
          <a:blip r:embed="rId18" cstate="print">
            <a:extLst>
              <a:ext uri="{28A0092B-C50C-407E-A947-70E740481C1C}">
                <a14:useLocalDpi xmlns:a14="http://schemas.microsoft.com/office/drawing/2010/main" val="0"/>
              </a:ext>
            </a:extLst>
          </a:blip>
          <a:stretch>
            <a:fillRect/>
          </a:stretch>
        </p:blipFill>
        <p:spPr>
          <a:xfrm>
            <a:off x="13172234" y="5659025"/>
            <a:ext cx="822960" cy="530352"/>
          </a:xfrm>
          <a:prstGeom prst="rect">
            <a:avLst/>
          </a:prstGeom>
        </p:spPr>
      </p:pic>
      <p:pic>
        <p:nvPicPr>
          <p:cNvPr id="117" name="1x2 Red"/>
          <p:cNvPicPr>
            <a:picLocks/>
          </p:cNvPicPr>
          <p:nvPr/>
        </p:nvPicPr>
        <p:blipFill>
          <a:blip r:embed="rId18" cstate="print">
            <a:extLst>
              <a:ext uri="{28A0092B-C50C-407E-A947-70E740481C1C}">
                <a14:useLocalDpi xmlns:a14="http://schemas.microsoft.com/office/drawing/2010/main" val="0"/>
              </a:ext>
            </a:extLst>
          </a:blip>
          <a:stretch>
            <a:fillRect/>
          </a:stretch>
        </p:blipFill>
        <p:spPr>
          <a:xfrm>
            <a:off x="13571014" y="6003295"/>
            <a:ext cx="822960" cy="530352"/>
          </a:xfrm>
          <a:prstGeom prst="rect">
            <a:avLst/>
          </a:prstGeom>
        </p:spPr>
      </p:pic>
      <p:pic>
        <p:nvPicPr>
          <p:cNvPr id="8" name="Logo Plate"/>
          <p:cNvPicPr>
            <a:picLocks noChangeAspect="1"/>
          </p:cNvPicPr>
          <p:nvPr/>
        </p:nvPicPr>
        <p:blipFill>
          <a:blip r:embed="rId19" cstate="print">
            <a:extLst>
              <a:ext uri="{28A0092B-C50C-407E-A947-70E740481C1C}">
                <a14:useLocalDpi xmlns:a14="http://schemas.microsoft.com/office/drawing/2010/main" val="0"/>
              </a:ext>
            </a:extLst>
          </a:blip>
          <a:stretch>
            <a:fillRect/>
          </a:stretch>
        </p:blipFill>
        <p:spPr>
          <a:xfrm>
            <a:off x="12174222" y="6819392"/>
            <a:ext cx="2261760" cy="1435608"/>
          </a:xfrm>
          <a:prstGeom prst="rect">
            <a:avLst/>
          </a:prstGeom>
        </p:spPr>
      </p:pic>
      <p:pic>
        <p:nvPicPr>
          <p:cNvPr id="5" name="Plastic Adrenaline.mp3">
            <a:hlinkClick r:id="" action="ppaction://media"/>
          </p:cNvPr>
          <p:cNvPicPr>
            <a:picLocks noChangeAspect="1"/>
          </p:cNvPicPr>
          <p:nvPr>
            <a:audioFile r:link="rId2"/>
            <p:extLst>
              <p:ext uri="{DAA4B4D4-6D71-4841-9C94-3DE7FCFB9230}">
                <p14:media xmlns:p14="http://schemas.microsoft.com/office/powerpoint/2010/main" r:embed="rId1"/>
              </p:ext>
            </p:extLst>
          </p:nvPr>
        </p:nvPicPr>
        <p:blipFill>
          <a:blip r:embed="rId20"/>
          <a:stretch>
            <a:fillRect/>
          </a:stretch>
        </p:blipFill>
        <p:spPr>
          <a:xfrm>
            <a:off x="2086634" y="8428554"/>
            <a:ext cx="487363" cy="487363"/>
          </a:xfrm>
          <a:prstGeom prst="rect">
            <a:avLst/>
          </a:prstGeom>
        </p:spPr>
      </p:pic>
    </p:spTree>
    <p:extLst>
      <p:ext uri="{BB962C8B-B14F-4D97-AF65-F5344CB8AC3E}">
        <p14:creationId xmlns:p14="http://schemas.microsoft.com/office/powerpoint/2010/main" val="677220472"/>
      </p:ext>
    </p:extLst>
  </p:cSld>
  <p:clrMapOvr>
    <a:masterClrMapping/>
  </p:clrMapOvr>
  <mc:AlternateContent xmlns:mc="http://schemas.openxmlformats.org/markup-compatibility/2006" xmlns:p14="http://schemas.microsoft.com/office/powerpoint/2010/main">
    <mc:Choice Requires="p14">
      <p:transition spd="slow" p14:dur="1300">
        <p14:pan dir="u"/>
      </p:transition>
    </mc:Choice>
    <mc:Fallback xmlns="">
      <p:transition spd="slow">
        <p:fade/>
      </p:transition>
    </mc:Fallback>
  </mc:AlternateContent>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mediacall" presetSubtype="0" fill="hold" nodeType="clickEffect">
                                  <p:stCondLst>
                                    <p:cond delay="0"/>
                                  </p:stCondLst>
                                  <p:childTnLst>
                                    <p:cmd type="call" cmd="playFrom(0.0)">
                                      <p:cBhvr>
                                        <p:cTn id="6" dur="30119" fill="hold"/>
                                        <p:tgtEl>
                                          <p:spTgt spid="5"/>
                                        </p:tgtEl>
                                      </p:cBhvr>
                                    </p:cmd>
                                  </p:childTnLst>
                                </p:cTn>
                              </p:par>
                              <p:par>
                                <p:cTn id="7" presetID="2" presetClass="entr" presetSubtype="1" fill="hold" nodeType="withEffect">
                                  <p:stCondLst>
                                    <p:cond delay="0"/>
                                  </p:stCondLst>
                                  <p:childTnLst>
                                    <p:set>
                                      <p:cBhvr>
                                        <p:cTn id="8" dur="1" fill="hold">
                                          <p:stCondLst>
                                            <p:cond delay="0"/>
                                          </p:stCondLst>
                                        </p:cTn>
                                        <p:tgtEl>
                                          <p:spTgt spid="30"/>
                                        </p:tgtEl>
                                        <p:attrNameLst>
                                          <p:attrName>style.visibility</p:attrName>
                                        </p:attrNameLst>
                                      </p:cBhvr>
                                      <p:to>
                                        <p:strVal val="visible"/>
                                      </p:to>
                                    </p:set>
                                    <p:anim calcmode="lin" valueType="num">
                                      <p:cBhvr additive="base">
                                        <p:cTn id="9" dur="250" fill="hold"/>
                                        <p:tgtEl>
                                          <p:spTgt spid="30"/>
                                        </p:tgtEl>
                                        <p:attrNameLst>
                                          <p:attrName>ppt_x</p:attrName>
                                        </p:attrNameLst>
                                      </p:cBhvr>
                                      <p:tavLst>
                                        <p:tav tm="0">
                                          <p:val>
                                            <p:strVal val="#ppt_x"/>
                                          </p:val>
                                        </p:tav>
                                        <p:tav tm="100000">
                                          <p:val>
                                            <p:strVal val="#ppt_x"/>
                                          </p:val>
                                        </p:tav>
                                      </p:tavLst>
                                    </p:anim>
                                    <p:anim calcmode="lin" valueType="num">
                                      <p:cBhvr additive="base">
                                        <p:cTn id="10" dur="250" fill="hold"/>
                                        <p:tgtEl>
                                          <p:spTgt spid="30"/>
                                        </p:tgtEl>
                                        <p:attrNameLst>
                                          <p:attrName>ppt_y</p:attrName>
                                        </p:attrNameLst>
                                      </p:cBhvr>
                                      <p:tavLst>
                                        <p:tav tm="0">
                                          <p:val>
                                            <p:strVal val="0-#ppt_h/2"/>
                                          </p:val>
                                        </p:tav>
                                        <p:tav tm="100000">
                                          <p:val>
                                            <p:strVal val="#ppt_y"/>
                                          </p:val>
                                        </p:tav>
                                      </p:tavLst>
                                    </p:anim>
                                  </p:childTnLst>
                                </p:cTn>
                              </p:par>
                              <p:par>
                                <p:cTn id="11" presetID="2" presetClass="entr" presetSubtype="1" fill="hold" nodeType="withEffect">
                                  <p:stCondLst>
                                    <p:cond delay="0"/>
                                  </p:stCondLst>
                                  <p:childTnLst>
                                    <p:set>
                                      <p:cBhvr>
                                        <p:cTn id="12" dur="1" fill="hold">
                                          <p:stCondLst>
                                            <p:cond delay="0"/>
                                          </p:stCondLst>
                                        </p:cTn>
                                        <p:tgtEl>
                                          <p:spTgt spid="31"/>
                                        </p:tgtEl>
                                        <p:attrNameLst>
                                          <p:attrName>style.visibility</p:attrName>
                                        </p:attrNameLst>
                                      </p:cBhvr>
                                      <p:to>
                                        <p:strVal val="visible"/>
                                      </p:to>
                                    </p:set>
                                    <p:anim calcmode="lin" valueType="num">
                                      <p:cBhvr additive="base">
                                        <p:cTn id="13" dur="250" fill="hold"/>
                                        <p:tgtEl>
                                          <p:spTgt spid="31"/>
                                        </p:tgtEl>
                                        <p:attrNameLst>
                                          <p:attrName>ppt_x</p:attrName>
                                        </p:attrNameLst>
                                      </p:cBhvr>
                                      <p:tavLst>
                                        <p:tav tm="0">
                                          <p:val>
                                            <p:strVal val="#ppt_x"/>
                                          </p:val>
                                        </p:tav>
                                        <p:tav tm="100000">
                                          <p:val>
                                            <p:strVal val="#ppt_x"/>
                                          </p:val>
                                        </p:tav>
                                      </p:tavLst>
                                    </p:anim>
                                    <p:anim calcmode="lin" valueType="num">
                                      <p:cBhvr additive="base">
                                        <p:cTn id="14" dur="250" fill="hold"/>
                                        <p:tgtEl>
                                          <p:spTgt spid="31"/>
                                        </p:tgtEl>
                                        <p:attrNameLst>
                                          <p:attrName>ppt_y</p:attrName>
                                        </p:attrNameLst>
                                      </p:cBhvr>
                                      <p:tavLst>
                                        <p:tav tm="0">
                                          <p:val>
                                            <p:strVal val="0-#ppt_h/2"/>
                                          </p:val>
                                        </p:tav>
                                        <p:tav tm="100000">
                                          <p:val>
                                            <p:strVal val="#ppt_y"/>
                                          </p:val>
                                        </p:tav>
                                      </p:tavLst>
                                    </p:anim>
                                  </p:childTnLst>
                                </p:cTn>
                              </p:par>
                              <p:par>
                                <p:cTn id="15" presetID="2" presetClass="entr" presetSubtype="1" fill="hold" nodeType="withEffect">
                                  <p:stCondLst>
                                    <p:cond delay="0"/>
                                  </p:stCondLst>
                                  <p:childTnLst>
                                    <p:set>
                                      <p:cBhvr>
                                        <p:cTn id="16" dur="1" fill="hold">
                                          <p:stCondLst>
                                            <p:cond delay="0"/>
                                          </p:stCondLst>
                                        </p:cTn>
                                        <p:tgtEl>
                                          <p:spTgt spid="44"/>
                                        </p:tgtEl>
                                        <p:attrNameLst>
                                          <p:attrName>style.visibility</p:attrName>
                                        </p:attrNameLst>
                                      </p:cBhvr>
                                      <p:to>
                                        <p:strVal val="visible"/>
                                      </p:to>
                                    </p:set>
                                    <p:anim calcmode="lin" valueType="num">
                                      <p:cBhvr additive="base">
                                        <p:cTn id="17" dur="250" fill="hold"/>
                                        <p:tgtEl>
                                          <p:spTgt spid="44"/>
                                        </p:tgtEl>
                                        <p:attrNameLst>
                                          <p:attrName>ppt_x</p:attrName>
                                        </p:attrNameLst>
                                      </p:cBhvr>
                                      <p:tavLst>
                                        <p:tav tm="0">
                                          <p:val>
                                            <p:strVal val="#ppt_x"/>
                                          </p:val>
                                        </p:tav>
                                        <p:tav tm="100000">
                                          <p:val>
                                            <p:strVal val="#ppt_x"/>
                                          </p:val>
                                        </p:tav>
                                      </p:tavLst>
                                    </p:anim>
                                    <p:anim calcmode="lin" valueType="num">
                                      <p:cBhvr additive="base">
                                        <p:cTn id="18" dur="250" fill="hold"/>
                                        <p:tgtEl>
                                          <p:spTgt spid="44"/>
                                        </p:tgtEl>
                                        <p:attrNameLst>
                                          <p:attrName>ppt_y</p:attrName>
                                        </p:attrNameLst>
                                      </p:cBhvr>
                                      <p:tavLst>
                                        <p:tav tm="0">
                                          <p:val>
                                            <p:strVal val="0-#ppt_h/2"/>
                                          </p:val>
                                        </p:tav>
                                        <p:tav tm="100000">
                                          <p:val>
                                            <p:strVal val="#ppt_y"/>
                                          </p:val>
                                        </p:tav>
                                      </p:tavLst>
                                    </p:anim>
                                  </p:childTnLst>
                                </p:cTn>
                              </p:par>
                              <p:par>
                                <p:cTn id="19" presetID="2" presetClass="entr" presetSubtype="1" fill="hold" nodeType="withEffect">
                                  <p:stCondLst>
                                    <p:cond delay="0"/>
                                  </p:stCondLst>
                                  <p:childTnLst>
                                    <p:set>
                                      <p:cBhvr>
                                        <p:cTn id="20" dur="1" fill="hold">
                                          <p:stCondLst>
                                            <p:cond delay="0"/>
                                          </p:stCondLst>
                                        </p:cTn>
                                        <p:tgtEl>
                                          <p:spTgt spid="50"/>
                                        </p:tgtEl>
                                        <p:attrNameLst>
                                          <p:attrName>style.visibility</p:attrName>
                                        </p:attrNameLst>
                                      </p:cBhvr>
                                      <p:to>
                                        <p:strVal val="visible"/>
                                      </p:to>
                                    </p:set>
                                    <p:anim calcmode="lin" valueType="num">
                                      <p:cBhvr additive="base">
                                        <p:cTn id="21" dur="250" fill="hold"/>
                                        <p:tgtEl>
                                          <p:spTgt spid="50"/>
                                        </p:tgtEl>
                                        <p:attrNameLst>
                                          <p:attrName>ppt_x</p:attrName>
                                        </p:attrNameLst>
                                      </p:cBhvr>
                                      <p:tavLst>
                                        <p:tav tm="0">
                                          <p:val>
                                            <p:strVal val="#ppt_x"/>
                                          </p:val>
                                        </p:tav>
                                        <p:tav tm="100000">
                                          <p:val>
                                            <p:strVal val="#ppt_x"/>
                                          </p:val>
                                        </p:tav>
                                      </p:tavLst>
                                    </p:anim>
                                    <p:anim calcmode="lin" valueType="num">
                                      <p:cBhvr additive="base">
                                        <p:cTn id="22" dur="250" fill="hold"/>
                                        <p:tgtEl>
                                          <p:spTgt spid="50"/>
                                        </p:tgtEl>
                                        <p:attrNameLst>
                                          <p:attrName>ppt_y</p:attrName>
                                        </p:attrNameLst>
                                      </p:cBhvr>
                                      <p:tavLst>
                                        <p:tav tm="0">
                                          <p:val>
                                            <p:strVal val="0-#ppt_h/2"/>
                                          </p:val>
                                        </p:tav>
                                        <p:tav tm="100000">
                                          <p:val>
                                            <p:strVal val="#ppt_y"/>
                                          </p:val>
                                        </p:tav>
                                      </p:tavLst>
                                    </p:anim>
                                  </p:childTnLst>
                                </p:cTn>
                              </p:par>
                              <p:par>
                                <p:cTn id="23" presetID="2" presetClass="entr" presetSubtype="1" fill="hold" nodeType="withEffect">
                                  <p:stCondLst>
                                    <p:cond delay="0"/>
                                  </p:stCondLst>
                                  <p:childTnLst>
                                    <p:set>
                                      <p:cBhvr>
                                        <p:cTn id="24" dur="1" fill="hold">
                                          <p:stCondLst>
                                            <p:cond delay="0"/>
                                          </p:stCondLst>
                                        </p:cTn>
                                        <p:tgtEl>
                                          <p:spTgt spid="26"/>
                                        </p:tgtEl>
                                        <p:attrNameLst>
                                          <p:attrName>style.visibility</p:attrName>
                                        </p:attrNameLst>
                                      </p:cBhvr>
                                      <p:to>
                                        <p:strVal val="visible"/>
                                      </p:to>
                                    </p:set>
                                    <p:anim calcmode="lin" valueType="num">
                                      <p:cBhvr additive="base">
                                        <p:cTn id="25" dur="250" fill="hold"/>
                                        <p:tgtEl>
                                          <p:spTgt spid="26"/>
                                        </p:tgtEl>
                                        <p:attrNameLst>
                                          <p:attrName>ppt_x</p:attrName>
                                        </p:attrNameLst>
                                      </p:cBhvr>
                                      <p:tavLst>
                                        <p:tav tm="0">
                                          <p:val>
                                            <p:strVal val="#ppt_x"/>
                                          </p:val>
                                        </p:tav>
                                        <p:tav tm="100000">
                                          <p:val>
                                            <p:strVal val="#ppt_x"/>
                                          </p:val>
                                        </p:tav>
                                      </p:tavLst>
                                    </p:anim>
                                    <p:anim calcmode="lin" valueType="num">
                                      <p:cBhvr additive="base">
                                        <p:cTn id="26" dur="250" fill="hold"/>
                                        <p:tgtEl>
                                          <p:spTgt spid="26"/>
                                        </p:tgtEl>
                                        <p:attrNameLst>
                                          <p:attrName>ppt_y</p:attrName>
                                        </p:attrNameLst>
                                      </p:cBhvr>
                                      <p:tavLst>
                                        <p:tav tm="0">
                                          <p:val>
                                            <p:strVal val="0-#ppt_h/2"/>
                                          </p:val>
                                        </p:tav>
                                        <p:tav tm="100000">
                                          <p:val>
                                            <p:strVal val="#ppt_y"/>
                                          </p:val>
                                        </p:tav>
                                      </p:tavLst>
                                    </p:anim>
                                  </p:childTnLst>
                                </p:cTn>
                              </p:par>
                              <p:par>
                                <p:cTn id="27" presetID="2" presetClass="entr" presetSubtype="1" fill="hold" nodeType="withEffect">
                                  <p:stCondLst>
                                    <p:cond delay="500"/>
                                  </p:stCondLst>
                                  <p:childTnLst>
                                    <p:set>
                                      <p:cBhvr>
                                        <p:cTn id="28" dur="1" fill="hold">
                                          <p:stCondLst>
                                            <p:cond delay="0"/>
                                          </p:stCondLst>
                                        </p:cTn>
                                        <p:tgtEl>
                                          <p:spTgt spid="21"/>
                                        </p:tgtEl>
                                        <p:attrNameLst>
                                          <p:attrName>style.visibility</p:attrName>
                                        </p:attrNameLst>
                                      </p:cBhvr>
                                      <p:to>
                                        <p:strVal val="visible"/>
                                      </p:to>
                                    </p:set>
                                    <p:anim calcmode="lin" valueType="num">
                                      <p:cBhvr additive="base">
                                        <p:cTn id="29" dur="250" fill="hold"/>
                                        <p:tgtEl>
                                          <p:spTgt spid="21"/>
                                        </p:tgtEl>
                                        <p:attrNameLst>
                                          <p:attrName>ppt_x</p:attrName>
                                        </p:attrNameLst>
                                      </p:cBhvr>
                                      <p:tavLst>
                                        <p:tav tm="0">
                                          <p:val>
                                            <p:strVal val="#ppt_x"/>
                                          </p:val>
                                        </p:tav>
                                        <p:tav tm="100000">
                                          <p:val>
                                            <p:strVal val="#ppt_x"/>
                                          </p:val>
                                        </p:tav>
                                      </p:tavLst>
                                    </p:anim>
                                    <p:anim calcmode="lin" valueType="num">
                                      <p:cBhvr additive="base">
                                        <p:cTn id="30" dur="250" fill="hold"/>
                                        <p:tgtEl>
                                          <p:spTgt spid="21"/>
                                        </p:tgtEl>
                                        <p:attrNameLst>
                                          <p:attrName>ppt_y</p:attrName>
                                        </p:attrNameLst>
                                      </p:cBhvr>
                                      <p:tavLst>
                                        <p:tav tm="0">
                                          <p:val>
                                            <p:strVal val="0-#ppt_h/2"/>
                                          </p:val>
                                        </p:tav>
                                        <p:tav tm="100000">
                                          <p:val>
                                            <p:strVal val="#ppt_y"/>
                                          </p:val>
                                        </p:tav>
                                      </p:tavLst>
                                    </p:anim>
                                  </p:childTnLst>
                                </p:cTn>
                              </p:par>
                              <p:par>
                                <p:cTn id="31" presetID="2" presetClass="entr" presetSubtype="1" fill="hold" nodeType="withEffect">
                                  <p:stCondLst>
                                    <p:cond delay="500"/>
                                  </p:stCondLst>
                                  <p:childTnLst>
                                    <p:set>
                                      <p:cBhvr>
                                        <p:cTn id="32" dur="1" fill="hold">
                                          <p:stCondLst>
                                            <p:cond delay="0"/>
                                          </p:stCondLst>
                                        </p:cTn>
                                        <p:tgtEl>
                                          <p:spTgt spid="60"/>
                                        </p:tgtEl>
                                        <p:attrNameLst>
                                          <p:attrName>style.visibility</p:attrName>
                                        </p:attrNameLst>
                                      </p:cBhvr>
                                      <p:to>
                                        <p:strVal val="visible"/>
                                      </p:to>
                                    </p:set>
                                    <p:anim calcmode="lin" valueType="num">
                                      <p:cBhvr additive="base">
                                        <p:cTn id="33" dur="250" fill="hold"/>
                                        <p:tgtEl>
                                          <p:spTgt spid="60"/>
                                        </p:tgtEl>
                                        <p:attrNameLst>
                                          <p:attrName>ppt_x</p:attrName>
                                        </p:attrNameLst>
                                      </p:cBhvr>
                                      <p:tavLst>
                                        <p:tav tm="0">
                                          <p:val>
                                            <p:strVal val="#ppt_x"/>
                                          </p:val>
                                        </p:tav>
                                        <p:tav tm="100000">
                                          <p:val>
                                            <p:strVal val="#ppt_x"/>
                                          </p:val>
                                        </p:tav>
                                      </p:tavLst>
                                    </p:anim>
                                    <p:anim calcmode="lin" valueType="num">
                                      <p:cBhvr additive="base">
                                        <p:cTn id="34" dur="250" fill="hold"/>
                                        <p:tgtEl>
                                          <p:spTgt spid="60"/>
                                        </p:tgtEl>
                                        <p:attrNameLst>
                                          <p:attrName>ppt_y</p:attrName>
                                        </p:attrNameLst>
                                      </p:cBhvr>
                                      <p:tavLst>
                                        <p:tav tm="0">
                                          <p:val>
                                            <p:strVal val="0-#ppt_h/2"/>
                                          </p:val>
                                        </p:tav>
                                        <p:tav tm="100000">
                                          <p:val>
                                            <p:strVal val="#ppt_y"/>
                                          </p:val>
                                        </p:tav>
                                      </p:tavLst>
                                    </p:anim>
                                  </p:childTnLst>
                                </p:cTn>
                              </p:par>
                              <p:par>
                                <p:cTn id="35" presetID="2" presetClass="entr" presetSubtype="1" fill="hold" nodeType="withEffect">
                                  <p:stCondLst>
                                    <p:cond delay="1000"/>
                                  </p:stCondLst>
                                  <p:childTnLst>
                                    <p:set>
                                      <p:cBhvr>
                                        <p:cTn id="36" dur="1" fill="hold">
                                          <p:stCondLst>
                                            <p:cond delay="0"/>
                                          </p:stCondLst>
                                        </p:cTn>
                                        <p:tgtEl>
                                          <p:spTgt spid="22"/>
                                        </p:tgtEl>
                                        <p:attrNameLst>
                                          <p:attrName>style.visibility</p:attrName>
                                        </p:attrNameLst>
                                      </p:cBhvr>
                                      <p:to>
                                        <p:strVal val="visible"/>
                                      </p:to>
                                    </p:set>
                                    <p:anim calcmode="lin" valueType="num">
                                      <p:cBhvr additive="base">
                                        <p:cTn id="37" dur="250" fill="hold"/>
                                        <p:tgtEl>
                                          <p:spTgt spid="22"/>
                                        </p:tgtEl>
                                        <p:attrNameLst>
                                          <p:attrName>ppt_x</p:attrName>
                                        </p:attrNameLst>
                                      </p:cBhvr>
                                      <p:tavLst>
                                        <p:tav tm="0">
                                          <p:val>
                                            <p:strVal val="#ppt_x"/>
                                          </p:val>
                                        </p:tav>
                                        <p:tav tm="100000">
                                          <p:val>
                                            <p:strVal val="#ppt_x"/>
                                          </p:val>
                                        </p:tav>
                                      </p:tavLst>
                                    </p:anim>
                                    <p:anim calcmode="lin" valueType="num">
                                      <p:cBhvr additive="base">
                                        <p:cTn id="38" dur="250" fill="hold"/>
                                        <p:tgtEl>
                                          <p:spTgt spid="22"/>
                                        </p:tgtEl>
                                        <p:attrNameLst>
                                          <p:attrName>ppt_y</p:attrName>
                                        </p:attrNameLst>
                                      </p:cBhvr>
                                      <p:tavLst>
                                        <p:tav tm="0">
                                          <p:val>
                                            <p:strVal val="0-#ppt_h/2"/>
                                          </p:val>
                                        </p:tav>
                                        <p:tav tm="100000">
                                          <p:val>
                                            <p:strVal val="#ppt_y"/>
                                          </p:val>
                                        </p:tav>
                                      </p:tavLst>
                                    </p:anim>
                                  </p:childTnLst>
                                </p:cTn>
                              </p:par>
                              <p:par>
                                <p:cTn id="39" presetID="2" presetClass="entr" presetSubtype="1" fill="hold" nodeType="withEffect">
                                  <p:stCondLst>
                                    <p:cond delay="1000"/>
                                  </p:stCondLst>
                                  <p:childTnLst>
                                    <p:set>
                                      <p:cBhvr>
                                        <p:cTn id="40" dur="1" fill="hold">
                                          <p:stCondLst>
                                            <p:cond delay="0"/>
                                          </p:stCondLst>
                                        </p:cTn>
                                        <p:tgtEl>
                                          <p:spTgt spid="29"/>
                                        </p:tgtEl>
                                        <p:attrNameLst>
                                          <p:attrName>style.visibility</p:attrName>
                                        </p:attrNameLst>
                                      </p:cBhvr>
                                      <p:to>
                                        <p:strVal val="visible"/>
                                      </p:to>
                                    </p:set>
                                    <p:anim calcmode="lin" valueType="num">
                                      <p:cBhvr additive="base">
                                        <p:cTn id="41" dur="250" fill="hold"/>
                                        <p:tgtEl>
                                          <p:spTgt spid="29"/>
                                        </p:tgtEl>
                                        <p:attrNameLst>
                                          <p:attrName>ppt_x</p:attrName>
                                        </p:attrNameLst>
                                      </p:cBhvr>
                                      <p:tavLst>
                                        <p:tav tm="0">
                                          <p:val>
                                            <p:strVal val="#ppt_x"/>
                                          </p:val>
                                        </p:tav>
                                        <p:tav tm="100000">
                                          <p:val>
                                            <p:strVal val="#ppt_x"/>
                                          </p:val>
                                        </p:tav>
                                      </p:tavLst>
                                    </p:anim>
                                    <p:anim calcmode="lin" valueType="num">
                                      <p:cBhvr additive="base">
                                        <p:cTn id="42" dur="250" fill="hold"/>
                                        <p:tgtEl>
                                          <p:spTgt spid="29"/>
                                        </p:tgtEl>
                                        <p:attrNameLst>
                                          <p:attrName>ppt_y</p:attrName>
                                        </p:attrNameLst>
                                      </p:cBhvr>
                                      <p:tavLst>
                                        <p:tav tm="0">
                                          <p:val>
                                            <p:strVal val="0-#ppt_h/2"/>
                                          </p:val>
                                        </p:tav>
                                        <p:tav tm="100000">
                                          <p:val>
                                            <p:strVal val="#ppt_y"/>
                                          </p:val>
                                        </p:tav>
                                      </p:tavLst>
                                    </p:anim>
                                  </p:childTnLst>
                                </p:cTn>
                              </p:par>
                              <p:par>
                                <p:cTn id="43" presetID="2" presetClass="entr" presetSubtype="1" fill="hold" nodeType="withEffect">
                                  <p:stCondLst>
                                    <p:cond delay="1000"/>
                                  </p:stCondLst>
                                  <p:childTnLst>
                                    <p:set>
                                      <p:cBhvr>
                                        <p:cTn id="44" dur="1" fill="hold">
                                          <p:stCondLst>
                                            <p:cond delay="0"/>
                                          </p:stCondLst>
                                        </p:cTn>
                                        <p:tgtEl>
                                          <p:spTgt spid="33"/>
                                        </p:tgtEl>
                                        <p:attrNameLst>
                                          <p:attrName>style.visibility</p:attrName>
                                        </p:attrNameLst>
                                      </p:cBhvr>
                                      <p:to>
                                        <p:strVal val="visible"/>
                                      </p:to>
                                    </p:set>
                                    <p:anim calcmode="lin" valueType="num">
                                      <p:cBhvr additive="base">
                                        <p:cTn id="45" dur="250" fill="hold"/>
                                        <p:tgtEl>
                                          <p:spTgt spid="33"/>
                                        </p:tgtEl>
                                        <p:attrNameLst>
                                          <p:attrName>ppt_x</p:attrName>
                                        </p:attrNameLst>
                                      </p:cBhvr>
                                      <p:tavLst>
                                        <p:tav tm="0">
                                          <p:val>
                                            <p:strVal val="#ppt_x"/>
                                          </p:val>
                                        </p:tav>
                                        <p:tav tm="100000">
                                          <p:val>
                                            <p:strVal val="#ppt_x"/>
                                          </p:val>
                                        </p:tav>
                                      </p:tavLst>
                                    </p:anim>
                                    <p:anim calcmode="lin" valueType="num">
                                      <p:cBhvr additive="base">
                                        <p:cTn id="46" dur="250" fill="hold"/>
                                        <p:tgtEl>
                                          <p:spTgt spid="33"/>
                                        </p:tgtEl>
                                        <p:attrNameLst>
                                          <p:attrName>ppt_y</p:attrName>
                                        </p:attrNameLst>
                                      </p:cBhvr>
                                      <p:tavLst>
                                        <p:tav tm="0">
                                          <p:val>
                                            <p:strVal val="0-#ppt_h/2"/>
                                          </p:val>
                                        </p:tav>
                                        <p:tav tm="100000">
                                          <p:val>
                                            <p:strVal val="#ppt_y"/>
                                          </p:val>
                                        </p:tav>
                                      </p:tavLst>
                                    </p:anim>
                                  </p:childTnLst>
                                </p:cTn>
                              </p:par>
                              <p:par>
                                <p:cTn id="47" presetID="2" presetClass="entr" presetSubtype="1" fill="hold" nodeType="withEffect">
                                  <p:stCondLst>
                                    <p:cond delay="1000"/>
                                  </p:stCondLst>
                                  <p:childTnLst>
                                    <p:set>
                                      <p:cBhvr>
                                        <p:cTn id="48" dur="1" fill="hold">
                                          <p:stCondLst>
                                            <p:cond delay="0"/>
                                          </p:stCondLst>
                                        </p:cTn>
                                        <p:tgtEl>
                                          <p:spTgt spid="46"/>
                                        </p:tgtEl>
                                        <p:attrNameLst>
                                          <p:attrName>style.visibility</p:attrName>
                                        </p:attrNameLst>
                                      </p:cBhvr>
                                      <p:to>
                                        <p:strVal val="visible"/>
                                      </p:to>
                                    </p:set>
                                    <p:anim calcmode="lin" valueType="num">
                                      <p:cBhvr additive="base">
                                        <p:cTn id="49" dur="250" fill="hold"/>
                                        <p:tgtEl>
                                          <p:spTgt spid="46"/>
                                        </p:tgtEl>
                                        <p:attrNameLst>
                                          <p:attrName>ppt_x</p:attrName>
                                        </p:attrNameLst>
                                      </p:cBhvr>
                                      <p:tavLst>
                                        <p:tav tm="0">
                                          <p:val>
                                            <p:strVal val="#ppt_x"/>
                                          </p:val>
                                        </p:tav>
                                        <p:tav tm="100000">
                                          <p:val>
                                            <p:strVal val="#ppt_x"/>
                                          </p:val>
                                        </p:tav>
                                      </p:tavLst>
                                    </p:anim>
                                    <p:anim calcmode="lin" valueType="num">
                                      <p:cBhvr additive="base">
                                        <p:cTn id="50" dur="250" fill="hold"/>
                                        <p:tgtEl>
                                          <p:spTgt spid="46"/>
                                        </p:tgtEl>
                                        <p:attrNameLst>
                                          <p:attrName>ppt_y</p:attrName>
                                        </p:attrNameLst>
                                      </p:cBhvr>
                                      <p:tavLst>
                                        <p:tav tm="0">
                                          <p:val>
                                            <p:strVal val="0-#ppt_h/2"/>
                                          </p:val>
                                        </p:tav>
                                        <p:tav tm="100000">
                                          <p:val>
                                            <p:strVal val="#ppt_y"/>
                                          </p:val>
                                        </p:tav>
                                      </p:tavLst>
                                    </p:anim>
                                  </p:childTnLst>
                                </p:cTn>
                              </p:par>
                              <p:par>
                                <p:cTn id="51" presetID="2" presetClass="entr" presetSubtype="1" fill="hold" nodeType="withEffect">
                                  <p:stCondLst>
                                    <p:cond delay="1000"/>
                                  </p:stCondLst>
                                  <p:childTnLst>
                                    <p:set>
                                      <p:cBhvr>
                                        <p:cTn id="52" dur="1" fill="hold">
                                          <p:stCondLst>
                                            <p:cond delay="0"/>
                                          </p:stCondLst>
                                        </p:cTn>
                                        <p:tgtEl>
                                          <p:spTgt spid="52"/>
                                        </p:tgtEl>
                                        <p:attrNameLst>
                                          <p:attrName>style.visibility</p:attrName>
                                        </p:attrNameLst>
                                      </p:cBhvr>
                                      <p:to>
                                        <p:strVal val="visible"/>
                                      </p:to>
                                    </p:set>
                                    <p:anim calcmode="lin" valueType="num">
                                      <p:cBhvr additive="base">
                                        <p:cTn id="53" dur="250" fill="hold"/>
                                        <p:tgtEl>
                                          <p:spTgt spid="52"/>
                                        </p:tgtEl>
                                        <p:attrNameLst>
                                          <p:attrName>ppt_x</p:attrName>
                                        </p:attrNameLst>
                                      </p:cBhvr>
                                      <p:tavLst>
                                        <p:tav tm="0">
                                          <p:val>
                                            <p:strVal val="#ppt_x"/>
                                          </p:val>
                                        </p:tav>
                                        <p:tav tm="100000">
                                          <p:val>
                                            <p:strVal val="#ppt_x"/>
                                          </p:val>
                                        </p:tav>
                                      </p:tavLst>
                                    </p:anim>
                                    <p:anim calcmode="lin" valueType="num">
                                      <p:cBhvr additive="base">
                                        <p:cTn id="54" dur="250" fill="hold"/>
                                        <p:tgtEl>
                                          <p:spTgt spid="52"/>
                                        </p:tgtEl>
                                        <p:attrNameLst>
                                          <p:attrName>ppt_y</p:attrName>
                                        </p:attrNameLst>
                                      </p:cBhvr>
                                      <p:tavLst>
                                        <p:tav tm="0">
                                          <p:val>
                                            <p:strVal val="0-#ppt_h/2"/>
                                          </p:val>
                                        </p:tav>
                                        <p:tav tm="100000">
                                          <p:val>
                                            <p:strVal val="#ppt_y"/>
                                          </p:val>
                                        </p:tav>
                                      </p:tavLst>
                                    </p:anim>
                                  </p:childTnLst>
                                </p:cTn>
                              </p:par>
                              <p:par>
                                <p:cTn id="55" presetID="2" presetClass="entr" presetSubtype="1" fill="hold" nodeType="withEffect">
                                  <p:stCondLst>
                                    <p:cond delay="1500"/>
                                  </p:stCondLst>
                                  <p:childTnLst>
                                    <p:set>
                                      <p:cBhvr>
                                        <p:cTn id="56" dur="1" fill="hold">
                                          <p:stCondLst>
                                            <p:cond delay="0"/>
                                          </p:stCondLst>
                                        </p:cTn>
                                        <p:tgtEl>
                                          <p:spTgt spid="6"/>
                                        </p:tgtEl>
                                        <p:attrNameLst>
                                          <p:attrName>style.visibility</p:attrName>
                                        </p:attrNameLst>
                                      </p:cBhvr>
                                      <p:to>
                                        <p:strVal val="visible"/>
                                      </p:to>
                                    </p:set>
                                    <p:anim calcmode="lin" valueType="num">
                                      <p:cBhvr additive="base">
                                        <p:cTn id="57" dur="250" fill="hold"/>
                                        <p:tgtEl>
                                          <p:spTgt spid="6"/>
                                        </p:tgtEl>
                                        <p:attrNameLst>
                                          <p:attrName>ppt_x</p:attrName>
                                        </p:attrNameLst>
                                      </p:cBhvr>
                                      <p:tavLst>
                                        <p:tav tm="0">
                                          <p:val>
                                            <p:strVal val="#ppt_x"/>
                                          </p:val>
                                        </p:tav>
                                        <p:tav tm="100000">
                                          <p:val>
                                            <p:strVal val="#ppt_x"/>
                                          </p:val>
                                        </p:tav>
                                      </p:tavLst>
                                    </p:anim>
                                    <p:anim calcmode="lin" valueType="num">
                                      <p:cBhvr additive="base">
                                        <p:cTn id="58" dur="250" fill="hold"/>
                                        <p:tgtEl>
                                          <p:spTgt spid="6"/>
                                        </p:tgtEl>
                                        <p:attrNameLst>
                                          <p:attrName>ppt_y</p:attrName>
                                        </p:attrNameLst>
                                      </p:cBhvr>
                                      <p:tavLst>
                                        <p:tav tm="0">
                                          <p:val>
                                            <p:strVal val="0-#ppt_h/2"/>
                                          </p:val>
                                        </p:tav>
                                        <p:tav tm="100000">
                                          <p:val>
                                            <p:strVal val="#ppt_y"/>
                                          </p:val>
                                        </p:tav>
                                      </p:tavLst>
                                    </p:anim>
                                  </p:childTnLst>
                                </p:cTn>
                              </p:par>
                              <p:par>
                                <p:cTn id="59" presetID="2" presetClass="entr" presetSubtype="1" fill="hold" nodeType="withEffect">
                                  <p:stCondLst>
                                    <p:cond delay="1500"/>
                                  </p:stCondLst>
                                  <p:childTnLst>
                                    <p:set>
                                      <p:cBhvr>
                                        <p:cTn id="60" dur="1" fill="hold">
                                          <p:stCondLst>
                                            <p:cond delay="0"/>
                                          </p:stCondLst>
                                        </p:cTn>
                                        <p:tgtEl>
                                          <p:spTgt spid="45"/>
                                        </p:tgtEl>
                                        <p:attrNameLst>
                                          <p:attrName>style.visibility</p:attrName>
                                        </p:attrNameLst>
                                      </p:cBhvr>
                                      <p:to>
                                        <p:strVal val="visible"/>
                                      </p:to>
                                    </p:set>
                                    <p:anim calcmode="lin" valueType="num">
                                      <p:cBhvr additive="base">
                                        <p:cTn id="61" dur="250" fill="hold"/>
                                        <p:tgtEl>
                                          <p:spTgt spid="45"/>
                                        </p:tgtEl>
                                        <p:attrNameLst>
                                          <p:attrName>ppt_x</p:attrName>
                                        </p:attrNameLst>
                                      </p:cBhvr>
                                      <p:tavLst>
                                        <p:tav tm="0">
                                          <p:val>
                                            <p:strVal val="#ppt_x"/>
                                          </p:val>
                                        </p:tav>
                                        <p:tav tm="100000">
                                          <p:val>
                                            <p:strVal val="#ppt_x"/>
                                          </p:val>
                                        </p:tav>
                                      </p:tavLst>
                                    </p:anim>
                                    <p:anim calcmode="lin" valueType="num">
                                      <p:cBhvr additive="base">
                                        <p:cTn id="62" dur="250" fill="hold"/>
                                        <p:tgtEl>
                                          <p:spTgt spid="45"/>
                                        </p:tgtEl>
                                        <p:attrNameLst>
                                          <p:attrName>ppt_y</p:attrName>
                                        </p:attrNameLst>
                                      </p:cBhvr>
                                      <p:tavLst>
                                        <p:tav tm="0">
                                          <p:val>
                                            <p:strVal val="0-#ppt_h/2"/>
                                          </p:val>
                                        </p:tav>
                                        <p:tav tm="100000">
                                          <p:val>
                                            <p:strVal val="#ppt_y"/>
                                          </p:val>
                                        </p:tav>
                                      </p:tavLst>
                                    </p:anim>
                                  </p:childTnLst>
                                </p:cTn>
                              </p:par>
                              <p:par>
                                <p:cTn id="63" presetID="2" presetClass="entr" presetSubtype="1" fill="hold" nodeType="withEffect">
                                  <p:stCondLst>
                                    <p:cond delay="1500"/>
                                  </p:stCondLst>
                                  <p:childTnLst>
                                    <p:set>
                                      <p:cBhvr>
                                        <p:cTn id="64" dur="1" fill="hold">
                                          <p:stCondLst>
                                            <p:cond delay="0"/>
                                          </p:stCondLst>
                                        </p:cTn>
                                        <p:tgtEl>
                                          <p:spTgt spid="32"/>
                                        </p:tgtEl>
                                        <p:attrNameLst>
                                          <p:attrName>style.visibility</p:attrName>
                                        </p:attrNameLst>
                                      </p:cBhvr>
                                      <p:to>
                                        <p:strVal val="visible"/>
                                      </p:to>
                                    </p:set>
                                    <p:anim calcmode="lin" valueType="num">
                                      <p:cBhvr additive="base">
                                        <p:cTn id="65" dur="250" fill="hold"/>
                                        <p:tgtEl>
                                          <p:spTgt spid="32"/>
                                        </p:tgtEl>
                                        <p:attrNameLst>
                                          <p:attrName>ppt_x</p:attrName>
                                        </p:attrNameLst>
                                      </p:cBhvr>
                                      <p:tavLst>
                                        <p:tav tm="0">
                                          <p:val>
                                            <p:strVal val="#ppt_x"/>
                                          </p:val>
                                        </p:tav>
                                        <p:tav tm="100000">
                                          <p:val>
                                            <p:strVal val="#ppt_x"/>
                                          </p:val>
                                        </p:tav>
                                      </p:tavLst>
                                    </p:anim>
                                    <p:anim calcmode="lin" valueType="num">
                                      <p:cBhvr additive="base">
                                        <p:cTn id="66" dur="250" fill="hold"/>
                                        <p:tgtEl>
                                          <p:spTgt spid="32"/>
                                        </p:tgtEl>
                                        <p:attrNameLst>
                                          <p:attrName>ppt_y</p:attrName>
                                        </p:attrNameLst>
                                      </p:cBhvr>
                                      <p:tavLst>
                                        <p:tav tm="0">
                                          <p:val>
                                            <p:strVal val="0-#ppt_h/2"/>
                                          </p:val>
                                        </p:tav>
                                        <p:tav tm="100000">
                                          <p:val>
                                            <p:strVal val="#ppt_y"/>
                                          </p:val>
                                        </p:tav>
                                      </p:tavLst>
                                    </p:anim>
                                  </p:childTnLst>
                                </p:cTn>
                              </p:par>
                              <p:par>
                                <p:cTn id="67" presetID="2" presetClass="entr" presetSubtype="1" fill="hold" nodeType="withEffect">
                                  <p:stCondLst>
                                    <p:cond delay="1500"/>
                                  </p:stCondLst>
                                  <p:childTnLst>
                                    <p:set>
                                      <p:cBhvr>
                                        <p:cTn id="68" dur="1" fill="hold">
                                          <p:stCondLst>
                                            <p:cond delay="0"/>
                                          </p:stCondLst>
                                        </p:cTn>
                                        <p:tgtEl>
                                          <p:spTgt spid="53"/>
                                        </p:tgtEl>
                                        <p:attrNameLst>
                                          <p:attrName>style.visibility</p:attrName>
                                        </p:attrNameLst>
                                      </p:cBhvr>
                                      <p:to>
                                        <p:strVal val="visible"/>
                                      </p:to>
                                    </p:set>
                                    <p:anim calcmode="lin" valueType="num">
                                      <p:cBhvr additive="base">
                                        <p:cTn id="69" dur="250" fill="hold"/>
                                        <p:tgtEl>
                                          <p:spTgt spid="53"/>
                                        </p:tgtEl>
                                        <p:attrNameLst>
                                          <p:attrName>ppt_x</p:attrName>
                                        </p:attrNameLst>
                                      </p:cBhvr>
                                      <p:tavLst>
                                        <p:tav tm="0">
                                          <p:val>
                                            <p:strVal val="#ppt_x"/>
                                          </p:val>
                                        </p:tav>
                                        <p:tav tm="100000">
                                          <p:val>
                                            <p:strVal val="#ppt_x"/>
                                          </p:val>
                                        </p:tav>
                                      </p:tavLst>
                                    </p:anim>
                                    <p:anim calcmode="lin" valueType="num">
                                      <p:cBhvr additive="base">
                                        <p:cTn id="70" dur="250" fill="hold"/>
                                        <p:tgtEl>
                                          <p:spTgt spid="53"/>
                                        </p:tgtEl>
                                        <p:attrNameLst>
                                          <p:attrName>ppt_y</p:attrName>
                                        </p:attrNameLst>
                                      </p:cBhvr>
                                      <p:tavLst>
                                        <p:tav tm="0">
                                          <p:val>
                                            <p:strVal val="0-#ppt_h/2"/>
                                          </p:val>
                                        </p:tav>
                                        <p:tav tm="100000">
                                          <p:val>
                                            <p:strVal val="#ppt_y"/>
                                          </p:val>
                                        </p:tav>
                                      </p:tavLst>
                                    </p:anim>
                                  </p:childTnLst>
                                </p:cTn>
                              </p:par>
                              <p:par>
                                <p:cTn id="71" presetID="2" presetClass="entr" presetSubtype="1" fill="hold" nodeType="withEffect">
                                  <p:stCondLst>
                                    <p:cond delay="2000"/>
                                  </p:stCondLst>
                                  <p:childTnLst>
                                    <p:set>
                                      <p:cBhvr>
                                        <p:cTn id="72" dur="1" fill="hold">
                                          <p:stCondLst>
                                            <p:cond delay="0"/>
                                          </p:stCondLst>
                                        </p:cTn>
                                        <p:tgtEl>
                                          <p:spTgt spid="25"/>
                                        </p:tgtEl>
                                        <p:attrNameLst>
                                          <p:attrName>style.visibility</p:attrName>
                                        </p:attrNameLst>
                                      </p:cBhvr>
                                      <p:to>
                                        <p:strVal val="visible"/>
                                      </p:to>
                                    </p:set>
                                    <p:anim calcmode="lin" valueType="num">
                                      <p:cBhvr additive="base">
                                        <p:cTn id="73" dur="250" fill="hold"/>
                                        <p:tgtEl>
                                          <p:spTgt spid="25"/>
                                        </p:tgtEl>
                                        <p:attrNameLst>
                                          <p:attrName>ppt_x</p:attrName>
                                        </p:attrNameLst>
                                      </p:cBhvr>
                                      <p:tavLst>
                                        <p:tav tm="0">
                                          <p:val>
                                            <p:strVal val="#ppt_x"/>
                                          </p:val>
                                        </p:tav>
                                        <p:tav tm="100000">
                                          <p:val>
                                            <p:strVal val="#ppt_x"/>
                                          </p:val>
                                        </p:tav>
                                      </p:tavLst>
                                    </p:anim>
                                    <p:anim calcmode="lin" valueType="num">
                                      <p:cBhvr additive="base">
                                        <p:cTn id="74" dur="250" fill="hold"/>
                                        <p:tgtEl>
                                          <p:spTgt spid="25"/>
                                        </p:tgtEl>
                                        <p:attrNameLst>
                                          <p:attrName>ppt_y</p:attrName>
                                        </p:attrNameLst>
                                      </p:cBhvr>
                                      <p:tavLst>
                                        <p:tav tm="0">
                                          <p:val>
                                            <p:strVal val="0-#ppt_h/2"/>
                                          </p:val>
                                        </p:tav>
                                        <p:tav tm="100000">
                                          <p:val>
                                            <p:strVal val="#ppt_y"/>
                                          </p:val>
                                        </p:tav>
                                      </p:tavLst>
                                    </p:anim>
                                  </p:childTnLst>
                                </p:cTn>
                              </p:par>
                              <p:par>
                                <p:cTn id="75" presetID="2" presetClass="entr" presetSubtype="1" fill="hold" nodeType="withEffect">
                                  <p:stCondLst>
                                    <p:cond delay="2000"/>
                                  </p:stCondLst>
                                  <p:childTnLst>
                                    <p:set>
                                      <p:cBhvr>
                                        <p:cTn id="76" dur="1" fill="hold">
                                          <p:stCondLst>
                                            <p:cond delay="0"/>
                                          </p:stCondLst>
                                        </p:cTn>
                                        <p:tgtEl>
                                          <p:spTgt spid="40"/>
                                        </p:tgtEl>
                                        <p:attrNameLst>
                                          <p:attrName>style.visibility</p:attrName>
                                        </p:attrNameLst>
                                      </p:cBhvr>
                                      <p:to>
                                        <p:strVal val="visible"/>
                                      </p:to>
                                    </p:set>
                                    <p:anim calcmode="lin" valueType="num">
                                      <p:cBhvr additive="base">
                                        <p:cTn id="77" dur="250" fill="hold"/>
                                        <p:tgtEl>
                                          <p:spTgt spid="40"/>
                                        </p:tgtEl>
                                        <p:attrNameLst>
                                          <p:attrName>ppt_x</p:attrName>
                                        </p:attrNameLst>
                                      </p:cBhvr>
                                      <p:tavLst>
                                        <p:tav tm="0">
                                          <p:val>
                                            <p:strVal val="#ppt_x"/>
                                          </p:val>
                                        </p:tav>
                                        <p:tav tm="100000">
                                          <p:val>
                                            <p:strVal val="#ppt_x"/>
                                          </p:val>
                                        </p:tav>
                                      </p:tavLst>
                                    </p:anim>
                                    <p:anim calcmode="lin" valueType="num">
                                      <p:cBhvr additive="base">
                                        <p:cTn id="78" dur="250" fill="hold"/>
                                        <p:tgtEl>
                                          <p:spTgt spid="40"/>
                                        </p:tgtEl>
                                        <p:attrNameLst>
                                          <p:attrName>ppt_y</p:attrName>
                                        </p:attrNameLst>
                                      </p:cBhvr>
                                      <p:tavLst>
                                        <p:tav tm="0">
                                          <p:val>
                                            <p:strVal val="0-#ppt_h/2"/>
                                          </p:val>
                                        </p:tav>
                                        <p:tav tm="100000">
                                          <p:val>
                                            <p:strVal val="#ppt_y"/>
                                          </p:val>
                                        </p:tav>
                                      </p:tavLst>
                                    </p:anim>
                                  </p:childTnLst>
                                </p:cTn>
                              </p:par>
                              <p:par>
                                <p:cTn id="79" presetID="2" presetClass="entr" presetSubtype="1" fill="hold" nodeType="withEffect">
                                  <p:stCondLst>
                                    <p:cond delay="2000"/>
                                  </p:stCondLst>
                                  <p:childTnLst>
                                    <p:set>
                                      <p:cBhvr>
                                        <p:cTn id="80" dur="1" fill="hold">
                                          <p:stCondLst>
                                            <p:cond delay="0"/>
                                          </p:stCondLst>
                                        </p:cTn>
                                        <p:tgtEl>
                                          <p:spTgt spid="37"/>
                                        </p:tgtEl>
                                        <p:attrNameLst>
                                          <p:attrName>style.visibility</p:attrName>
                                        </p:attrNameLst>
                                      </p:cBhvr>
                                      <p:to>
                                        <p:strVal val="visible"/>
                                      </p:to>
                                    </p:set>
                                    <p:anim calcmode="lin" valueType="num">
                                      <p:cBhvr additive="base">
                                        <p:cTn id="81" dur="250" fill="hold"/>
                                        <p:tgtEl>
                                          <p:spTgt spid="37"/>
                                        </p:tgtEl>
                                        <p:attrNameLst>
                                          <p:attrName>ppt_x</p:attrName>
                                        </p:attrNameLst>
                                      </p:cBhvr>
                                      <p:tavLst>
                                        <p:tav tm="0">
                                          <p:val>
                                            <p:strVal val="#ppt_x"/>
                                          </p:val>
                                        </p:tav>
                                        <p:tav tm="100000">
                                          <p:val>
                                            <p:strVal val="#ppt_x"/>
                                          </p:val>
                                        </p:tav>
                                      </p:tavLst>
                                    </p:anim>
                                    <p:anim calcmode="lin" valueType="num">
                                      <p:cBhvr additive="base">
                                        <p:cTn id="82" dur="250" fill="hold"/>
                                        <p:tgtEl>
                                          <p:spTgt spid="37"/>
                                        </p:tgtEl>
                                        <p:attrNameLst>
                                          <p:attrName>ppt_y</p:attrName>
                                        </p:attrNameLst>
                                      </p:cBhvr>
                                      <p:tavLst>
                                        <p:tav tm="0">
                                          <p:val>
                                            <p:strVal val="0-#ppt_h/2"/>
                                          </p:val>
                                        </p:tav>
                                        <p:tav tm="100000">
                                          <p:val>
                                            <p:strVal val="#ppt_y"/>
                                          </p:val>
                                        </p:tav>
                                      </p:tavLst>
                                    </p:anim>
                                  </p:childTnLst>
                                </p:cTn>
                              </p:par>
                              <p:par>
                                <p:cTn id="83" presetID="2" presetClass="entr" presetSubtype="1" fill="hold" nodeType="withEffect">
                                  <p:stCondLst>
                                    <p:cond delay="2000"/>
                                  </p:stCondLst>
                                  <p:childTnLst>
                                    <p:set>
                                      <p:cBhvr>
                                        <p:cTn id="84" dur="1" fill="hold">
                                          <p:stCondLst>
                                            <p:cond delay="0"/>
                                          </p:stCondLst>
                                        </p:cTn>
                                        <p:tgtEl>
                                          <p:spTgt spid="42"/>
                                        </p:tgtEl>
                                        <p:attrNameLst>
                                          <p:attrName>style.visibility</p:attrName>
                                        </p:attrNameLst>
                                      </p:cBhvr>
                                      <p:to>
                                        <p:strVal val="visible"/>
                                      </p:to>
                                    </p:set>
                                    <p:anim calcmode="lin" valueType="num">
                                      <p:cBhvr additive="base">
                                        <p:cTn id="85" dur="250" fill="hold"/>
                                        <p:tgtEl>
                                          <p:spTgt spid="42"/>
                                        </p:tgtEl>
                                        <p:attrNameLst>
                                          <p:attrName>ppt_x</p:attrName>
                                        </p:attrNameLst>
                                      </p:cBhvr>
                                      <p:tavLst>
                                        <p:tav tm="0">
                                          <p:val>
                                            <p:strVal val="#ppt_x"/>
                                          </p:val>
                                        </p:tav>
                                        <p:tav tm="100000">
                                          <p:val>
                                            <p:strVal val="#ppt_x"/>
                                          </p:val>
                                        </p:tav>
                                      </p:tavLst>
                                    </p:anim>
                                    <p:anim calcmode="lin" valueType="num">
                                      <p:cBhvr additive="base">
                                        <p:cTn id="86" dur="250" fill="hold"/>
                                        <p:tgtEl>
                                          <p:spTgt spid="42"/>
                                        </p:tgtEl>
                                        <p:attrNameLst>
                                          <p:attrName>ppt_y</p:attrName>
                                        </p:attrNameLst>
                                      </p:cBhvr>
                                      <p:tavLst>
                                        <p:tav tm="0">
                                          <p:val>
                                            <p:strVal val="0-#ppt_h/2"/>
                                          </p:val>
                                        </p:tav>
                                        <p:tav tm="100000">
                                          <p:val>
                                            <p:strVal val="#ppt_y"/>
                                          </p:val>
                                        </p:tav>
                                      </p:tavLst>
                                    </p:anim>
                                  </p:childTnLst>
                                </p:cTn>
                              </p:par>
                              <p:par>
                                <p:cTn id="87" presetID="2" presetClass="entr" presetSubtype="1" fill="hold" nodeType="withEffect">
                                  <p:stCondLst>
                                    <p:cond delay="2000"/>
                                  </p:stCondLst>
                                  <p:childTnLst>
                                    <p:set>
                                      <p:cBhvr>
                                        <p:cTn id="88" dur="1" fill="hold">
                                          <p:stCondLst>
                                            <p:cond delay="0"/>
                                          </p:stCondLst>
                                        </p:cTn>
                                        <p:tgtEl>
                                          <p:spTgt spid="54"/>
                                        </p:tgtEl>
                                        <p:attrNameLst>
                                          <p:attrName>style.visibility</p:attrName>
                                        </p:attrNameLst>
                                      </p:cBhvr>
                                      <p:to>
                                        <p:strVal val="visible"/>
                                      </p:to>
                                    </p:set>
                                    <p:anim calcmode="lin" valueType="num">
                                      <p:cBhvr additive="base">
                                        <p:cTn id="89" dur="250" fill="hold"/>
                                        <p:tgtEl>
                                          <p:spTgt spid="54"/>
                                        </p:tgtEl>
                                        <p:attrNameLst>
                                          <p:attrName>ppt_x</p:attrName>
                                        </p:attrNameLst>
                                      </p:cBhvr>
                                      <p:tavLst>
                                        <p:tav tm="0">
                                          <p:val>
                                            <p:strVal val="#ppt_x"/>
                                          </p:val>
                                        </p:tav>
                                        <p:tav tm="100000">
                                          <p:val>
                                            <p:strVal val="#ppt_x"/>
                                          </p:val>
                                        </p:tav>
                                      </p:tavLst>
                                    </p:anim>
                                    <p:anim calcmode="lin" valueType="num">
                                      <p:cBhvr additive="base">
                                        <p:cTn id="90" dur="250" fill="hold"/>
                                        <p:tgtEl>
                                          <p:spTgt spid="54"/>
                                        </p:tgtEl>
                                        <p:attrNameLst>
                                          <p:attrName>ppt_y</p:attrName>
                                        </p:attrNameLst>
                                      </p:cBhvr>
                                      <p:tavLst>
                                        <p:tav tm="0">
                                          <p:val>
                                            <p:strVal val="0-#ppt_h/2"/>
                                          </p:val>
                                        </p:tav>
                                        <p:tav tm="100000">
                                          <p:val>
                                            <p:strVal val="#ppt_y"/>
                                          </p:val>
                                        </p:tav>
                                      </p:tavLst>
                                    </p:anim>
                                  </p:childTnLst>
                                </p:cTn>
                              </p:par>
                              <p:par>
                                <p:cTn id="91" presetID="2" presetClass="entr" presetSubtype="1" fill="hold" nodeType="withEffect">
                                  <p:stCondLst>
                                    <p:cond delay="2500"/>
                                  </p:stCondLst>
                                  <p:childTnLst>
                                    <p:set>
                                      <p:cBhvr>
                                        <p:cTn id="92" dur="1" fill="hold">
                                          <p:stCondLst>
                                            <p:cond delay="0"/>
                                          </p:stCondLst>
                                        </p:cTn>
                                        <p:tgtEl>
                                          <p:spTgt spid="4"/>
                                        </p:tgtEl>
                                        <p:attrNameLst>
                                          <p:attrName>style.visibility</p:attrName>
                                        </p:attrNameLst>
                                      </p:cBhvr>
                                      <p:to>
                                        <p:strVal val="visible"/>
                                      </p:to>
                                    </p:set>
                                    <p:anim calcmode="lin" valueType="num">
                                      <p:cBhvr additive="base">
                                        <p:cTn id="93" dur="250" fill="hold"/>
                                        <p:tgtEl>
                                          <p:spTgt spid="4"/>
                                        </p:tgtEl>
                                        <p:attrNameLst>
                                          <p:attrName>ppt_x</p:attrName>
                                        </p:attrNameLst>
                                      </p:cBhvr>
                                      <p:tavLst>
                                        <p:tav tm="0">
                                          <p:val>
                                            <p:strVal val="#ppt_x"/>
                                          </p:val>
                                        </p:tav>
                                        <p:tav tm="100000">
                                          <p:val>
                                            <p:strVal val="#ppt_x"/>
                                          </p:val>
                                        </p:tav>
                                      </p:tavLst>
                                    </p:anim>
                                    <p:anim calcmode="lin" valueType="num">
                                      <p:cBhvr additive="base">
                                        <p:cTn id="94" dur="250" fill="hold"/>
                                        <p:tgtEl>
                                          <p:spTgt spid="4"/>
                                        </p:tgtEl>
                                        <p:attrNameLst>
                                          <p:attrName>ppt_y</p:attrName>
                                        </p:attrNameLst>
                                      </p:cBhvr>
                                      <p:tavLst>
                                        <p:tav tm="0">
                                          <p:val>
                                            <p:strVal val="0-#ppt_h/2"/>
                                          </p:val>
                                        </p:tav>
                                        <p:tav tm="100000">
                                          <p:val>
                                            <p:strVal val="#ppt_y"/>
                                          </p:val>
                                        </p:tav>
                                      </p:tavLst>
                                    </p:anim>
                                  </p:childTnLst>
                                </p:cTn>
                              </p:par>
                              <p:par>
                                <p:cTn id="95" presetID="2" presetClass="entr" presetSubtype="1" fill="hold" nodeType="withEffect">
                                  <p:stCondLst>
                                    <p:cond delay="2500"/>
                                  </p:stCondLst>
                                  <p:childTnLst>
                                    <p:set>
                                      <p:cBhvr>
                                        <p:cTn id="96" dur="1" fill="hold">
                                          <p:stCondLst>
                                            <p:cond delay="0"/>
                                          </p:stCondLst>
                                        </p:cTn>
                                        <p:tgtEl>
                                          <p:spTgt spid="38"/>
                                        </p:tgtEl>
                                        <p:attrNameLst>
                                          <p:attrName>style.visibility</p:attrName>
                                        </p:attrNameLst>
                                      </p:cBhvr>
                                      <p:to>
                                        <p:strVal val="visible"/>
                                      </p:to>
                                    </p:set>
                                    <p:anim calcmode="lin" valueType="num">
                                      <p:cBhvr additive="base">
                                        <p:cTn id="97" dur="250" fill="hold"/>
                                        <p:tgtEl>
                                          <p:spTgt spid="38"/>
                                        </p:tgtEl>
                                        <p:attrNameLst>
                                          <p:attrName>ppt_x</p:attrName>
                                        </p:attrNameLst>
                                      </p:cBhvr>
                                      <p:tavLst>
                                        <p:tav tm="0">
                                          <p:val>
                                            <p:strVal val="#ppt_x"/>
                                          </p:val>
                                        </p:tav>
                                        <p:tav tm="100000">
                                          <p:val>
                                            <p:strVal val="#ppt_x"/>
                                          </p:val>
                                        </p:tav>
                                      </p:tavLst>
                                    </p:anim>
                                    <p:anim calcmode="lin" valueType="num">
                                      <p:cBhvr additive="base">
                                        <p:cTn id="98" dur="250" fill="hold"/>
                                        <p:tgtEl>
                                          <p:spTgt spid="38"/>
                                        </p:tgtEl>
                                        <p:attrNameLst>
                                          <p:attrName>ppt_y</p:attrName>
                                        </p:attrNameLst>
                                      </p:cBhvr>
                                      <p:tavLst>
                                        <p:tav tm="0">
                                          <p:val>
                                            <p:strVal val="0-#ppt_h/2"/>
                                          </p:val>
                                        </p:tav>
                                        <p:tav tm="100000">
                                          <p:val>
                                            <p:strVal val="#ppt_y"/>
                                          </p:val>
                                        </p:tav>
                                      </p:tavLst>
                                    </p:anim>
                                  </p:childTnLst>
                                </p:cTn>
                              </p:par>
                              <p:par>
                                <p:cTn id="99" presetID="2" presetClass="entr" presetSubtype="1" fill="hold" nodeType="withEffect">
                                  <p:stCondLst>
                                    <p:cond delay="3000"/>
                                  </p:stCondLst>
                                  <p:childTnLst>
                                    <p:set>
                                      <p:cBhvr>
                                        <p:cTn id="100" dur="1" fill="hold">
                                          <p:stCondLst>
                                            <p:cond delay="0"/>
                                          </p:stCondLst>
                                        </p:cTn>
                                        <p:tgtEl>
                                          <p:spTgt spid="23"/>
                                        </p:tgtEl>
                                        <p:attrNameLst>
                                          <p:attrName>style.visibility</p:attrName>
                                        </p:attrNameLst>
                                      </p:cBhvr>
                                      <p:to>
                                        <p:strVal val="visible"/>
                                      </p:to>
                                    </p:set>
                                    <p:anim calcmode="lin" valueType="num">
                                      <p:cBhvr additive="base">
                                        <p:cTn id="101" dur="250" fill="hold"/>
                                        <p:tgtEl>
                                          <p:spTgt spid="23"/>
                                        </p:tgtEl>
                                        <p:attrNameLst>
                                          <p:attrName>ppt_x</p:attrName>
                                        </p:attrNameLst>
                                      </p:cBhvr>
                                      <p:tavLst>
                                        <p:tav tm="0">
                                          <p:val>
                                            <p:strVal val="#ppt_x"/>
                                          </p:val>
                                        </p:tav>
                                        <p:tav tm="100000">
                                          <p:val>
                                            <p:strVal val="#ppt_x"/>
                                          </p:val>
                                        </p:tav>
                                      </p:tavLst>
                                    </p:anim>
                                    <p:anim calcmode="lin" valueType="num">
                                      <p:cBhvr additive="base">
                                        <p:cTn id="102" dur="250" fill="hold"/>
                                        <p:tgtEl>
                                          <p:spTgt spid="23"/>
                                        </p:tgtEl>
                                        <p:attrNameLst>
                                          <p:attrName>ppt_y</p:attrName>
                                        </p:attrNameLst>
                                      </p:cBhvr>
                                      <p:tavLst>
                                        <p:tav tm="0">
                                          <p:val>
                                            <p:strVal val="0-#ppt_h/2"/>
                                          </p:val>
                                        </p:tav>
                                        <p:tav tm="100000">
                                          <p:val>
                                            <p:strVal val="#ppt_y"/>
                                          </p:val>
                                        </p:tav>
                                      </p:tavLst>
                                    </p:anim>
                                  </p:childTnLst>
                                </p:cTn>
                              </p:par>
                              <p:par>
                                <p:cTn id="103" presetID="2" presetClass="entr" presetSubtype="1" fill="hold" nodeType="withEffect">
                                  <p:stCondLst>
                                    <p:cond delay="3000"/>
                                  </p:stCondLst>
                                  <p:childTnLst>
                                    <p:set>
                                      <p:cBhvr>
                                        <p:cTn id="104" dur="1" fill="hold">
                                          <p:stCondLst>
                                            <p:cond delay="0"/>
                                          </p:stCondLst>
                                        </p:cTn>
                                        <p:tgtEl>
                                          <p:spTgt spid="27"/>
                                        </p:tgtEl>
                                        <p:attrNameLst>
                                          <p:attrName>style.visibility</p:attrName>
                                        </p:attrNameLst>
                                      </p:cBhvr>
                                      <p:to>
                                        <p:strVal val="visible"/>
                                      </p:to>
                                    </p:set>
                                    <p:anim calcmode="lin" valueType="num">
                                      <p:cBhvr additive="base">
                                        <p:cTn id="105" dur="250" fill="hold"/>
                                        <p:tgtEl>
                                          <p:spTgt spid="27"/>
                                        </p:tgtEl>
                                        <p:attrNameLst>
                                          <p:attrName>ppt_x</p:attrName>
                                        </p:attrNameLst>
                                      </p:cBhvr>
                                      <p:tavLst>
                                        <p:tav tm="0">
                                          <p:val>
                                            <p:strVal val="#ppt_x"/>
                                          </p:val>
                                        </p:tav>
                                        <p:tav tm="100000">
                                          <p:val>
                                            <p:strVal val="#ppt_x"/>
                                          </p:val>
                                        </p:tav>
                                      </p:tavLst>
                                    </p:anim>
                                    <p:anim calcmode="lin" valueType="num">
                                      <p:cBhvr additive="base">
                                        <p:cTn id="106" dur="250" fill="hold"/>
                                        <p:tgtEl>
                                          <p:spTgt spid="27"/>
                                        </p:tgtEl>
                                        <p:attrNameLst>
                                          <p:attrName>ppt_y</p:attrName>
                                        </p:attrNameLst>
                                      </p:cBhvr>
                                      <p:tavLst>
                                        <p:tav tm="0">
                                          <p:val>
                                            <p:strVal val="0-#ppt_h/2"/>
                                          </p:val>
                                        </p:tav>
                                        <p:tav tm="100000">
                                          <p:val>
                                            <p:strVal val="#ppt_y"/>
                                          </p:val>
                                        </p:tav>
                                      </p:tavLst>
                                    </p:anim>
                                  </p:childTnLst>
                                </p:cTn>
                              </p:par>
                              <p:par>
                                <p:cTn id="107" presetID="2" presetClass="entr" presetSubtype="1" fill="hold" nodeType="withEffect">
                                  <p:stCondLst>
                                    <p:cond delay="3000"/>
                                  </p:stCondLst>
                                  <p:childTnLst>
                                    <p:set>
                                      <p:cBhvr>
                                        <p:cTn id="108" dur="1" fill="hold">
                                          <p:stCondLst>
                                            <p:cond delay="0"/>
                                          </p:stCondLst>
                                        </p:cTn>
                                        <p:tgtEl>
                                          <p:spTgt spid="35"/>
                                        </p:tgtEl>
                                        <p:attrNameLst>
                                          <p:attrName>style.visibility</p:attrName>
                                        </p:attrNameLst>
                                      </p:cBhvr>
                                      <p:to>
                                        <p:strVal val="visible"/>
                                      </p:to>
                                    </p:set>
                                    <p:anim calcmode="lin" valueType="num">
                                      <p:cBhvr additive="base">
                                        <p:cTn id="109" dur="250" fill="hold"/>
                                        <p:tgtEl>
                                          <p:spTgt spid="35"/>
                                        </p:tgtEl>
                                        <p:attrNameLst>
                                          <p:attrName>ppt_x</p:attrName>
                                        </p:attrNameLst>
                                      </p:cBhvr>
                                      <p:tavLst>
                                        <p:tav tm="0">
                                          <p:val>
                                            <p:strVal val="#ppt_x"/>
                                          </p:val>
                                        </p:tav>
                                        <p:tav tm="100000">
                                          <p:val>
                                            <p:strVal val="#ppt_x"/>
                                          </p:val>
                                        </p:tav>
                                      </p:tavLst>
                                    </p:anim>
                                    <p:anim calcmode="lin" valueType="num">
                                      <p:cBhvr additive="base">
                                        <p:cTn id="110" dur="250" fill="hold"/>
                                        <p:tgtEl>
                                          <p:spTgt spid="35"/>
                                        </p:tgtEl>
                                        <p:attrNameLst>
                                          <p:attrName>ppt_y</p:attrName>
                                        </p:attrNameLst>
                                      </p:cBhvr>
                                      <p:tavLst>
                                        <p:tav tm="0">
                                          <p:val>
                                            <p:strVal val="0-#ppt_h/2"/>
                                          </p:val>
                                        </p:tav>
                                        <p:tav tm="100000">
                                          <p:val>
                                            <p:strVal val="#ppt_y"/>
                                          </p:val>
                                        </p:tav>
                                      </p:tavLst>
                                    </p:anim>
                                  </p:childTnLst>
                                </p:cTn>
                              </p:par>
                              <p:par>
                                <p:cTn id="111" presetID="2" presetClass="entr" presetSubtype="1" fill="hold" nodeType="withEffect">
                                  <p:stCondLst>
                                    <p:cond delay="3000"/>
                                  </p:stCondLst>
                                  <p:childTnLst>
                                    <p:set>
                                      <p:cBhvr>
                                        <p:cTn id="112" dur="1" fill="hold">
                                          <p:stCondLst>
                                            <p:cond delay="0"/>
                                          </p:stCondLst>
                                        </p:cTn>
                                        <p:tgtEl>
                                          <p:spTgt spid="49"/>
                                        </p:tgtEl>
                                        <p:attrNameLst>
                                          <p:attrName>style.visibility</p:attrName>
                                        </p:attrNameLst>
                                      </p:cBhvr>
                                      <p:to>
                                        <p:strVal val="visible"/>
                                      </p:to>
                                    </p:set>
                                    <p:anim calcmode="lin" valueType="num">
                                      <p:cBhvr additive="base">
                                        <p:cTn id="113" dur="250" fill="hold"/>
                                        <p:tgtEl>
                                          <p:spTgt spid="49"/>
                                        </p:tgtEl>
                                        <p:attrNameLst>
                                          <p:attrName>ppt_x</p:attrName>
                                        </p:attrNameLst>
                                      </p:cBhvr>
                                      <p:tavLst>
                                        <p:tav tm="0">
                                          <p:val>
                                            <p:strVal val="#ppt_x"/>
                                          </p:val>
                                        </p:tav>
                                        <p:tav tm="100000">
                                          <p:val>
                                            <p:strVal val="#ppt_x"/>
                                          </p:val>
                                        </p:tav>
                                      </p:tavLst>
                                    </p:anim>
                                    <p:anim calcmode="lin" valueType="num">
                                      <p:cBhvr additive="base">
                                        <p:cTn id="114" dur="250" fill="hold"/>
                                        <p:tgtEl>
                                          <p:spTgt spid="49"/>
                                        </p:tgtEl>
                                        <p:attrNameLst>
                                          <p:attrName>ppt_y</p:attrName>
                                        </p:attrNameLst>
                                      </p:cBhvr>
                                      <p:tavLst>
                                        <p:tav tm="0">
                                          <p:val>
                                            <p:strVal val="0-#ppt_h/2"/>
                                          </p:val>
                                        </p:tav>
                                        <p:tav tm="100000">
                                          <p:val>
                                            <p:strVal val="#ppt_y"/>
                                          </p:val>
                                        </p:tav>
                                      </p:tavLst>
                                    </p:anim>
                                  </p:childTnLst>
                                </p:cTn>
                              </p:par>
                              <p:par>
                                <p:cTn id="115" presetID="2" presetClass="entr" presetSubtype="1" fill="hold" nodeType="withEffect">
                                  <p:stCondLst>
                                    <p:cond delay="3000"/>
                                  </p:stCondLst>
                                  <p:childTnLst>
                                    <p:set>
                                      <p:cBhvr>
                                        <p:cTn id="116" dur="1" fill="hold">
                                          <p:stCondLst>
                                            <p:cond delay="0"/>
                                          </p:stCondLst>
                                        </p:cTn>
                                        <p:tgtEl>
                                          <p:spTgt spid="56"/>
                                        </p:tgtEl>
                                        <p:attrNameLst>
                                          <p:attrName>style.visibility</p:attrName>
                                        </p:attrNameLst>
                                      </p:cBhvr>
                                      <p:to>
                                        <p:strVal val="visible"/>
                                      </p:to>
                                    </p:set>
                                    <p:anim calcmode="lin" valueType="num">
                                      <p:cBhvr additive="base">
                                        <p:cTn id="117" dur="250" fill="hold"/>
                                        <p:tgtEl>
                                          <p:spTgt spid="56"/>
                                        </p:tgtEl>
                                        <p:attrNameLst>
                                          <p:attrName>ppt_x</p:attrName>
                                        </p:attrNameLst>
                                      </p:cBhvr>
                                      <p:tavLst>
                                        <p:tav tm="0">
                                          <p:val>
                                            <p:strVal val="#ppt_x"/>
                                          </p:val>
                                        </p:tav>
                                        <p:tav tm="100000">
                                          <p:val>
                                            <p:strVal val="#ppt_x"/>
                                          </p:val>
                                        </p:tav>
                                      </p:tavLst>
                                    </p:anim>
                                    <p:anim calcmode="lin" valueType="num">
                                      <p:cBhvr additive="base">
                                        <p:cTn id="118" dur="250" fill="hold"/>
                                        <p:tgtEl>
                                          <p:spTgt spid="56"/>
                                        </p:tgtEl>
                                        <p:attrNameLst>
                                          <p:attrName>ppt_y</p:attrName>
                                        </p:attrNameLst>
                                      </p:cBhvr>
                                      <p:tavLst>
                                        <p:tav tm="0">
                                          <p:val>
                                            <p:strVal val="0-#ppt_h/2"/>
                                          </p:val>
                                        </p:tav>
                                        <p:tav tm="100000">
                                          <p:val>
                                            <p:strVal val="#ppt_y"/>
                                          </p:val>
                                        </p:tav>
                                      </p:tavLst>
                                    </p:anim>
                                  </p:childTnLst>
                                </p:cTn>
                              </p:par>
                              <p:par>
                                <p:cTn id="119" presetID="2" presetClass="entr" presetSubtype="1" fill="hold" nodeType="withEffect">
                                  <p:stCondLst>
                                    <p:cond delay="3500"/>
                                  </p:stCondLst>
                                  <p:childTnLst>
                                    <p:set>
                                      <p:cBhvr>
                                        <p:cTn id="120" dur="1" fill="hold">
                                          <p:stCondLst>
                                            <p:cond delay="0"/>
                                          </p:stCondLst>
                                        </p:cTn>
                                        <p:tgtEl>
                                          <p:spTgt spid="17"/>
                                        </p:tgtEl>
                                        <p:attrNameLst>
                                          <p:attrName>style.visibility</p:attrName>
                                        </p:attrNameLst>
                                      </p:cBhvr>
                                      <p:to>
                                        <p:strVal val="visible"/>
                                      </p:to>
                                    </p:set>
                                    <p:anim calcmode="lin" valueType="num">
                                      <p:cBhvr additive="base">
                                        <p:cTn id="121" dur="250" fill="hold"/>
                                        <p:tgtEl>
                                          <p:spTgt spid="17"/>
                                        </p:tgtEl>
                                        <p:attrNameLst>
                                          <p:attrName>ppt_x</p:attrName>
                                        </p:attrNameLst>
                                      </p:cBhvr>
                                      <p:tavLst>
                                        <p:tav tm="0">
                                          <p:val>
                                            <p:strVal val="#ppt_x"/>
                                          </p:val>
                                        </p:tav>
                                        <p:tav tm="100000">
                                          <p:val>
                                            <p:strVal val="#ppt_x"/>
                                          </p:val>
                                        </p:tav>
                                      </p:tavLst>
                                    </p:anim>
                                    <p:anim calcmode="lin" valueType="num">
                                      <p:cBhvr additive="base">
                                        <p:cTn id="122" dur="250" fill="hold"/>
                                        <p:tgtEl>
                                          <p:spTgt spid="17"/>
                                        </p:tgtEl>
                                        <p:attrNameLst>
                                          <p:attrName>ppt_y</p:attrName>
                                        </p:attrNameLst>
                                      </p:cBhvr>
                                      <p:tavLst>
                                        <p:tav tm="0">
                                          <p:val>
                                            <p:strVal val="0-#ppt_h/2"/>
                                          </p:val>
                                        </p:tav>
                                        <p:tav tm="100000">
                                          <p:val>
                                            <p:strVal val="#ppt_y"/>
                                          </p:val>
                                        </p:tav>
                                      </p:tavLst>
                                    </p:anim>
                                  </p:childTnLst>
                                </p:cTn>
                              </p:par>
                              <p:par>
                                <p:cTn id="123" presetID="2" presetClass="entr" presetSubtype="1" fill="hold" nodeType="withEffect">
                                  <p:stCondLst>
                                    <p:cond delay="3500"/>
                                  </p:stCondLst>
                                  <p:childTnLst>
                                    <p:set>
                                      <p:cBhvr>
                                        <p:cTn id="124" dur="1" fill="hold">
                                          <p:stCondLst>
                                            <p:cond delay="0"/>
                                          </p:stCondLst>
                                        </p:cTn>
                                        <p:tgtEl>
                                          <p:spTgt spid="34"/>
                                        </p:tgtEl>
                                        <p:attrNameLst>
                                          <p:attrName>style.visibility</p:attrName>
                                        </p:attrNameLst>
                                      </p:cBhvr>
                                      <p:to>
                                        <p:strVal val="visible"/>
                                      </p:to>
                                    </p:set>
                                    <p:anim calcmode="lin" valueType="num">
                                      <p:cBhvr additive="base">
                                        <p:cTn id="125" dur="250" fill="hold"/>
                                        <p:tgtEl>
                                          <p:spTgt spid="34"/>
                                        </p:tgtEl>
                                        <p:attrNameLst>
                                          <p:attrName>ppt_x</p:attrName>
                                        </p:attrNameLst>
                                      </p:cBhvr>
                                      <p:tavLst>
                                        <p:tav tm="0">
                                          <p:val>
                                            <p:strVal val="#ppt_x"/>
                                          </p:val>
                                        </p:tav>
                                        <p:tav tm="100000">
                                          <p:val>
                                            <p:strVal val="#ppt_x"/>
                                          </p:val>
                                        </p:tav>
                                      </p:tavLst>
                                    </p:anim>
                                    <p:anim calcmode="lin" valueType="num">
                                      <p:cBhvr additive="base">
                                        <p:cTn id="126" dur="250" fill="hold"/>
                                        <p:tgtEl>
                                          <p:spTgt spid="34"/>
                                        </p:tgtEl>
                                        <p:attrNameLst>
                                          <p:attrName>ppt_y</p:attrName>
                                        </p:attrNameLst>
                                      </p:cBhvr>
                                      <p:tavLst>
                                        <p:tav tm="0">
                                          <p:val>
                                            <p:strVal val="0-#ppt_h/2"/>
                                          </p:val>
                                        </p:tav>
                                        <p:tav tm="100000">
                                          <p:val>
                                            <p:strVal val="#ppt_y"/>
                                          </p:val>
                                        </p:tav>
                                      </p:tavLst>
                                    </p:anim>
                                  </p:childTnLst>
                                </p:cTn>
                              </p:par>
                              <p:par>
                                <p:cTn id="127" presetID="2" presetClass="entr" presetSubtype="1" fill="hold" nodeType="withEffect">
                                  <p:stCondLst>
                                    <p:cond delay="3500"/>
                                  </p:stCondLst>
                                  <p:childTnLst>
                                    <p:set>
                                      <p:cBhvr>
                                        <p:cTn id="128" dur="1" fill="hold">
                                          <p:stCondLst>
                                            <p:cond delay="0"/>
                                          </p:stCondLst>
                                        </p:cTn>
                                        <p:tgtEl>
                                          <p:spTgt spid="48"/>
                                        </p:tgtEl>
                                        <p:attrNameLst>
                                          <p:attrName>style.visibility</p:attrName>
                                        </p:attrNameLst>
                                      </p:cBhvr>
                                      <p:to>
                                        <p:strVal val="visible"/>
                                      </p:to>
                                    </p:set>
                                    <p:anim calcmode="lin" valueType="num">
                                      <p:cBhvr additive="base">
                                        <p:cTn id="129" dur="250" fill="hold"/>
                                        <p:tgtEl>
                                          <p:spTgt spid="48"/>
                                        </p:tgtEl>
                                        <p:attrNameLst>
                                          <p:attrName>ppt_x</p:attrName>
                                        </p:attrNameLst>
                                      </p:cBhvr>
                                      <p:tavLst>
                                        <p:tav tm="0">
                                          <p:val>
                                            <p:strVal val="#ppt_x"/>
                                          </p:val>
                                        </p:tav>
                                        <p:tav tm="100000">
                                          <p:val>
                                            <p:strVal val="#ppt_x"/>
                                          </p:val>
                                        </p:tav>
                                      </p:tavLst>
                                    </p:anim>
                                    <p:anim calcmode="lin" valueType="num">
                                      <p:cBhvr additive="base">
                                        <p:cTn id="130" dur="250" fill="hold"/>
                                        <p:tgtEl>
                                          <p:spTgt spid="48"/>
                                        </p:tgtEl>
                                        <p:attrNameLst>
                                          <p:attrName>ppt_y</p:attrName>
                                        </p:attrNameLst>
                                      </p:cBhvr>
                                      <p:tavLst>
                                        <p:tav tm="0">
                                          <p:val>
                                            <p:strVal val="0-#ppt_h/2"/>
                                          </p:val>
                                        </p:tav>
                                        <p:tav tm="100000">
                                          <p:val>
                                            <p:strVal val="#ppt_y"/>
                                          </p:val>
                                        </p:tav>
                                      </p:tavLst>
                                    </p:anim>
                                  </p:childTnLst>
                                </p:cTn>
                              </p:par>
                              <p:par>
                                <p:cTn id="131" presetID="2" presetClass="entr" presetSubtype="1" fill="hold" nodeType="withEffect">
                                  <p:stCondLst>
                                    <p:cond delay="3500"/>
                                  </p:stCondLst>
                                  <p:childTnLst>
                                    <p:set>
                                      <p:cBhvr>
                                        <p:cTn id="132" dur="1" fill="hold">
                                          <p:stCondLst>
                                            <p:cond delay="0"/>
                                          </p:stCondLst>
                                        </p:cTn>
                                        <p:tgtEl>
                                          <p:spTgt spid="51"/>
                                        </p:tgtEl>
                                        <p:attrNameLst>
                                          <p:attrName>style.visibility</p:attrName>
                                        </p:attrNameLst>
                                      </p:cBhvr>
                                      <p:to>
                                        <p:strVal val="visible"/>
                                      </p:to>
                                    </p:set>
                                    <p:anim calcmode="lin" valueType="num">
                                      <p:cBhvr additive="base">
                                        <p:cTn id="133" dur="250" fill="hold"/>
                                        <p:tgtEl>
                                          <p:spTgt spid="51"/>
                                        </p:tgtEl>
                                        <p:attrNameLst>
                                          <p:attrName>ppt_x</p:attrName>
                                        </p:attrNameLst>
                                      </p:cBhvr>
                                      <p:tavLst>
                                        <p:tav tm="0">
                                          <p:val>
                                            <p:strVal val="#ppt_x"/>
                                          </p:val>
                                        </p:tav>
                                        <p:tav tm="100000">
                                          <p:val>
                                            <p:strVal val="#ppt_x"/>
                                          </p:val>
                                        </p:tav>
                                      </p:tavLst>
                                    </p:anim>
                                    <p:anim calcmode="lin" valueType="num">
                                      <p:cBhvr additive="base">
                                        <p:cTn id="134" dur="250" fill="hold"/>
                                        <p:tgtEl>
                                          <p:spTgt spid="51"/>
                                        </p:tgtEl>
                                        <p:attrNameLst>
                                          <p:attrName>ppt_y</p:attrName>
                                        </p:attrNameLst>
                                      </p:cBhvr>
                                      <p:tavLst>
                                        <p:tav tm="0">
                                          <p:val>
                                            <p:strVal val="0-#ppt_h/2"/>
                                          </p:val>
                                        </p:tav>
                                        <p:tav tm="100000">
                                          <p:val>
                                            <p:strVal val="#ppt_y"/>
                                          </p:val>
                                        </p:tav>
                                      </p:tavLst>
                                    </p:anim>
                                  </p:childTnLst>
                                </p:cTn>
                              </p:par>
                              <p:par>
                                <p:cTn id="135" presetID="2" presetClass="entr" presetSubtype="1" fill="hold" nodeType="withEffect">
                                  <p:stCondLst>
                                    <p:cond delay="4000"/>
                                  </p:stCondLst>
                                  <p:childTnLst>
                                    <p:set>
                                      <p:cBhvr>
                                        <p:cTn id="136" dur="1" fill="hold">
                                          <p:stCondLst>
                                            <p:cond delay="0"/>
                                          </p:stCondLst>
                                        </p:cTn>
                                        <p:tgtEl>
                                          <p:spTgt spid="24"/>
                                        </p:tgtEl>
                                        <p:attrNameLst>
                                          <p:attrName>style.visibility</p:attrName>
                                        </p:attrNameLst>
                                      </p:cBhvr>
                                      <p:to>
                                        <p:strVal val="visible"/>
                                      </p:to>
                                    </p:set>
                                    <p:anim calcmode="lin" valueType="num">
                                      <p:cBhvr additive="base">
                                        <p:cTn id="137" dur="250" fill="hold"/>
                                        <p:tgtEl>
                                          <p:spTgt spid="24"/>
                                        </p:tgtEl>
                                        <p:attrNameLst>
                                          <p:attrName>ppt_x</p:attrName>
                                        </p:attrNameLst>
                                      </p:cBhvr>
                                      <p:tavLst>
                                        <p:tav tm="0">
                                          <p:val>
                                            <p:strVal val="#ppt_x"/>
                                          </p:val>
                                        </p:tav>
                                        <p:tav tm="100000">
                                          <p:val>
                                            <p:strVal val="#ppt_x"/>
                                          </p:val>
                                        </p:tav>
                                      </p:tavLst>
                                    </p:anim>
                                    <p:anim calcmode="lin" valueType="num">
                                      <p:cBhvr additive="base">
                                        <p:cTn id="138" dur="250" fill="hold"/>
                                        <p:tgtEl>
                                          <p:spTgt spid="24"/>
                                        </p:tgtEl>
                                        <p:attrNameLst>
                                          <p:attrName>ppt_y</p:attrName>
                                        </p:attrNameLst>
                                      </p:cBhvr>
                                      <p:tavLst>
                                        <p:tav tm="0">
                                          <p:val>
                                            <p:strVal val="0-#ppt_h/2"/>
                                          </p:val>
                                        </p:tav>
                                        <p:tav tm="100000">
                                          <p:val>
                                            <p:strVal val="#ppt_y"/>
                                          </p:val>
                                        </p:tav>
                                      </p:tavLst>
                                    </p:anim>
                                  </p:childTnLst>
                                </p:cTn>
                              </p:par>
                              <p:par>
                                <p:cTn id="139" presetID="2" presetClass="entr" presetSubtype="1" fill="hold" nodeType="withEffect">
                                  <p:stCondLst>
                                    <p:cond delay="4000"/>
                                  </p:stCondLst>
                                  <p:childTnLst>
                                    <p:set>
                                      <p:cBhvr>
                                        <p:cTn id="140" dur="1" fill="hold">
                                          <p:stCondLst>
                                            <p:cond delay="0"/>
                                          </p:stCondLst>
                                        </p:cTn>
                                        <p:tgtEl>
                                          <p:spTgt spid="39"/>
                                        </p:tgtEl>
                                        <p:attrNameLst>
                                          <p:attrName>style.visibility</p:attrName>
                                        </p:attrNameLst>
                                      </p:cBhvr>
                                      <p:to>
                                        <p:strVal val="visible"/>
                                      </p:to>
                                    </p:set>
                                    <p:anim calcmode="lin" valueType="num">
                                      <p:cBhvr additive="base">
                                        <p:cTn id="141" dur="250" fill="hold"/>
                                        <p:tgtEl>
                                          <p:spTgt spid="39"/>
                                        </p:tgtEl>
                                        <p:attrNameLst>
                                          <p:attrName>ppt_x</p:attrName>
                                        </p:attrNameLst>
                                      </p:cBhvr>
                                      <p:tavLst>
                                        <p:tav tm="0">
                                          <p:val>
                                            <p:strVal val="#ppt_x"/>
                                          </p:val>
                                        </p:tav>
                                        <p:tav tm="100000">
                                          <p:val>
                                            <p:strVal val="#ppt_x"/>
                                          </p:val>
                                        </p:tav>
                                      </p:tavLst>
                                    </p:anim>
                                    <p:anim calcmode="lin" valueType="num">
                                      <p:cBhvr additive="base">
                                        <p:cTn id="142" dur="250" fill="hold"/>
                                        <p:tgtEl>
                                          <p:spTgt spid="39"/>
                                        </p:tgtEl>
                                        <p:attrNameLst>
                                          <p:attrName>ppt_y</p:attrName>
                                        </p:attrNameLst>
                                      </p:cBhvr>
                                      <p:tavLst>
                                        <p:tav tm="0">
                                          <p:val>
                                            <p:strVal val="0-#ppt_h/2"/>
                                          </p:val>
                                        </p:tav>
                                        <p:tav tm="100000">
                                          <p:val>
                                            <p:strVal val="#ppt_y"/>
                                          </p:val>
                                        </p:tav>
                                      </p:tavLst>
                                    </p:anim>
                                  </p:childTnLst>
                                </p:cTn>
                              </p:par>
                              <p:par>
                                <p:cTn id="143" presetID="2" presetClass="entr" presetSubtype="1" fill="hold" nodeType="withEffect">
                                  <p:stCondLst>
                                    <p:cond delay="4000"/>
                                  </p:stCondLst>
                                  <p:childTnLst>
                                    <p:set>
                                      <p:cBhvr>
                                        <p:cTn id="144" dur="1" fill="hold">
                                          <p:stCondLst>
                                            <p:cond delay="0"/>
                                          </p:stCondLst>
                                        </p:cTn>
                                        <p:tgtEl>
                                          <p:spTgt spid="36"/>
                                        </p:tgtEl>
                                        <p:attrNameLst>
                                          <p:attrName>style.visibility</p:attrName>
                                        </p:attrNameLst>
                                      </p:cBhvr>
                                      <p:to>
                                        <p:strVal val="visible"/>
                                      </p:to>
                                    </p:set>
                                    <p:anim calcmode="lin" valueType="num">
                                      <p:cBhvr additive="base">
                                        <p:cTn id="145" dur="250" fill="hold"/>
                                        <p:tgtEl>
                                          <p:spTgt spid="36"/>
                                        </p:tgtEl>
                                        <p:attrNameLst>
                                          <p:attrName>ppt_x</p:attrName>
                                        </p:attrNameLst>
                                      </p:cBhvr>
                                      <p:tavLst>
                                        <p:tav tm="0">
                                          <p:val>
                                            <p:strVal val="#ppt_x"/>
                                          </p:val>
                                        </p:tav>
                                        <p:tav tm="100000">
                                          <p:val>
                                            <p:strVal val="#ppt_x"/>
                                          </p:val>
                                        </p:tav>
                                      </p:tavLst>
                                    </p:anim>
                                    <p:anim calcmode="lin" valueType="num">
                                      <p:cBhvr additive="base">
                                        <p:cTn id="146" dur="250" fill="hold"/>
                                        <p:tgtEl>
                                          <p:spTgt spid="36"/>
                                        </p:tgtEl>
                                        <p:attrNameLst>
                                          <p:attrName>ppt_y</p:attrName>
                                        </p:attrNameLst>
                                      </p:cBhvr>
                                      <p:tavLst>
                                        <p:tav tm="0">
                                          <p:val>
                                            <p:strVal val="0-#ppt_h/2"/>
                                          </p:val>
                                        </p:tav>
                                        <p:tav tm="100000">
                                          <p:val>
                                            <p:strVal val="#ppt_y"/>
                                          </p:val>
                                        </p:tav>
                                      </p:tavLst>
                                    </p:anim>
                                  </p:childTnLst>
                                </p:cTn>
                              </p:par>
                              <p:par>
                                <p:cTn id="147" presetID="2" presetClass="entr" presetSubtype="1" fill="hold" nodeType="withEffect">
                                  <p:stCondLst>
                                    <p:cond delay="4000"/>
                                  </p:stCondLst>
                                  <p:childTnLst>
                                    <p:set>
                                      <p:cBhvr>
                                        <p:cTn id="148" dur="1" fill="hold">
                                          <p:stCondLst>
                                            <p:cond delay="0"/>
                                          </p:stCondLst>
                                        </p:cTn>
                                        <p:tgtEl>
                                          <p:spTgt spid="47"/>
                                        </p:tgtEl>
                                        <p:attrNameLst>
                                          <p:attrName>style.visibility</p:attrName>
                                        </p:attrNameLst>
                                      </p:cBhvr>
                                      <p:to>
                                        <p:strVal val="visible"/>
                                      </p:to>
                                    </p:set>
                                    <p:anim calcmode="lin" valueType="num">
                                      <p:cBhvr additive="base">
                                        <p:cTn id="149" dur="250" fill="hold"/>
                                        <p:tgtEl>
                                          <p:spTgt spid="47"/>
                                        </p:tgtEl>
                                        <p:attrNameLst>
                                          <p:attrName>ppt_x</p:attrName>
                                        </p:attrNameLst>
                                      </p:cBhvr>
                                      <p:tavLst>
                                        <p:tav tm="0">
                                          <p:val>
                                            <p:strVal val="#ppt_x"/>
                                          </p:val>
                                        </p:tav>
                                        <p:tav tm="100000">
                                          <p:val>
                                            <p:strVal val="#ppt_x"/>
                                          </p:val>
                                        </p:tav>
                                      </p:tavLst>
                                    </p:anim>
                                    <p:anim calcmode="lin" valueType="num">
                                      <p:cBhvr additive="base">
                                        <p:cTn id="150" dur="250" fill="hold"/>
                                        <p:tgtEl>
                                          <p:spTgt spid="47"/>
                                        </p:tgtEl>
                                        <p:attrNameLst>
                                          <p:attrName>ppt_y</p:attrName>
                                        </p:attrNameLst>
                                      </p:cBhvr>
                                      <p:tavLst>
                                        <p:tav tm="0">
                                          <p:val>
                                            <p:strVal val="0-#ppt_h/2"/>
                                          </p:val>
                                        </p:tav>
                                        <p:tav tm="100000">
                                          <p:val>
                                            <p:strVal val="#ppt_y"/>
                                          </p:val>
                                        </p:tav>
                                      </p:tavLst>
                                    </p:anim>
                                  </p:childTnLst>
                                </p:cTn>
                              </p:par>
                              <p:par>
                                <p:cTn id="151" presetID="2" presetClass="entr" presetSubtype="1" fill="hold" nodeType="withEffect">
                                  <p:stCondLst>
                                    <p:cond delay="4000"/>
                                  </p:stCondLst>
                                  <p:childTnLst>
                                    <p:set>
                                      <p:cBhvr>
                                        <p:cTn id="152" dur="1" fill="hold">
                                          <p:stCondLst>
                                            <p:cond delay="0"/>
                                          </p:stCondLst>
                                        </p:cTn>
                                        <p:tgtEl>
                                          <p:spTgt spid="57"/>
                                        </p:tgtEl>
                                        <p:attrNameLst>
                                          <p:attrName>style.visibility</p:attrName>
                                        </p:attrNameLst>
                                      </p:cBhvr>
                                      <p:to>
                                        <p:strVal val="visible"/>
                                      </p:to>
                                    </p:set>
                                    <p:anim calcmode="lin" valueType="num">
                                      <p:cBhvr additive="base">
                                        <p:cTn id="153" dur="250" fill="hold"/>
                                        <p:tgtEl>
                                          <p:spTgt spid="57"/>
                                        </p:tgtEl>
                                        <p:attrNameLst>
                                          <p:attrName>ppt_x</p:attrName>
                                        </p:attrNameLst>
                                      </p:cBhvr>
                                      <p:tavLst>
                                        <p:tav tm="0">
                                          <p:val>
                                            <p:strVal val="#ppt_x"/>
                                          </p:val>
                                        </p:tav>
                                        <p:tav tm="100000">
                                          <p:val>
                                            <p:strVal val="#ppt_x"/>
                                          </p:val>
                                        </p:tav>
                                      </p:tavLst>
                                    </p:anim>
                                    <p:anim calcmode="lin" valueType="num">
                                      <p:cBhvr additive="base">
                                        <p:cTn id="154" dur="250" fill="hold"/>
                                        <p:tgtEl>
                                          <p:spTgt spid="57"/>
                                        </p:tgtEl>
                                        <p:attrNameLst>
                                          <p:attrName>ppt_y</p:attrName>
                                        </p:attrNameLst>
                                      </p:cBhvr>
                                      <p:tavLst>
                                        <p:tav tm="0">
                                          <p:val>
                                            <p:strVal val="0-#ppt_h/2"/>
                                          </p:val>
                                        </p:tav>
                                        <p:tav tm="100000">
                                          <p:val>
                                            <p:strVal val="#ppt_y"/>
                                          </p:val>
                                        </p:tav>
                                      </p:tavLst>
                                    </p:anim>
                                  </p:childTnLst>
                                </p:cTn>
                              </p:par>
                              <p:par>
                                <p:cTn id="155" presetID="2" presetClass="entr" presetSubtype="1" fill="hold" nodeType="withEffect">
                                  <p:stCondLst>
                                    <p:cond delay="4500"/>
                                  </p:stCondLst>
                                  <p:childTnLst>
                                    <p:set>
                                      <p:cBhvr>
                                        <p:cTn id="156" dur="1" fill="hold">
                                          <p:stCondLst>
                                            <p:cond delay="0"/>
                                          </p:stCondLst>
                                        </p:cTn>
                                        <p:tgtEl>
                                          <p:spTgt spid="20"/>
                                        </p:tgtEl>
                                        <p:attrNameLst>
                                          <p:attrName>style.visibility</p:attrName>
                                        </p:attrNameLst>
                                      </p:cBhvr>
                                      <p:to>
                                        <p:strVal val="visible"/>
                                      </p:to>
                                    </p:set>
                                    <p:anim calcmode="lin" valueType="num">
                                      <p:cBhvr additive="base">
                                        <p:cTn id="157" dur="250" fill="hold"/>
                                        <p:tgtEl>
                                          <p:spTgt spid="20"/>
                                        </p:tgtEl>
                                        <p:attrNameLst>
                                          <p:attrName>ppt_x</p:attrName>
                                        </p:attrNameLst>
                                      </p:cBhvr>
                                      <p:tavLst>
                                        <p:tav tm="0">
                                          <p:val>
                                            <p:strVal val="#ppt_x"/>
                                          </p:val>
                                        </p:tav>
                                        <p:tav tm="100000">
                                          <p:val>
                                            <p:strVal val="#ppt_x"/>
                                          </p:val>
                                        </p:tav>
                                      </p:tavLst>
                                    </p:anim>
                                    <p:anim calcmode="lin" valueType="num">
                                      <p:cBhvr additive="base">
                                        <p:cTn id="158" dur="250" fill="hold"/>
                                        <p:tgtEl>
                                          <p:spTgt spid="20"/>
                                        </p:tgtEl>
                                        <p:attrNameLst>
                                          <p:attrName>ppt_y</p:attrName>
                                        </p:attrNameLst>
                                      </p:cBhvr>
                                      <p:tavLst>
                                        <p:tav tm="0">
                                          <p:val>
                                            <p:strVal val="0-#ppt_h/2"/>
                                          </p:val>
                                        </p:tav>
                                        <p:tav tm="100000">
                                          <p:val>
                                            <p:strVal val="#ppt_y"/>
                                          </p:val>
                                        </p:tav>
                                      </p:tavLst>
                                    </p:anim>
                                  </p:childTnLst>
                                </p:cTn>
                              </p:par>
                              <p:par>
                                <p:cTn id="159" presetID="2" presetClass="entr" presetSubtype="1" fill="hold" nodeType="withEffect">
                                  <p:stCondLst>
                                    <p:cond delay="4500"/>
                                  </p:stCondLst>
                                  <p:childTnLst>
                                    <p:set>
                                      <p:cBhvr>
                                        <p:cTn id="160" dur="1" fill="hold">
                                          <p:stCondLst>
                                            <p:cond delay="0"/>
                                          </p:stCondLst>
                                        </p:cTn>
                                        <p:tgtEl>
                                          <p:spTgt spid="3"/>
                                        </p:tgtEl>
                                        <p:attrNameLst>
                                          <p:attrName>style.visibility</p:attrName>
                                        </p:attrNameLst>
                                      </p:cBhvr>
                                      <p:to>
                                        <p:strVal val="visible"/>
                                      </p:to>
                                    </p:set>
                                    <p:anim calcmode="lin" valueType="num">
                                      <p:cBhvr additive="base">
                                        <p:cTn id="161" dur="250" fill="hold"/>
                                        <p:tgtEl>
                                          <p:spTgt spid="3"/>
                                        </p:tgtEl>
                                        <p:attrNameLst>
                                          <p:attrName>ppt_x</p:attrName>
                                        </p:attrNameLst>
                                      </p:cBhvr>
                                      <p:tavLst>
                                        <p:tav tm="0">
                                          <p:val>
                                            <p:strVal val="#ppt_x"/>
                                          </p:val>
                                        </p:tav>
                                        <p:tav tm="100000">
                                          <p:val>
                                            <p:strVal val="#ppt_x"/>
                                          </p:val>
                                        </p:tav>
                                      </p:tavLst>
                                    </p:anim>
                                    <p:anim calcmode="lin" valueType="num">
                                      <p:cBhvr additive="base">
                                        <p:cTn id="162" dur="250" fill="hold"/>
                                        <p:tgtEl>
                                          <p:spTgt spid="3"/>
                                        </p:tgtEl>
                                        <p:attrNameLst>
                                          <p:attrName>ppt_y</p:attrName>
                                        </p:attrNameLst>
                                      </p:cBhvr>
                                      <p:tavLst>
                                        <p:tav tm="0">
                                          <p:val>
                                            <p:strVal val="0-#ppt_h/2"/>
                                          </p:val>
                                        </p:tav>
                                        <p:tav tm="100000">
                                          <p:val>
                                            <p:strVal val="#ppt_y"/>
                                          </p:val>
                                        </p:tav>
                                      </p:tavLst>
                                    </p:anim>
                                  </p:childTnLst>
                                </p:cTn>
                              </p:par>
                              <p:par>
                                <p:cTn id="163" presetID="2" presetClass="entr" presetSubtype="1" fill="hold" nodeType="withEffect">
                                  <p:stCondLst>
                                    <p:cond delay="4500"/>
                                  </p:stCondLst>
                                  <p:childTnLst>
                                    <p:set>
                                      <p:cBhvr>
                                        <p:cTn id="164" dur="1" fill="hold">
                                          <p:stCondLst>
                                            <p:cond delay="0"/>
                                          </p:stCondLst>
                                        </p:cTn>
                                        <p:tgtEl>
                                          <p:spTgt spid="59"/>
                                        </p:tgtEl>
                                        <p:attrNameLst>
                                          <p:attrName>style.visibility</p:attrName>
                                        </p:attrNameLst>
                                      </p:cBhvr>
                                      <p:to>
                                        <p:strVal val="visible"/>
                                      </p:to>
                                    </p:set>
                                    <p:anim calcmode="lin" valueType="num">
                                      <p:cBhvr additive="base">
                                        <p:cTn id="165" dur="250" fill="hold"/>
                                        <p:tgtEl>
                                          <p:spTgt spid="59"/>
                                        </p:tgtEl>
                                        <p:attrNameLst>
                                          <p:attrName>ppt_x</p:attrName>
                                        </p:attrNameLst>
                                      </p:cBhvr>
                                      <p:tavLst>
                                        <p:tav tm="0">
                                          <p:val>
                                            <p:strVal val="#ppt_x"/>
                                          </p:val>
                                        </p:tav>
                                        <p:tav tm="100000">
                                          <p:val>
                                            <p:strVal val="#ppt_x"/>
                                          </p:val>
                                        </p:tav>
                                      </p:tavLst>
                                    </p:anim>
                                    <p:anim calcmode="lin" valueType="num">
                                      <p:cBhvr additive="base">
                                        <p:cTn id="166" dur="250" fill="hold"/>
                                        <p:tgtEl>
                                          <p:spTgt spid="59"/>
                                        </p:tgtEl>
                                        <p:attrNameLst>
                                          <p:attrName>ppt_y</p:attrName>
                                        </p:attrNameLst>
                                      </p:cBhvr>
                                      <p:tavLst>
                                        <p:tav tm="0">
                                          <p:val>
                                            <p:strVal val="0-#ppt_h/2"/>
                                          </p:val>
                                        </p:tav>
                                        <p:tav tm="100000">
                                          <p:val>
                                            <p:strVal val="#ppt_y"/>
                                          </p:val>
                                        </p:tav>
                                      </p:tavLst>
                                    </p:anim>
                                  </p:childTnLst>
                                </p:cTn>
                              </p:par>
                              <p:par>
                                <p:cTn id="167" presetID="2" presetClass="entr" presetSubtype="1" fill="hold" nodeType="withEffect">
                                  <p:stCondLst>
                                    <p:cond delay="5000"/>
                                  </p:stCondLst>
                                  <p:childTnLst>
                                    <p:set>
                                      <p:cBhvr>
                                        <p:cTn id="168" dur="1" fill="hold">
                                          <p:stCondLst>
                                            <p:cond delay="0"/>
                                          </p:stCondLst>
                                        </p:cTn>
                                        <p:tgtEl>
                                          <p:spTgt spid="43"/>
                                        </p:tgtEl>
                                        <p:attrNameLst>
                                          <p:attrName>style.visibility</p:attrName>
                                        </p:attrNameLst>
                                      </p:cBhvr>
                                      <p:to>
                                        <p:strVal val="visible"/>
                                      </p:to>
                                    </p:set>
                                    <p:anim calcmode="lin" valueType="num">
                                      <p:cBhvr additive="base">
                                        <p:cTn id="169" dur="250" fill="hold"/>
                                        <p:tgtEl>
                                          <p:spTgt spid="43"/>
                                        </p:tgtEl>
                                        <p:attrNameLst>
                                          <p:attrName>ppt_x</p:attrName>
                                        </p:attrNameLst>
                                      </p:cBhvr>
                                      <p:tavLst>
                                        <p:tav tm="0">
                                          <p:val>
                                            <p:strVal val="#ppt_x"/>
                                          </p:val>
                                        </p:tav>
                                        <p:tav tm="100000">
                                          <p:val>
                                            <p:strVal val="#ppt_x"/>
                                          </p:val>
                                        </p:tav>
                                      </p:tavLst>
                                    </p:anim>
                                    <p:anim calcmode="lin" valueType="num">
                                      <p:cBhvr additive="base">
                                        <p:cTn id="170" dur="250" fill="hold"/>
                                        <p:tgtEl>
                                          <p:spTgt spid="43"/>
                                        </p:tgtEl>
                                        <p:attrNameLst>
                                          <p:attrName>ppt_y</p:attrName>
                                        </p:attrNameLst>
                                      </p:cBhvr>
                                      <p:tavLst>
                                        <p:tav tm="0">
                                          <p:val>
                                            <p:strVal val="0-#ppt_h/2"/>
                                          </p:val>
                                        </p:tav>
                                        <p:tav tm="100000">
                                          <p:val>
                                            <p:strVal val="#ppt_y"/>
                                          </p:val>
                                        </p:tav>
                                      </p:tavLst>
                                    </p:anim>
                                  </p:childTnLst>
                                </p:cTn>
                              </p:par>
                              <p:par>
                                <p:cTn id="171" presetID="2" presetClass="entr" presetSubtype="1" fill="hold" nodeType="withEffect">
                                  <p:stCondLst>
                                    <p:cond delay="5000"/>
                                  </p:stCondLst>
                                  <p:childTnLst>
                                    <p:set>
                                      <p:cBhvr>
                                        <p:cTn id="172" dur="1" fill="hold">
                                          <p:stCondLst>
                                            <p:cond delay="0"/>
                                          </p:stCondLst>
                                        </p:cTn>
                                        <p:tgtEl>
                                          <p:spTgt spid="71"/>
                                        </p:tgtEl>
                                        <p:attrNameLst>
                                          <p:attrName>style.visibility</p:attrName>
                                        </p:attrNameLst>
                                      </p:cBhvr>
                                      <p:to>
                                        <p:strVal val="visible"/>
                                      </p:to>
                                    </p:set>
                                    <p:anim calcmode="lin" valueType="num">
                                      <p:cBhvr additive="base">
                                        <p:cTn id="173" dur="250" fill="hold"/>
                                        <p:tgtEl>
                                          <p:spTgt spid="71"/>
                                        </p:tgtEl>
                                        <p:attrNameLst>
                                          <p:attrName>ppt_x</p:attrName>
                                        </p:attrNameLst>
                                      </p:cBhvr>
                                      <p:tavLst>
                                        <p:tav tm="0">
                                          <p:val>
                                            <p:strVal val="#ppt_x"/>
                                          </p:val>
                                        </p:tav>
                                        <p:tav tm="100000">
                                          <p:val>
                                            <p:strVal val="#ppt_x"/>
                                          </p:val>
                                        </p:tav>
                                      </p:tavLst>
                                    </p:anim>
                                    <p:anim calcmode="lin" valueType="num">
                                      <p:cBhvr additive="base">
                                        <p:cTn id="174" dur="250" fill="hold"/>
                                        <p:tgtEl>
                                          <p:spTgt spid="71"/>
                                        </p:tgtEl>
                                        <p:attrNameLst>
                                          <p:attrName>ppt_y</p:attrName>
                                        </p:attrNameLst>
                                      </p:cBhvr>
                                      <p:tavLst>
                                        <p:tav tm="0">
                                          <p:val>
                                            <p:strVal val="0-#ppt_h/2"/>
                                          </p:val>
                                        </p:tav>
                                        <p:tav tm="100000">
                                          <p:val>
                                            <p:strVal val="#ppt_y"/>
                                          </p:val>
                                        </p:tav>
                                      </p:tavLst>
                                    </p:anim>
                                  </p:childTnLst>
                                </p:cTn>
                              </p:par>
                              <p:par>
                                <p:cTn id="175" presetID="2" presetClass="entr" presetSubtype="1" fill="hold" nodeType="withEffect">
                                  <p:stCondLst>
                                    <p:cond delay="5000"/>
                                  </p:stCondLst>
                                  <p:childTnLst>
                                    <p:set>
                                      <p:cBhvr>
                                        <p:cTn id="176" dur="1" fill="hold">
                                          <p:stCondLst>
                                            <p:cond delay="0"/>
                                          </p:stCondLst>
                                        </p:cTn>
                                        <p:tgtEl>
                                          <p:spTgt spid="13"/>
                                        </p:tgtEl>
                                        <p:attrNameLst>
                                          <p:attrName>style.visibility</p:attrName>
                                        </p:attrNameLst>
                                      </p:cBhvr>
                                      <p:to>
                                        <p:strVal val="visible"/>
                                      </p:to>
                                    </p:set>
                                    <p:anim calcmode="lin" valueType="num">
                                      <p:cBhvr additive="base">
                                        <p:cTn id="177" dur="250" fill="hold"/>
                                        <p:tgtEl>
                                          <p:spTgt spid="13"/>
                                        </p:tgtEl>
                                        <p:attrNameLst>
                                          <p:attrName>ppt_x</p:attrName>
                                        </p:attrNameLst>
                                      </p:cBhvr>
                                      <p:tavLst>
                                        <p:tav tm="0">
                                          <p:val>
                                            <p:strVal val="#ppt_x"/>
                                          </p:val>
                                        </p:tav>
                                        <p:tav tm="100000">
                                          <p:val>
                                            <p:strVal val="#ppt_x"/>
                                          </p:val>
                                        </p:tav>
                                      </p:tavLst>
                                    </p:anim>
                                    <p:anim calcmode="lin" valueType="num">
                                      <p:cBhvr additive="base">
                                        <p:cTn id="178" dur="250" fill="hold"/>
                                        <p:tgtEl>
                                          <p:spTgt spid="13"/>
                                        </p:tgtEl>
                                        <p:attrNameLst>
                                          <p:attrName>ppt_y</p:attrName>
                                        </p:attrNameLst>
                                      </p:cBhvr>
                                      <p:tavLst>
                                        <p:tav tm="0">
                                          <p:val>
                                            <p:strVal val="0-#ppt_h/2"/>
                                          </p:val>
                                        </p:tav>
                                        <p:tav tm="100000">
                                          <p:val>
                                            <p:strVal val="#ppt_y"/>
                                          </p:val>
                                        </p:tav>
                                      </p:tavLst>
                                    </p:anim>
                                  </p:childTnLst>
                                </p:cTn>
                              </p:par>
                              <p:par>
                                <p:cTn id="179" presetID="2" presetClass="entr" presetSubtype="1" fill="hold" nodeType="withEffect">
                                  <p:stCondLst>
                                    <p:cond delay="5000"/>
                                  </p:stCondLst>
                                  <p:childTnLst>
                                    <p:set>
                                      <p:cBhvr>
                                        <p:cTn id="180" dur="1" fill="hold">
                                          <p:stCondLst>
                                            <p:cond delay="0"/>
                                          </p:stCondLst>
                                        </p:cTn>
                                        <p:tgtEl>
                                          <p:spTgt spid="93"/>
                                        </p:tgtEl>
                                        <p:attrNameLst>
                                          <p:attrName>style.visibility</p:attrName>
                                        </p:attrNameLst>
                                      </p:cBhvr>
                                      <p:to>
                                        <p:strVal val="visible"/>
                                      </p:to>
                                    </p:set>
                                    <p:anim calcmode="lin" valueType="num">
                                      <p:cBhvr additive="base">
                                        <p:cTn id="181" dur="250" fill="hold"/>
                                        <p:tgtEl>
                                          <p:spTgt spid="93"/>
                                        </p:tgtEl>
                                        <p:attrNameLst>
                                          <p:attrName>ppt_x</p:attrName>
                                        </p:attrNameLst>
                                      </p:cBhvr>
                                      <p:tavLst>
                                        <p:tav tm="0">
                                          <p:val>
                                            <p:strVal val="#ppt_x"/>
                                          </p:val>
                                        </p:tav>
                                        <p:tav tm="100000">
                                          <p:val>
                                            <p:strVal val="#ppt_x"/>
                                          </p:val>
                                        </p:tav>
                                      </p:tavLst>
                                    </p:anim>
                                    <p:anim calcmode="lin" valueType="num">
                                      <p:cBhvr additive="base">
                                        <p:cTn id="182" dur="250" fill="hold"/>
                                        <p:tgtEl>
                                          <p:spTgt spid="93"/>
                                        </p:tgtEl>
                                        <p:attrNameLst>
                                          <p:attrName>ppt_y</p:attrName>
                                        </p:attrNameLst>
                                      </p:cBhvr>
                                      <p:tavLst>
                                        <p:tav tm="0">
                                          <p:val>
                                            <p:strVal val="0-#ppt_h/2"/>
                                          </p:val>
                                        </p:tav>
                                        <p:tav tm="100000">
                                          <p:val>
                                            <p:strVal val="#ppt_y"/>
                                          </p:val>
                                        </p:tav>
                                      </p:tavLst>
                                    </p:anim>
                                  </p:childTnLst>
                                </p:cTn>
                              </p:par>
                              <p:par>
                                <p:cTn id="183" presetID="2" presetClass="entr" presetSubtype="1" fill="hold" nodeType="withEffect">
                                  <p:stCondLst>
                                    <p:cond delay="5000"/>
                                  </p:stCondLst>
                                  <p:childTnLst>
                                    <p:set>
                                      <p:cBhvr>
                                        <p:cTn id="184" dur="1" fill="hold">
                                          <p:stCondLst>
                                            <p:cond delay="0"/>
                                          </p:stCondLst>
                                        </p:cTn>
                                        <p:tgtEl>
                                          <p:spTgt spid="103"/>
                                        </p:tgtEl>
                                        <p:attrNameLst>
                                          <p:attrName>style.visibility</p:attrName>
                                        </p:attrNameLst>
                                      </p:cBhvr>
                                      <p:to>
                                        <p:strVal val="visible"/>
                                      </p:to>
                                    </p:set>
                                    <p:anim calcmode="lin" valueType="num">
                                      <p:cBhvr additive="base">
                                        <p:cTn id="185" dur="250" fill="hold"/>
                                        <p:tgtEl>
                                          <p:spTgt spid="103"/>
                                        </p:tgtEl>
                                        <p:attrNameLst>
                                          <p:attrName>ppt_x</p:attrName>
                                        </p:attrNameLst>
                                      </p:cBhvr>
                                      <p:tavLst>
                                        <p:tav tm="0">
                                          <p:val>
                                            <p:strVal val="#ppt_x"/>
                                          </p:val>
                                        </p:tav>
                                        <p:tav tm="100000">
                                          <p:val>
                                            <p:strVal val="#ppt_x"/>
                                          </p:val>
                                        </p:tav>
                                      </p:tavLst>
                                    </p:anim>
                                    <p:anim calcmode="lin" valueType="num">
                                      <p:cBhvr additive="base">
                                        <p:cTn id="186" dur="250" fill="hold"/>
                                        <p:tgtEl>
                                          <p:spTgt spid="103"/>
                                        </p:tgtEl>
                                        <p:attrNameLst>
                                          <p:attrName>ppt_y</p:attrName>
                                        </p:attrNameLst>
                                      </p:cBhvr>
                                      <p:tavLst>
                                        <p:tav tm="0">
                                          <p:val>
                                            <p:strVal val="0-#ppt_h/2"/>
                                          </p:val>
                                        </p:tav>
                                        <p:tav tm="100000">
                                          <p:val>
                                            <p:strVal val="#ppt_y"/>
                                          </p:val>
                                        </p:tav>
                                      </p:tavLst>
                                    </p:anim>
                                  </p:childTnLst>
                                </p:cTn>
                              </p:par>
                              <p:par>
                                <p:cTn id="187" presetID="2" presetClass="entr" presetSubtype="1" fill="hold" nodeType="withEffect">
                                  <p:stCondLst>
                                    <p:cond delay="5000"/>
                                  </p:stCondLst>
                                  <p:childTnLst>
                                    <p:set>
                                      <p:cBhvr>
                                        <p:cTn id="188" dur="1" fill="hold">
                                          <p:stCondLst>
                                            <p:cond delay="0"/>
                                          </p:stCondLst>
                                        </p:cTn>
                                        <p:tgtEl>
                                          <p:spTgt spid="113"/>
                                        </p:tgtEl>
                                        <p:attrNameLst>
                                          <p:attrName>style.visibility</p:attrName>
                                        </p:attrNameLst>
                                      </p:cBhvr>
                                      <p:to>
                                        <p:strVal val="visible"/>
                                      </p:to>
                                    </p:set>
                                    <p:anim calcmode="lin" valueType="num">
                                      <p:cBhvr additive="base">
                                        <p:cTn id="189" dur="250" fill="hold"/>
                                        <p:tgtEl>
                                          <p:spTgt spid="113"/>
                                        </p:tgtEl>
                                        <p:attrNameLst>
                                          <p:attrName>ppt_x</p:attrName>
                                        </p:attrNameLst>
                                      </p:cBhvr>
                                      <p:tavLst>
                                        <p:tav tm="0">
                                          <p:val>
                                            <p:strVal val="#ppt_x"/>
                                          </p:val>
                                        </p:tav>
                                        <p:tav tm="100000">
                                          <p:val>
                                            <p:strVal val="#ppt_x"/>
                                          </p:val>
                                        </p:tav>
                                      </p:tavLst>
                                    </p:anim>
                                    <p:anim calcmode="lin" valueType="num">
                                      <p:cBhvr additive="base">
                                        <p:cTn id="190" dur="250" fill="hold"/>
                                        <p:tgtEl>
                                          <p:spTgt spid="113"/>
                                        </p:tgtEl>
                                        <p:attrNameLst>
                                          <p:attrName>ppt_y</p:attrName>
                                        </p:attrNameLst>
                                      </p:cBhvr>
                                      <p:tavLst>
                                        <p:tav tm="0">
                                          <p:val>
                                            <p:strVal val="0-#ppt_h/2"/>
                                          </p:val>
                                        </p:tav>
                                        <p:tav tm="100000">
                                          <p:val>
                                            <p:strVal val="#ppt_y"/>
                                          </p:val>
                                        </p:tav>
                                      </p:tavLst>
                                    </p:anim>
                                  </p:childTnLst>
                                </p:cTn>
                              </p:par>
                              <p:par>
                                <p:cTn id="191" presetID="2" presetClass="entr" presetSubtype="1" fill="hold" nodeType="withEffect">
                                  <p:stCondLst>
                                    <p:cond delay="5500"/>
                                  </p:stCondLst>
                                  <p:childTnLst>
                                    <p:set>
                                      <p:cBhvr>
                                        <p:cTn id="192" dur="1" fill="hold">
                                          <p:stCondLst>
                                            <p:cond delay="0"/>
                                          </p:stCondLst>
                                        </p:cTn>
                                        <p:tgtEl>
                                          <p:spTgt spid="55"/>
                                        </p:tgtEl>
                                        <p:attrNameLst>
                                          <p:attrName>style.visibility</p:attrName>
                                        </p:attrNameLst>
                                      </p:cBhvr>
                                      <p:to>
                                        <p:strVal val="visible"/>
                                      </p:to>
                                    </p:set>
                                    <p:anim calcmode="lin" valueType="num">
                                      <p:cBhvr additive="base">
                                        <p:cTn id="193" dur="250" fill="hold"/>
                                        <p:tgtEl>
                                          <p:spTgt spid="55"/>
                                        </p:tgtEl>
                                        <p:attrNameLst>
                                          <p:attrName>ppt_x</p:attrName>
                                        </p:attrNameLst>
                                      </p:cBhvr>
                                      <p:tavLst>
                                        <p:tav tm="0">
                                          <p:val>
                                            <p:strVal val="#ppt_x"/>
                                          </p:val>
                                        </p:tav>
                                        <p:tav tm="100000">
                                          <p:val>
                                            <p:strVal val="#ppt_x"/>
                                          </p:val>
                                        </p:tav>
                                      </p:tavLst>
                                    </p:anim>
                                    <p:anim calcmode="lin" valueType="num">
                                      <p:cBhvr additive="base">
                                        <p:cTn id="194" dur="250" fill="hold"/>
                                        <p:tgtEl>
                                          <p:spTgt spid="55"/>
                                        </p:tgtEl>
                                        <p:attrNameLst>
                                          <p:attrName>ppt_y</p:attrName>
                                        </p:attrNameLst>
                                      </p:cBhvr>
                                      <p:tavLst>
                                        <p:tav tm="0">
                                          <p:val>
                                            <p:strVal val="0-#ppt_h/2"/>
                                          </p:val>
                                        </p:tav>
                                        <p:tav tm="100000">
                                          <p:val>
                                            <p:strVal val="#ppt_y"/>
                                          </p:val>
                                        </p:tav>
                                      </p:tavLst>
                                    </p:anim>
                                  </p:childTnLst>
                                </p:cTn>
                              </p:par>
                              <p:par>
                                <p:cTn id="195" presetID="2" presetClass="entr" presetSubtype="1" fill="hold" nodeType="withEffect">
                                  <p:stCondLst>
                                    <p:cond delay="5500"/>
                                  </p:stCondLst>
                                  <p:childTnLst>
                                    <p:set>
                                      <p:cBhvr>
                                        <p:cTn id="196" dur="1" fill="hold">
                                          <p:stCondLst>
                                            <p:cond delay="0"/>
                                          </p:stCondLst>
                                        </p:cTn>
                                        <p:tgtEl>
                                          <p:spTgt spid="79"/>
                                        </p:tgtEl>
                                        <p:attrNameLst>
                                          <p:attrName>style.visibility</p:attrName>
                                        </p:attrNameLst>
                                      </p:cBhvr>
                                      <p:to>
                                        <p:strVal val="visible"/>
                                      </p:to>
                                    </p:set>
                                    <p:anim calcmode="lin" valueType="num">
                                      <p:cBhvr additive="base">
                                        <p:cTn id="197" dur="250" fill="hold"/>
                                        <p:tgtEl>
                                          <p:spTgt spid="79"/>
                                        </p:tgtEl>
                                        <p:attrNameLst>
                                          <p:attrName>ppt_x</p:attrName>
                                        </p:attrNameLst>
                                      </p:cBhvr>
                                      <p:tavLst>
                                        <p:tav tm="0">
                                          <p:val>
                                            <p:strVal val="#ppt_x"/>
                                          </p:val>
                                        </p:tav>
                                        <p:tav tm="100000">
                                          <p:val>
                                            <p:strVal val="#ppt_x"/>
                                          </p:val>
                                        </p:tav>
                                      </p:tavLst>
                                    </p:anim>
                                    <p:anim calcmode="lin" valueType="num">
                                      <p:cBhvr additive="base">
                                        <p:cTn id="198" dur="250" fill="hold"/>
                                        <p:tgtEl>
                                          <p:spTgt spid="79"/>
                                        </p:tgtEl>
                                        <p:attrNameLst>
                                          <p:attrName>ppt_y</p:attrName>
                                        </p:attrNameLst>
                                      </p:cBhvr>
                                      <p:tavLst>
                                        <p:tav tm="0">
                                          <p:val>
                                            <p:strVal val="0-#ppt_h/2"/>
                                          </p:val>
                                        </p:tav>
                                        <p:tav tm="100000">
                                          <p:val>
                                            <p:strVal val="#ppt_y"/>
                                          </p:val>
                                        </p:tav>
                                      </p:tavLst>
                                    </p:anim>
                                  </p:childTnLst>
                                </p:cTn>
                              </p:par>
                              <p:par>
                                <p:cTn id="199" presetID="2" presetClass="entr" presetSubtype="1" fill="hold" nodeType="withEffect">
                                  <p:stCondLst>
                                    <p:cond delay="5500"/>
                                  </p:stCondLst>
                                  <p:childTnLst>
                                    <p:set>
                                      <p:cBhvr>
                                        <p:cTn id="200" dur="1" fill="hold">
                                          <p:stCondLst>
                                            <p:cond delay="0"/>
                                          </p:stCondLst>
                                        </p:cTn>
                                        <p:tgtEl>
                                          <p:spTgt spid="92"/>
                                        </p:tgtEl>
                                        <p:attrNameLst>
                                          <p:attrName>style.visibility</p:attrName>
                                        </p:attrNameLst>
                                      </p:cBhvr>
                                      <p:to>
                                        <p:strVal val="visible"/>
                                      </p:to>
                                    </p:set>
                                    <p:anim calcmode="lin" valueType="num">
                                      <p:cBhvr additive="base">
                                        <p:cTn id="201" dur="250" fill="hold"/>
                                        <p:tgtEl>
                                          <p:spTgt spid="92"/>
                                        </p:tgtEl>
                                        <p:attrNameLst>
                                          <p:attrName>ppt_x</p:attrName>
                                        </p:attrNameLst>
                                      </p:cBhvr>
                                      <p:tavLst>
                                        <p:tav tm="0">
                                          <p:val>
                                            <p:strVal val="#ppt_x"/>
                                          </p:val>
                                        </p:tav>
                                        <p:tav tm="100000">
                                          <p:val>
                                            <p:strVal val="#ppt_x"/>
                                          </p:val>
                                        </p:tav>
                                      </p:tavLst>
                                    </p:anim>
                                    <p:anim calcmode="lin" valueType="num">
                                      <p:cBhvr additive="base">
                                        <p:cTn id="202" dur="250" fill="hold"/>
                                        <p:tgtEl>
                                          <p:spTgt spid="92"/>
                                        </p:tgtEl>
                                        <p:attrNameLst>
                                          <p:attrName>ppt_y</p:attrName>
                                        </p:attrNameLst>
                                      </p:cBhvr>
                                      <p:tavLst>
                                        <p:tav tm="0">
                                          <p:val>
                                            <p:strVal val="0-#ppt_h/2"/>
                                          </p:val>
                                        </p:tav>
                                        <p:tav tm="100000">
                                          <p:val>
                                            <p:strVal val="#ppt_y"/>
                                          </p:val>
                                        </p:tav>
                                      </p:tavLst>
                                    </p:anim>
                                  </p:childTnLst>
                                </p:cTn>
                              </p:par>
                              <p:par>
                                <p:cTn id="203" presetID="2" presetClass="entr" presetSubtype="1" fill="hold" nodeType="withEffect">
                                  <p:stCondLst>
                                    <p:cond delay="5500"/>
                                  </p:stCondLst>
                                  <p:childTnLst>
                                    <p:set>
                                      <p:cBhvr>
                                        <p:cTn id="204" dur="1" fill="hold">
                                          <p:stCondLst>
                                            <p:cond delay="0"/>
                                          </p:stCondLst>
                                        </p:cTn>
                                        <p:tgtEl>
                                          <p:spTgt spid="106"/>
                                        </p:tgtEl>
                                        <p:attrNameLst>
                                          <p:attrName>style.visibility</p:attrName>
                                        </p:attrNameLst>
                                      </p:cBhvr>
                                      <p:to>
                                        <p:strVal val="visible"/>
                                      </p:to>
                                    </p:set>
                                    <p:anim calcmode="lin" valueType="num">
                                      <p:cBhvr additive="base">
                                        <p:cTn id="205" dur="250" fill="hold"/>
                                        <p:tgtEl>
                                          <p:spTgt spid="106"/>
                                        </p:tgtEl>
                                        <p:attrNameLst>
                                          <p:attrName>ppt_x</p:attrName>
                                        </p:attrNameLst>
                                      </p:cBhvr>
                                      <p:tavLst>
                                        <p:tav tm="0">
                                          <p:val>
                                            <p:strVal val="#ppt_x"/>
                                          </p:val>
                                        </p:tav>
                                        <p:tav tm="100000">
                                          <p:val>
                                            <p:strVal val="#ppt_x"/>
                                          </p:val>
                                        </p:tav>
                                      </p:tavLst>
                                    </p:anim>
                                    <p:anim calcmode="lin" valueType="num">
                                      <p:cBhvr additive="base">
                                        <p:cTn id="206" dur="250" fill="hold"/>
                                        <p:tgtEl>
                                          <p:spTgt spid="106"/>
                                        </p:tgtEl>
                                        <p:attrNameLst>
                                          <p:attrName>ppt_y</p:attrName>
                                        </p:attrNameLst>
                                      </p:cBhvr>
                                      <p:tavLst>
                                        <p:tav tm="0">
                                          <p:val>
                                            <p:strVal val="0-#ppt_h/2"/>
                                          </p:val>
                                        </p:tav>
                                        <p:tav tm="100000">
                                          <p:val>
                                            <p:strVal val="#ppt_y"/>
                                          </p:val>
                                        </p:tav>
                                      </p:tavLst>
                                    </p:anim>
                                  </p:childTnLst>
                                </p:cTn>
                              </p:par>
                              <p:par>
                                <p:cTn id="207" presetID="2" presetClass="entr" presetSubtype="1" fill="hold" nodeType="withEffect">
                                  <p:stCondLst>
                                    <p:cond delay="5500"/>
                                  </p:stCondLst>
                                  <p:childTnLst>
                                    <p:set>
                                      <p:cBhvr>
                                        <p:cTn id="208" dur="1" fill="hold">
                                          <p:stCondLst>
                                            <p:cond delay="0"/>
                                          </p:stCondLst>
                                        </p:cTn>
                                        <p:tgtEl>
                                          <p:spTgt spid="109"/>
                                        </p:tgtEl>
                                        <p:attrNameLst>
                                          <p:attrName>style.visibility</p:attrName>
                                        </p:attrNameLst>
                                      </p:cBhvr>
                                      <p:to>
                                        <p:strVal val="visible"/>
                                      </p:to>
                                    </p:set>
                                    <p:anim calcmode="lin" valueType="num">
                                      <p:cBhvr additive="base">
                                        <p:cTn id="209" dur="250" fill="hold"/>
                                        <p:tgtEl>
                                          <p:spTgt spid="109"/>
                                        </p:tgtEl>
                                        <p:attrNameLst>
                                          <p:attrName>ppt_x</p:attrName>
                                        </p:attrNameLst>
                                      </p:cBhvr>
                                      <p:tavLst>
                                        <p:tav tm="0">
                                          <p:val>
                                            <p:strVal val="#ppt_x"/>
                                          </p:val>
                                        </p:tav>
                                        <p:tav tm="100000">
                                          <p:val>
                                            <p:strVal val="#ppt_x"/>
                                          </p:val>
                                        </p:tav>
                                      </p:tavLst>
                                    </p:anim>
                                    <p:anim calcmode="lin" valueType="num">
                                      <p:cBhvr additive="base">
                                        <p:cTn id="210" dur="250" fill="hold"/>
                                        <p:tgtEl>
                                          <p:spTgt spid="109"/>
                                        </p:tgtEl>
                                        <p:attrNameLst>
                                          <p:attrName>ppt_y</p:attrName>
                                        </p:attrNameLst>
                                      </p:cBhvr>
                                      <p:tavLst>
                                        <p:tav tm="0">
                                          <p:val>
                                            <p:strVal val="0-#ppt_h/2"/>
                                          </p:val>
                                        </p:tav>
                                        <p:tav tm="100000">
                                          <p:val>
                                            <p:strVal val="#ppt_y"/>
                                          </p:val>
                                        </p:tav>
                                      </p:tavLst>
                                    </p:anim>
                                  </p:childTnLst>
                                </p:cTn>
                              </p:par>
                              <p:par>
                                <p:cTn id="211" presetID="2" presetClass="entr" presetSubtype="1" fill="hold" nodeType="withEffect">
                                  <p:stCondLst>
                                    <p:cond delay="6000"/>
                                  </p:stCondLst>
                                  <p:childTnLst>
                                    <p:set>
                                      <p:cBhvr>
                                        <p:cTn id="212" dur="1" fill="hold">
                                          <p:stCondLst>
                                            <p:cond delay="0"/>
                                          </p:stCondLst>
                                        </p:cTn>
                                        <p:tgtEl>
                                          <p:spTgt spid="64"/>
                                        </p:tgtEl>
                                        <p:attrNameLst>
                                          <p:attrName>style.visibility</p:attrName>
                                        </p:attrNameLst>
                                      </p:cBhvr>
                                      <p:to>
                                        <p:strVal val="visible"/>
                                      </p:to>
                                    </p:set>
                                    <p:anim calcmode="lin" valueType="num">
                                      <p:cBhvr additive="base">
                                        <p:cTn id="213" dur="250" fill="hold"/>
                                        <p:tgtEl>
                                          <p:spTgt spid="64"/>
                                        </p:tgtEl>
                                        <p:attrNameLst>
                                          <p:attrName>ppt_x</p:attrName>
                                        </p:attrNameLst>
                                      </p:cBhvr>
                                      <p:tavLst>
                                        <p:tav tm="0">
                                          <p:val>
                                            <p:strVal val="#ppt_x"/>
                                          </p:val>
                                        </p:tav>
                                        <p:tav tm="100000">
                                          <p:val>
                                            <p:strVal val="#ppt_x"/>
                                          </p:val>
                                        </p:tav>
                                      </p:tavLst>
                                    </p:anim>
                                    <p:anim calcmode="lin" valueType="num">
                                      <p:cBhvr additive="base">
                                        <p:cTn id="214" dur="250" fill="hold"/>
                                        <p:tgtEl>
                                          <p:spTgt spid="64"/>
                                        </p:tgtEl>
                                        <p:attrNameLst>
                                          <p:attrName>ppt_y</p:attrName>
                                        </p:attrNameLst>
                                      </p:cBhvr>
                                      <p:tavLst>
                                        <p:tav tm="0">
                                          <p:val>
                                            <p:strVal val="0-#ppt_h/2"/>
                                          </p:val>
                                        </p:tav>
                                        <p:tav tm="100000">
                                          <p:val>
                                            <p:strVal val="#ppt_y"/>
                                          </p:val>
                                        </p:tav>
                                      </p:tavLst>
                                    </p:anim>
                                  </p:childTnLst>
                                </p:cTn>
                              </p:par>
                              <p:par>
                                <p:cTn id="215" presetID="2" presetClass="entr" presetSubtype="1" fill="hold" nodeType="withEffect">
                                  <p:stCondLst>
                                    <p:cond delay="6000"/>
                                  </p:stCondLst>
                                  <p:childTnLst>
                                    <p:set>
                                      <p:cBhvr>
                                        <p:cTn id="216" dur="1" fill="hold">
                                          <p:stCondLst>
                                            <p:cond delay="0"/>
                                          </p:stCondLst>
                                        </p:cTn>
                                        <p:tgtEl>
                                          <p:spTgt spid="61"/>
                                        </p:tgtEl>
                                        <p:attrNameLst>
                                          <p:attrName>style.visibility</p:attrName>
                                        </p:attrNameLst>
                                      </p:cBhvr>
                                      <p:to>
                                        <p:strVal val="visible"/>
                                      </p:to>
                                    </p:set>
                                    <p:anim calcmode="lin" valueType="num">
                                      <p:cBhvr additive="base">
                                        <p:cTn id="217" dur="250" fill="hold"/>
                                        <p:tgtEl>
                                          <p:spTgt spid="61"/>
                                        </p:tgtEl>
                                        <p:attrNameLst>
                                          <p:attrName>ppt_x</p:attrName>
                                        </p:attrNameLst>
                                      </p:cBhvr>
                                      <p:tavLst>
                                        <p:tav tm="0">
                                          <p:val>
                                            <p:strVal val="#ppt_x"/>
                                          </p:val>
                                        </p:tav>
                                        <p:tav tm="100000">
                                          <p:val>
                                            <p:strVal val="#ppt_x"/>
                                          </p:val>
                                        </p:tav>
                                      </p:tavLst>
                                    </p:anim>
                                    <p:anim calcmode="lin" valueType="num">
                                      <p:cBhvr additive="base">
                                        <p:cTn id="218" dur="250" fill="hold"/>
                                        <p:tgtEl>
                                          <p:spTgt spid="61"/>
                                        </p:tgtEl>
                                        <p:attrNameLst>
                                          <p:attrName>ppt_y</p:attrName>
                                        </p:attrNameLst>
                                      </p:cBhvr>
                                      <p:tavLst>
                                        <p:tav tm="0">
                                          <p:val>
                                            <p:strVal val="0-#ppt_h/2"/>
                                          </p:val>
                                        </p:tav>
                                        <p:tav tm="100000">
                                          <p:val>
                                            <p:strVal val="#ppt_y"/>
                                          </p:val>
                                        </p:tav>
                                      </p:tavLst>
                                    </p:anim>
                                  </p:childTnLst>
                                </p:cTn>
                              </p:par>
                              <p:par>
                                <p:cTn id="219" presetID="2" presetClass="entr" presetSubtype="1" fill="hold" nodeType="withEffect">
                                  <p:stCondLst>
                                    <p:cond delay="6000"/>
                                  </p:stCondLst>
                                  <p:childTnLst>
                                    <p:set>
                                      <p:cBhvr>
                                        <p:cTn id="220" dur="1" fill="hold">
                                          <p:stCondLst>
                                            <p:cond delay="0"/>
                                          </p:stCondLst>
                                        </p:cTn>
                                        <p:tgtEl>
                                          <p:spTgt spid="110"/>
                                        </p:tgtEl>
                                        <p:attrNameLst>
                                          <p:attrName>style.visibility</p:attrName>
                                        </p:attrNameLst>
                                      </p:cBhvr>
                                      <p:to>
                                        <p:strVal val="visible"/>
                                      </p:to>
                                    </p:set>
                                    <p:anim calcmode="lin" valueType="num">
                                      <p:cBhvr additive="base">
                                        <p:cTn id="221" dur="250" fill="hold"/>
                                        <p:tgtEl>
                                          <p:spTgt spid="110"/>
                                        </p:tgtEl>
                                        <p:attrNameLst>
                                          <p:attrName>ppt_x</p:attrName>
                                        </p:attrNameLst>
                                      </p:cBhvr>
                                      <p:tavLst>
                                        <p:tav tm="0">
                                          <p:val>
                                            <p:strVal val="#ppt_x"/>
                                          </p:val>
                                        </p:tav>
                                        <p:tav tm="100000">
                                          <p:val>
                                            <p:strVal val="#ppt_x"/>
                                          </p:val>
                                        </p:tav>
                                      </p:tavLst>
                                    </p:anim>
                                    <p:anim calcmode="lin" valueType="num">
                                      <p:cBhvr additive="base">
                                        <p:cTn id="222" dur="250" fill="hold"/>
                                        <p:tgtEl>
                                          <p:spTgt spid="110"/>
                                        </p:tgtEl>
                                        <p:attrNameLst>
                                          <p:attrName>ppt_y</p:attrName>
                                        </p:attrNameLst>
                                      </p:cBhvr>
                                      <p:tavLst>
                                        <p:tav tm="0">
                                          <p:val>
                                            <p:strVal val="0-#ppt_h/2"/>
                                          </p:val>
                                        </p:tav>
                                        <p:tav tm="100000">
                                          <p:val>
                                            <p:strVal val="#ppt_y"/>
                                          </p:val>
                                        </p:tav>
                                      </p:tavLst>
                                    </p:anim>
                                  </p:childTnLst>
                                </p:cTn>
                              </p:par>
                              <p:par>
                                <p:cTn id="223" presetID="2" presetClass="entr" presetSubtype="1" fill="hold" nodeType="withEffect">
                                  <p:stCondLst>
                                    <p:cond delay="6000"/>
                                  </p:stCondLst>
                                  <p:childTnLst>
                                    <p:set>
                                      <p:cBhvr>
                                        <p:cTn id="224" dur="1" fill="hold">
                                          <p:stCondLst>
                                            <p:cond delay="0"/>
                                          </p:stCondLst>
                                        </p:cTn>
                                        <p:tgtEl>
                                          <p:spTgt spid="85"/>
                                        </p:tgtEl>
                                        <p:attrNameLst>
                                          <p:attrName>style.visibility</p:attrName>
                                        </p:attrNameLst>
                                      </p:cBhvr>
                                      <p:to>
                                        <p:strVal val="visible"/>
                                      </p:to>
                                    </p:set>
                                    <p:anim calcmode="lin" valueType="num">
                                      <p:cBhvr additive="base">
                                        <p:cTn id="225" dur="250" fill="hold"/>
                                        <p:tgtEl>
                                          <p:spTgt spid="85"/>
                                        </p:tgtEl>
                                        <p:attrNameLst>
                                          <p:attrName>ppt_x</p:attrName>
                                        </p:attrNameLst>
                                      </p:cBhvr>
                                      <p:tavLst>
                                        <p:tav tm="0">
                                          <p:val>
                                            <p:strVal val="#ppt_x"/>
                                          </p:val>
                                        </p:tav>
                                        <p:tav tm="100000">
                                          <p:val>
                                            <p:strVal val="#ppt_x"/>
                                          </p:val>
                                        </p:tav>
                                      </p:tavLst>
                                    </p:anim>
                                    <p:anim calcmode="lin" valueType="num">
                                      <p:cBhvr additive="base">
                                        <p:cTn id="226" dur="250" fill="hold"/>
                                        <p:tgtEl>
                                          <p:spTgt spid="85"/>
                                        </p:tgtEl>
                                        <p:attrNameLst>
                                          <p:attrName>ppt_y</p:attrName>
                                        </p:attrNameLst>
                                      </p:cBhvr>
                                      <p:tavLst>
                                        <p:tav tm="0">
                                          <p:val>
                                            <p:strVal val="0-#ppt_h/2"/>
                                          </p:val>
                                        </p:tav>
                                        <p:tav tm="100000">
                                          <p:val>
                                            <p:strVal val="#ppt_y"/>
                                          </p:val>
                                        </p:tav>
                                      </p:tavLst>
                                    </p:anim>
                                  </p:childTnLst>
                                </p:cTn>
                              </p:par>
                              <p:par>
                                <p:cTn id="227" presetID="2" presetClass="entr" presetSubtype="1" fill="hold" nodeType="withEffect">
                                  <p:stCondLst>
                                    <p:cond delay="6000"/>
                                  </p:stCondLst>
                                  <p:childTnLst>
                                    <p:set>
                                      <p:cBhvr>
                                        <p:cTn id="228" dur="1" fill="hold">
                                          <p:stCondLst>
                                            <p:cond delay="0"/>
                                          </p:stCondLst>
                                        </p:cTn>
                                        <p:tgtEl>
                                          <p:spTgt spid="94"/>
                                        </p:tgtEl>
                                        <p:attrNameLst>
                                          <p:attrName>style.visibility</p:attrName>
                                        </p:attrNameLst>
                                      </p:cBhvr>
                                      <p:to>
                                        <p:strVal val="visible"/>
                                      </p:to>
                                    </p:set>
                                    <p:anim calcmode="lin" valueType="num">
                                      <p:cBhvr additive="base">
                                        <p:cTn id="229" dur="250" fill="hold"/>
                                        <p:tgtEl>
                                          <p:spTgt spid="94"/>
                                        </p:tgtEl>
                                        <p:attrNameLst>
                                          <p:attrName>ppt_x</p:attrName>
                                        </p:attrNameLst>
                                      </p:cBhvr>
                                      <p:tavLst>
                                        <p:tav tm="0">
                                          <p:val>
                                            <p:strVal val="#ppt_x"/>
                                          </p:val>
                                        </p:tav>
                                        <p:tav tm="100000">
                                          <p:val>
                                            <p:strVal val="#ppt_x"/>
                                          </p:val>
                                        </p:tav>
                                      </p:tavLst>
                                    </p:anim>
                                    <p:anim calcmode="lin" valueType="num">
                                      <p:cBhvr additive="base">
                                        <p:cTn id="230" dur="250" fill="hold"/>
                                        <p:tgtEl>
                                          <p:spTgt spid="94"/>
                                        </p:tgtEl>
                                        <p:attrNameLst>
                                          <p:attrName>ppt_y</p:attrName>
                                        </p:attrNameLst>
                                      </p:cBhvr>
                                      <p:tavLst>
                                        <p:tav tm="0">
                                          <p:val>
                                            <p:strVal val="0-#ppt_h/2"/>
                                          </p:val>
                                        </p:tav>
                                        <p:tav tm="100000">
                                          <p:val>
                                            <p:strVal val="#ppt_y"/>
                                          </p:val>
                                        </p:tav>
                                      </p:tavLst>
                                    </p:anim>
                                  </p:childTnLst>
                                </p:cTn>
                              </p:par>
                              <p:par>
                                <p:cTn id="231" presetID="2" presetClass="entr" presetSubtype="1" fill="hold" nodeType="withEffect">
                                  <p:stCondLst>
                                    <p:cond delay="6500"/>
                                  </p:stCondLst>
                                  <p:childTnLst>
                                    <p:set>
                                      <p:cBhvr>
                                        <p:cTn id="232" dur="1" fill="hold">
                                          <p:stCondLst>
                                            <p:cond delay="0"/>
                                          </p:stCondLst>
                                        </p:cTn>
                                        <p:tgtEl>
                                          <p:spTgt spid="65"/>
                                        </p:tgtEl>
                                        <p:attrNameLst>
                                          <p:attrName>style.visibility</p:attrName>
                                        </p:attrNameLst>
                                      </p:cBhvr>
                                      <p:to>
                                        <p:strVal val="visible"/>
                                      </p:to>
                                    </p:set>
                                    <p:anim calcmode="lin" valueType="num">
                                      <p:cBhvr additive="base">
                                        <p:cTn id="233" dur="250" fill="hold"/>
                                        <p:tgtEl>
                                          <p:spTgt spid="65"/>
                                        </p:tgtEl>
                                        <p:attrNameLst>
                                          <p:attrName>ppt_x</p:attrName>
                                        </p:attrNameLst>
                                      </p:cBhvr>
                                      <p:tavLst>
                                        <p:tav tm="0">
                                          <p:val>
                                            <p:strVal val="#ppt_x"/>
                                          </p:val>
                                        </p:tav>
                                        <p:tav tm="100000">
                                          <p:val>
                                            <p:strVal val="#ppt_x"/>
                                          </p:val>
                                        </p:tav>
                                      </p:tavLst>
                                    </p:anim>
                                    <p:anim calcmode="lin" valueType="num">
                                      <p:cBhvr additive="base">
                                        <p:cTn id="234" dur="250" fill="hold"/>
                                        <p:tgtEl>
                                          <p:spTgt spid="65"/>
                                        </p:tgtEl>
                                        <p:attrNameLst>
                                          <p:attrName>ppt_y</p:attrName>
                                        </p:attrNameLst>
                                      </p:cBhvr>
                                      <p:tavLst>
                                        <p:tav tm="0">
                                          <p:val>
                                            <p:strVal val="0-#ppt_h/2"/>
                                          </p:val>
                                        </p:tav>
                                        <p:tav tm="100000">
                                          <p:val>
                                            <p:strVal val="#ppt_y"/>
                                          </p:val>
                                        </p:tav>
                                      </p:tavLst>
                                    </p:anim>
                                  </p:childTnLst>
                                </p:cTn>
                              </p:par>
                              <p:par>
                                <p:cTn id="235" presetID="2" presetClass="entr" presetSubtype="1" fill="hold" nodeType="withEffect">
                                  <p:stCondLst>
                                    <p:cond delay="6500"/>
                                  </p:stCondLst>
                                  <p:childTnLst>
                                    <p:set>
                                      <p:cBhvr>
                                        <p:cTn id="236" dur="1" fill="hold">
                                          <p:stCondLst>
                                            <p:cond delay="0"/>
                                          </p:stCondLst>
                                        </p:cTn>
                                        <p:tgtEl>
                                          <p:spTgt spid="72"/>
                                        </p:tgtEl>
                                        <p:attrNameLst>
                                          <p:attrName>style.visibility</p:attrName>
                                        </p:attrNameLst>
                                      </p:cBhvr>
                                      <p:to>
                                        <p:strVal val="visible"/>
                                      </p:to>
                                    </p:set>
                                    <p:anim calcmode="lin" valueType="num">
                                      <p:cBhvr additive="base">
                                        <p:cTn id="237" dur="250" fill="hold"/>
                                        <p:tgtEl>
                                          <p:spTgt spid="72"/>
                                        </p:tgtEl>
                                        <p:attrNameLst>
                                          <p:attrName>ppt_x</p:attrName>
                                        </p:attrNameLst>
                                      </p:cBhvr>
                                      <p:tavLst>
                                        <p:tav tm="0">
                                          <p:val>
                                            <p:strVal val="#ppt_x"/>
                                          </p:val>
                                        </p:tav>
                                        <p:tav tm="100000">
                                          <p:val>
                                            <p:strVal val="#ppt_x"/>
                                          </p:val>
                                        </p:tav>
                                      </p:tavLst>
                                    </p:anim>
                                    <p:anim calcmode="lin" valueType="num">
                                      <p:cBhvr additive="base">
                                        <p:cTn id="238" dur="250" fill="hold"/>
                                        <p:tgtEl>
                                          <p:spTgt spid="72"/>
                                        </p:tgtEl>
                                        <p:attrNameLst>
                                          <p:attrName>ppt_y</p:attrName>
                                        </p:attrNameLst>
                                      </p:cBhvr>
                                      <p:tavLst>
                                        <p:tav tm="0">
                                          <p:val>
                                            <p:strVal val="0-#ppt_h/2"/>
                                          </p:val>
                                        </p:tav>
                                        <p:tav tm="100000">
                                          <p:val>
                                            <p:strVal val="#ppt_y"/>
                                          </p:val>
                                        </p:tav>
                                      </p:tavLst>
                                    </p:anim>
                                  </p:childTnLst>
                                </p:cTn>
                              </p:par>
                              <p:par>
                                <p:cTn id="239" presetID="2" presetClass="entr" presetSubtype="1" fill="hold" nodeType="withEffect">
                                  <p:stCondLst>
                                    <p:cond delay="6500"/>
                                  </p:stCondLst>
                                  <p:childTnLst>
                                    <p:set>
                                      <p:cBhvr>
                                        <p:cTn id="240" dur="1" fill="hold">
                                          <p:stCondLst>
                                            <p:cond delay="0"/>
                                          </p:stCondLst>
                                        </p:cTn>
                                        <p:tgtEl>
                                          <p:spTgt spid="86"/>
                                        </p:tgtEl>
                                        <p:attrNameLst>
                                          <p:attrName>style.visibility</p:attrName>
                                        </p:attrNameLst>
                                      </p:cBhvr>
                                      <p:to>
                                        <p:strVal val="visible"/>
                                      </p:to>
                                    </p:set>
                                    <p:anim calcmode="lin" valueType="num">
                                      <p:cBhvr additive="base">
                                        <p:cTn id="241" dur="250" fill="hold"/>
                                        <p:tgtEl>
                                          <p:spTgt spid="86"/>
                                        </p:tgtEl>
                                        <p:attrNameLst>
                                          <p:attrName>ppt_x</p:attrName>
                                        </p:attrNameLst>
                                      </p:cBhvr>
                                      <p:tavLst>
                                        <p:tav tm="0">
                                          <p:val>
                                            <p:strVal val="#ppt_x"/>
                                          </p:val>
                                        </p:tav>
                                        <p:tav tm="100000">
                                          <p:val>
                                            <p:strVal val="#ppt_x"/>
                                          </p:val>
                                        </p:tav>
                                      </p:tavLst>
                                    </p:anim>
                                    <p:anim calcmode="lin" valueType="num">
                                      <p:cBhvr additive="base">
                                        <p:cTn id="242" dur="250" fill="hold"/>
                                        <p:tgtEl>
                                          <p:spTgt spid="86"/>
                                        </p:tgtEl>
                                        <p:attrNameLst>
                                          <p:attrName>ppt_y</p:attrName>
                                        </p:attrNameLst>
                                      </p:cBhvr>
                                      <p:tavLst>
                                        <p:tav tm="0">
                                          <p:val>
                                            <p:strVal val="0-#ppt_h/2"/>
                                          </p:val>
                                        </p:tav>
                                        <p:tav tm="100000">
                                          <p:val>
                                            <p:strVal val="#ppt_y"/>
                                          </p:val>
                                        </p:tav>
                                      </p:tavLst>
                                    </p:anim>
                                  </p:childTnLst>
                                </p:cTn>
                              </p:par>
                              <p:par>
                                <p:cTn id="243" presetID="2" presetClass="entr" presetSubtype="1" fill="hold" nodeType="withEffect">
                                  <p:stCondLst>
                                    <p:cond delay="6500"/>
                                  </p:stCondLst>
                                  <p:childTnLst>
                                    <p:set>
                                      <p:cBhvr>
                                        <p:cTn id="244" dur="1" fill="hold">
                                          <p:stCondLst>
                                            <p:cond delay="0"/>
                                          </p:stCondLst>
                                        </p:cTn>
                                        <p:tgtEl>
                                          <p:spTgt spid="95"/>
                                        </p:tgtEl>
                                        <p:attrNameLst>
                                          <p:attrName>style.visibility</p:attrName>
                                        </p:attrNameLst>
                                      </p:cBhvr>
                                      <p:to>
                                        <p:strVal val="visible"/>
                                      </p:to>
                                    </p:set>
                                    <p:anim calcmode="lin" valueType="num">
                                      <p:cBhvr additive="base">
                                        <p:cTn id="245" dur="250" fill="hold"/>
                                        <p:tgtEl>
                                          <p:spTgt spid="95"/>
                                        </p:tgtEl>
                                        <p:attrNameLst>
                                          <p:attrName>ppt_x</p:attrName>
                                        </p:attrNameLst>
                                      </p:cBhvr>
                                      <p:tavLst>
                                        <p:tav tm="0">
                                          <p:val>
                                            <p:strVal val="#ppt_x"/>
                                          </p:val>
                                        </p:tav>
                                        <p:tav tm="100000">
                                          <p:val>
                                            <p:strVal val="#ppt_x"/>
                                          </p:val>
                                        </p:tav>
                                      </p:tavLst>
                                    </p:anim>
                                    <p:anim calcmode="lin" valueType="num">
                                      <p:cBhvr additive="base">
                                        <p:cTn id="246" dur="250" fill="hold"/>
                                        <p:tgtEl>
                                          <p:spTgt spid="95"/>
                                        </p:tgtEl>
                                        <p:attrNameLst>
                                          <p:attrName>ppt_y</p:attrName>
                                        </p:attrNameLst>
                                      </p:cBhvr>
                                      <p:tavLst>
                                        <p:tav tm="0">
                                          <p:val>
                                            <p:strVal val="0-#ppt_h/2"/>
                                          </p:val>
                                        </p:tav>
                                        <p:tav tm="100000">
                                          <p:val>
                                            <p:strVal val="#ppt_y"/>
                                          </p:val>
                                        </p:tav>
                                      </p:tavLst>
                                    </p:anim>
                                  </p:childTnLst>
                                </p:cTn>
                              </p:par>
                              <p:par>
                                <p:cTn id="247" presetID="2" presetClass="entr" presetSubtype="1" fill="hold" nodeType="withEffect">
                                  <p:stCondLst>
                                    <p:cond delay="6500"/>
                                  </p:stCondLst>
                                  <p:childTnLst>
                                    <p:set>
                                      <p:cBhvr>
                                        <p:cTn id="248" dur="1" fill="hold">
                                          <p:stCondLst>
                                            <p:cond delay="0"/>
                                          </p:stCondLst>
                                        </p:cTn>
                                        <p:tgtEl>
                                          <p:spTgt spid="99"/>
                                        </p:tgtEl>
                                        <p:attrNameLst>
                                          <p:attrName>style.visibility</p:attrName>
                                        </p:attrNameLst>
                                      </p:cBhvr>
                                      <p:to>
                                        <p:strVal val="visible"/>
                                      </p:to>
                                    </p:set>
                                    <p:anim calcmode="lin" valueType="num">
                                      <p:cBhvr additive="base">
                                        <p:cTn id="249" dur="250" fill="hold"/>
                                        <p:tgtEl>
                                          <p:spTgt spid="99"/>
                                        </p:tgtEl>
                                        <p:attrNameLst>
                                          <p:attrName>ppt_x</p:attrName>
                                        </p:attrNameLst>
                                      </p:cBhvr>
                                      <p:tavLst>
                                        <p:tav tm="0">
                                          <p:val>
                                            <p:strVal val="#ppt_x"/>
                                          </p:val>
                                        </p:tav>
                                        <p:tav tm="100000">
                                          <p:val>
                                            <p:strVal val="#ppt_x"/>
                                          </p:val>
                                        </p:tav>
                                      </p:tavLst>
                                    </p:anim>
                                    <p:anim calcmode="lin" valueType="num">
                                      <p:cBhvr additive="base">
                                        <p:cTn id="250" dur="250" fill="hold"/>
                                        <p:tgtEl>
                                          <p:spTgt spid="99"/>
                                        </p:tgtEl>
                                        <p:attrNameLst>
                                          <p:attrName>ppt_y</p:attrName>
                                        </p:attrNameLst>
                                      </p:cBhvr>
                                      <p:tavLst>
                                        <p:tav tm="0">
                                          <p:val>
                                            <p:strVal val="0-#ppt_h/2"/>
                                          </p:val>
                                        </p:tav>
                                        <p:tav tm="100000">
                                          <p:val>
                                            <p:strVal val="#ppt_y"/>
                                          </p:val>
                                        </p:tav>
                                      </p:tavLst>
                                    </p:anim>
                                  </p:childTnLst>
                                </p:cTn>
                              </p:par>
                              <p:par>
                                <p:cTn id="251" presetID="2" presetClass="entr" presetSubtype="1" fill="hold" nodeType="withEffect">
                                  <p:stCondLst>
                                    <p:cond delay="6500"/>
                                  </p:stCondLst>
                                  <p:childTnLst>
                                    <p:set>
                                      <p:cBhvr>
                                        <p:cTn id="252" dur="1" fill="hold">
                                          <p:stCondLst>
                                            <p:cond delay="0"/>
                                          </p:stCondLst>
                                        </p:cTn>
                                        <p:tgtEl>
                                          <p:spTgt spid="114"/>
                                        </p:tgtEl>
                                        <p:attrNameLst>
                                          <p:attrName>style.visibility</p:attrName>
                                        </p:attrNameLst>
                                      </p:cBhvr>
                                      <p:to>
                                        <p:strVal val="visible"/>
                                      </p:to>
                                    </p:set>
                                    <p:anim calcmode="lin" valueType="num">
                                      <p:cBhvr additive="base">
                                        <p:cTn id="253" dur="250" fill="hold"/>
                                        <p:tgtEl>
                                          <p:spTgt spid="114"/>
                                        </p:tgtEl>
                                        <p:attrNameLst>
                                          <p:attrName>ppt_x</p:attrName>
                                        </p:attrNameLst>
                                      </p:cBhvr>
                                      <p:tavLst>
                                        <p:tav tm="0">
                                          <p:val>
                                            <p:strVal val="#ppt_x"/>
                                          </p:val>
                                        </p:tav>
                                        <p:tav tm="100000">
                                          <p:val>
                                            <p:strVal val="#ppt_x"/>
                                          </p:val>
                                        </p:tav>
                                      </p:tavLst>
                                    </p:anim>
                                    <p:anim calcmode="lin" valueType="num">
                                      <p:cBhvr additive="base">
                                        <p:cTn id="254" dur="250" fill="hold"/>
                                        <p:tgtEl>
                                          <p:spTgt spid="114"/>
                                        </p:tgtEl>
                                        <p:attrNameLst>
                                          <p:attrName>ppt_y</p:attrName>
                                        </p:attrNameLst>
                                      </p:cBhvr>
                                      <p:tavLst>
                                        <p:tav tm="0">
                                          <p:val>
                                            <p:strVal val="0-#ppt_h/2"/>
                                          </p:val>
                                        </p:tav>
                                        <p:tav tm="100000">
                                          <p:val>
                                            <p:strVal val="#ppt_y"/>
                                          </p:val>
                                        </p:tav>
                                      </p:tavLst>
                                    </p:anim>
                                  </p:childTnLst>
                                </p:cTn>
                              </p:par>
                              <p:par>
                                <p:cTn id="255" presetID="2" presetClass="entr" presetSubtype="1" fill="hold" nodeType="withEffect">
                                  <p:stCondLst>
                                    <p:cond delay="7000"/>
                                  </p:stCondLst>
                                  <p:childTnLst>
                                    <p:set>
                                      <p:cBhvr>
                                        <p:cTn id="256" dur="1" fill="hold">
                                          <p:stCondLst>
                                            <p:cond delay="0"/>
                                          </p:stCondLst>
                                        </p:cTn>
                                        <p:tgtEl>
                                          <p:spTgt spid="67"/>
                                        </p:tgtEl>
                                        <p:attrNameLst>
                                          <p:attrName>style.visibility</p:attrName>
                                        </p:attrNameLst>
                                      </p:cBhvr>
                                      <p:to>
                                        <p:strVal val="visible"/>
                                      </p:to>
                                    </p:set>
                                    <p:anim calcmode="lin" valueType="num">
                                      <p:cBhvr additive="base">
                                        <p:cTn id="257" dur="250" fill="hold"/>
                                        <p:tgtEl>
                                          <p:spTgt spid="67"/>
                                        </p:tgtEl>
                                        <p:attrNameLst>
                                          <p:attrName>ppt_x</p:attrName>
                                        </p:attrNameLst>
                                      </p:cBhvr>
                                      <p:tavLst>
                                        <p:tav tm="0">
                                          <p:val>
                                            <p:strVal val="#ppt_x"/>
                                          </p:val>
                                        </p:tav>
                                        <p:tav tm="100000">
                                          <p:val>
                                            <p:strVal val="#ppt_x"/>
                                          </p:val>
                                        </p:tav>
                                      </p:tavLst>
                                    </p:anim>
                                    <p:anim calcmode="lin" valueType="num">
                                      <p:cBhvr additive="base">
                                        <p:cTn id="258" dur="250" fill="hold"/>
                                        <p:tgtEl>
                                          <p:spTgt spid="67"/>
                                        </p:tgtEl>
                                        <p:attrNameLst>
                                          <p:attrName>ppt_y</p:attrName>
                                        </p:attrNameLst>
                                      </p:cBhvr>
                                      <p:tavLst>
                                        <p:tav tm="0">
                                          <p:val>
                                            <p:strVal val="0-#ppt_h/2"/>
                                          </p:val>
                                        </p:tav>
                                        <p:tav tm="100000">
                                          <p:val>
                                            <p:strVal val="#ppt_y"/>
                                          </p:val>
                                        </p:tav>
                                      </p:tavLst>
                                    </p:anim>
                                  </p:childTnLst>
                                </p:cTn>
                              </p:par>
                              <p:par>
                                <p:cTn id="259" presetID="2" presetClass="entr" presetSubtype="1" fill="hold" nodeType="withEffect">
                                  <p:stCondLst>
                                    <p:cond delay="7000"/>
                                  </p:stCondLst>
                                  <p:childTnLst>
                                    <p:set>
                                      <p:cBhvr>
                                        <p:cTn id="260" dur="1" fill="hold">
                                          <p:stCondLst>
                                            <p:cond delay="0"/>
                                          </p:stCondLst>
                                        </p:cTn>
                                        <p:tgtEl>
                                          <p:spTgt spid="76"/>
                                        </p:tgtEl>
                                        <p:attrNameLst>
                                          <p:attrName>style.visibility</p:attrName>
                                        </p:attrNameLst>
                                      </p:cBhvr>
                                      <p:to>
                                        <p:strVal val="visible"/>
                                      </p:to>
                                    </p:set>
                                    <p:anim calcmode="lin" valueType="num">
                                      <p:cBhvr additive="base">
                                        <p:cTn id="261" dur="250" fill="hold"/>
                                        <p:tgtEl>
                                          <p:spTgt spid="76"/>
                                        </p:tgtEl>
                                        <p:attrNameLst>
                                          <p:attrName>ppt_x</p:attrName>
                                        </p:attrNameLst>
                                      </p:cBhvr>
                                      <p:tavLst>
                                        <p:tav tm="0">
                                          <p:val>
                                            <p:strVal val="#ppt_x"/>
                                          </p:val>
                                        </p:tav>
                                        <p:tav tm="100000">
                                          <p:val>
                                            <p:strVal val="#ppt_x"/>
                                          </p:val>
                                        </p:tav>
                                      </p:tavLst>
                                    </p:anim>
                                    <p:anim calcmode="lin" valueType="num">
                                      <p:cBhvr additive="base">
                                        <p:cTn id="262" dur="250" fill="hold"/>
                                        <p:tgtEl>
                                          <p:spTgt spid="76"/>
                                        </p:tgtEl>
                                        <p:attrNameLst>
                                          <p:attrName>ppt_y</p:attrName>
                                        </p:attrNameLst>
                                      </p:cBhvr>
                                      <p:tavLst>
                                        <p:tav tm="0">
                                          <p:val>
                                            <p:strVal val="0-#ppt_h/2"/>
                                          </p:val>
                                        </p:tav>
                                        <p:tav tm="100000">
                                          <p:val>
                                            <p:strVal val="#ppt_y"/>
                                          </p:val>
                                        </p:tav>
                                      </p:tavLst>
                                    </p:anim>
                                  </p:childTnLst>
                                </p:cTn>
                              </p:par>
                              <p:par>
                                <p:cTn id="263" presetID="2" presetClass="entr" presetSubtype="1" fill="hold" nodeType="withEffect">
                                  <p:stCondLst>
                                    <p:cond delay="7000"/>
                                  </p:stCondLst>
                                  <p:childTnLst>
                                    <p:set>
                                      <p:cBhvr>
                                        <p:cTn id="264" dur="1" fill="hold">
                                          <p:stCondLst>
                                            <p:cond delay="0"/>
                                          </p:stCondLst>
                                        </p:cTn>
                                        <p:tgtEl>
                                          <p:spTgt spid="107"/>
                                        </p:tgtEl>
                                        <p:attrNameLst>
                                          <p:attrName>style.visibility</p:attrName>
                                        </p:attrNameLst>
                                      </p:cBhvr>
                                      <p:to>
                                        <p:strVal val="visible"/>
                                      </p:to>
                                    </p:set>
                                    <p:anim calcmode="lin" valueType="num">
                                      <p:cBhvr additive="base">
                                        <p:cTn id="265" dur="250" fill="hold"/>
                                        <p:tgtEl>
                                          <p:spTgt spid="107"/>
                                        </p:tgtEl>
                                        <p:attrNameLst>
                                          <p:attrName>ppt_x</p:attrName>
                                        </p:attrNameLst>
                                      </p:cBhvr>
                                      <p:tavLst>
                                        <p:tav tm="0">
                                          <p:val>
                                            <p:strVal val="#ppt_x"/>
                                          </p:val>
                                        </p:tav>
                                        <p:tav tm="100000">
                                          <p:val>
                                            <p:strVal val="#ppt_x"/>
                                          </p:val>
                                        </p:tav>
                                      </p:tavLst>
                                    </p:anim>
                                    <p:anim calcmode="lin" valueType="num">
                                      <p:cBhvr additive="base">
                                        <p:cTn id="266" dur="250" fill="hold"/>
                                        <p:tgtEl>
                                          <p:spTgt spid="107"/>
                                        </p:tgtEl>
                                        <p:attrNameLst>
                                          <p:attrName>ppt_y</p:attrName>
                                        </p:attrNameLst>
                                      </p:cBhvr>
                                      <p:tavLst>
                                        <p:tav tm="0">
                                          <p:val>
                                            <p:strVal val="0-#ppt_h/2"/>
                                          </p:val>
                                        </p:tav>
                                        <p:tav tm="100000">
                                          <p:val>
                                            <p:strVal val="#ppt_y"/>
                                          </p:val>
                                        </p:tav>
                                      </p:tavLst>
                                    </p:anim>
                                  </p:childTnLst>
                                </p:cTn>
                              </p:par>
                              <p:par>
                                <p:cTn id="267" presetID="2" presetClass="entr" presetSubtype="1" fill="hold" nodeType="withEffect">
                                  <p:stCondLst>
                                    <p:cond delay="7000"/>
                                  </p:stCondLst>
                                  <p:childTnLst>
                                    <p:set>
                                      <p:cBhvr>
                                        <p:cTn id="268" dur="1" fill="hold">
                                          <p:stCondLst>
                                            <p:cond delay="0"/>
                                          </p:stCondLst>
                                        </p:cTn>
                                        <p:tgtEl>
                                          <p:spTgt spid="111"/>
                                        </p:tgtEl>
                                        <p:attrNameLst>
                                          <p:attrName>style.visibility</p:attrName>
                                        </p:attrNameLst>
                                      </p:cBhvr>
                                      <p:to>
                                        <p:strVal val="visible"/>
                                      </p:to>
                                    </p:set>
                                    <p:anim calcmode="lin" valueType="num">
                                      <p:cBhvr additive="base">
                                        <p:cTn id="269" dur="250" fill="hold"/>
                                        <p:tgtEl>
                                          <p:spTgt spid="111"/>
                                        </p:tgtEl>
                                        <p:attrNameLst>
                                          <p:attrName>ppt_x</p:attrName>
                                        </p:attrNameLst>
                                      </p:cBhvr>
                                      <p:tavLst>
                                        <p:tav tm="0">
                                          <p:val>
                                            <p:strVal val="#ppt_x"/>
                                          </p:val>
                                        </p:tav>
                                        <p:tav tm="100000">
                                          <p:val>
                                            <p:strVal val="#ppt_x"/>
                                          </p:val>
                                        </p:tav>
                                      </p:tavLst>
                                    </p:anim>
                                    <p:anim calcmode="lin" valueType="num">
                                      <p:cBhvr additive="base">
                                        <p:cTn id="270" dur="250" fill="hold"/>
                                        <p:tgtEl>
                                          <p:spTgt spid="111"/>
                                        </p:tgtEl>
                                        <p:attrNameLst>
                                          <p:attrName>ppt_y</p:attrName>
                                        </p:attrNameLst>
                                      </p:cBhvr>
                                      <p:tavLst>
                                        <p:tav tm="0">
                                          <p:val>
                                            <p:strVal val="0-#ppt_h/2"/>
                                          </p:val>
                                        </p:tav>
                                        <p:tav tm="100000">
                                          <p:val>
                                            <p:strVal val="#ppt_y"/>
                                          </p:val>
                                        </p:tav>
                                      </p:tavLst>
                                    </p:anim>
                                  </p:childTnLst>
                                </p:cTn>
                              </p:par>
                              <p:par>
                                <p:cTn id="271" presetID="2" presetClass="entr" presetSubtype="1" fill="hold" nodeType="withEffect">
                                  <p:stCondLst>
                                    <p:cond delay="7500"/>
                                  </p:stCondLst>
                                  <p:childTnLst>
                                    <p:set>
                                      <p:cBhvr>
                                        <p:cTn id="272" dur="1" fill="hold">
                                          <p:stCondLst>
                                            <p:cond delay="0"/>
                                          </p:stCondLst>
                                        </p:cTn>
                                        <p:tgtEl>
                                          <p:spTgt spid="66"/>
                                        </p:tgtEl>
                                        <p:attrNameLst>
                                          <p:attrName>style.visibility</p:attrName>
                                        </p:attrNameLst>
                                      </p:cBhvr>
                                      <p:to>
                                        <p:strVal val="visible"/>
                                      </p:to>
                                    </p:set>
                                    <p:anim calcmode="lin" valueType="num">
                                      <p:cBhvr additive="base">
                                        <p:cTn id="273" dur="250" fill="hold"/>
                                        <p:tgtEl>
                                          <p:spTgt spid="66"/>
                                        </p:tgtEl>
                                        <p:attrNameLst>
                                          <p:attrName>ppt_x</p:attrName>
                                        </p:attrNameLst>
                                      </p:cBhvr>
                                      <p:tavLst>
                                        <p:tav tm="0">
                                          <p:val>
                                            <p:strVal val="#ppt_x"/>
                                          </p:val>
                                        </p:tav>
                                        <p:tav tm="100000">
                                          <p:val>
                                            <p:strVal val="#ppt_x"/>
                                          </p:val>
                                        </p:tav>
                                      </p:tavLst>
                                    </p:anim>
                                    <p:anim calcmode="lin" valueType="num">
                                      <p:cBhvr additive="base">
                                        <p:cTn id="274" dur="250" fill="hold"/>
                                        <p:tgtEl>
                                          <p:spTgt spid="66"/>
                                        </p:tgtEl>
                                        <p:attrNameLst>
                                          <p:attrName>ppt_y</p:attrName>
                                        </p:attrNameLst>
                                      </p:cBhvr>
                                      <p:tavLst>
                                        <p:tav tm="0">
                                          <p:val>
                                            <p:strVal val="0-#ppt_h/2"/>
                                          </p:val>
                                        </p:tav>
                                        <p:tav tm="100000">
                                          <p:val>
                                            <p:strVal val="#ppt_y"/>
                                          </p:val>
                                        </p:tav>
                                      </p:tavLst>
                                    </p:anim>
                                  </p:childTnLst>
                                </p:cTn>
                              </p:par>
                              <p:par>
                                <p:cTn id="275" presetID="2" presetClass="entr" presetSubtype="1" fill="hold" nodeType="withEffect">
                                  <p:stCondLst>
                                    <p:cond delay="7500"/>
                                  </p:stCondLst>
                                  <p:childTnLst>
                                    <p:set>
                                      <p:cBhvr>
                                        <p:cTn id="276" dur="1" fill="hold">
                                          <p:stCondLst>
                                            <p:cond delay="0"/>
                                          </p:stCondLst>
                                        </p:cTn>
                                        <p:tgtEl>
                                          <p:spTgt spid="73"/>
                                        </p:tgtEl>
                                        <p:attrNameLst>
                                          <p:attrName>style.visibility</p:attrName>
                                        </p:attrNameLst>
                                      </p:cBhvr>
                                      <p:to>
                                        <p:strVal val="visible"/>
                                      </p:to>
                                    </p:set>
                                    <p:anim calcmode="lin" valueType="num">
                                      <p:cBhvr additive="base">
                                        <p:cTn id="277" dur="250" fill="hold"/>
                                        <p:tgtEl>
                                          <p:spTgt spid="73"/>
                                        </p:tgtEl>
                                        <p:attrNameLst>
                                          <p:attrName>ppt_x</p:attrName>
                                        </p:attrNameLst>
                                      </p:cBhvr>
                                      <p:tavLst>
                                        <p:tav tm="0">
                                          <p:val>
                                            <p:strVal val="#ppt_x"/>
                                          </p:val>
                                        </p:tav>
                                        <p:tav tm="100000">
                                          <p:val>
                                            <p:strVal val="#ppt_x"/>
                                          </p:val>
                                        </p:tav>
                                      </p:tavLst>
                                    </p:anim>
                                    <p:anim calcmode="lin" valueType="num">
                                      <p:cBhvr additive="base">
                                        <p:cTn id="278" dur="250" fill="hold"/>
                                        <p:tgtEl>
                                          <p:spTgt spid="73"/>
                                        </p:tgtEl>
                                        <p:attrNameLst>
                                          <p:attrName>ppt_y</p:attrName>
                                        </p:attrNameLst>
                                      </p:cBhvr>
                                      <p:tavLst>
                                        <p:tav tm="0">
                                          <p:val>
                                            <p:strVal val="0-#ppt_h/2"/>
                                          </p:val>
                                        </p:tav>
                                        <p:tav tm="100000">
                                          <p:val>
                                            <p:strVal val="#ppt_y"/>
                                          </p:val>
                                        </p:tav>
                                      </p:tavLst>
                                    </p:anim>
                                  </p:childTnLst>
                                </p:cTn>
                              </p:par>
                              <p:par>
                                <p:cTn id="279" presetID="2" presetClass="entr" presetSubtype="1" fill="hold" nodeType="withEffect">
                                  <p:stCondLst>
                                    <p:cond delay="7500"/>
                                  </p:stCondLst>
                                  <p:childTnLst>
                                    <p:set>
                                      <p:cBhvr>
                                        <p:cTn id="280" dur="1" fill="hold">
                                          <p:stCondLst>
                                            <p:cond delay="0"/>
                                          </p:stCondLst>
                                        </p:cTn>
                                        <p:tgtEl>
                                          <p:spTgt spid="91"/>
                                        </p:tgtEl>
                                        <p:attrNameLst>
                                          <p:attrName>style.visibility</p:attrName>
                                        </p:attrNameLst>
                                      </p:cBhvr>
                                      <p:to>
                                        <p:strVal val="visible"/>
                                      </p:to>
                                    </p:set>
                                    <p:anim calcmode="lin" valueType="num">
                                      <p:cBhvr additive="base">
                                        <p:cTn id="281" dur="250" fill="hold"/>
                                        <p:tgtEl>
                                          <p:spTgt spid="91"/>
                                        </p:tgtEl>
                                        <p:attrNameLst>
                                          <p:attrName>ppt_x</p:attrName>
                                        </p:attrNameLst>
                                      </p:cBhvr>
                                      <p:tavLst>
                                        <p:tav tm="0">
                                          <p:val>
                                            <p:strVal val="#ppt_x"/>
                                          </p:val>
                                        </p:tav>
                                        <p:tav tm="100000">
                                          <p:val>
                                            <p:strVal val="#ppt_x"/>
                                          </p:val>
                                        </p:tav>
                                      </p:tavLst>
                                    </p:anim>
                                    <p:anim calcmode="lin" valueType="num">
                                      <p:cBhvr additive="base">
                                        <p:cTn id="282" dur="250" fill="hold"/>
                                        <p:tgtEl>
                                          <p:spTgt spid="91"/>
                                        </p:tgtEl>
                                        <p:attrNameLst>
                                          <p:attrName>ppt_y</p:attrName>
                                        </p:attrNameLst>
                                      </p:cBhvr>
                                      <p:tavLst>
                                        <p:tav tm="0">
                                          <p:val>
                                            <p:strVal val="0-#ppt_h/2"/>
                                          </p:val>
                                        </p:tav>
                                        <p:tav tm="100000">
                                          <p:val>
                                            <p:strVal val="#ppt_y"/>
                                          </p:val>
                                        </p:tav>
                                      </p:tavLst>
                                    </p:anim>
                                  </p:childTnLst>
                                </p:cTn>
                              </p:par>
                              <p:par>
                                <p:cTn id="283" presetID="2" presetClass="entr" presetSubtype="1" fill="hold" nodeType="withEffect">
                                  <p:stCondLst>
                                    <p:cond delay="7500"/>
                                  </p:stCondLst>
                                  <p:childTnLst>
                                    <p:set>
                                      <p:cBhvr>
                                        <p:cTn id="284" dur="1" fill="hold">
                                          <p:stCondLst>
                                            <p:cond delay="0"/>
                                          </p:stCondLst>
                                        </p:cTn>
                                        <p:tgtEl>
                                          <p:spTgt spid="96"/>
                                        </p:tgtEl>
                                        <p:attrNameLst>
                                          <p:attrName>style.visibility</p:attrName>
                                        </p:attrNameLst>
                                      </p:cBhvr>
                                      <p:to>
                                        <p:strVal val="visible"/>
                                      </p:to>
                                    </p:set>
                                    <p:anim calcmode="lin" valueType="num">
                                      <p:cBhvr additive="base">
                                        <p:cTn id="285" dur="250" fill="hold"/>
                                        <p:tgtEl>
                                          <p:spTgt spid="96"/>
                                        </p:tgtEl>
                                        <p:attrNameLst>
                                          <p:attrName>ppt_x</p:attrName>
                                        </p:attrNameLst>
                                      </p:cBhvr>
                                      <p:tavLst>
                                        <p:tav tm="0">
                                          <p:val>
                                            <p:strVal val="#ppt_x"/>
                                          </p:val>
                                        </p:tav>
                                        <p:tav tm="100000">
                                          <p:val>
                                            <p:strVal val="#ppt_x"/>
                                          </p:val>
                                        </p:tav>
                                      </p:tavLst>
                                    </p:anim>
                                    <p:anim calcmode="lin" valueType="num">
                                      <p:cBhvr additive="base">
                                        <p:cTn id="286" dur="250" fill="hold"/>
                                        <p:tgtEl>
                                          <p:spTgt spid="96"/>
                                        </p:tgtEl>
                                        <p:attrNameLst>
                                          <p:attrName>ppt_y</p:attrName>
                                        </p:attrNameLst>
                                      </p:cBhvr>
                                      <p:tavLst>
                                        <p:tav tm="0">
                                          <p:val>
                                            <p:strVal val="0-#ppt_h/2"/>
                                          </p:val>
                                        </p:tav>
                                        <p:tav tm="100000">
                                          <p:val>
                                            <p:strVal val="#ppt_y"/>
                                          </p:val>
                                        </p:tav>
                                      </p:tavLst>
                                    </p:anim>
                                  </p:childTnLst>
                                </p:cTn>
                              </p:par>
                              <p:par>
                                <p:cTn id="287" presetID="2" presetClass="entr" presetSubtype="1" fill="hold" nodeType="withEffect">
                                  <p:stCondLst>
                                    <p:cond delay="7500"/>
                                  </p:stCondLst>
                                  <p:childTnLst>
                                    <p:set>
                                      <p:cBhvr>
                                        <p:cTn id="288" dur="1" fill="hold">
                                          <p:stCondLst>
                                            <p:cond delay="0"/>
                                          </p:stCondLst>
                                        </p:cTn>
                                        <p:tgtEl>
                                          <p:spTgt spid="104"/>
                                        </p:tgtEl>
                                        <p:attrNameLst>
                                          <p:attrName>style.visibility</p:attrName>
                                        </p:attrNameLst>
                                      </p:cBhvr>
                                      <p:to>
                                        <p:strVal val="visible"/>
                                      </p:to>
                                    </p:set>
                                    <p:anim calcmode="lin" valueType="num">
                                      <p:cBhvr additive="base">
                                        <p:cTn id="289" dur="250" fill="hold"/>
                                        <p:tgtEl>
                                          <p:spTgt spid="104"/>
                                        </p:tgtEl>
                                        <p:attrNameLst>
                                          <p:attrName>ppt_x</p:attrName>
                                        </p:attrNameLst>
                                      </p:cBhvr>
                                      <p:tavLst>
                                        <p:tav tm="0">
                                          <p:val>
                                            <p:strVal val="#ppt_x"/>
                                          </p:val>
                                        </p:tav>
                                        <p:tav tm="100000">
                                          <p:val>
                                            <p:strVal val="#ppt_x"/>
                                          </p:val>
                                        </p:tav>
                                      </p:tavLst>
                                    </p:anim>
                                    <p:anim calcmode="lin" valueType="num">
                                      <p:cBhvr additive="base">
                                        <p:cTn id="290" dur="250" fill="hold"/>
                                        <p:tgtEl>
                                          <p:spTgt spid="104"/>
                                        </p:tgtEl>
                                        <p:attrNameLst>
                                          <p:attrName>ppt_y</p:attrName>
                                        </p:attrNameLst>
                                      </p:cBhvr>
                                      <p:tavLst>
                                        <p:tav tm="0">
                                          <p:val>
                                            <p:strVal val="0-#ppt_h/2"/>
                                          </p:val>
                                        </p:tav>
                                        <p:tav tm="100000">
                                          <p:val>
                                            <p:strVal val="#ppt_y"/>
                                          </p:val>
                                        </p:tav>
                                      </p:tavLst>
                                    </p:anim>
                                  </p:childTnLst>
                                </p:cTn>
                              </p:par>
                              <p:par>
                                <p:cTn id="291" presetID="2" presetClass="entr" presetSubtype="1" fill="hold" nodeType="withEffect">
                                  <p:stCondLst>
                                    <p:cond delay="7500"/>
                                  </p:stCondLst>
                                  <p:childTnLst>
                                    <p:set>
                                      <p:cBhvr>
                                        <p:cTn id="292" dur="1" fill="hold">
                                          <p:stCondLst>
                                            <p:cond delay="0"/>
                                          </p:stCondLst>
                                        </p:cTn>
                                        <p:tgtEl>
                                          <p:spTgt spid="115"/>
                                        </p:tgtEl>
                                        <p:attrNameLst>
                                          <p:attrName>style.visibility</p:attrName>
                                        </p:attrNameLst>
                                      </p:cBhvr>
                                      <p:to>
                                        <p:strVal val="visible"/>
                                      </p:to>
                                    </p:set>
                                    <p:anim calcmode="lin" valueType="num">
                                      <p:cBhvr additive="base">
                                        <p:cTn id="293" dur="250" fill="hold"/>
                                        <p:tgtEl>
                                          <p:spTgt spid="115"/>
                                        </p:tgtEl>
                                        <p:attrNameLst>
                                          <p:attrName>ppt_x</p:attrName>
                                        </p:attrNameLst>
                                      </p:cBhvr>
                                      <p:tavLst>
                                        <p:tav tm="0">
                                          <p:val>
                                            <p:strVal val="#ppt_x"/>
                                          </p:val>
                                        </p:tav>
                                        <p:tav tm="100000">
                                          <p:val>
                                            <p:strVal val="#ppt_x"/>
                                          </p:val>
                                        </p:tav>
                                      </p:tavLst>
                                    </p:anim>
                                    <p:anim calcmode="lin" valueType="num">
                                      <p:cBhvr additive="base">
                                        <p:cTn id="294" dur="250" fill="hold"/>
                                        <p:tgtEl>
                                          <p:spTgt spid="115"/>
                                        </p:tgtEl>
                                        <p:attrNameLst>
                                          <p:attrName>ppt_y</p:attrName>
                                        </p:attrNameLst>
                                      </p:cBhvr>
                                      <p:tavLst>
                                        <p:tav tm="0">
                                          <p:val>
                                            <p:strVal val="0-#ppt_h/2"/>
                                          </p:val>
                                        </p:tav>
                                        <p:tav tm="100000">
                                          <p:val>
                                            <p:strVal val="#ppt_y"/>
                                          </p:val>
                                        </p:tav>
                                      </p:tavLst>
                                    </p:anim>
                                  </p:childTnLst>
                                </p:cTn>
                              </p:par>
                              <p:par>
                                <p:cTn id="295" presetID="2" presetClass="entr" presetSubtype="1" fill="hold" nodeType="withEffect">
                                  <p:stCondLst>
                                    <p:cond delay="8000"/>
                                  </p:stCondLst>
                                  <p:childTnLst>
                                    <p:set>
                                      <p:cBhvr>
                                        <p:cTn id="296" dur="1" fill="hold">
                                          <p:stCondLst>
                                            <p:cond delay="0"/>
                                          </p:stCondLst>
                                        </p:cTn>
                                        <p:tgtEl>
                                          <p:spTgt spid="11"/>
                                        </p:tgtEl>
                                        <p:attrNameLst>
                                          <p:attrName>style.visibility</p:attrName>
                                        </p:attrNameLst>
                                      </p:cBhvr>
                                      <p:to>
                                        <p:strVal val="visible"/>
                                      </p:to>
                                    </p:set>
                                    <p:anim calcmode="lin" valueType="num">
                                      <p:cBhvr additive="base">
                                        <p:cTn id="297" dur="250" fill="hold"/>
                                        <p:tgtEl>
                                          <p:spTgt spid="11"/>
                                        </p:tgtEl>
                                        <p:attrNameLst>
                                          <p:attrName>ppt_x</p:attrName>
                                        </p:attrNameLst>
                                      </p:cBhvr>
                                      <p:tavLst>
                                        <p:tav tm="0">
                                          <p:val>
                                            <p:strVal val="#ppt_x"/>
                                          </p:val>
                                        </p:tav>
                                        <p:tav tm="100000">
                                          <p:val>
                                            <p:strVal val="#ppt_x"/>
                                          </p:val>
                                        </p:tav>
                                      </p:tavLst>
                                    </p:anim>
                                    <p:anim calcmode="lin" valueType="num">
                                      <p:cBhvr additive="base">
                                        <p:cTn id="298" dur="250" fill="hold"/>
                                        <p:tgtEl>
                                          <p:spTgt spid="11"/>
                                        </p:tgtEl>
                                        <p:attrNameLst>
                                          <p:attrName>ppt_y</p:attrName>
                                        </p:attrNameLst>
                                      </p:cBhvr>
                                      <p:tavLst>
                                        <p:tav tm="0">
                                          <p:val>
                                            <p:strVal val="0-#ppt_h/2"/>
                                          </p:val>
                                        </p:tav>
                                        <p:tav tm="100000">
                                          <p:val>
                                            <p:strVal val="#ppt_y"/>
                                          </p:val>
                                        </p:tav>
                                      </p:tavLst>
                                    </p:anim>
                                  </p:childTnLst>
                                </p:cTn>
                              </p:par>
                              <p:par>
                                <p:cTn id="299" presetID="2" presetClass="entr" presetSubtype="1" fill="hold" nodeType="withEffect">
                                  <p:stCondLst>
                                    <p:cond delay="8000"/>
                                  </p:stCondLst>
                                  <p:childTnLst>
                                    <p:set>
                                      <p:cBhvr>
                                        <p:cTn id="300" dur="1" fill="hold">
                                          <p:stCondLst>
                                            <p:cond delay="0"/>
                                          </p:stCondLst>
                                        </p:cTn>
                                        <p:tgtEl>
                                          <p:spTgt spid="80"/>
                                        </p:tgtEl>
                                        <p:attrNameLst>
                                          <p:attrName>style.visibility</p:attrName>
                                        </p:attrNameLst>
                                      </p:cBhvr>
                                      <p:to>
                                        <p:strVal val="visible"/>
                                      </p:to>
                                    </p:set>
                                    <p:anim calcmode="lin" valueType="num">
                                      <p:cBhvr additive="base">
                                        <p:cTn id="301" dur="250" fill="hold"/>
                                        <p:tgtEl>
                                          <p:spTgt spid="80"/>
                                        </p:tgtEl>
                                        <p:attrNameLst>
                                          <p:attrName>ppt_x</p:attrName>
                                        </p:attrNameLst>
                                      </p:cBhvr>
                                      <p:tavLst>
                                        <p:tav tm="0">
                                          <p:val>
                                            <p:strVal val="#ppt_x"/>
                                          </p:val>
                                        </p:tav>
                                        <p:tav tm="100000">
                                          <p:val>
                                            <p:strVal val="#ppt_x"/>
                                          </p:val>
                                        </p:tav>
                                      </p:tavLst>
                                    </p:anim>
                                    <p:anim calcmode="lin" valueType="num">
                                      <p:cBhvr additive="base">
                                        <p:cTn id="302" dur="250" fill="hold"/>
                                        <p:tgtEl>
                                          <p:spTgt spid="80"/>
                                        </p:tgtEl>
                                        <p:attrNameLst>
                                          <p:attrName>ppt_y</p:attrName>
                                        </p:attrNameLst>
                                      </p:cBhvr>
                                      <p:tavLst>
                                        <p:tav tm="0">
                                          <p:val>
                                            <p:strVal val="0-#ppt_h/2"/>
                                          </p:val>
                                        </p:tav>
                                        <p:tav tm="100000">
                                          <p:val>
                                            <p:strVal val="#ppt_y"/>
                                          </p:val>
                                        </p:tav>
                                      </p:tavLst>
                                    </p:anim>
                                  </p:childTnLst>
                                </p:cTn>
                              </p:par>
                              <p:par>
                                <p:cTn id="303" presetID="2" presetClass="entr" presetSubtype="1" fill="hold" nodeType="withEffect">
                                  <p:stCondLst>
                                    <p:cond delay="8000"/>
                                  </p:stCondLst>
                                  <p:childTnLst>
                                    <p:set>
                                      <p:cBhvr>
                                        <p:cTn id="304" dur="1" fill="hold">
                                          <p:stCondLst>
                                            <p:cond delay="0"/>
                                          </p:stCondLst>
                                        </p:cTn>
                                        <p:tgtEl>
                                          <p:spTgt spid="112"/>
                                        </p:tgtEl>
                                        <p:attrNameLst>
                                          <p:attrName>style.visibility</p:attrName>
                                        </p:attrNameLst>
                                      </p:cBhvr>
                                      <p:to>
                                        <p:strVal val="visible"/>
                                      </p:to>
                                    </p:set>
                                    <p:anim calcmode="lin" valueType="num">
                                      <p:cBhvr additive="base">
                                        <p:cTn id="305" dur="250" fill="hold"/>
                                        <p:tgtEl>
                                          <p:spTgt spid="112"/>
                                        </p:tgtEl>
                                        <p:attrNameLst>
                                          <p:attrName>ppt_x</p:attrName>
                                        </p:attrNameLst>
                                      </p:cBhvr>
                                      <p:tavLst>
                                        <p:tav tm="0">
                                          <p:val>
                                            <p:strVal val="#ppt_x"/>
                                          </p:val>
                                        </p:tav>
                                        <p:tav tm="100000">
                                          <p:val>
                                            <p:strVal val="#ppt_x"/>
                                          </p:val>
                                        </p:tav>
                                      </p:tavLst>
                                    </p:anim>
                                    <p:anim calcmode="lin" valueType="num">
                                      <p:cBhvr additive="base">
                                        <p:cTn id="306" dur="250" fill="hold"/>
                                        <p:tgtEl>
                                          <p:spTgt spid="112"/>
                                        </p:tgtEl>
                                        <p:attrNameLst>
                                          <p:attrName>ppt_y</p:attrName>
                                        </p:attrNameLst>
                                      </p:cBhvr>
                                      <p:tavLst>
                                        <p:tav tm="0">
                                          <p:val>
                                            <p:strVal val="0-#ppt_h/2"/>
                                          </p:val>
                                        </p:tav>
                                        <p:tav tm="100000">
                                          <p:val>
                                            <p:strVal val="#ppt_y"/>
                                          </p:val>
                                        </p:tav>
                                      </p:tavLst>
                                    </p:anim>
                                  </p:childTnLst>
                                </p:cTn>
                              </p:par>
                              <p:par>
                                <p:cTn id="307" presetID="2" presetClass="entr" presetSubtype="1" fill="hold" nodeType="withEffect">
                                  <p:stCondLst>
                                    <p:cond delay="8500"/>
                                  </p:stCondLst>
                                  <p:childTnLst>
                                    <p:set>
                                      <p:cBhvr>
                                        <p:cTn id="308" dur="1" fill="hold">
                                          <p:stCondLst>
                                            <p:cond delay="0"/>
                                          </p:stCondLst>
                                        </p:cTn>
                                        <p:tgtEl>
                                          <p:spTgt spid="68"/>
                                        </p:tgtEl>
                                        <p:attrNameLst>
                                          <p:attrName>style.visibility</p:attrName>
                                        </p:attrNameLst>
                                      </p:cBhvr>
                                      <p:to>
                                        <p:strVal val="visible"/>
                                      </p:to>
                                    </p:set>
                                    <p:anim calcmode="lin" valueType="num">
                                      <p:cBhvr additive="base">
                                        <p:cTn id="309" dur="250" fill="hold"/>
                                        <p:tgtEl>
                                          <p:spTgt spid="68"/>
                                        </p:tgtEl>
                                        <p:attrNameLst>
                                          <p:attrName>ppt_x</p:attrName>
                                        </p:attrNameLst>
                                      </p:cBhvr>
                                      <p:tavLst>
                                        <p:tav tm="0">
                                          <p:val>
                                            <p:strVal val="#ppt_x"/>
                                          </p:val>
                                        </p:tav>
                                        <p:tav tm="100000">
                                          <p:val>
                                            <p:strVal val="#ppt_x"/>
                                          </p:val>
                                        </p:tav>
                                      </p:tavLst>
                                    </p:anim>
                                    <p:anim calcmode="lin" valueType="num">
                                      <p:cBhvr additive="base">
                                        <p:cTn id="310" dur="250" fill="hold"/>
                                        <p:tgtEl>
                                          <p:spTgt spid="68"/>
                                        </p:tgtEl>
                                        <p:attrNameLst>
                                          <p:attrName>ppt_y</p:attrName>
                                        </p:attrNameLst>
                                      </p:cBhvr>
                                      <p:tavLst>
                                        <p:tav tm="0">
                                          <p:val>
                                            <p:strVal val="0-#ppt_h/2"/>
                                          </p:val>
                                        </p:tav>
                                        <p:tav tm="100000">
                                          <p:val>
                                            <p:strVal val="#ppt_y"/>
                                          </p:val>
                                        </p:tav>
                                      </p:tavLst>
                                    </p:anim>
                                  </p:childTnLst>
                                </p:cTn>
                              </p:par>
                              <p:par>
                                <p:cTn id="311" presetID="2" presetClass="entr" presetSubtype="1" fill="hold" nodeType="withEffect">
                                  <p:stCondLst>
                                    <p:cond delay="8500"/>
                                  </p:stCondLst>
                                  <p:childTnLst>
                                    <p:set>
                                      <p:cBhvr>
                                        <p:cTn id="312" dur="1" fill="hold">
                                          <p:stCondLst>
                                            <p:cond delay="0"/>
                                          </p:stCondLst>
                                        </p:cTn>
                                        <p:tgtEl>
                                          <p:spTgt spid="69"/>
                                        </p:tgtEl>
                                        <p:attrNameLst>
                                          <p:attrName>style.visibility</p:attrName>
                                        </p:attrNameLst>
                                      </p:cBhvr>
                                      <p:to>
                                        <p:strVal val="visible"/>
                                      </p:to>
                                    </p:set>
                                    <p:anim calcmode="lin" valueType="num">
                                      <p:cBhvr additive="base">
                                        <p:cTn id="313" dur="250" fill="hold"/>
                                        <p:tgtEl>
                                          <p:spTgt spid="69"/>
                                        </p:tgtEl>
                                        <p:attrNameLst>
                                          <p:attrName>ppt_x</p:attrName>
                                        </p:attrNameLst>
                                      </p:cBhvr>
                                      <p:tavLst>
                                        <p:tav tm="0">
                                          <p:val>
                                            <p:strVal val="#ppt_x"/>
                                          </p:val>
                                        </p:tav>
                                        <p:tav tm="100000">
                                          <p:val>
                                            <p:strVal val="#ppt_x"/>
                                          </p:val>
                                        </p:tav>
                                      </p:tavLst>
                                    </p:anim>
                                    <p:anim calcmode="lin" valueType="num">
                                      <p:cBhvr additive="base">
                                        <p:cTn id="314" dur="250" fill="hold"/>
                                        <p:tgtEl>
                                          <p:spTgt spid="69"/>
                                        </p:tgtEl>
                                        <p:attrNameLst>
                                          <p:attrName>ppt_y</p:attrName>
                                        </p:attrNameLst>
                                      </p:cBhvr>
                                      <p:tavLst>
                                        <p:tav tm="0">
                                          <p:val>
                                            <p:strVal val="0-#ppt_h/2"/>
                                          </p:val>
                                        </p:tav>
                                        <p:tav tm="100000">
                                          <p:val>
                                            <p:strVal val="#ppt_y"/>
                                          </p:val>
                                        </p:tav>
                                      </p:tavLst>
                                    </p:anim>
                                  </p:childTnLst>
                                </p:cTn>
                              </p:par>
                              <p:par>
                                <p:cTn id="315" presetID="2" presetClass="entr" presetSubtype="1" fill="hold" nodeType="withEffect">
                                  <p:stCondLst>
                                    <p:cond delay="8500"/>
                                  </p:stCondLst>
                                  <p:childTnLst>
                                    <p:set>
                                      <p:cBhvr>
                                        <p:cTn id="316" dur="1" fill="hold">
                                          <p:stCondLst>
                                            <p:cond delay="0"/>
                                          </p:stCondLst>
                                        </p:cTn>
                                        <p:tgtEl>
                                          <p:spTgt spid="81"/>
                                        </p:tgtEl>
                                        <p:attrNameLst>
                                          <p:attrName>style.visibility</p:attrName>
                                        </p:attrNameLst>
                                      </p:cBhvr>
                                      <p:to>
                                        <p:strVal val="visible"/>
                                      </p:to>
                                    </p:set>
                                    <p:anim calcmode="lin" valueType="num">
                                      <p:cBhvr additive="base">
                                        <p:cTn id="317" dur="250" fill="hold"/>
                                        <p:tgtEl>
                                          <p:spTgt spid="81"/>
                                        </p:tgtEl>
                                        <p:attrNameLst>
                                          <p:attrName>ppt_x</p:attrName>
                                        </p:attrNameLst>
                                      </p:cBhvr>
                                      <p:tavLst>
                                        <p:tav tm="0">
                                          <p:val>
                                            <p:strVal val="#ppt_x"/>
                                          </p:val>
                                        </p:tav>
                                        <p:tav tm="100000">
                                          <p:val>
                                            <p:strVal val="#ppt_x"/>
                                          </p:val>
                                        </p:tav>
                                      </p:tavLst>
                                    </p:anim>
                                    <p:anim calcmode="lin" valueType="num">
                                      <p:cBhvr additive="base">
                                        <p:cTn id="318" dur="250" fill="hold"/>
                                        <p:tgtEl>
                                          <p:spTgt spid="81"/>
                                        </p:tgtEl>
                                        <p:attrNameLst>
                                          <p:attrName>ppt_y</p:attrName>
                                        </p:attrNameLst>
                                      </p:cBhvr>
                                      <p:tavLst>
                                        <p:tav tm="0">
                                          <p:val>
                                            <p:strVal val="0-#ppt_h/2"/>
                                          </p:val>
                                        </p:tav>
                                        <p:tav tm="100000">
                                          <p:val>
                                            <p:strVal val="#ppt_y"/>
                                          </p:val>
                                        </p:tav>
                                      </p:tavLst>
                                    </p:anim>
                                  </p:childTnLst>
                                </p:cTn>
                              </p:par>
                              <p:par>
                                <p:cTn id="319" presetID="2" presetClass="entr" presetSubtype="1" fill="hold" nodeType="withEffect">
                                  <p:stCondLst>
                                    <p:cond delay="8500"/>
                                  </p:stCondLst>
                                  <p:childTnLst>
                                    <p:set>
                                      <p:cBhvr>
                                        <p:cTn id="320" dur="1" fill="hold">
                                          <p:stCondLst>
                                            <p:cond delay="0"/>
                                          </p:stCondLst>
                                        </p:cTn>
                                        <p:tgtEl>
                                          <p:spTgt spid="116"/>
                                        </p:tgtEl>
                                        <p:attrNameLst>
                                          <p:attrName>style.visibility</p:attrName>
                                        </p:attrNameLst>
                                      </p:cBhvr>
                                      <p:to>
                                        <p:strVal val="visible"/>
                                      </p:to>
                                    </p:set>
                                    <p:anim calcmode="lin" valueType="num">
                                      <p:cBhvr additive="base">
                                        <p:cTn id="321" dur="250" fill="hold"/>
                                        <p:tgtEl>
                                          <p:spTgt spid="116"/>
                                        </p:tgtEl>
                                        <p:attrNameLst>
                                          <p:attrName>ppt_x</p:attrName>
                                        </p:attrNameLst>
                                      </p:cBhvr>
                                      <p:tavLst>
                                        <p:tav tm="0">
                                          <p:val>
                                            <p:strVal val="#ppt_x"/>
                                          </p:val>
                                        </p:tav>
                                        <p:tav tm="100000">
                                          <p:val>
                                            <p:strVal val="#ppt_x"/>
                                          </p:val>
                                        </p:tav>
                                      </p:tavLst>
                                    </p:anim>
                                    <p:anim calcmode="lin" valueType="num">
                                      <p:cBhvr additive="base">
                                        <p:cTn id="322" dur="250" fill="hold"/>
                                        <p:tgtEl>
                                          <p:spTgt spid="116"/>
                                        </p:tgtEl>
                                        <p:attrNameLst>
                                          <p:attrName>ppt_y</p:attrName>
                                        </p:attrNameLst>
                                      </p:cBhvr>
                                      <p:tavLst>
                                        <p:tav tm="0">
                                          <p:val>
                                            <p:strVal val="0-#ppt_h/2"/>
                                          </p:val>
                                        </p:tav>
                                        <p:tav tm="100000">
                                          <p:val>
                                            <p:strVal val="#ppt_y"/>
                                          </p:val>
                                        </p:tav>
                                      </p:tavLst>
                                    </p:anim>
                                  </p:childTnLst>
                                </p:cTn>
                              </p:par>
                              <p:par>
                                <p:cTn id="323" presetID="2" presetClass="entr" presetSubtype="1" fill="hold" nodeType="withEffect">
                                  <p:stCondLst>
                                    <p:cond delay="9000"/>
                                  </p:stCondLst>
                                  <p:childTnLst>
                                    <p:set>
                                      <p:cBhvr>
                                        <p:cTn id="324" dur="1" fill="hold">
                                          <p:stCondLst>
                                            <p:cond delay="0"/>
                                          </p:stCondLst>
                                        </p:cTn>
                                        <p:tgtEl>
                                          <p:spTgt spid="10"/>
                                        </p:tgtEl>
                                        <p:attrNameLst>
                                          <p:attrName>style.visibility</p:attrName>
                                        </p:attrNameLst>
                                      </p:cBhvr>
                                      <p:to>
                                        <p:strVal val="visible"/>
                                      </p:to>
                                    </p:set>
                                    <p:anim calcmode="lin" valueType="num">
                                      <p:cBhvr additive="base">
                                        <p:cTn id="325" dur="250" fill="hold"/>
                                        <p:tgtEl>
                                          <p:spTgt spid="10"/>
                                        </p:tgtEl>
                                        <p:attrNameLst>
                                          <p:attrName>ppt_x</p:attrName>
                                        </p:attrNameLst>
                                      </p:cBhvr>
                                      <p:tavLst>
                                        <p:tav tm="0">
                                          <p:val>
                                            <p:strVal val="#ppt_x"/>
                                          </p:val>
                                        </p:tav>
                                        <p:tav tm="100000">
                                          <p:val>
                                            <p:strVal val="#ppt_x"/>
                                          </p:val>
                                        </p:tav>
                                      </p:tavLst>
                                    </p:anim>
                                    <p:anim calcmode="lin" valueType="num">
                                      <p:cBhvr additive="base">
                                        <p:cTn id="326" dur="250" fill="hold"/>
                                        <p:tgtEl>
                                          <p:spTgt spid="10"/>
                                        </p:tgtEl>
                                        <p:attrNameLst>
                                          <p:attrName>ppt_y</p:attrName>
                                        </p:attrNameLst>
                                      </p:cBhvr>
                                      <p:tavLst>
                                        <p:tav tm="0">
                                          <p:val>
                                            <p:strVal val="0-#ppt_h/2"/>
                                          </p:val>
                                        </p:tav>
                                        <p:tav tm="100000">
                                          <p:val>
                                            <p:strVal val="#ppt_y"/>
                                          </p:val>
                                        </p:tav>
                                      </p:tavLst>
                                    </p:anim>
                                  </p:childTnLst>
                                </p:cTn>
                              </p:par>
                              <p:par>
                                <p:cTn id="327" presetID="2" presetClass="entr" presetSubtype="1" fill="hold" nodeType="withEffect">
                                  <p:stCondLst>
                                    <p:cond delay="9000"/>
                                  </p:stCondLst>
                                  <p:childTnLst>
                                    <p:set>
                                      <p:cBhvr>
                                        <p:cTn id="328" dur="1" fill="hold">
                                          <p:stCondLst>
                                            <p:cond delay="0"/>
                                          </p:stCondLst>
                                        </p:cTn>
                                        <p:tgtEl>
                                          <p:spTgt spid="62"/>
                                        </p:tgtEl>
                                        <p:attrNameLst>
                                          <p:attrName>style.visibility</p:attrName>
                                        </p:attrNameLst>
                                      </p:cBhvr>
                                      <p:to>
                                        <p:strVal val="visible"/>
                                      </p:to>
                                    </p:set>
                                    <p:anim calcmode="lin" valueType="num">
                                      <p:cBhvr additive="base">
                                        <p:cTn id="329" dur="250" fill="hold"/>
                                        <p:tgtEl>
                                          <p:spTgt spid="62"/>
                                        </p:tgtEl>
                                        <p:attrNameLst>
                                          <p:attrName>ppt_x</p:attrName>
                                        </p:attrNameLst>
                                      </p:cBhvr>
                                      <p:tavLst>
                                        <p:tav tm="0">
                                          <p:val>
                                            <p:strVal val="#ppt_x"/>
                                          </p:val>
                                        </p:tav>
                                        <p:tav tm="100000">
                                          <p:val>
                                            <p:strVal val="#ppt_x"/>
                                          </p:val>
                                        </p:tav>
                                      </p:tavLst>
                                    </p:anim>
                                    <p:anim calcmode="lin" valueType="num">
                                      <p:cBhvr additive="base">
                                        <p:cTn id="330" dur="250" fill="hold"/>
                                        <p:tgtEl>
                                          <p:spTgt spid="62"/>
                                        </p:tgtEl>
                                        <p:attrNameLst>
                                          <p:attrName>ppt_y</p:attrName>
                                        </p:attrNameLst>
                                      </p:cBhvr>
                                      <p:tavLst>
                                        <p:tav tm="0">
                                          <p:val>
                                            <p:strVal val="0-#ppt_h/2"/>
                                          </p:val>
                                        </p:tav>
                                        <p:tav tm="100000">
                                          <p:val>
                                            <p:strVal val="#ppt_y"/>
                                          </p:val>
                                        </p:tav>
                                      </p:tavLst>
                                    </p:anim>
                                  </p:childTnLst>
                                </p:cTn>
                              </p:par>
                              <p:par>
                                <p:cTn id="331" presetID="2" presetClass="entr" presetSubtype="1" fill="hold" nodeType="withEffect">
                                  <p:stCondLst>
                                    <p:cond delay="9000"/>
                                  </p:stCondLst>
                                  <p:childTnLst>
                                    <p:set>
                                      <p:cBhvr>
                                        <p:cTn id="332" dur="1" fill="hold">
                                          <p:stCondLst>
                                            <p:cond delay="0"/>
                                          </p:stCondLst>
                                        </p:cTn>
                                        <p:tgtEl>
                                          <p:spTgt spid="82"/>
                                        </p:tgtEl>
                                        <p:attrNameLst>
                                          <p:attrName>style.visibility</p:attrName>
                                        </p:attrNameLst>
                                      </p:cBhvr>
                                      <p:to>
                                        <p:strVal val="visible"/>
                                      </p:to>
                                    </p:set>
                                    <p:anim calcmode="lin" valueType="num">
                                      <p:cBhvr additive="base">
                                        <p:cTn id="333" dur="250" fill="hold"/>
                                        <p:tgtEl>
                                          <p:spTgt spid="82"/>
                                        </p:tgtEl>
                                        <p:attrNameLst>
                                          <p:attrName>ppt_x</p:attrName>
                                        </p:attrNameLst>
                                      </p:cBhvr>
                                      <p:tavLst>
                                        <p:tav tm="0">
                                          <p:val>
                                            <p:strVal val="#ppt_x"/>
                                          </p:val>
                                        </p:tav>
                                        <p:tav tm="100000">
                                          <p:val>
                                            <p:strVal val="#ppt_x"/>
                                          </p:val>
                                        </p:tav>
                                      </p:tavLst>
                                    </p:anim>
                                    <p:anim calcmode="lin" valueType="num">
                                      <p:cBhvr additive="base">
                                        <p:cTn id="334" dur="250" fill="hold"/>
                                        <p:tgtEl>
                                          <p:spTgt spid="82"/>
                                        </p:tgtEl>
                                        <p:attrNameLst>
                                          <p:attrName>ppt_y</p:attrName>
                                        </p:attrNameLst>
                                      </p:cBhvr>
                                      <p:tavLst>
                                        <p:tav tm="0">
                                          <p:val>
                                            <p:strVal val="0-#ppt_h/2"/>
                                          </p:val>
                                        </p:tav>
                                        <p:tav tm="100000">
                                          <p:val>
                                            <p:strVal val="#ppt_y"/>
                                          </p:val>
                                        </p:tav>
                                      </p:tavLst>
                                    </p:anim>
                                  </p:childTnLst>
                                </p:cTn>
                              </p:par>
                              <p:par>
                                <p:cTn id="335" presetID="2" presetClass="entr" presetSubtype="1" fill="hold" nodeType="withEffect">
                                  <p:stCondLst>
                                    <p:cond delay="9000"/>
                                  </p:stCondLst>
                                  <p:childTnLst>
                                    <p:set>
                                      <p:cBhvr>
                                        <p:cTn id="336" dur="1" fill="hold">
                                          <p:stCondLst>
                                            <p:cond delay="0"/>
                                          </p:stCondLst>
                                        </p:cTn>
                                        <p:tgtEl>
                                          <p:spTgt spid="88"/>
                                        </p:tgtEl>
                                        <p:attrNameLst>
                                          <p:attrName>style.visibility</p:attrName>
                                        </p:attrNameLst>
                                      </p:cBhvr>
                                      <p:to>
                                        <p:strVal val="visible"/>
                                      </p:to>
                                    </p:set>
                                    <p:anim calcmode="lin" valueType="num">
                                      <p:cBhvr additive="base">
                                        <p:cTn id="337" dur="250" fill="hold"/>
                                        <p:tgtEl>
                                          <p:spTgt spid="88"/>
                                        </p:tgtEl>
                                        <p:attrNameLst>
                                          <p:attrName>ppt_x</p:attrName>
                                        </p:attrNameLst>
                                      </p:cBhvr>
                                      <p:tavLst>
                                        <p:tav tm="0">
                                          <p:val>
                                            <p:strVal val="#ppt_x"/>
                                          </p:val>
                                        </p:tav>
                                        <p:tav tm="100000">
                                          <p:val>
                                            <p:strVal val="#ppt_x"/>
                                          </p:val>
                                        </p:tav>
                                      </p:tavLst>
                                    </p:anim>
                                    <p:anim calcmode="lin" valueType="num">
                                      <p:cBhvr additive="base">
                                        <p:cTn id="338" dur="250" fill="hold"/>
                                        <p:tgtEl>
                                          <p:spTgt spid="88"/>
                                        </p:tgtEl>
                                        <p:attrNameLst>
                                          <p:attrName>ppt_y</p:attrName>
                                        </p:attrNameLst>
                                      </p:cBhvr>
                                      <p:tavLst>
                                        <p:tav tm="0">
                                          <p:val>
                                            <p:strVal val="0-#ppt_h/2"/>
                                          </p:val>
                                        </p:tav>
                                        <p:tav tm="100000">
                                          <p:val>
                                            <p:strVal val="#ppt_y"/>
                                          </p:val>
                                        </p:tav>
                                      </p:tavLst>
                                    </p:anim>
                                  </p:childTnLst>
                                </p:cTn>
                              </p:par>
                              <p:par>
                                <p:cTn id="339" presetID="2" presetClass="entr" presetSubtype="1" fill="hold" nodeType="withEffect">
                                  <p:stCondLst>
                                    <p:cond delay="9000"/>
                                  </p:stCondLst>
                                  <p:childTnLst>
                                    <p:set>
                                      <p:cBhvr>
                                        <p:cTn id="340" dur="1" fill="hold">
                                          <p:stCondLst>
                                            <p:cond delay="0"/>
                                          </p:stCondLst>
                                        </p:cTn>
                                        <p:tgtEl>
                                          <p:spTgt spid="97"/>
                                        </p:tgtEl>
                                        <p:attrNameLst>
                                          <p:attrName>style.visibility</p:attrName>
                                        </p:attrNameLst>
                                      </p:cBhvr>
                                      <p:to>
                                        <p:strVal val="visible"/>
                                      </p:to>
                                    </p:set>
                                    <p:anim calcmode="lin" valueType="num">
                                      <p:cBhvr additive="base">
                                        <p:cTn id="341" dur="250" fill="hold"/>
                                        <p:tgtEl>
                                          <p:spTgt spid="97"/>
                                        </p:tgtEl>
                                        <p:attrNameLst>
                                          <p:attrName>ppt_x</p:attrName>
                                        </p:attrNameLst>
                                      </p:cBhvr>
                                      <p:tavLst>
                                        <p:tav tm="0">
                                          <p:val>
                                            <p:strVal val="#ppt_x"/>
                                          </p:val>
                                        </p:tav>
                                        <p:tav tm="100000">
                                          <p:val>
                                            <p:strVal val="#ppt_x"/>
                                          </p:val>
                                        </p:tav>
                                      </p:tavLst>
                                    </p:anim>
                                    <p:anim calcmode="lin" valueType="num">
                                      <p:cBhvr additive="base">
                                        <p:cTn id="342" dur="250" fill="hold"/>
                                        <p:tgtEl>
                                          <p:spTgt spid="97"/>
                                        </p:tgtEl>
                                        <p:attrNameLst>
                                          <p:attrName>ppt_y</p:attrName>
                                        </p:attrNameLst>
                                      </p:cBhvr>
                                      <p:tavLst>
                                        <p:tav tm="0">
                                          <p:val>
                                            <p:strVal val="0-#ppt_h/2"/>
                                          </p:val>
                                        </p:tav>
                                        <p:tav tm="100000">
                                          <p:val>
                                            <p:strVal val="#ppt_y"/>
                                          </p:val>
                                        </p:tav>
                                      </p:tavLst>
                                    </p:anim>
                                  </p:childTnLst>
                                </p:cTn>
                              </p:par>
                              <p:par>
                                <p:cTn id="343" presetID="2" presetClass="entr" presetSubtype="1" fill="hold" nodeType="withEffect">
                                  <p:stCondLst>
                                    <p:cond delay="9000"/>
                                  </p:stCondLst>
                                  <p:childTnLst>
                                    <p:set>
                                      <p:cBhvr>
                                        <p:cTn id="344" dur="1" fill="hold">
                                          <p:stCondLst>
                                            <p:cond delay="0"/>
                                          </p:stCondLst>
                                        </p:cTn>
                                        <p:tgtEl>
                                          <p:spTgt spid="108"/>
                                        </p:tgtEl>
                                        <p:attrNameLst>
                                          <p:attrName>style.visibility</p:attrName>
                                        </p:attrNameLst>
                                      </p:cBhvr>
                                      <p:to>
                                        <p:strVal val="visible"/>
                                      </p:to>
                                    </p:set>
                                    <p:anim calcmode="lin" valueType="num">
                                      <p:cBhvr additive="base">
                                        <p:cTn id="345" dur="250" fill="hold"/>
                                        <p:tgtEl>
                                          <p:spTgt spid="108"/>
                                        </p:tgtEl>
                                        <p:attrNameLst>
                                          <p:attrName>ppt_x</p:attrName>
                                        </p:attrNameLst>
                                      </p:cBhvr>
                                      <p:tavLst>
                                        <p:tav tm="0">
                                          <p:val>
                                            <p:strVal val="#ppt_x"/>
                                          </p:val>
                                        </p:tav>
                                        <p:tav tm="100000">
                                          <p:val>
                                            <p:strVal val="#ppt_x"/>
                                          </p:val>
                                        </p:tav>
                                      </p:tavLst>
                                    </p:anim>
                                    <p:anim calcmode="lin" valueType="num">
                                      <p:cBhvr additive="base">
                                        <p:cTn id="346" dur="250" fill="hold"/>
                                        <p:tgtEl>
                                          <p:spTgt spid="108"/>
                                        </p:tgtEl>
                                        <p:attrNameLst>
                                          <p:attrName>ppt_y</p:attrName>
                                        </p:attrNameLst>
                                      </p:cBhvr>
                                      <p:tavLst>
                                        <p:tav tm="0">
                                          <p:val>
                                            <p:strVal val="0-#ppt_h/2"/>
                                          </p:val>
                                        </p:tav>
                                        <p:tav tm="100000">
                                          <p:val>
                                            <p:strVal val="#ppt_y"/>
                                          </p:val>
                                        </p:tav>
                                      </p:tavLst>
                                    </p:anim>
                                  </p:childTnLst>
                                </p:cTn>
                              </p:par>
                              <p:par>
                                <p:cTn id="347" presetID="2" presetClass="entr" presetSubtype="1" fill="hold" nodeType="withEffect">
                                  <p:stCondLst>
                                    <p:cond delay="9000"/>
                                  </p:stCondLst>
                                  <p:childTnLst>
                                    <p:set>
                                      <p:cBhvr>
                                        <p:cTn id="348" dur="1" fill="hold">
                                          <p:stCondLst>
                                            <p:cond delay="0"/>
                                          </p:stCondLst>
                                        </p:cTn>
                                        <p:tgtEl>
                                          <p:spTgt spid="117"/>
                                        </p:tgtEl>
                                        <p:attrNameLst>
                                          <p:attrName>style.visibility</p:attrName>
                                        </p:attrNameLst>
                                      </p:cBhvr>
                                      <p:to>
                                        <p:strVal val="visible"/>
                                      </p:to>
                                    </p:set>
                                    <p:anim calcmode="lin" valueType="num">
                                      <p:cBhvr additive="base">
                                        <p:cTn id="349" dur="250" fill="hold"/>
                                        <p:tgtEl>
                                          <p:spTgt spid="117"/>
                                        </p:tgtEl>
                                        <p:attrNameLst>
                                          <p:attrName>ppt_x</p:attrName>
                                        </p:attrNameLst>
                                      </p:cBhvr>
                                      <p:tavLst>
                                        <p:tav tm="0">
                                          <p:val>
                                            <p:strVal val="#ppt_x"/>
                                          </p:val>
                                        </p:tav>
                                        <p:tav tm="100000">
                                          <p:val>
                                            <p:strVal val="#ppt_x"/>
                                          </p:val>
                                        </p:tav>
                                      </p:tavLst>
                                    </p:anim>
                                    <p:anim calcmode="lin" valueType="num">
                                      <p:cBhvr additive="base">
                                        <p:cTn id="350" dur="250" fill="hold"/>
                                        <p:tgtEl>
                                          <p:spTgt spid="117"/>
                                        </p:tgtEl>
                                        <p:attrNameLst>
                                          <p:attrName>ppt_y</p:attrName>
                                        </p:attrNameLst>
                                      </p:cBhvr>
                                      <p:tavLst>
                                        <p:tav tm="0">
                                          <p:val>
                                            <p:strVal val="0-#ppt_h/2"/>
                                          </p:val>
                                        </p:tav>
                                        <p:tav tm="100000">
                                          <p:val>
                                            <p:strVal val="#ppt_y"/>
                                          </p:val>
                                        </p:tav>
                                      </p:tavLst>
                                    </p:anim>
                                  </p:childTnLst>
                                </p:cTn>
                              </p:par>
                              <p:par>
                                <p:cTn id="351" presetID="2" presetClass="entr" presetSubtype="6" fill="hold" nodeType="withEffect">
                                  <p:stCondLst>
                                    <p:cond delay="9500"/>
                                  </p:stCondLst>
                                  <p:childTnLst>
                                    <p:set>
                                      <p:cBhvr>
                                        <p:cTn id="352" dur="1" fill="hold">
                                          <p:stCondLst>
                                            <p:cond delay="0"/>
                                          </p:stCondLst>
                                        </p:cTn>
                                        <p:tgtEl>
                                          <p:spTgt spid="8"/>
                                        </p:tgtEl>
                                        <p:attrNameLst>
                                          <p:attrName>style.visibility</p:attrName>
                                        </p:attrNameLst>
                                      </p:cBhvr>
                                      <p:to>
                                        <p:strVal val="visible"/>
                                      </p:to>
                                    </p:set>
                                    <p:anim calcmode="lin" valueType="num">
                                      <p:cBhvr additive="base">
                                        <p:cTn id="353" dur="500" fill="hold"/>
                                        <p:tgtEl>
                                          <p:spTgt spid="8"/>
                                        </p:tgtEl>
                                        <p:attrNameLst>
                                          <p:attrName>ppt_x</p:attrName>
                                        </p:attrNameLst>
                                      </p:cBhvr>
                                      <p:tavLst>
                                        <p:tav tm="0">
                                          <p:val>
                                            <p:strVal val="1+#ppt_w/2"/>
                                          </p:val>
                                        </p:tav>
                                        <p:tav tm="100000">
                                          <p:val>
                                            <p:strVal val="#ppt_x"/>
                                          </p:val>
                                        </p:tav>
                                      </p:tavLst>
                                    </p:anim>
                                    <p:anim calcmode="lin" valueType="num">
                                      <p:cBhvr additive="base">
                                        <p:cTn id="354" dur="500" fill="hold"/>
                                        <p:tgtEl>
                                          <p:spTgt spid="8"/>
                                        </p:tgtEl>
                                        <p:attrNameLst>
                                          <p:attrName>ppt_y</p:attrName>
                                        </p:attrNameLst>
                                      </p:cBhvr>
                                      <p:tavLst>
                                        <p:tav tm="0">
                                          <p:val>
                                            <p:strVal val="1+#ppt_h/2"/>
                                          </p:val>
                                        </p:tav>
                                        <p:tav tm="100000">
                                          <p:val>
                                            <p:strVal val="#ppt_y"/>
                                          </p:val>
                                        </p:tav>
                                      </p:tavLst>
                                    </p:anim>
                                  </p:childTnLst>
                                </p:cTn>
                              </p:par>
                              <p:par>
                                <p:cTn id="355" presetID="6" presetClass="emph" presetSubtype="0" autoRev="1" fill="hold" nodeType="withEffect">
                                  <p:stCondLst>
                                    <p:cond delay="9500"/>
                                  </p:stCondLst>
                                  <p:childTnLst>
                                    <p:animScale>
                                      <p:cBhvr>
                                        <p:cTn id="356" dur="500" fill="hold"/>
                                        <p:tgtEl>
                                          <p:spTgt spid="8"/>
                                        </p:tgtEl>
                                      </p:cBhvr>
                                      <p:by x="110000" y="110000"/>
                                    </p:animScale>
                                  </p:childTnLst>
                                </p:cTn>
                              </p:par>
                            </p:childTnLst>
                          </p:cTn>
                        </p:par>
                      </p:childTnLst>
                    </p:cTn>
                  </p:par>
                </p:childTnLst>
              </p:cTn>
              <p:prevCondLst>
                <p:cond evt="onPrev" delay="0">
                  <p:tgtEl>
                    <p:sldTgt/>
                  </p:tgtEl>
                </p:cond>
              </p:prevCondLst>
              <p:nextCondLst>
                <p:cond evt="onNext" delay="0">
                  <p:tgtEl>
                    <p:sldTgt/>
                  </p:tgtEl>
                </p:cond>
              </p:nextCondLst>
            </p:seq>
            <p:audio>
              <p:cMediaNode vol="100000">
                <p:cTn id="357" fill="hold" display="0">
                  <p:stCondLst>
                    <p:cond delay="indefinite"/>
                  </p:stCondLst>
                  <p:endCondLst>
                    <p:cond evt="onStopAudio" delay="0">
                      <p:tgtEl>
                        <p:sldTgt/>
                      </p:tgtEl>
                    </p:cond>
                  </p:endCondLst>
                </p:cTn>
                <p:tgtEl>
                  <p:spTgt spid="5"/>
                </p:tgtEl>
              </p:cMediaNode>
            </p:audio>
          </p:childTnLst>
        </p:cTn>
      </p:par>
    </p:tnLst>
  </p:timing>
</p:sld>
</file>

<file path=ppt/slides/slide2.xml><?xml version="1.0" encoding="utf-8"?>
<p:sld xmlns:a="http://schemas.openxmlformats.org/drawingml/2006/main" xmlns:r="http://schemas.openxmlformats.org/officeDocument/2006/relationships" xmlns:p="http://schemas.openxmlformats.org/presentationml/2006/main" show="0">
  <p:cSld>
    <p:spTree>
      <p:nvGrpSpPr>
        <p:cNvPr id="1" name=""/>
        <p:cNvGrpSpPr/>
        <p:nvPr/>
      </p:nvGrpSpPr>
      <p:grpSpPr>
        <a:xfrm>
          <a:off x="0" y="0"/>
          <a:ext cx="0" cy="0"/>
          <a:chOff x="0" y="0"/>
          <a:chExt cx="0" cy="0"/>
        </a:xfrm>
      </p:grpSpPr>
      <p:pic>
        <p:nvPicPr>
          <p:cNvPr id="3" name="Picture 2"/>
          <p:cNvPicPr>
            <a:picLocks noChangeAspect="1"/>
          </p:cNvPicPr>
          <p:nvPr/>
        </p:nvPicPr>
        <p:blipFill>
          <a:blip r:embed="rId3" cstate="print">
            <a:extLst>
              <a:ext uri="{28A0092B-C50C-407E-A947-70E740481C1C}">
                <a14:useLocalDpi xmlns:a14="http://schemas.microsoft.com/office/drawing/2010/main" val="0"/>
              </a:ext>
            </a:extLst>
          </a:blip>
          <a:stretch>
            <a:fillRect/>
          </a:stretch>
        </p:blipFill>
        <p:spPr>
          <a:xfrm>
            <a:off x="12106925" y="2338086"/>
            <a:ext cx="2471819" cy="1390398"/>
          </a:xfrm>
          <a:prstGeom prst="rect">
            <a:avLst/>
          </a:prstGeom>
          <a:ln>
            <a:solidFill>
              <a:schemeClr val="bg1"/>
            </a:solidFill>
          </a:ln>
        </p:spPr>
      </p:pic>
      <p:sp>
        <p:nvSpPr>
          <p:cNvPr id="5" name="TextBox 4"/>
          <p:cNvSpPr txBox="1"/>
          <p:nvPr/>
        </p:nvSpPr>
        <p:spPr>
          <a:xfrm>
            <a:off x="77117" y="61144"/>
            <a:ext cx="14465147" cy="2118529"/>
          </a:xfrm>
          <a:prstGeom prst="rect">
            <a:avLst/>
          </a:prstGeom>
          <a:noFill/>
        </p:spPr>
        <p:txBody>
          <a:bodyPr wrap="square" rtlCol="0">
            <a:spAutoFit/>
          </a:bodyPr>
          <a:lstStyle/>
          <a:p>
            <a:pPr>
              <a:lnSpc>
                <a:spcPts val="2800"/>
              </a:lnSpc>
            </a:pPr>
            <a:r>
              <a:rPr lang="en-US" sz="2000" b="1" dirty="0">
                <a:solidFill>
                  <a:srgbClr val="00B0F0"/>
                </a:solidFill>
                <a:latin typeface="Poppins Medium" panose="00000600000000000000" pitchFamily="2" charset="0"/>
                <a:cs typeface="Poppins Medium" panose="00000600000000000000" pitchFamily="2" charset="0"/>
              </a:rPr>
              <a:t>Playing the Game:</a:t>
            </a:r>
          </a:p>
          <a:p>
            <a:pPr>
              <a:lnSpc>
                <a:spcPts val="2800"/>
              </a:lnSpc>
            </a:pPr>
            <a:r>
              <a:rPr lang="en-US" sz="2000" b="1" dirty="0">
                <a:solidFill>
                  <a:srgbClr val="00B0F0"/>
                </a:solidFill>
                <a:latin typeface="Poppins Medium" panose="00000600000000000000" pitchFamily="2" charset="0"/>
                <a:cs typeface="Poppins Medium" panose="00000600000000000000" pitchFamily="2" charset="0"/>
              </a:rPr>
              <a:t>10-20 minutes</a:t>
            </a:r>
          </a:p>
          <a:p>
            <a:pPr>
              <a:lnSpc>
                <a:spcPts val="2800"/>
              </a:lnSpc>
              <a:spcBef>
                <a:spcPts val="1800"/>
              </a:spcBef>
            </a:pPr>
            <a:r>
              <a:rPr lang="en-US" sz="2000" dirty="0">
                <a:solidFill>
                  <a:schemeClr val="bg1"/>
                </a:solidFill>
                <a:latin typeface="Poppins Medium" panose="00000600000000000000" pitchFamily="2" charset="0"/>
                <a:cs typeface="Poppins Medium" panose="00000600000000000000" pitchFamily="2" charset="0"/>
              </a:rPr>
              <a:t>This is an individual or team writing game, where students can </a:t>
            </a:r>
            <a:r>
              <a:rPr lang="en-US" sz="2000" dirty="0">
                <a:solidFill>
                  <a:srgbClr val="00B0F0"/>
                </a:solidFill>
                <a:latin typeface="Poppins Medium" panose="00000600000000000000" pitchFamily="2" charset="0"/>
                <a:cs typeface="Poppins Medium" panose="00000600000000000000" pitchFamily="2" charset="0"/>
              </a:rPr>
              <a:t>create their own sentences</a:t>
            </a:r>
            <a:r>
              <a:rPr lang="en-US" sz="2000" dirty="0">
                <a:solidFill>
                  <a:schemeClr val="bg1"/>
                </a:solidFill>
                <a:latin typeface="Poppins Medium" panose="00000600000000000000" pitchFamily="2" charset="0"/>
                <a:cs typeface="Poppins Medium" panose="00000600000000000000" pitchFamily="2" charset="0"/>
              </a:rPr>
              <a:t> from the ‘blocks’ of words on each slide.  Students </a:t>
            </a:r>
            <a:r>
              <a:rPr lang="en-US" sz="2000" dirty="0">
                <a:solidFill>
                  <a:srgbClr val="00B0F0"/>
                </a:solidFill>
                <a:latin typeface="Poppins Medium" panose="00000600000000000000" pitchFamily="2" charset="0"/>
                <a:cs typeface="Poppins Medium" panose="00000600000000000000" pitchFamily="2" charset="0"/>
              </a:rPr>
              <a:t>choose one block of each color</a:t>
            </a:r>
            <a:r>
              <a:rPr lang="en-US" sz="2000" dirty="0">
                <a:solidFill>
                  <a:schemeClr val="bg1"/>
                </a:solidFill>
                <a:latin typeface="Poppins Medium" panose="00000600000000000000" pitchFamily="2" charset="0"/>
                <a:cs typeface="Poppins Medium" panose="00000600000000000000" pitchFamily="2" charset="0"/>
              </a:rPr>
              <a:t> and </a:t>
            </a:r>
            <a:r>
              <a:rPr lang="en-US" sz="2000" dirty="0">
                <a:solidFill>
                  <a:srgbClr val="00B0F0"/>
                </a:solidFill>
                <a:latin typeface="Poppins Medium" panose="00000600000000000000" pitchFamily="2" charset="0"/>
                <a:cs typeface="Poppins Medium" panose="00000600000000000000" pitchFamily="2" charset="0"/>
              </a:rPr>
              <a:t>write the sentence</a:t>
            </a:r>
            <a:r>
              <a:rPr lang="en-US" sz="2000" dirty="0">
                <a:solidFill>
                  <a:schemeClr val="bg1"/>
                </a:solidFill>
                <a:latin typeface="Poppins Medium" panose="00000600000000000000" pitchFamily="2" charset="0"/>
                <a:cs typeface="Poppins Medium" panose="00000600000000000000" pitchFamily="2" charset="0"/>
              </a:rPr>
              <a:t> that results from their choices, then see </a:t>
            </a:r>
            <a:r>
              <a:rPr lang="en-US" sz="2000" dirty="0">
                <a:solidFill>
                  <a:srgbClr val="00B0F0"/>
                </a:solidFill>
                <a:latin typeface="Poppins Medium" panose="00000600000000000000" pitchFamily="2" charset="0"/>
                <a:cs typeface="Poppins Medium" panose="00000600000000000000" pitchFamily="2" charset="0"/>
              </a:rPr>
              <a:t>how many points</a:t>
            </a:r>
            <a:r>
              <a:rPr lang="en-US" sz="2000" dirty="0">
                <a:solidFill>
                  <a:schemeClr val="bg1"/>
                </a:solidFill>
                <a:latin typeface="Poppins Medium" panose="00000600000000000000" pitchFamily="2" charset="0"/>
                <a:cs typeface="Poppins Medium" panose="00000600000000000000" pitchFamily="2" charset="0"/>
              </a:rPr>
              <a:t> </a:t>
            </a:r>
            <a:r>
              <a:rPr lang="en-US" sz="2000" dirty="0">
                <a:solidFill>
                  <a:srgbClr val="00B0F0"/>
                </a:solidFill>
                <a:latin typeface="Poppins Medium" panose="00000600000000000000" pitchFamily="2" charset="0"/>
                <a:cs typeface="Poppins Medium" panose="00000600000000000000" pitchFamily="2" charset="0"/>
              </a:rPr>
              <a:t>each block</a:t>
            </a:r>
            <a:r>
              <a:rPr lang="en-US" sz="2000" dirty="0">
                <a:solidFill>
                  <a:schemeClr val="bg1"/>
                </a:solidFill>
                <a:latin typeface="Poppins Medium" panose="00000600000000000000" pitchFamily="2" charset="0"/>
                <a:cs typeface="Poppins Medium" panose="00000600000000000000" pitchFamily="2" charset="0"/>
              </a:rPr>
              <a:t> they chose is worth.</a:t>
            </a:r>
          </a:p>
        </p:txBody>
      </p:sp>
      <p:sp>
        <p:nvSpPr>
          <p:cNvPr id="6" name="TextBox 5"/>
          <p:cNvSpPr txBox="1"/>
          <p:nvPr/>
        </p:nvSpPr>
        <p:spPr>
          <a:xfrm>
            <a:off x="77116" y="2217814"/>
            <a:ext cx="12129573" cy="1528624"/>
          </a:xfrm>
          <a:prstGeom prst="rect">
            <a:avLst/>
          </a:prstGeom>
          <a:noFill/>
        </p:spPr>
        <p:txBody>
          <a:bodyPr wrap="square" rtlCol="0">
            <a:spAutoFit/>
          </a:bodyPr>
          <a:lstStyle/>
          <a:p>
            <a:pPr>
              <a:lnSpc>
                <a:spcPts val="2800"/>
              </a:lnSpc>
              <a:spcBef>
                <a:spcPts val="1800"/>
              </a:spcBef>
            </a:pPr>
            <a:r>
              <a:rPr lang="en-US" sz="2000" dirty="0">
                <a:solidFill>
                  <a:schemeClr val="bg1"/>
                </a:solidFill>
                <a:latin typeface="Poppins Medium" panose="00000600000000000000" pitchFamily="2" charset="0"/>
                <a:cs typeface="Poppins Medium" panose="00000600000000000000" pitchFamily="2" charset="0"/>
              </a:rPr>
              <a:t>When you advance to a slide, two of three block colors will provide choices for the students (one block color is always a fixed part of the sentence, typically either the subject or the verb).  </a:t>
            </a:r>
            <a:r>
              <a:rPr lang="en-US" sz="2000" dirty="0">
                <a:solidFill>
                  <a:srgbClr val="00B0F0"/>
                </a:solidFill>
                <a:latin typeface="Poppins Medium" panose="00000600000000000000" pitchFamily="2" charset="0"/>
                <a:cs typeface="Poppins Medium" panose="00000600000000000000" pitchFamily="2" charset="0"/>
              </a:rPr>
              <a:t>Click once to start a 40 second timer</a:t>
            </a:r>
            <a:r>
              <a:rPr lang="en-US" sz="2000" dirty="0">
                <a:solidFill>
                  <a:schemeClr val="bg1"/>
                </a:solidFill>
                <a:latin typeface="Poppins Medium" panose="00000600000000000000" pitchFamily="2" charset="0"/>
                <a:cs typeface="Poppins Medium" panose="00000600000000000000" pitchFamily="2" charset="0"/>
              </a:rPr>
              <a:t> and the background music (the timer helps to focus the students and let them know they should make a choice and write).</a:t>
            </a:r>
          </a:p>
        </p:txBody>
      </p:sp>
      <p:sp>
        <p:nvSpPr>
          <p:cNvPr id="7" name="TextBox 6"/>
          <p:cNvSpPr txBox="1"/>
          <p:nvPr/>
        </p:nvSpPr>
        <p:spPr>
          <a:xfrm>
            <a:off x="77115" y="3798450"/>
            <a:ext cx="12129573" cy="1528624"/>
          </a:xfrm>
          <a:prstGeom prst="rect">
            <a:avLst/>
          </a:prstGeom>
          <a:noFill/>
        </p:spPr>
        <p:txBody>
          <a:bodyPr wrap="square" rtlCol="0">
            <a:spAutoFit/>
          </a:bodyPr>
          <a:lstStyle/>
          <a:p>
            <a:pPr>
              <a:lnSpc>
                <a:spcPts val="2800"/>
              </a:lnSpc>
              <a:spcBef>
                <a:spcPts val="1800"/>
              </a:spcBef>
            </a:pPr>
            <a:r>
              <a:rPr lang="en-US" sz="2000" dirty="0">
                <a:solidFill>
                  <a:schemeClr val="bg1"/>
                </a:solidFill>
                <a:latin typeface="Poppins Medium" panose="00000600000000000000" pitchFamily="2" charset="0"/>
                <a:cs typeface="Poppins Medium" panose="00000600000000000000" pitchFamily="2" charset="0"/>
              </a:rPr>
              <a:t>Once the timer and music are finished, </a:t>
            </a:r>
            <a:r>
              <a:rPr lang="en-US" sz="2000" dirty="0">
                <a:solidFill>
                  <a:srgbClr val="00B0F0"/>
                </a:solidFill>
                <a:latin typeface="Poppins Medium" panose="00000600000000000000" pitchFamily="2" charset="0"/>
                <a:cs typeface="Poppins Medium" panose="00000600000000000000" pitchFamily="2" charset="0"/>
              </a:rPr>
              <a:t>click again to show the points</a:t>
            </a:r>
            <a:r>
              <a:rPr lang="en-US" sz="2000" dirty="0">
                <a:solidFill>
                  <a:schemeClr val="bg1"/>
                </a:solidFill>
                <a:latin typeface="Poppins Medium" panose="00000600000000000000" pitchFamily="2" charset="0"/>
                <a:cs typeface="Poppins Medium" panose="00000600000000000000" pitchFamily="2" charset="0"/>
              </a:rPr>
              <a:t> for the choices from the </a:t>
            </a:r>
            <a:r>
              <a:rPr lang="en-US" sz="2000" dirty="0">
                <a:solidFill>
                  <a:srgbClr val="00B0F0"/>
                </a:solidFill>
                <a:latin typeface="Poppins Medium" panose="00000600000000000000" pitchFamily="2" charset="0"/>
                <a:cs typeface="Poppins Medium" panose="00000600000000000000" pitchFamily="2" charset="0"/>
              </a:rPr>
              <a:t>first block color</a:t>
            </a:r>
            <a:r>
              <a:rPr lang="en-US" sz="2000" dirty="0">
                <a:solidFill>
                  <a:schemeClr val="bg1"/>
                </a:solidFill>
                <a:latin typeface="Poppins Medium" panose="00000600000000000000" pitchFamily="2" charset="0"/>
                <a:cs typeface="Poppins Medium" panose="00000600000000000000" pitchFamily="2" charset="0"/>
              </a:rPr>
              <a:t> (either blue or red).  </a:t>
            </a:r>
            <a:r>
              <a:rPr lang="en-US" sz="2000" dirty="0">
                <a:solidFill>
                  <a:srgbClr val="00B0F0"/>
                </a:solidFill>
                <a:latin typeface="Poppins Medium" panose="00000600000000000000" pitchFamily="2" charset="0"/>
                <a:cs typeface="Poppins Medium" panose="00000600000000000000" pitchFamily="2" charset="0"/>
              </a:rPr>
              <a:t>Click one more time</a:t>
            </a:r>
            <a:r>
              <a:rPr lang="en-US" sz="2000" dirty="0">
                <a:solidFill>
                  <a:schemeClr val="bg1"/>
                </a:solidFill>
                <a:latin typeface="Poppins Medium" panose="00000600000000000000" pitchFamily="2" charset="0"/>
                <a:cs typeface="Poppins Medium" panose="00000600000000000000" pitchFamily="2" charset="0"/>
              </a:rPr>
              <a:t> to show the points for the choices from the </a:t>
            </a:r>
            <a:r>
              <a:rPr lang="en-US" sz="2000" dirty="0">
                <a:solidFill>
                  <a:srgbClr val="00B0F0"/>
                </a:solidFill>
                <a:latin typeface="Poppins Medium" panose="00000600000000000000" pitchFamily="2" charset="0"/>
                <a:cs typeface="Poppins Medium" panose="00000600000000000000" pitchFamily="2" charset="0"/>
              </a:rPr>
              <a:t>green blocks</a:t>
            </a:r>
            <a:r>
              <a:rPr lang="en-US" sz="2000" dirty="0">
                <a:solidFill>
                  <a:schemeClr val="bg1"/>
                </a:solidFill>
                <a:latin typeface="Poppins Medium" panose="00000600000000000000" pitchFamily="2" charset="0"/>
                <a:cs typeface="Poppins Medium" panose="00000600000000000000" pitchFamily="2" charset="0"/>
              </a:rPr>
              <a:t>. (If time permits, you can have students / teams read what they wrote before showing points- this also helps lower-level students to better understand the task.)</a:t>
            </a:r>
          </a:p>
        </p:txBody>
      </p:sp>
      <p:sp>
        <p:nvSpPr>
          <p:cNvPr id="8" name="TextBox 7"/>
          <p:cNvSpPr txBox="1"/>
          <p:nvPr/>
        </p:nvSpPr>
        <p:spPr>
          <a:xfrm>
            <a:off x="70210" y="5365655"/>
            <a:ext cx="12129573" cy="2605842"/>
          </a:xfrm>
          <a:prstGeom prst="rect">
            <a:avLst/>
          </a:prstGeom>
          <a:noFill/>
        </p:spPr>
        <p:txBody>
          <a:bodyPr wrap="square" rtlCol="0">
            <a:spAutoFit/>
          </a:bodyPr>
          <a:lstStyle/>
          <a:p>
            <a:pPr>
              <a:lnSpc>
                <a:spcPts val="2800"/>
              </a:lnSpc>
              <a:spcBef>
                <a:spcPts val="1800"/>
              </a:spcBef>
            </a:pPr>
            <a:r>
              <a:rPr lang="en-US" sz="2000" dirty="0">
                <a:solidFill>
                  <a:schemeClr val="bg1"/>
                </a:solidFill>
                <a:latin typeface="Poppins Medium" panose="00000600000000000000" pitchFamily="2" charset="0"/>
                <a:cs typeface="Poppins Medium" panose="00000600000000000000" pitchFamily="2" charset="0"/>
              </a:rPr>
              <a:t>The only slide layouts that require more explanation are the ones with the </a:t>
            </a:r>
            <a:r>
              <a:rPr lang="en-US" sz="2000" dirty="0">
                <a:solidFill>
                  <a:srgbClr val="00B0F0"/>
                </a:solidFill>
                <a:latin typeface="Poppins Medium" panose="00000600000000000000" pitchFamily="2" charset="0"/>
                <a:cs typeface="Poppins Medium" panose="00000600000000000000" pitchFamily="2" charset="0"/>
              </a:rPr>
              <a:t>horizontal black line or ‘wall’</a:t>
            </a:r>
            <a:r>
              <a:rPr lang="en-US" sz="2000" dirty="0">
                <a:solidFill>
                  <a:schemeClr val="bg1"/>
                </a:solidFill>
                <a:latin typeface="Poppins Medium" panose="00000600000000000000" pitchFamily="2" charset="0"/>
                <a:cs typeface="Poppins Medium" panose="00000600000000000000" pitchFamily="2" charset="0"/>
              </a:rPr>
              <a:t> in the middle: students may </a:t>
            </a:r>
            <a:r>
              <a:rPr lang="en-US" sz="2000" dirty="0">
                <a:solidFill>
                  <a:srgbClr val="00B0F0"/>
                </a:solidFill>
                <a:latin typeface="Poppins Medium" panose="00000600000000000000" pitchFamily="2" charset="0"/>
                <a:cs typeface="Poppins Medium" panose="00000600000000000000" pitchFamily="2" charset="0"/>
              </a:rPr>
              <a:t>choose a red block from above or below the line</a:t>
            </a:r>
            <a:r>
              <a:rPr lang="en-US" sz="2000" dirty="0">
                <a:solidFill>
                  <a:schemeClr val="bg1"/>
                </a:solidFill>
                <a:latin typeface="Poppins Medium" panose="00000600000000000000" pitchFamily="2" charset="0"/>
                <a:cs typeface="Poppins Medium" panose="00000600000000000000" pitchFamily="2" charset="0"/>
              </a:rPr>
              <a:t>, then </a:t>
            </a:r>
            <a:r>
              <a:rPr lang="en-US" sz="2000" dirty="0">
                <a:solidFill>
                  <a:srgbClr val="00B0F0"/>
                </a:solidFill>
                <a:latin typeface="Poppins Medium" panose="00000600000000000000" pitchFamily="2" charset="0"/>
                <a:cs typeface="Poppins Medium" panose="00000600000000000000" pitchFamily="2" charset="0"/>
              </a:rPr>
              <a:t>they must also choose a green block from that same side of the line</a:t>
            </a:r>
            <a:r>
              <a:rPr lang="en-US" sz="2000" dirty="0">
                <a:solidFill>
                  <a:schemeClr val="bg1"/>
                </a:solidFill>
                <a:latin typeface="Poppins Medium" panose="00000600000000000000" pitchFamily="2" charset="0"/>
                <a:cs typeface="Poppins Medium" panose="00000600000000000000" pitchFamily="2" charset="0"/>
              </a:rPr>
              <a:t> (in other words, if they choose a </a:t>
            </a:r>
            <a:r>
              <a:rPr lang="en-US" sz="2000" dirty="0">
                <a:solidFill>
                  <a:srgbClr val="00B0F0"/>
                </a:solidFill>
                <a:latin typeface="Poppins Medium" panose="00000600000000000000" pitchFamily="2" charset="0"/>
                <a:cs typeface="Poppins Medium" panose="00000600000000000000" pitchFamily="2" charset="0"/>
              </a:rPr>
              <a:t>red block from above the line</a:t>
            </a:r>
            <a:r>
              <a:rPr lang="en-US" sz="2000" dirty="0">
                <a:solidFill>
                  <a:schemeClr val="bg1"/>
                </a:solidFill>
                <a:latin typeface="Poppins Medium" panose="00000600000000000000" pitchFamily="2" charset="0"/>
                <a:cs typeface="Poppins Medium" panose="00000600000000000000" pitchFamily="2" charset="0"/>
              </a:rPr>
              <a:t>, they </a:t>
            </a:r>
            <a:r>
              <a:rPr lang="en-US" sz="2000" dirty="0">
                <a:solidFill>
                  <a:srgbClr val="00B0F0"/>
                </a:solidFill>
                <a:latin typeface="Poppins Medium" panose="00000600000000000000" pitchFamily="2" charset="0"/>
                <a:cs typeface="Poppins Medium" panose="00000600000000000000" pitchFamily="2" charset="0"/>
              </a:rPr>
              <a:t>cannot choose a green block from below the line</a:t>
            </a:r>
            <a:r>
              <a:rPr lang="en-US" sz="2000" dirty="0">
                <a:solidFill>
                  <a:schemeClr val="bg1"/>
                </a:solidFill>
                <a:latin typeface="Poppins Medium" panose="00000600000000000000" pitchFamily="2" charset="0"/>
                <a:cs typeface="Poppins Medium" panose="00000600000000000000" pitchFamily="2" charset="0"/>
              </a:rPr>
              <a:t>).  These slides help with lesson content that is difficult to make into ‘fully flexible sentences’ by allowing you to </a:t>
            </a:r>
            <a:r>
              <a:rPr lang="en-US" sz="2000" dirty="0">
                <a:solidFill>
                  <a:srgbClr val="00B0F0"/>
                </a:solidFill>
                <a:latin typeface="Poppins Medium" panose="00000600000000000000" pitchFamily="2" charset="0"/>
                <a:cs typeface="Poppins Medium" panose="00000600000000000000" pitchFamily="2" charset="0"/>
              </a:rPr>
              <a:t>limit the choices</a:t>
            </a:r>
            <a:r>
              <a:rPr lang="en-US" sz="2000" dirty="0">
                <a:solidFill>
                  <a:schemeClr val="bg1"/>
                </a:solidFill>
                <a:latin typeface="Poppins Medium" panose="00000600000000000000" pitchFamily="2" charset="0"/>
                <a:cs typeface="Poppins Medium" panose="00000600000000000000" pitchFamily="2" charset="0"/>
              </a:rPr>
              <a:t> to those that make logical or grammatical sense.</a:t>
            </a:r>
            <a:endParaRPr lang="en-US" sz="2000" dirty="0">
              <a:solidFill>
                <a:srgbClr val="00B0F0"/>
              </a:solidFill>
              <a:latin typeface="Poppins Medium" panose="00000600000000000000" pitchFamily="2" charset="0"/>
              <a:cs typeface="Poppins Medium" panose="00000600000000000000" pitchFamily="2" charset="0"/>
            </a:endParaRPr>
          </a:p>
        </p:txBody>
      </p:sp>
      <p:pic>
        <p:nvPicPr>
          <p:cNvPr id="9" name="Picture 8"/>
          <p:cNvPicPr>
            <a:picLocks noChangeAspect="1"/>
          </p:cNvPicPr>
          <p:nvPr/>
        </p:nvPicPr>
        <p:blipFill>
          <a:blip r:embed="rId4" cstate="print">
            <a:extLst>
              <a:ext uri="{28A0092B-C50C-407E-A947-70E740481C1C}">
                <a14:useLocalDpi xmlns:a14="http://schemas.microsoft.com/office/drawing/2010/main" val="0"/>
              </a:ext>
            </a:extLst>
          </a:blip>
          <a:stretch>
            <a:fillRect/>
          </a:stretch>
        </p:blipFill>
        <p:spPr>
          <a:xfrm>
            <a:off x="12106925" y="3777430"/>
            <a:ext cx="2471818" cy="1390398"/>
          </a:xfrm>
          <a:prstGeom prst="rect">
            <a:avLst/>
          </a:prstGeom>
          <a:ln>
            <a:solidFill>
              <a:schemeClr val="bg1"/>
            </a:solidFill>
          </a:ln>
        </p:spPr>
      </p:pic>
      <p:pic>
        <p:nvPicPr>
          <p:cNvPr id="10" name="Picture 9"/>
          <p:cNvPicPr>
            <a:picLocks noChangeAspect="1"/>
          </p:cNvPicPr>
          <p:nvPr/>
        </p:nvPicPr>
        <p:blipFill>
          <a:blip r:embed="rId5" cstate="print">
            <a:extLst>
              <a:ext uri="{28A0092B-C50C-407E-A947-70E740481C1C}">
                <a14:useLocalDpi xmlns:a14="http://schemas.microsoft.com/office/drawing/2010/main" val="0"/>
              </a:ext>
            </a:extLst>
          </a:blip>
          <a:stretch>
            <a:fillRect/>
          </a:stretch>
        </p:blipFill>
        <p:spPr>
          <a:xfrm>
            <a:off x="12106925" y="5488334"/>
            <a:ext cx="2471818" cy="1390398"/>
          </a:xfrm>
          <a:prstGeom prst="rect">
            <a:avLst/>
          </a:prstGeom>
          <a:ln>
            <a:solidFill>
              <a:schemeClr val="bg1"/>
            </a:solidFill>
          </a:ln>
        </p:spPr>
      </p:pic>
    </p:spTree>
    <p:extLst>
      <p:ext uri="{BB962C8B-B14F-4D97-AF65-F5344CB8AC3E}">
        <p14:creationId xmlns:p14="http://schemas.microsoft.com/office/powerpoint/2010/main" val="617550979"/>
      </p:ext>
    </p:extLst>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show="0">
  <p:cSld>
    <p:spTree>
      <p:nvGrpSpPr>
        <p:cNvPr id="1" name=""/>
        <p:cNvGrpSpPr/>
        <p:nvPr/>
      </p:nvGrpSpPr>
      <p:grpSpPr>
        <a:xfrm>
          <a:off x="0" y="0"/>
          <a:ext cx="0" cy="0"/>
          <a:chOff x="0" y="0"/>
          <a:chExt cx="0" cy="0"/>
        </a:xfrm>
      </p:grpSpPr>
      <p:sp>
        <p:nvSpPr>
          <p:cNvPr id="9" name="TextBox 8"/>
          <p:cNvSpPr txBox="1"/>
          <p:nvPr/>
        </p:nvSpPr>
        <p:spPr>
          <a:xfrm>
            <a:off x="77117" y="0"/>
            <a:ext cx="14465147" cy="5940088"/>
          </a:xfrm>
          <a:prstGeom prst="rect">
            <a:avLst/>
          </a:prstGeom>
          <a:noFill/>
          <a:effectLst>
            <a:outerShdw blurRad="63500" sx="102000" sy="102000" algn="ctr" rotWithShape="0">
              <a:prstClr val="black">
                <a:alpha val="40000"/>
              </a:prstClr>
            </a:outerShdw>
          </a:effectLst>
        </p:spPr>
        <p:txBody>
          <a:bodyPr wrap="square" rtlCol="0">
            <a:spAutoFit/>
          </a:bodyPr>
          <a:lstStyle/>
          <a:p>
            <a:r>
              <a:rPr lang="en-US" sz="2000" b="1" dirty="0">
                <a:solidFill>
                  <a:srgbClr val="00B0F0"/>
                </a:solidFill>
                <a:latin typeface="Poppins Medium" panose="00000600000000000000" pitchFamily="2" charset="0"/>
                <a:cs typeface="Poppins Medium" panose="00000600000000000000" pitchFamily="2" charset="0"/>
              </a:rPr>
              <a:t>Editing This Template:</a:t>
            </a:r>
          </a:p>
          <a:p>
            <a:pPr>
              <a:spcBef>
                <a:spcPts val="1800"/>
              </a:spcBef>
            </a:pPr>
            <a:r>
              <a:rPr lang="en-US" sz="2000" dirty="0">
                <a:solidFill>
                  <a:schemeClr val="bg1"/>
                </a:solidFill>
                <a:latin typeface="Poppins Medium" panose="00000600000000000000" pitchFamily="2" charset="0"/>
                <a:cs typeface="Poppins Medium" panose="00000600000000000000" pitchFamily="2" charset="0"/>
              </a:rPr>
              <a:t>Click on the text boxes to edit the text according to your lesson content.  </a:t>
            </a:r>
            <a:r>
              <a:rPr lang="en-US" sz="2000" dirty="0">
                <a:solidFill>
                  <a:srgbClr val="00B0F0"/>
                </a:solidFill>
                <a:latin typeface="Poppins Medium" panose="00000600000000000000" pitchFamily="2" charset="0"/>
                <a:cs typeface="Poppins Medium" panose="00000600000000000000" pitchFamily="2" charset="0"/>
              </a:rPr>
              <a:t>Some lessons</a:t>
            </a:r>
            <a:r>
              <a:rPr lang="en-US" sz="2000" dirty="0">
                <a:solidFill>
                  <a:schemeClr val="bg1"/>
                </a:solidFill>
                <a:latin typeface="Poppins Medium" panose="00000600000000000000" pitchFamily="2" charset="0"/>
                <a:cs typeface="Poppins Medium" panose="00000600000000000000" pitchFamily="2" charset="0"/>
              </a:rPr>
              <a:t> are </a:t>
            </a:r>
            <a:r>
              <a:rPr lang="en-US" sz="2000" dirty="0">
                <a:solidFill>
                  <a:srgbClr val="00B0F0"/>
                </a:solidFill>
                <a:latin typeface="Poppins Medium" panose="00000600000000000000" pitchFamily="2" charset="0"/>
                <a:cs typeface="Poppins Medium" panose="00000600000000000000" pitchFamily="2" charset="0"/>
              </a:rPr>
              <a:t>easier to fit</a:t>
            </a:r>
            <a:r>
              <a:rPr lang="en-US" sz="2000" dirty="0">
                <a:solidFill>
                  <a:schemeClr val="bg1"/>
                </a:solidFill>
                <a:latin typeface="Poppins Medium" panose="00000600000000000000" pitchFamily="2" charset="0"/>
                <a:cs typeface="Poppins Medium" panose="00000600000000000000" pitchFamily="2" charset="0"/>
              </a:rPr>
              <a:t> into the ‘flexible sentence construction’ concept of this game, while </a:t>
            </a:r>
            <a:r>
              <a:rPr lang="en-US" sz="2000" dirty="0">
                <a:solidFill>
                  <a:srgbClr val="00B0F0"/>
                </a:solidFill>
                <a:latin typeface="Poppins Medium" panose="00000600000000000000" pitchFamily="2" charset="0"/>
                <a:cs typeface="Poppins Medium" panose="00000600000000000000" pitchFamily="2" charset="0"/>
              </a:rPr>
              <a:t>others</a:t>
            </a:r>
            <a:r>
              <a:rPr lang="en-US" sz="2000" dirty="0">
                <a:solidFill>
                  <a:schemeClr val="bg1"/>
                </a:solidFill>
                <a:latin typeface="Poppins Medium" panose="00000600000000000000" pitchFamily="2" charset="0"/>
                <a:cs typeface="Poppins Medium" panose="00000600000000000000" pitchFamily="2" charset="0"/>
              </a:rPr>
              <a:t> will require a bit of ‘</a:t>
            </a:r>
            <a:r>
              <a:rPr lang="en-US" sz="2000" dirty="0">
                <a:solidFill>
                  <a:srgbClr val="00B0F0"/>
                </a:solidFill>
                <a:latin typeface="Poppins Medium" panose="00000600000000000000" pitchFamily="2" charset="0"/>
                <a:cs typeface="Poppins Medium" panose="00000600000000000000" pitchFamily="2" charset="0"/>
              </a:rPr>
              <a:t>stretching</a:t>
            </a:r>
            <a:r>
              <a:rPr lang="en-US" sz="2000" dirty="0">
                <a:solidFill>
                  <a:schemeClr val="bg1"/>
                </a:solidFill>
                <a:latin typeface="Poppins Medium" panose="00000600000000000000" pitchFamily="2" charset="0"/>
                <a:cs typeface="Poppins Medium" panose="00000600000000000000" pitchFamily="2" charset="0"/>
              </a:rPr>
              <a:t>’ in terms of using alternative pronouns and verbs from what was in the lesson (ex: ‘</a:t>
            </a:r>
            <a:r>
              <a:rPr lang="en-US" sz="2000" dirty="0">
                <a:solidFill>
                  <a:srgbClr val="00B0F0"/>
                </a:solidFill>
                <a:latin typeface="Poppins Medium" panose="00000600000000000000" pitchFamily="2" charset="0"/>
                <a:cs typeface="Poppins Medium" panose="00000600000000000000" pitchFamily="2" charset="0"/>
              </a:rPr>
              <a:t>What</a:t>
            </a:r>
            <a:r>
              <a:rPr lang="en-US" sz="2000" dirty="0">
                <a:solidFill>
                  <a:schemeClr val="bg1"/>
                </a:solidFill>
                <a:latin typeface="Poppins Medium" panose="00000600000000000000" pitchFamily="2" charset="0"/>
                <a:cs typeface="Poppins Medium" panose="00000600000000000000" pitchFamily="2" charset="0"/>
              </a:rPr>
              <a:t> </a:t>
            </a:r>
            <a:r>
              <a:rPr lang="en-US" sz="2000" dirty="0">
                <a:solidFill>
                  <a:srgbClr val="FF0000"/>
                </a:solidFill>
                <a:latin typeface="Poppins Medium" panose="00000600000000000000" pitchFamily="2" charset="0"/>
                <a:cs typeface="Poppins Medium" panose="00000600000000000000" pitchFamily="2" charset="0"/>
              </a:rPr>
              <a:t>are you</a:t>
            </a:r>
            <a:r>
              <a:rPr lang="en-US" sz="2000" dirty="0">
                <a:solidFill>
                  <a:schemeClr val="bg1"/>
                </a:solidFill>
                <a:latin typeface="Poppins Medium" panose="00000600000000000000" pitchFamily="2" charset="0"/>
                <a:cs typeface="Poppins Medium" panose="00000600000000000000" pitchFamily="2" charset="0"/>
              </a:rPr>
              <a:t> </a:t>
            </a:r>
            <a:r>
              <a:rPr lang="en-US" sz="2000" dirty="0">
                <a:solidFill>
                  <a:srgbClr val="04A043"/>
                </a:solidFill>
                <a:latin typeface="Poppins Medium" panose="00000600000000000000" pitchFamily="2" charset="0"/>
                <a:cs typeface="Poppins Medium" panose="00000600000000000000" pitchFamily="2" charset="0"/>
              </a:rPr>
              <a:t>doing?</a:t>
            </a:r>
            <a:r>
              <a:rPr lang="en-US" sz="2000" dirty="0">
                <a:solidFill>
                  <a:schemeClr val="bg1"/>
                </a:solidFill>
                <a:latin typeface="Poppins Medium" panose="00000600000000000000" pitchFamily="2" charset="0"/>
                <a:cs typeface="Poppins Medium" panose="00000600000000000000" pitchFamily="2" charset="0"/>
              </a:rPr>
              <a:t>’, ‘</a:t>
            </a:r>
            <a:r>
              <a:rPr lang="en-US" sz="2000" dirty="0">
                <a:solidFill>
                  <a:srgbClr val="00B0F0"/>
                </a:solidFill>
                <a:latin typeface="Poppins Medium" panose="00000600000000000000" pitchFamily="2" charset="0"/>
                <a:cs typeface="Poppins Medium" panose="00000600000000000000" pitchFamily="2" charset="0"/>
              </a:rPr>
              <a:t>What</a:t>
            </a:r>
            <a:r>
              <a:rPr lang="en-US" sz="2000" dirty="0">
                <a:solidFill>
                  <a:schemeClr val="bg1"/>
                </a:solidFill>
                <a:latin typeface="Poppins Medium" panose="00000600000000000000" pitchFamily="2" charset="0"/>
                <a:cs typeface="Poppins Medium" panose="00000600000000000000" pitchFamily="2" charset="0"/>
              </a:rPr>
              <a:t> </a:t>
            </a:r>
            <a:r>
              <a:rPr lang="en-US" sz="2000" dirty="0">
                <a:solidFill>
                  <a:srgbClr val="FF0000"/>
                </a:solidFill>
                <a:latin typeface="Poppins Medium" panose="00000600000000000000" pitchFamily="2" charset="0"/>
                <a:cs typeface="Poppins Medium" panose="00000600000000000000" pitchFamily="2" charset="0"/>
              </a:rPr>
              <a:t>is she</a:t>
            </a:r>
            <a:r>
              <a:rPr lang="en-US" sz="2000" dirty="0">
                <a:solidFill>
                  <a:schemeClr val="bg1"/>
                </a:solidFill>
                <a:latin typeface="Poppins Medium" panose="00000600000000000000" pitchFamily="2" charset="0"/>
                <a:cs typeface="Poppins Medium" panose="00000600000000000000" pitchFamily="2" charset="0"/>
              </a:rPr>
              <a:t> </a:t>
            </a:r>
            <a:r>
              <a:rPr lang="en-US" sz="2000" dirty="0">
                <a:solidFill>
                  <a:srgbClr val="04A043"/>
                </a:solidFill>
                <a:latin typeface="Poppins Medium" panose="00000600000000000000" pitchFamily="2" charset="0"/>
                <a:cs typeface="Poppins Medium" panose="00000600000000000000" pitchFamily="2" charset="0"/>
              </a:rPr>
              <a:t>watching?</a:t>
            </a:r>
            <a:r>
              <a:rPr lang="en-US" sz="2000" dirty="0">
                <a:solidFill>
                  <a:schemeClr val="bg1"/>
                </a:solidFill>
                <a:latin typeface="Poppins Medium" panose="00000600000000000000" pitchFamily="2" charset="0"/>
                <a:cs typeface="Poppins Medium" panose="00000600000000000000" pitchFamily="2" charset="0"/>
              </a:rPr>
              <a:t>’, ‘</a:t>
            </a:r>
            <a:r>
              <a:rPr lang="en-US" sz="2000" dirty="0">
                <a:solidFill>
                  <a:srgbClr val="00B0F0"/>
                </a:solidFill>
                <a:latin typeface="Poppins Medium" panose="00000600000000000000" pitchFamily="2" charset="0"/>
                <a:cs typeface="Poppins Medium" panose="00000600000000000000" pitchFamily="2" charset="0"/>
              </a:rPr>
              <a:t>What</a:t>
            </a:r>
            <a:r>
              <a:rPr lang="en-US" sz="2000" dirty="0">
                <a:solidFill>
                  <a:schemeClr val="bg1"/>
                </a:solidFill>
                <a:latin typeface="Poppins Medium" panose="00000600000000000000" pitchFamily="2" charset="0"/>
                <a:cs typeface="Poppins Medium" panose="00000600000000000000" pitchFamily="2" charset="0"/>
              </a:rPr>
              <a:t> </a:t>
            </a:r>
            <a:r>
              <a:rPr lang="en-US" sz="2000" dirty="0">
                <a:solidFill>
                  <a:srgbClr val="FF0000"/>
                </a:solidFill>
                <a:latin typeface="Poppins Medium" panose="00000600000000000000" pitchFamily="2" charset="0"/>
                <a:cs typeface="Poppins Medium" panose="00000600000000000000" pitchFamily="2" charset="0"/>
              </a:rPr>
              <a:t>is Tom</a:t>
            </a:r>
            <a:r>
              <a:rPr lang="en-US" sz="2000" dirty="0">
                <a:solidFill>
                  <a:schemeClr val="bg1"/>
                </a:solidFill>
                <a:latin typeface="Poppins Medium" panose="00000600000000000000" pitchFamily="2" charset="0"/>
                <a:cs typeface="Poppins Medium" panose="00000600000000000000" pitchFamily="2" charset="0"/>
              </a:rPr>
              <a:t> </a:t>
            </a:r>
            <a:r>
              <a:rPr lang="en-US" sz="2000" dirty="0">
                <a:solidFill>
                  <a:srgbClr val="04A043"/>
                </a:solidFill>
                <a:latin typeface="Poppins Medium" panose="00000600000000000000" pitchFamily="2" charset="0"/>
                <a:cs typeface="Poppins Medium" panose="00000600000000000000" pitchFamily="2" charset="0"/>
              </a:rPr>
              <a:t>playing?</a:t>
            </a:r>
            <a:r>
              <a:rPr lang="en-US" sz="2000" dirty="0">
                <a:solidFill>
                  <a:schemeClr val="bg1"/>
                </a:solidFill>
                <a:latin typeface="Poppins Medium" panose="00000600000000000000" pitchFamily="2" charset="0"/>
                <a:cs typeface="Poppins Medium" panose="00000600000000000000" pitchFamily="2" charset="0"/>
              </a:rPr>
              <a:t>’).  (I personally like that the latter provides some variety for higher level students to improve grammatical fluency.)</a:t>
            </a:r>
          </a:p>
          <a:p>
            <a:pPr>
              <a:spcBef>
                <a:spcPts val="1800"/>
              </a:spcBef>
            </a:pPr>
            <a:r>
              <a:rPr lang="en-US" sz="2000" dirty="0">
                <a:solidFill>
                  <a:schemeClr val="bg1"/>
                </a:solidFill>
                <a:latin typeface="Poppins Medium" panose="00000600000000000000" pitchFamily="2" charset="0"/>
                <a:cs typeface="Poppins Medium" panose="00000600000000000000" pitchFamily="2" charset="0"/>
              </a:rPr>
              <a:t>To allow for multiple uses with the same group of students, there are </a:t>
            </a:r>
            <a:r>
              <a:rPr lang="en-US" sz="2000" dirty="0">
                <a:solidFill>
                  <a:srgbClr val="00B0F0"/>
                </a:solidFill>
                <a:latin typeface="Poppins Medium" panose="00000600000000000000" pitchFamily="2" charset="0"/>
                <a:cs typeface="Poppins Medium" panose="00000600000000000000" pitchFamily="2" charset="0"/>
              </a:rPr>
              <a:t>alternate slides</a:t>
            </a:r>
            <a:r>
              <a:rPr lang="en-US" sz="2000" dirty="0">
                <a:solidFill>
                  <a:schemeClr val="bg1"/>
                </a:solidFill>
                <a:latin typeface="Poppins Medium" panose="00000600000000000000" pitchFamily="2" charset="0"/>
                <a:cs typeface="Poppins Medium" panose="00000600000000000000" pitchFamily="2" charset="0"/>
              </a:rPr>
              <a:t> (labeled ‘Alt Board _’) for each of the 6 game board slides (divided into sections after the End Credits slide).  </a:t>
            </a:r>
            <a:r>
              <a:rPr lang="en-US" sz="2000" dirty="0">
                <a:solidFill>
                  <a:srgbClr val="00B0F0"/>
                </a:solidFill>
                <a:latin typeface="Poppins Medium" panose="00000600000000000000" pitchFamily="2" charset="0"/>
                <a:cs typeface="Poppins Medium" panose="00000600000000000000" pitchFamily="2" charset="0"/>
              </a:rPr>
              <a:t>Each</a:t>
            </a:r>
            <a:r>
              <a:rPr lang="en-US" sz="2000" dirty="0">
                <a:solidFill>
                  <a:schemeClr val="bg1"/>
                </a:solidFill>
                <a:latin typeface="Poppins Medium" panose="00000600000000000000" pitchFamily="2" charset="0"/>
                <a:cs typeface="Poppins Medium" panose="00000600000000000000" pitchFamily="2" charset="0"/>
              </a:rPr>
              <a:t> game board </a:t>
            </a:r>
            <a:r>
              <a:rPr lang="en-US" sz="2000" dirty="0">
                <a:solidFill>
                  <a:srgbClr val="00B0F0"/>
                </a:solidFill>
                <a:latin typeface="Poppins Medium" panose="00000600000000000000" pitchFamily="2" charset="0"/>
                <a:cs typeface="Poppins Medium" panose="00000600000000000000" pitchFamily="2" charset="0"/>
              </a:rPr>
              <a:t>slide</a:t>
            </a:r>
            <a:r>
              <a:rPr lang="en-US" sz="2000" dirty="0">
                <a:solidFill>
                  <a:schemeClr val="bg1"/>
                </a:solidFill>
                <a:latin typeface="Poppins Medium" panose="00000600000000000000" pitchFamily="2" charset="0"/>
                <a:cs typeface="Poppins Medium" panose="00000600000000000000" pitchFamily="2" charset="0"/>
              </a:rPr>
              <a:t> has </a:t>
            </a:r>
            <a:r>
              <a:rPr lang="en-US" sz="2000" dirty="0">
                <a:solidFill>
                  <a:srgbClr val="00B0F0"/>
                </a:solidFill>
                <a:latin typeface="Poppins Medium" panose="00000600000000000000" pitchFamily="2" charset="0"/>
                <a:cs typeface="Poppins Medium" panose="00000600000000000000" pitchFamily="2" charset="0"/>
              </a:rPr>
              <a:t>two alternates</a:t>
            </a:r>
            <a:r>
              <a:rPr lang="en-US" sz="2000" dirty="0">
                <a:solidFill>
                  <a:schemeClr val="bg1"/>
                </a:solidFill>
                <a:latin typeface="Poppins Medium" panose="00000600000000000000" pitchFamily="2" charset="0"/>
                <a:cs typeface="Poppins Medium" panose="00000600000000000000" pitchFamily="2" charset="0"/>
              </a:rPr>
              <a:t> with randomized points and different layouts that you can drag up to replace the original in the ‘Game Boards’ section. You can then right click on the alternate slide in the preview pane and ‘unhide’ it.  (If you don’t mind repeating music tracks, you can also mix and match these however you like.)</a:t>
            </a:r>
          </a:p>
          <a:p>
            <a:pPr>
              <a:spcBef>
                <a:spcPts val="1800"/>
              </a:spcBef>
            </a:pPr>
            <a:r>
              <a:rPr lang="en-US" sz="2000" spc="-50" dirty="0">
                <a:solidFill>
                  <a:schemeClr val="bg1"/>
                </a:solidFill>
                <a:latin typeface="Poppins Medium" panose="00000600000000000000" pitchFamily="2" charset="0"/>
                <a:cs typeface="Poppins Medium" panose="00000600000000000000" pitchFamily="2" charset="0"/>
              </a:rPr>
              <a:t>*Obsessive Text Tip- When your words and / or phrases won’t quite fit into the ‘blocks’ without spilling out beyond them, you can use ‘condensed’ character spacing (in the ‘Font’ dialog box) and ‘exactly’ line spacing (in the ‘Paragraph’ dialog box) to squeeze them in without dropping the font size to where the words are hard to read.*</a:t>
            </a:r>
          </a:p>
          <a:p>
            <a:pPr>
              <a:spcBef>
                <a:spcPts val="1800"/>
              </a:spcBef>
            </a:pPr>
            <a:r>
              <a:rPr lang="en-US" sz="2000" dirty="0">
                <a:solidFill>
                  <a:schemeClr val="bg1"/>
                </a:solidFill>
                <a:latin typeface="Poppins Medium" panose="00000600000000000000" pitchFamily="2" charset="0"/>
                <a:cs typeface="Poppins Medium" panose="00000600000000000000" pitchFamily="2" charset="0"/>
              </a:rPr>
              <a:t>*Actually Important Note- Deleting or moving objects can break animation sequences.  I recommend storing an unaltered copy of this game template in a separate folder as a back-up.*</a:t>
            </a:r>
          </a:p>
        </p:txBody>
      </p:sp>
      <p:sp>
        <p:nvSpPr>
          <p:cNvPr id="4" name="TextBox 3"/>
          <p:cNvSpPr txBox="1"/>
          <p:nvPr/>
        </p:nvSpPr>
        <p:spPr>
          <a:xfrm>
            <a:off x="1" y="6047760"/>
            <a:ext cx="14630400" cy="2169825"/>
          </a:xfrm>
          <a:prstGeom prst="rect">
            <a:avLst/>
          </a:prstGeom>
          <a:noFill/>
        </p:spPr>
        <p:txBody>
          <a:bodyPr wrap="square" rtlCol="0">
            <a:spAutoFit/>
          </a:bodyPr>
          <a:lstStyle/>
          <a:p>
            <a:pPr>
              <a:spcAft>
                <a:spcPts val="1800"/>
              </a:spcAft>
            </a:pPr>
            <a:r>
              <a:rPr lang="en-US" sz="2000" b="1" dirty="0">
                <a:solidFill>
                  <a:srgbClr val="00B0F0"/>
                </a:solidFill>
                <a:latin typeface="Poppins Medium" panose="00000600000000000000" pitchFamily="2" charset="0"/>
                <a:cs typeface="Poppins Medium" panose="00000600000000000000" pitchFamily="2" charset="0"/>
              </a:rPr>
              <a:t>Credits:   Game and template design by Adam Groff</a:t>
            </a:r>
          </a:p>
          <a:p>
            <a:pPr>
              <a:spcAft>
                <a:spcPts val="1800"/>
              </a:spcAft>
            </a:pPr>
            <a:r>
              <a:rPr lang="en-US" sz="2000" b="1" dirty="0">
                <a:solidFill>
                  <a:srgbClr val="00B0F0"/>
                </a:solidFill>
                <a:latin typeface="Poppins Medium" panose="00000600000000000000" pitchFamily="2" charset="0"/>
                <a:cs typeface="Poppins Medium" panose="00000600000000000000" pitchFamily="2" charset="0"/>
              </a:rPr>
              <a:t>Game concept inspired by ‘Sentence Craft’ by Kimberly Teacher (</a:t>
            </a:r>
            <a:r>
              <a:rPr lang="en-US" sz="2000" b="1" dirty="0" err="1">
                <a:solidFill>
                  <a:srgbClr val="00B0F0"/>
                </a:solidFill>
                <a:latin typeface="Poppins Medium" panose="00000600000000000000" pitchFamily="2" charset="0"/>
                <a:cs typeface="Poppins Medium" panose="00000600000000000000" pitchFamily="2" charset="0"/>
              </a:rPr>
              <a:t>rtw_acrobat</a:t>
            </a:r>
            <a:r>
              <a:rPr lang="en-US" sz="2000" b="1" dirty="0">
                <a:solidFill>
                  <a:srgbClr val="00B0F0"/>
                </a:solidFill>
                <a:latin typeface="Poppins Medium" panose="00000600000000000000" pitchFamily="2" charset="0"/>
                <a:cs typeface="Poppins Medium" panose="00000600000000000000" pitchFamily="2" charset="0"/>
              </a:rPr>
              <a:t>).</a:t>
            </a:r>
          </a:p>
          <a:p>
            <a:pPr>
              <a:lnSpc>
                <a:spcPts val="2600"/>
              </a:lnSpc>
            </a:pPr>
            <a:r>
              <a:rPr lang="en-US" sz="2000" dirty="0">
                <a:solidFill>
                  <a:srgbClr val="00B0F0"/>
                </a:solidFill>
                <a:latin typeface="Poppins Medium" panose="00000600000000000000" pitchFamily="2" charset="0"/>
                <a:cs typeface="Poppins Medium" panose="00000600000000000000" pitchFamily="2" charset="0"/>
              </a:rPr>
              <a:t>Images</a:t>
            </a:r>
            <a:r>
              <a:rPr lang="en-US" sz="2000" dirty="0">
                <a:solidFill>
                  <a:schemeClr val="bg1"/>
                </a:solidFill>
                <a:latin typeface="Poppins Medium" panose="00000600000000000000" pitchFamily="2" charset="0"/>
                <a:cs typeface="Poppins Medium" panose="00000600000000000000" pitchFamily="2" charset="0"/>
              </a:rPr>
              <a:t>:   All images created by Adam Groff</a:t>
            </a:r>
          </a:p>
          <a:p>
            <a:pPr>
              <a:lnSpc>
                <a:spcPts val="2600"/>
              </a:lnSpc>
            </a:pPr>
            <a:r>
              <a:rPr lang="en-US" sz="2000" dirty="0">
                <a:solidFill>
                  <a:srgbClr val="00B0F0"/>
                </a:solidFill>
                <a:latin typeface="Poppins Medium" panose="00000600000000000000" pitchFamily="2" charset="0"/>
                <a:cs typeface="Poppins Medium" panose="00000600000000000000" pitchFamily="2" charset="0"/>
              </a:rPr>
              <a:t>Audio</a:t>
            </a:r>
            <a:r>
              <a:rPr lang="en-US" sz="2000" dirty="0">
                <a:solidFill>
                  <a:schemeClr val="bg1"/>
                </a:solidFill>
                <a:latin typeface="Poppins Medium" panose="00000600000000000000" pitchFamily="2" charset="0"/>
                <a:cs typeface="Poppins Medium" panose="00000600000000000000" pitchFamily="2" charset="0"/>
              </a:rPr>
              <a:t>:       All music created by Adam Groff</a:t>
            </a:r>
          </a:p>
          <a:p>
            <a:pPr>
              <a:lnSpc>
                <a:spcPts val="2600"/>
              </a:lnSpc>
            </a:pPr>
            <a:r>
              <a:rPr lang="en-US" sz="2000" dirty="0">
                <a:solidFill>
                  <a:schemeClr val="bg1"/>
                </a:solidFill>
                <a:latin typeface="Poppins Medium" panose="00000600000000000000" pitchFamily="2" charset="0"/>
                <a:cs typeface="Poppins Medium" panose="00000600000000000000" pitchFamily="2" charset="0"/>
              </a:rPr>
              <a:t>	Plastic brick sounds by  </a:t>
            </a:r>
            <a:r>
              <a:rPr lang="en-US" sz="2000" dirty="0">
                <a:solidFill>
                  <a:srgbClr val="00B0F0"/>
                </a:solidFill>
                <a:effectLst>
                  <a:glow rad="139700">
                    <a:schemeClr val="tx1">
                      <a:alpha val="40000"/>
                    </a:schemeClr>
                  </a:glow>
                </a:effectLst>
                <a:latin typeface="Poppins Medium" panose="00000600000000000000" pitchFamily="2" charset="0"/>
                <a:cs typeface="Poppins Medium" panose="00000600000000000000" pitchFamily="2" charset="0"/>
              </a:rPr>
              <a:t>leandri140029</a:t>
            </a:r>
            <a:r>
              <a:rPr lang="en-US" sz="2000" dirty="0">
                <a:solidFill>
                  <a:schemeClr val="bg1"/>
                </a:solidFill>
                <a:effectLst>
                  <a:glow rad="139700">
                    <a:schemeClr val="tx1">
                      <a:alpha val="40000"/>
                    </a:schemeClr>
                  </a:glow>
                </a:effectLst>
                <a:latin typeface="Poppins Medium" panose="00000600000000000000" pitchFamily="2" charset="0"/>
                <a:cs typeface="Poppins Medium" panose="00000600000000000000" pitchFamily="2" charset="0"/>
              </a:rPr>
              <a:t> (CC0, freesound.org)</a:t>
            </a:r>
            <a:r>
              <a:rPr lang="en-US" sz="2000" dirty="0">
                <a:solidFill>
                  <a:schemeClr val="bg1"/>
                </a:solidFill>
                <a:latin typeface="Poppins Medium" panose="00000600000000000000" pitchFamily="2" charset="0"/>
                <a:cs typeface="Poppins Medium" panose="00000600000000000000" pitchFamily="2" charset="0"/>
              </a:rPr>
              <a:t>.  Power-up sounds by Adam Groff.</a:t>
            </a:r>
          </a:p>
        </p:txBody>
      </p:sp>
    </p:spTree>
    <p:extLst>
      <p:ext uri="{BB962C8B-B14F-4D97-AF65-F5344CB8AC3E}">
        <p14:creationId xmlns:p14="http://schemas.microsoft.com/office/powerpoint/2010/main" val="1612295563"/>
      </p:ext>
    </p:extLst>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14" name="Baseplate"/>
          <p:cNvPicPr>
            <a:picLocks noChangeAspect="1"/>
          </p:cNvPicPr>
          <p:nvPr/>
        </p:nvPicPr>
        <p:blipFill>
          <a:blip r:embed="rId19" cstate="print">
            <a:extLst>
              <a:ext uri="{28A0092B-C50C-407E-A947-70E740481C1C}">
                <a14:useLocalDpi xmlns:a14="http://schemas.microsoft.com/office/drawing/2010/main" val="0"/>
              </a:ext>
            </a:extLst>
          </a:blip>
          <a:stretch>
            <a:fillRect/>
          </a:stretch>
        </p:blipFill>
        <p:spPr>
          <a:xfrm>
            <a:off x="-594469" y="-54465"/>
            <a:ext cx="15819338" cy="8503919"/>
          </a:xfrm>
          <a:prstGeom prst="rect">
            <a:avLst/>
          </a:prstGeom>
        </p:spPr>
      </p:pic>
      <p:sp>
        <p:nvSpPr>
          <p:cNvPr id="136" name="Instructions Cap 1"/>
          <p:cNvSpPr>
            <a:spLocks/>
          </p:cNvSpPr>
          <p:nvPr/>
        </p:nvSpPr>
        <p:spPr>
          <a:xfrm>
            <a:off x="213811" y="5336561"/>
            <a:ext cx="3273552" cy="2542032"/>
          </a:xfrm>
          <a:prstGeom prst="rect">
            <a:avLst/>
          </a:prstGeom>
          <a:solidFill>
            <a:srgbClr val="F4F4F4"/>
          </a:solidFill>
          <a:ln>
            <a:noFill/>
          </a:ln>
          <a:scene3d>
            <a:camera prst="orthographicFront">
              <a:rot lat="20400000" lon="21000000" rev="198000"/>
            </a:camera>
            <a:lightRig rig="balanced" dir="t"/>
          </a:scene3d>
          <a:sp3d extrusionH="165100" prstMaterial="metal">
            <a:bevelT w="19050" h="12700"/>
            <a:extrusionClr>
              <a:srgbClr val="F4F4F4"/>
            </a:extrusionClr>
          </a:sp3d>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sz="4400" spc="-200" dirty="0">
                <a:ln>
                  <a:solidFill>
                    <a:schemeClr val="tx1">
                      <a:lumMod val="85000"/>
                      <a:lumOff val="15000"/>
                    </a:schemeClr>
                  </a:solidFill>
                </a:ln>
                <a:solidFill>
                  <a:srgbClr val="FFC000"/>
                </a:solidFill>
                <a:latin typeface="Poppins Medium" panose="00000600000000000000" pitchFamily="2" charset="0"/>
                <a:ea typeface="ZCOOL QingKe HuangYou" panose="00000500000000000000" pitchFamily="2" charset="0"/>
                <a:cs typeface="Poppins Medium" panose="00000600000000000000" pitchFamily="2" charset="0"/>
              </a:rPr>
              <a:t>How to play:</a:t>
            </a:r>
          </a:p>
        </p:txBody>
      </p:sp>
      <p:sp>
        <p:nvSpPr>
          <p:cNvPr id="137" name="Instructions Cap 2"/>
          <p:cNvSpPr>
            <a:spLocks/>
          </p:cNvSpPr>
          <p:nvPr/>
        </p:nvSpPr>
        <p:spPr>
          <a:xfrm>
            <a:off x="213811" y="5336561"/>
            <a:ext cx="3273552" cy="2542032"/>
          </a:xfrm>
          <a:prstGeom prst="rect">
            <a:avLst/>
          </a:prstGeom>
          <a:solidFill>
            <a:srgbClr val="F4F4F4"/>
          </a:solidFill>
          <a:ln>
            <a:noFill/>
          </a:ln>
          <a:scene3d>
            <a:camera prst="orthographicFront">
              <a:rot lat="20400000" lon="21000000" rev="198000"/>
            </a:camera>
            <a:lightRig rig="balanced" dir="t"/>
          </a:scene3d>
          <a:sp3d extrusionH="165100" prstMaterial="metal">
            <a:bevelT w="19050" h="12700"/>
            <a:extrusionClr>
              <a:srgbClr val="F4F4F4"/>
            </a:extrusionClr>
          </a:sp3d>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sz="4400" spc="-200" dirty="0">
                <a:ln>
                  <a:solidFill>
                    <a:schemeClr val="tx1">
                      <a:lumMod val="85000"/>
                      <a:lumOff val="15000"/>
                    </a:schemeClr>
                  </a:solidFill>
                </a:ln>
                <a:solidFill>
                  <a:srgbClr val="FFC000"/>
                </a:solidFill>
                <a:latin typeface="Poppins Medium" panose="00000600000000000000" pitchFamily="2" charset="0"/>
                <a:ea typeface="ZCOOL QingKe HuangYou" panose="00000500000000000000" pitchFamily="2" charset="0"/>
                <a:cs typeface="Poppins Medium" panose="00000600000000000000" pitchFamily="2" charset="0"/>
              </a:rPr>
              <a:t>Choose 1 block </a:t>
            </a:r>
            <a:r>
              <a:rPr lang="en-US" sz="4400" spc="-200" dirty="0">
                <a:ln>
                  <a:solidFill>
                    <a:schemeClr val="tx1">
                      <a:lumMod val="85000"/>
                      <a:lumOff val="15000"/>
                    </a:schemeClr>
                  </a:solidFill>
                </a:ln>
                <a:solidFill>
                  <a:srgbClr val="0070C0"/>
                </a:solidFill>
                <a:latin typeface="Poppins Medium" panose="00000600000000000000" pitchFamily="2" charset="0"/>
                <a:ea typeface="ZCOOL QingKe HuangYou" panose="00000500000000000000" pitchFamily="2" charset="0"/>
                <a:cs typeface="Poppins Medium" panose="00000600000000000000" pitchFamily="2" charset="0"/>
              </a:rPr>
              <a:t>of</a:t>
            </a:r>
            <a:r>
              <a:rPr lang="en-US" sz="4400" spc="-200" dirty="0">
                <a:ln>
                  <a:solidFill>
                    <a:schemeClr val="tx1">
                      <a:lumMod val="85000"/>
                      <a:lumOff val="15000"/>
                    </a:schemeClr>
                  </a:solidFill>
                </a:ln>
                <a:solidFill>
                  <a:srgbClr val="FFC000"/>
                </a:solidFill>
                <a:latin typeface="Poppins Medium" panose="00000600000000000000" pitchFamily="2" charset="0"/>
                <a:ea typeface="ZCOOL QingKe HuangYou" panose="00000500000000000000" pitchFamily="2" charset="0"/>
                <a:cs typeface="Poppins Medium" panose="00000600000000000000" pitchFamily="2" charset="0"/>
              </a:rPr>
              <a:t> </a:t>
            </a:r>
            <a:r>
              <a:rPr lang="en-US" sz="4400" spc="-200" dirty="0">
                <a:ln>
                  <a:solidFill>
                    <a:schemeClr val="tx1">
                      <a:lumMod val="85000"/>
                      <a:lumOff val="15000"/>
                    </a:schemeClr>
                  </a:solidFill>
                </a:ln>
                <a:solidFill>
                  <a:srgbClr val="DD1A21"/>
                </a:solidFill>
                <a:latin typeface="Poppins Medium" panose="00000600000000000000" pitchFamily="2" charset="0"/>
                <a:ea typeface="ZCOOL QingKe HuangYou" panose="00000500000000000000" pitchFamily="2" charset="0"/>
                <a:cs typeface="Poppins Medium" panose="00000600000000000000" pitchFamily="2" charset="0"/>
              </a:rPr>
              <a:t>each</a:t>
            </a:r>
            <a:r>
              <a:rPr lang="en-US" sz="4400" spc="-200" dirty="0">
                <a:ln>
                  <a:solidFill>
                    <a:schemeClr val="tx1">
                      <a:lumMod val="85000"/>
                      <a:lumOff val="15000"/>
                    </a:schemeClr>
                  </a:solidFill>
                </a:ln>
                <a:solidFill>
                  <a:srgbClr val="FFC000"/>
                </a:solidFill>
                <a:latin typeface="Poppins Medium" panose="00000600000000000000" pitchFamily="2" charset="0"/>
                <a:ea typeface="ZCOOL QingKe HuangYou" panose="00000500000000000000" pitchFamily="2" charset="0"/>
                <a:cs typeface="Poppins Medium" panose="00000600000000000000" pitchFamily="2" charset="0"/>
              </a:rPr>
              <a:t> </a:t>
            </a:r>
            <a:r>
              <a:rPr lang="en-US" sz="4400" spc="-200" dirty="0">
                <a:ln>
                  <a:solidFill>
                    <a:schemeClr val="tx1">
                      <a:lumMod val="85000"/>
                      <a:lumOff val="15000"/>
                    </a:schemeClr>
                  </a:solidFill>
                </a:ln>
                <a:solidFill>
                  <a:srgbClr val="04A043"/>
                </a:solidFill>
                <a:latin typeface="Poppins Medium" panose="00000600000000000000" pitchFamily="2" charset="0"/>
                <a:ea typeface="ZCOOL QingKe HuangYou" panose="00000500000000000000" pitchFamily="2" charset="0"/>
                <a:cs typeface="Poppins Medium" panose="00000600000000000000" pitchFamily="2" charset="0"/>
              </a:rPr>
              <a:t>color</a:t>
            </a:r>
            <a:r>
              <a:rPr lang="en-US" sz="4400" spc="-200" dirty="0">
                <a:ln>
                  <a:solidFill>
                    <a:schemeClr val="tx1">
                      <a:lumMod val="85000"/>
                      <a:lumOff val="15000"/>
                    </a:schemeClr>
                  </a:solidFill>
                </a:ln>
                <a:solidFill>
                  <a:srgbClr val="FFC000"/>
                </a:solidFill>
                <a:latin typeface="Poppins Medium" panose="00000600000000000000" pitchFamily="2" charset="0"/>
                <a:ea typeface="ZCOOL QingKe HuangYou" panose="00000500000000000000" pitchFamily="2" charset="0"/>
                <a:cs typeface="Poppins Medium" panose="00000600000000000000" pitchFamily="2" charset="0"/>
              </a:rPr>
              <a:t>.</a:t>
            </a:r>
          </a:p>
        </p:txBody>
      </p:sp>
      <p:sp>
        <p:nvSpPr>
          <p:cNvPr id="138" name="Instructions Cap 3"/>
          <p:cNvSpPr>
            <a:spLocks/>
          </p:cNvSpPr>
          <p:nvPr/>
        </p:nvSpPr>
        <p:spPr>
          <a:xfrm>
            <a:off x="213811" y="5336561"/>
            <a:ext cx="3273552" cy="2542032"/>
          </a:xfrm>
          <a:prstGeom prst="rect">
            <a:avLst/>
          </a:prstGeom>
          <a:solidFill>
            <a:srgbClr val="F4F4F4"/>
          </a:solidFill>
          <a:ln>
            <a:noFill/>
          </a:ln>
          <a:scene3d>
            <a:camera prst="orthographicFront">
              <a:rot lat="20400000" lon="21000000" rev="198000"/>
            </a:camera>
            <a:lightRig rig="balanced" dir="t"/>
          </a:scene3d>
          <a:sp3d extrusionH="165100" prstMaterial="metal">
            <a:bevelT w="19050" h="12700"/>
            <a:extrusionClr>
              <a:srgbClr val="F4F4F4"/>
            </a:extrusionClr>
          </a:sp3d>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sz="4400" spc="-200" dirty="0">
                <a:ln>
                  <a:solidFill>
                    <a:schemeClr val="tx1">
                      <a:lumMod val="85000"/>
                      <a:lumOff val="15000"/>
                    </a:schemeClr>
                  </a:solidFill>
                </a:ln>
                <a:solidFill>
                  <a:srgbClr val="FFC000"/>
                </a:solidFill>
                <a:latin typeface="Poppins Medium" panose="00000600000000000000" pitchFamily="2" charset="0"/>
                <a:ea typeface="ZCOOL QingKe HuangYou" panose="00000500000000000000" pitchFamily="2" charset="0"/>
                <a:cs typeface="Poppins Medium" panose="00000600000000000000" pitchFamily="2" charset="0"/>
              </a:rPr>
              <a:t>Write the sentence.</a:t>
            </a:r>
          </a:p>
        </p:txBody>
      </p:sp>
      <p:sp>
        <p:nvSpPr>
          <p:cNvPr id="139" name="Instructions Cap 4"/>
          <p:cNvSpPr>
            <a:spLocks/>
          </p:cNvSpPr>
          <p:nvPr/>
        </p:nvSpPr>
        <p:spPr>
          <a:xfrm>
            <a:off x="213811" y="5336561"/>
            <a:ext cx="3273552" cy="2542032"/>
          </a:xfrm>
          <a:prstGeom prst="rect">
            <a:avLst/>
          </a:prstGeom>
          <a:solidFill>
            <a:srgbClr val="F4F4F4"/>
          </a:solidFill>
          <a:ln>
            <a:noFill/>
          </a:ln>
          <a:scene3d>
            <a:camera prst="orthographicFront">
              <a:rot lat="20400000" lon="21000000" rev="198000"/>
            </a:camera>
            <a:lightRig rig="balanced" dir="t"/>
          </a:scene3d>
          <a:sp3d extrusionH="165100" prstMaterial="metal">
            <a:bevelT w="19050" h="12700"/>
            <a:extrusionClr>
              <a:srgbClr val="F4F4F4"/>
            </a:extrusionClr>
          </a:sp3d>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sz="4400" spc="-200" dirty="0">
                <a:ln>
                  <a:solidFill>
                    <a:schemeClr val="tx1">
                      <a:lumMod val="85000"/>
                      <a:lumOff val="15000"/>
                    </a:schemeClr>
                  </a:solidFill>
                </a:ln>
                <a:solidFill>
                  <a:srgbClr val="FFC000"/>
                </a:solidFill>
                <a:latin typeface="Poppins Medium" panose="00000600000000000000" pitchFamily="2" charset="0"/>
                <a:ea typeface="ZCOOL QingKe HuangYou" panose="00000500000000000000" pitchFamily="2" charset="0"/>
                <a:cs typeface="Poppins Medium" panose="00000600000000000000" pitchFamily="2" charset="0"/>
              </a:rPr>
              <a:t>Then, check your points!</a:t>
            </a:r>
          </a:p>
        </p:txBody>
      </p:sp>
      <p:grpSp>
        <p:nvGrpSpPr>
          <p:cNvPr id="27" name="Green Block 1"/>
          <p:cNvGrpSpPr/>
          <p:nvPr/>
        </p:nvGrpSpPr>
        <p:grpSpPr>
          <a:xfrm>
            <a:off x="9286304" y="204722"/>
            <a:ext cx="3472116" cy="1832358"/>
            <a:chOff x="9286304" y="204722"/>
            <a:chExt cx="3472116" cy="1832358"/>
          </a:xfrm>
        </p:grpSpPr>
        <p:pic>
          <p:nvPicPr>
            <p:cNvPr id="13" name="Green Bricks 1"/>
            <p:cNvPicPr>
              <a:picLocks noChangeAspect="1"/>
            </p:cNvPicPr>
            <p:nvPr/>
          </p:nvPicPr>
          <p:blipFill>
            <a:blip r:embed="rId20" cstate="print">
              <a:extLst>
                <a:ext uri="{28A0092B-C50C-407E-A947-70E740481C1C}">
                  <a14:useLocalDpi xmlns:a14="http://schemas.microsoft.com/office/drawing/2010/main" val="0"/>
                </a:ext>
              </a:extLst>
            </a:blip>
            <a:stretch>
              <a:fillRect/>
            </a:stretch>
          </p:blipFill>
          <p:spPr>
            <a:xfrm>
              <a:off x="9286304" y="312925"/>
              <a:ext cx="3456007" cy="1724155"/>
            </a:xfrm>
            <a:prstGeom prst="rect">
              <a:avLst/>
            </a:prstGeom>
          </p:spPr>
        </p:pic>
        <p:sp>
          <p:nvSpPr>
            <p:cNvPr id="15" name="Green Cap 1"/>
            <p:cNvSpPr>
              <a:spLocks noChangeAspect="1"/>
            </p:cNvSpPr>
            <p:nvPr/>
          </p:nvSpPr>
          <p:spPr>
            <a:xfrm>
              <a:off x="9850629" y="204722"/>
              <a:ext cx="2907791" cy="1453896"/>
            </a:xfrm>
            <a:prstGeom prst="rect">
              <a:avLst/>
            </a:prstGeom>
            <a:solidFill>
              <a:srgbClr val="F4F4F4"/>
            </a:solidFill>
            <a:ln>
              <a:noFill/>
            </a:ln>
            <a:scene3d>
              <a:camera prst="orthographicFront">
                <a:rot lat="20400000" lon="21000000" rev="198000"/>
              </a:camera>
              <a:lightRig rig="balanced" dir="t"/>
            </a:scene3d>
            <a:sp3d extrusionH="165100" prstMaterial="metal">
              <a:bevelT w="19050" h="12700"/>
              <a:extrusionClr>
                <a:srgbClr val="F4F4F4"/>
              </a:extrusionClr>
            </a:sp3d>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sz="4400" spc="-200" dirty="0">
                  <a:ln>
                    <a:solidFill>
                      <a:schemeClr val="tx1">
                        <a:lumMod val="85000"/>
                        <a:lumOff val="15000"/>
                      </a:schemeClr>
                    </a:solidFill>
                  </a:ln>
                  <a:solidFill>
                    <a:srgbClr val="04A043"/>
                  </a:solidFill>
                  <a:latin typeface="Poppins Medium" panose="00000600000000000000" pitchFamily="2" charset="0"/>
                  <a:ea typeface="ZCOOL QingKe HuangYou" panose="00000500000000000000" pitchFamily="2" charset="0"/>
                  <a:cs typeface="Poppins Medium" panose="00000600000000000000" pitchFamily="2" charset="0"/>
                </a:rPr>
                <a:t>ball?</a:t>
              </a:r>
            </a:p>
          </p:txBody>
        </p:sp>
      </p:grpSp>
      <p:grpSp>
        <p:nvGrpSpPr>
          <p:cNvPr id="28" name="Green Block 2"/>
          <p:cNvGrpSpPr/>
          <p:nvPr/>
        </p:nvGrpSpPr>
        <p:grpSpPr>
          <a:xfrm>
            <a:off x="9405482" y="2271998"/>
            <a:ext cx="3471048" cy="1832358"/>
            <a:chOff x="9405482" y="2271998"/>
            <a:chExt cx="3471048" cy="1832358"/>
          </a:xfrm>
        </p:grpSpPr>
        <p:pic>
          <p:nvPicPr>
            <p:cNvPr id="30" name="Green Bricks 2"/>
            <p:cNvPicPr>
              <a:picLocks noChangeAspect="1"/>
            </p:cNvPicPr>
            <p:nvPr/>
          </p:nvPicPr>
          <p:blipFill>
            <a:blip r:embed="rId20" cstate="print">
              <a:extLst>
                <a:ext uri="{28A0092B-C50C-407E-A947-70E740481C1C}">
                  <a14:useLocalDpi xmlns:a14="http://schemas.microsoft.com/office/drawing/2010/main" val="0"/>
                </a:ext>
              </a:extLst>
            </a:blip>
            <a:stretch>
              <a:fillRect/>
            </a:stretch>
          </p:blipFill>
          <p:spPr>
            <a:xfrm>
              <a:off x="9405482" y="2380201"/>
              <a:ext cx="3456007" cy="1724155"/>
            </a:xfrm>
            <a:prstGeom prst="rect">
              <a:avLst/>
            </a:prstGeom>
          </p:spPr>
        </p:pic>
        <p:sp>
          <p:nvSpPr>
            <p:cNvPr id="31" name="Green Cap 2"/>
            <p:cNvSpPr>
              <a:spLocks noChangeAspect="1"/>
            </p:cNvSpPr>
            <p:nvPr/>
          </p:nvSpPr>
          <p:spPr>
            <a:xfrm>
              <a:off x="9968739" y="2271998"/>
              <a:ext cx="2907791" cy="1453896"/>
            </a:xfrm>
            <a:prstGeom prst="rect">
              <a:avLst/>
            </a:prstGeom>
            <a:solidFill>
              <a:srgbClr val="F4F4F4"/>
            </a:solidFill>
            <a:ln>
              <a:noFill/>
            </a:ln>
            <a:scene3d>
              <a:camera prst="orthographicFront">
                <a:rot lat="20400000" lon="21000000" rev="198000"/>
              </a:camera>
              <a:lightRig rig="balanced" dir="t"/>
            </a:scene3d>
            <a:sp3d extrusionH="165100" prstMaterial="metal">
              <a:bevelT w="19050" h="12700"/>
              <a:extrusionClr>
                <a:srgbClr val="F4F4F4"/>
              </a:extrusionClr>
            </a:sp3d>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sz="4400" spc="-200" dirty="0">
                  <a:ln>
                    <a:solidFill>
                      <a:schemeClr val="tx1">
                        <a:lumMod val="85000"/>
                        <a:lumOff val="15000"/>
                      </a:schemeClr>
                    </a:solidFill>
                  </a:ln>
                  <a:solidFill>
                    <a:srgbClr val="04A043"/>
                  </a:solidFill>
                  <a:latin typeface="Poppins Medium" panose="00000600000000000000" pitchFamily="2" charset="0"/>
                  <a:ea typeface="ZCOOL QingKe HuangYou" panose="00000500000000000000" pitchFamily="2" charset="0"/>
                  <a:cs typeface="Poppins Medium" panose="00000600000000000000" pitchFamily="2" charset="0"/>
                </a:rPr>
                <a:t>watch?</a:t>
              </a:r>
            </a:p>
          </p:txBody>
        </p:sp>
      </p:grpSp>
      <p:grpSp>
        <p:nvGrpSpPr>
          <p:cNvPr id="29" name="Green Block 3"/>
          <p:cNvGrpSpPr/>
          <p:nvPr/>
        </p:nvGrpSpPr>
        <p:grpSpPr>
          <a:xfrm>
            <a:off x="9526095" y="4347967"/>
            <a:ext cx="3473625" cy="1832358"/>
            <a:chOff x="9526095" y="4347967"/>
            <a:chExt cx="3473625" cy="1832358"/>
          </a:xfrm>
        </p:grpSpPr>
        <p:pic>
          <p:nvPicPr>
            <p:cNvPr id="33" name="Green Bricks 3"/>
            <p:cNvPicPr>
              <a:picLocks noChangeAspect="1"/>
            </p:cNvPicPr>
            <p:nvPr/>
          </p:nvPicPr>
          <p:blipFill>
            <a:blip r:embed="rId20" cstate="print">
              <a:extLst>
                <a:ext uri="{28A0092B-C50C-407E-A947-70E740481C1C}">
                  <a14:useLocalDpi xmlns:a14="http://schemas.microsoft.com/office/drawing/2010/main" val="0"/>
                </a:ext>
              </a:extLst>
            </a:blip>
            <a:stretch>
              <a:fillRect/>
            </a:stretch>
          </p:blipFill>
          <p:spPr>
            <a:xfrm>
              <a:off x="9526095" y="4456170"/>
              <a:ext cx="3456007" cy="1724155"/>
            </a:xfrm>
            <a:prstGeom prst="rect">
              <a:avLst/>
            </a:prstGeom>
          </p:spPr>
        </p:pic>
        <p:sp>
          <p:nvSpPr>
            <p:cNvPr id="34" name="Green Cap 3"/>
            <p:cNvSpPr>
              <a:spLocks noChangeAspect="1"/>
            </p:cNvSpPr>
            <p:nvPr/>
          </p:nvSpPr>
          <p:spPr>
            <a:xfrm>
              <a:off x="10091929" y="4347967"/>
              <a:ext cx="2907791" cy="1453896"/>
            </a:xfrm>
            <a:prstGeom prst="rect">
              <a:avLst/>
            </a:prstGeom>
            <a:solidFill>
              <a:srgbClr val="F4F4F4"/>
            </a:solidFill>
            <a:ln>
              <a:noFill/>
            </a:ln>
            <a:scene3d>
              <a:camera prst="orthographicFront">
                <a:rot lat="20400000" lon="21000000" rev="198000"/>
              </a:camera>
              <a:lightRig rig="balanced" dir="t"/>
            </a:scene3d>
            <a:sp3d extrusionH="165100" prstMaterial="metal">
              <a:bevelT w="19050" h="12700"/>
              <a:extrusionClr>
                <a:srgbClr val="F4F4F4"/>
              </a:extrusionClr>
            </a:sp3d>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sz="4400" spc="-200" dirty="0">
                  <a:ln>
                    <a:solidFill>
                      <a:schemeClr val="tx1">
                        <a:lumMod val="85000"/>
                        <a:lumOff val="15000"/>
                      </a:schemeClr>
                    </a:solidFill>
                  </a:ln>
                  <a:solidFill>
                    <a:srgbClr val="04A043"/>
                  </a:solidFill>
                  <a:latin typeface="Poppins Medium" panose="00000600000000000000" pitchFamily="2" charset="0"/>
                  <a:ea typeface="ZCOOL QingKe HuangYou" panose="00000500000000000000" pitchFamily="2" charset="0"/>
                  <a:cs typeface="Poppins Medium" panose="00000600000000000000" pitchFamily="2" charset="0"/>
                </a:rPr>
                <a:t>cap?</a:t>
              </a:r>
            </a:p>
          </p:txBody>
        </p:sp>
      </p:grpSp>
      <p:grpSp>
        <p:nvGrpSpPr>
          <p:cNvPr id="32" name="Green Block 4"/>
          <p:cNvGrpSpPr/>
          <p:nvPr/>
        </p:nvGrpSpPr>
        <p:grpSpPr>
          <a:xfrm>
            <a:off x="9635113" y="6415243"/>
            <a:ext cx="3473827" cy="1832358"/>
            <a:chOff x="9635113" y="6415243"/>
            <a:chExt cx="3473827" cy="1832358"/>
          </a:xfrm>
        </p:grpSpPr>
        <p:pic>
          <p:nvPicPr>
            <p:cNvPr id="36" name="Green Bricks 4"/>
            <p:cNvPicPr>
              <a:picLocks noChangeAspect="1"/>
            </p:cNvPicPr>
            <p:nvPr/>
          </p:nvPicPr>
          <p:blipFill>
            <a:blip r:embed="rId20" cstate="print">
              <a:extLst>
                <a:ext uri="{28A0092B-C50C-407E-A947-70E740481C1C}">
                  <a14:useLocalDpi xmlns:a14="http://schemas.microsoft.com/office/drawing/2010/main" val="0"/>
                </a:ext>
              </a:extLst>
            </a:blip>
            <a:stretch>
              <a:fillRect/>
            </a:stretch>
          </p:blipFill>
          <p:spPr>
            <a:xfrm>
              <a:off x="9635113" y="6523446"/>
              <a:ext cx="3456007" cy="1724155"/>
            </a:xfrm>
            <a:prstGeom prst="rect">
              <a:avLst/>
            </a:prstGeom>
          </p:spPr>
        </p:pic>
        <p:sp>
          <p:nvSpPr>
            <p:cNvPr id="37" name="Green Cap 4"/>
            <p:cNvSpPr>
              <a:spLocks noChangeAspect="1"/>
            </p:cNvSpPr>
            <p:nvPr/>
          </p:nvSpPr>
          <p:spPr>
            <a:xfrm>
              <a:off x="10201149" y="6415243"/>
              <a:ext cx="2907791" cy="1453896"/>
            </a:xfrm>
            <a:prstGeom prst="rect">
              <a:avLst/>
            </a:prstGeom>
            <a:solidFill>
              <a:srgbClr val="F4F4F4"/>
            </a:solidFill>
            <a:ln>
              <a:noFill/>
            </a:ln>
            <a:scene3d>
              <a:camera prst="orthographicFront">
                <a:rot lat="20400000" lon="21000000" rev="198000"/>
              </a:camera>
              <a:lightRig rig="balanced" dir="t"/>
            </a:scene3d>
            <a:sp3d extrusionH="165100" prstMaterial="metal">
              <a:bevelT w="19050" h="12700"/>
              <a:extrusionClr>
                <a:srgbClr val="F4F4F4"/>
              </a:extrusionClr>
            </a:sp3d>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sz="4400" spc="-200" dirty="0">
                  <a:ln>
                    <a:solidFill>
                      <a:schemeClr val="tx1">
                        <a:lumMod val="85000"/>
                        <a:lumOff val="15000"/>
                      </a:schemeClr>
                    </a:solidFill>
                  </a:ln>
                  <a:solidFill>
                    <a:srgbClr val="04A043"/>
                  </a:solidFill>
                  <a:latin typeface="Poppins Medium" panose="00000600000000000000" pitchFamily="2" charset="0"/>
                  <a:ea typeface="ZCOOL QingKe HuangYou" panose="00000500000000000000" pitchFamily="2" charset="0"/>
                  <a:cs typeface="Poppins Medium" panose="00000600000000000000" pitchFamily="2" charset="0"/>
                </a:rPr>
                <a:t>pencil?</a:t>
              </a:r>
            </a:p>
          </p:txBody>
        </p:sp>
      </p:grpSp>
      <p:grpSp>
        <p:nvGrpSpPr>
          <p:cNvPr id="18" name="Red Block 1"/>
          <p:cNvGrpSpPr/>
          <p:nvPr/>
        </p:nvGrpSpPr>
        <p:grpSpPr>
          <a:xfrm>
            <a:off x="3475300" y="182252"/>
            <a:ext cx="3471092" cy="1832357"/>
            <a:chOff x="3475300" y="182252"/>
            <a:chExt cx="3471092" cy="1832357"/>
          </a:xfrm>
        </p:grpSpPr>
        <p:pic>
          <p:nvPicPr>
            <p:cNvPr id="80" name="Red Bricks 1"/>
            <p:cNvPicPr>
              <a:picLocks noChangeAspect="1"/>
            </p:cNvPicPr>
            <p:nvPr/>
          </p:nvPicPr>
          <p:blipFill>
            <a:blip r:embed="rId21" cstate="print">
              <a:extLst>
                <a:ext uri="{28A0092B-C50C-407E-A947-70E740481C1C}">
                  <a14:useLocalDpi xmlns:a14="http://schemas.microsoft.com/office/drawing/2010/main" val="0"/>
                </a:ext>
              </a:extLst>
            </a:blip>
            <a:stretch>
              <a:fillRect/>
            </a:stretch>
          </p:blipFill>
          <p:spPr>
            <a:xfrm>
              <a:off x="3475300" y="290455"/>
              <a:ext cx="3461795" cy="1724154"/>
            </a:xfrm>
            <a:prstGeom prst="rect">
              <a:avLst/>
            </a:prstGeom>
          </p:spPr>
        </p:pic>
        <p:sp>
          <p:nvSpPr>
            <p:cNvPr id="81" name="Red Cap 1"/>
            <p:cNvSpPr>
              <a:spLocks noChangeAspect="1"/>
            </p:cNvSpPr>
            <p:nvPr/>
          </p:nvSpPr>
          <p:spPr>
            <a:xfrm>
              <a:off x="4038601" y="182252"/>
              <a:ext cx="2907791" cy="1453896"/>
            </a:xfrm>
            <a:prstGeom prst="rect">
              <a:avLst/>
            </a:prstGeom>
            <a:solidFill>
              <a:srgbClr val="F4F4F4"/>
            </a:solidFill>
            <a:ln>
              <a:noFill/>
            </a:ln>
            <a:scene3d>
              <a:camera prst="orthographicFront">
                <a:rot lat="20400000" lon="21000000" rev="198000"/>
              </a:camera>
              <a:lightRig rig="balanced" dir="t"/>
            </a:scene3d>
            <a:sp3d extrusionH="165100" prstMaterial="metal">
              <a:bevelT w="19050" h="12700"/>
              <a:extrusionClr>
                <a:srgbClr val="F4F4F4"/>
              </a:extrusionClr>
            </a:sp3d>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sz="4400" spc="-200" dirty="0">
                  <a:ln>
                    <a:solidFill>
                      <a:schemeClr val="tx1">
                        <a:lumMod val="85000"/>
                        <a:lumOff val="15000"/>
                      </a:schemeClr>
                    </a:solidFill>
                  </a:ln>
                  <a:solidFill>
                    <a:srgbClr val="DD1A21"/>
                  </a:solidFill>
                  <a:latin typeface="Poppins Medium" panose="00000600000000000000" pitchFamily="2" charset="0"/>
                  <a:ea typeface="ZCOOL QingKe HuangYou" panose="00000500000000000000" pitchFamily="2" charset="0"/>
                  <a:cs typeface="Poppins Medium" panose="00000600000000000000" pitchFamily="2" charset="0"/>
                </a:rPr>
                <a:t>your</a:t>
              </a:r>
            </a:p>
          </p:txBody>
        </p:sp>
      </p:grpSp>
      <p:grpSp>
        <p:nvGrpSpPr>
          <p:cNvPr id="20" name="Red Block 3"/>
          <p:cNvGrpSpPr/>
          <p:nvPr/>
        </p:nvGrpSpPr>
        <p:grpSpPr>
          <a:xfrm>
            <a:off x="3710556" y="4343647"/>
            <a:ext cx="3472055" cy="1832357"/>
            <a:chOff x="3710556" y="4343647"/>
            <a:chExt cx="3472055" cy="1832357"/>
          </a:xfrm>
        </p:grpSpPr>
        <p:pic>
          <p:nvPicPr>
            <p:cNvPr id="84" name="Red Bricks 3"/>
            <p:cNvPicPr>
              <a:picLocks noChangeAspect="1"/>
            </p:cNvPicPr>
            <p:nvPr/>
          </p:nvPicPr>
          <p:blipFill>
            <a:blip r:embed="rId21" cstate="print">
              <a:extLst>
                <a:ext uri="{28A0092B-C50C-407E-A947-70E740481C1C}">
                  <a14:useLocalDpi xmlns:a14="http://schemas.microsoft.com/office/drawing/2010/main" val="0"/>
                </a:ext>
              </a:extLst>
            </a:blip>
            <a:stretch>
              <a:fillRect/>
            </a:stretch>
          </p:blipFill>
          <p:spPr>
            <a:xfrm>
              <a:off x="3710556" y="4451850"/>
              <a:ext cx="3461795" cy="1724154"/>
            </a:xfrm>
            <a:prstGeom prst="rect">
              <a:avLst/>
            </a:prstGeom>
          </p:spPr>
        </p:pic>
        <p:sp>
          <p:nvSpPr>
            <p:cNvPr id="85" name="Red Cap 3"/>
            <p:cNvSpPr>
              <a:spLocks noChangeAspect="1"/>
            </p:cNvSpPr>
            <p:nvPr/>
          </p:nvSpPr>
          <p:spPr>
            <a:xfrm>
              <a:off x="4274820" y="4343647"/>
              <a:ext cx="2907791" cy="1453896"/>
            </a:xfrm>
            <a:prstGeom prst="rect">
              <a:avLst/>
            </a:prstGeom>
            <a:solidFill>
              <a:srgbClr val="F4F4F4"/>
            </a:solidFill>
            <a:ln>
              <a:noFill/>
            </a:ln>
            <a:scene3d>
              <a:camera prst="orthographicFront">
                <a:rot lat="20400000" lon="21000000" rev="198000"/>
              </a:camera>
              <a:lightRig rig="balanced" dir="t"/>
            </a:scene3d>
            <a:sp3d extrusionH="165100" prstMaterial="metal">
              <a:bevelT w="19050" h="12700"/>
              <a:extrusionClr>
                <a:srgbClr val="F4F4F4"/>
              </a:extrusionClr>
            </a:sp3d>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sz="4400" spc="-200" dirty="0">
                  <a:ln>
                    <a:solidFill>
                      <a:schemeClr val="tx1">
                        <a:lumMod val="85000"/>
                        <a:lumOff val="15000"/>
                      </a:schemeClr>
                    </a:solidFill>
                  </a:ln>
                  <a:solidFill>
                    <a:srgbClr val="DD1A21"/>
                  </a:solidFill>
                  <a:latin typeface="Poppins Medium" panose="00000600000000000000" pitchFamily="2" charset="0"/>
                  <a:ea typeface="ZCOOL QingKe HuangYou" panose="00000500000000000000" pitchFamily="2" charset="0"/>
                  <a:cs typeface="Poppins Medium" panose="00000600000000000000" pitchFamily="2" charset="0"/>
                </a:rPr>
                <a:t>her</a:t>
              </a:r>
            </a:p>
          </p:txBody>
        </p:sp>
      </p:grpSp>
      <p:grpSp>
        <p:nvGrpSpPr>
          <p:cNvPr id="21" name="Red Block 4"/>
          <p:cNvGrpSpPr/>
          <p:nvPr/>
        </p:nvGrpSpPr>
        <p:grpSpPr>
          <a:xfrm>
            <a:off x="3839259" y="6404863"/>
            <a:ext cx="3473401" cy="1832357"/>
            <a:chOff x="3839259" y="6404863"/>
            <a:chExt cx="3473401" cy="1832357"/>
          </a:xfrm>
        </p:grpSpPr>
        <p:pic>
          <p:nvPicPr>
            <p:cNvPr id="88" name="Red Bricks 4"/>
            <p:cNvPicPr>
              <a:picLocks noChangeAspect="1"/>
            </p:cNvPicPr>
            <p:nvPr/>
          </p:nvPicPr>
          <p:blipFill>
            <a:blip r:embed="rId21" cstate="print">
              <a:extLst>
                <a:ext uri="{28A0092B-C50C-407E-A947-70E740481C1C}">
                  <a14:useLocalDpi xmlns:a14="http://schemas.microsoft.com/office/drawing/2010/main" val="0"/>
                </a:ext>
              </a:extLst>
            </a:blip>
            <a:stretch>
              <a:fillRect/>
            </a:stretch>
          </p:blipFill>
          <p:spPr>
            <a:xfrm>
              <a:off x="3839259" y="6513066"/>
              <a:ext cx="3461795" cy="1724154"/>
            </a:xfrm>
            <a:prstGeom prst="rect">
              <a:avLst/>
            </a:prstGeom>
          </p:spPr>
        </p:pic>
        <p:sp>
          <p:nvSpPr>
            <p:cNvPr id="89" name="Red Cap 4"/>
            <p:cNvSpPr>
              <a:spLocks noChangeAspect="1"/>
            </p:cNvSpPr>
            <p:nvPr/>
          </p:nvSpPr>
          <p:spPr>
            <a:xfrm>
              <a:off x="4404869" y="6404863"/>
              <a:ext cx="2907791" cy="1453896"/>
            </a:xfrm>
            <a:prstGeom prst="rect">
              <a:avLst/>
            </a:prstGeom>
            <a:solidFill>
              <a:srgbClr val="F4F4F4"/>
            </a:solidFill>
            <a:ln>
              <a:noFill/>
            </a:ln>
            <a:scene3d>
              <a:camera prst="orthographicFront">
                <a:rot lat="20400000" lon="21000000" rev="198000"/>
              </a:camera>
              <a:lightRig rig="balanced" dir="t"/>
            </a:scene3d>
            <a:sp3d extrusionH="165100" prstMaterial="metal">
              <a:bevelT w="19050" h="12700"/>
              <a:extrusionClr>
                <a:srgbClr val="F4F4F4"/>
              </a:extrusionClr>
            </a:sp3d>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sz="4400" spc="-200" dirty="0">
                  <a:ln>
                    <a:solidFill>
                      <a:schemeClr val="tx1">
                        <a:lumMod val="85000"/>
                        <a:lumOff val="15000"/>
                      </a:schemeClr>
                    </a:solidFill>
                  </a:ln>
                  <a:solidFill>
                    <a:srgbClr val="DD1A21"/>
                  </a:solidFill>
                  <a:latin typeface="Poppins Medium" panose="00000600000000000000" pitchFamily="2" charset="0"/>
                  <a:ea typeface="ZCOOL QingKe HuangYou" panose="00000500000000000000" pitchFamily="2" charset="0"/>
                  <a:cs typeface="Poppins Medium" panose="00000600000000000000" pitchFamily="2" charset="0"/>
                </a:rPr>
                <a:t>his</a:t>
              </a:r>
            </a:p>
          </p:txBody>
        </p:sp>
      </p:grpSp>
      <p:grpSp>
        <p:nvGrpSpPr>
          <p:cNvPr id="8" name="Blue Block 1"/>
          <p:cNvGrpSpPr/>
          <p:nvPr/>
        </p:nvGrpSpPr>
        <p:grpSpPr>
          <a:xfrm>
            <a:off x="0" y="2951273"/>
            <a:ext cx="3461795" cy="1832358"/>
            <a:chOff x="0" y="2951273"/>
            <a:chExt cx="3461795" cy="1832358"/>
          </a:xfrm>
        </p:grpSpPr>
        <p:pic>
          <p:nvPicPr>
            <p:cNvPr id="62" name="Blue Bricks 1"/>
            <p:cNvPicPr>
              <a:picLocks noChangeAspect="1"/>
            </p:cNvPicPr>
            <p:nvPr/>
          </p:nvPicPr>
          <p:blipFill>
            <a:blip r:embed="rId22" cstate="print">
              <a:extLst>
                <a:ext uri="{28A0092B-C50C-407E-A947-70E740481C1C}">
                  <a14:useLocalDpi xmlns:a14="http://schemas.microsoft.com/office/drawing/2010/main" val="0"/>
                </a:ext>
              </a:extLst>
            </a:blip>
            <a:stretch>
              <a:fillRect/>
            </a:stretch>
          </p:blipFill>
          <p:spPr>
            <a:xfrm>
              <a:off x="0" y="3059476"/>
              <a:ext cx="3461795" cy="1724155"/>
            </a:xfrm>
            <a:prstGeom prst="rect">
              <a:avLst/>
            </a:prstGeom>
          </p:spPr>
        </p:pic>
        <p:sp>
          <p:nvSpPr>
            <p:cNvPr id="79" name="Blue Cap 1"/>
            <p:cNvSpPr>
              <a:spLocks noChangeAspect="1"/>
            </p:cNvSpPr>
            <p:nvPr/>
          </p:nvSpPr>
          <p:spPr>
            <a:xfrm>
              <a:off x="213811" y="2951273"/>
              <a:ext cx="2907791" cy="1453896"/>
            </a:xfrm>
            <a:prstGeom prst="rect">
              <a:avLst/>
            </a:prstGeom>
            <a:solidFill>
              <a:srgbClr val="F4F4F4"/>
            </a:solidFill>
            <a:ln>
              <a:noFill/>
            </a:ln>
            <a:scene3d>
              <a:camera prst="orthographicFront">
                <a:rot lat="20400000" lon="21000000" rev="198000"/>
              </a:camera>
              <a:lightRig rig="balanced" dir="t"/>
            </a:scene3d>
            <a:sp3d extrusionH="165100" prstMaterial="metal">
              <a:bevelT w="19050" h="12700"/>
              <a:extrusionClr>
                <a:srgbClr val="F4F4F4"/>
              </a:extrusionClr>
            </a:sp3d>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sz="4400" spc="-200" dirty="0">
                  <a:ln>
                    <a:solidFill>
                      <a:schemeClr val="tx1">
                        <a:lumMod val="85000"/>
                        <a:lumOff val="15000"/>
                      </a:schemeClr>
                    </a:solidFill>
                  </a:ln>
                  <a:solidFill>
                    <a:srgbClr val="106DDE"/>
                  </a:solidFill>
                  <a:latin typeface="Poppins Medium" panose="00000600000000000000" pitchFamily="2" charset="0"/>
                  <a:ea typeface="ZCOOL QingKe HuangYou" panose="00000500000000000000" pitchFamily="2" charset="0"/>
                  <a:cs typeface="Poppins Medium" panose="00000600000000000000" pitchFamily="2" charset="0"/>
                </a:rPr>
                <a:t>Is this</a:t>
              </a:r>
            </a:p>
          </p:txBody>
        </p:sp>
      </p:grpSp>
      <p:pic>
        <p:nvPicPr>
          <p:cNvPr id="16" name="gold piece sequence (4 pieces) 2 (leandri140029).mp3">
            <a:hlinkClick r:id="" action="ppaction://media"/>
          </p:cNvPr>
          <p:cNvPicPr>
            <a:picLocks noChangeAspect="1"/>
          </p:cNvPicPr>
          <p:nvPr>
            <a:audioFile r:link="rId2"/>
            <p:extLst>
              <p:ext uri="{DAA4B4D4-6D71-4841-9C94-3DE7FCFB9230}">
                <p14:media xmlns:p14="http://schemas.microsoft.com/office/powerpoint/2010/main" r:embed="rId1"/>
              </p:ext>
            </p:extLst>
          </p:nvPr>
        </p:nvPicPr>
        <p:blipFill>
          <a:blip r:embed="rId23"/>
          <a:stretch>
            <a:fillRect/>
          </a:stretch>
        </p:blipFill>
        <p:spPr>
          <a:xfrm>
            <a:off x="8091691" y="8534399"/>
            <a:ext cx="487363" cy="487363"/>
          </a:xfrm>
          <a:prstGeom prst="rect">
            <a:avLst/>
          </a:prstGeom>
        </p:spPr>
      </p:pic>
      <p:grpSp>
        <p:nvGrpSpPr>
          <p:cNvPr id="35" name="Blue Red Blocks"/>
          <p:cNvGrpSpPr/>
          <p:nvPr/>
        </p:nvGrpSpPr>
        <p:grpSpPr>
          <a:xfrm>
            <a:off x="590014" y="176155"/>
            <a:ext cx="6356378" cy="1838454"/>
            <a:chOff x="590014" y="176155"/>
            <a:chExt cx="6356378" cy="1838454"/>
          </a:xfrm>
        </p:grpSpPr>
        <p:grpSp>
          <p:nvGrpSpPr>
            <p:cNvPr id="64" name="Red Block 1 v2"/>
            <p:cNvGrpSpPr/>
            <p:nvPr/>
          </p:nvGrpSpPr>
          <p:grpSpPr>
            <a:xfrm>
              <a:off x="3475300" y="182252"/>
              <a:ext cx="3471092" cy="1832357"/>
              <a:chOff x="3475300" y="182252"/>
              <a:chExt cx="3471092" cy="1832357"/>
            </a:xfrm>
          </p:grpSpPr>
          <p:pic>
            <p:nvPicPr>
              <p:cNvPr id="65" name="Red Bricks 1"/>
              <p:cNvPicPr>
                <a:picLocks noChangeAspect="1"/>
              </p:cNvPicPr>
              <p:nvPr/>
            </p:nvPicPr>
            <p:blipFill>
              <a:blip r:embed="rId21" cstate="print">
                <a:extLst>
                  <a:ext uri="{28A0092B-C50C-407E-A947-70E740481C1C}">
                    <a14:useLocalDpi xmlns:a14="http://schemas.microsoft.com/office/drawing/2010/main" val="0"/>
                  </a:ext>
                </a:extLst>
              </a:blip>
              <a:stretch>
                <a:fillRect/>
              </a:stretch>
            </p:blipFill>
            <p:spPr>
              <a:xfrm>
                <a:off x="3475300" y="290455"/>
                <a:ext cx="3461795" cy="1724154"/>
              </a:xfrm>
              <a:prstGeom prst="rect">
                <a:avLst/>
              </a:prstGeom>
            </p:spPr>
          </p:pic>
          <p:sp>
            <p:nvSpPr>
              <p:cNvPr id="67" name="Red Cap 1"/>
              <p:cNvSpPr>
                <a:spLocks noChangeAspect="1"/>
              </p:cNvSpPr>
              <p:nvPr/>
            </p:nvSpPr>
            <p:spPr>
              <a:xfrm>
                <a:off x="4038601" y="182252"/>
                <a:ext cx="2907791" cy="1453896"/>
              </a:xfrm>
              <a:prstGeom prst="rect">
                <a:avLst/>
              </a:prstGeom>
              <a:solidFill>
                <a:srgbClr val="F4F4F4"/>
              </a:solidFill>
              <a:ln>
                <a:noFill/>
              </a:ln>
              <a:scene3d>
                <a:camera prst="orthographicFront">
                  <a:rot lat="20400000" lon="21000000" rev="198000"/>
                </a:camera>
                <a:lightRig rig="balanced" dir="t"/>
              </a:scene3d>
              <a:sp3d extrusionH="165100" prstMaterial="metal">
                <a:bevelT w="19050" h="12700"/>
                <a:extrusionClr>
                  <a:srgbClr val="F4F4F4"/>
                </a:extrusionClr>
              </a:sp3d>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sz="4400" spc="-200" dirty="0">
                    <a:ln>
                      <a:solidFill>
                        <a:schemeClr val="tx1">
                          <a:lumMod val="85000"/>
                          <a:lumOff val="15000"/>
                        </a:schemeClr>
                      </a:solidFill>
                    </a:ln>
                    <a:solidFill>
                      <a:srgbClr val="DD1A21"/>
                    </a:solidFill>
                    <a:latin typeface="Poppins Medium" panose="00000600000000000000" pitchFamily="2" charset="0"/>
                    <a:ea typeface="ZCOOL QingKe HuangYou" panose="00000500000000000000" pitchFamily="2" charset="0"/>
                    <a:cs typeface="Poppins Medium" panose="00000600000000000000" pitchFamily="2" charset="0"/>
                  </a:rPr>
                  <a:t>your</a:t>
                </a:r>
              </a:p>
            </p:txBody>
          </p:sp>
        </p:grpSp>
        <p:grpSp>
          <p:nvGrpSpPr>
            <p:cNvPr id="59" name="Blue Block 1 v2"/>
            <p:cNvGrpSpPr/>
            <p:nvPr/>
          </p:nvGrpSpPr>
          <p:grpSpPr>
            <a:xfrm>
              <a:off x="590014" y="176155"/>
              <a:ext cx="3461795" cy="1832358"/>
              <a:chOff x="-5080" y="2951273"/>
              <a:chExt cx="3461795" cy="1832358"/>
            </a:xfrm>
          </p:grpSpPr>
          <p:pic>
            <p:nvPicPr>
              <p:cNvPr id="61" name="Blue Bricks 1"/>
              <p:cNvPicPr>
                <a:picLocks noChangeAspect="1"/>
              </p:cNvPicPr>
              <p:nvPr/>
            </p:nvPicPr>
            <p:blipFill>
              <a:blip r:embed="rId22" cstate="print">
                <a:extLst>
                  <a:ext uri="{28A0092B-C50C-407E-A947-70E740481C1C}">
                    <a14:useLocalDpi xmlns:a14="http://schemas.microsoft.com/office/drawing/2010/main" val="0"/>
                  </a:ext>
                </a:extLst>
              </a:blip>
              <a:stretch>
                <a:fillRect/>
              </a:stretch>
            </p:blipFill>
            <p:spPr>
              <a:xfrm>
                <a:off x="-5080" y="3059476"/>
                <a:ext cx="3461795" cy="1724155"/>
              </a:xfrm>
              <a:prstGeom prst="rect">
                <a:avLst/>
              </a:prstGeom>
            </p:spPr>
          </p:pic>
          <p:sp>
            <p:nvSpPr>
              <p:cNvPr id="63" name="Blue Cap 1"/>
              <p:cNvSpPr>
                <a:spLocks noChangeAspect="1"/>
              </p:cNvSpPr>
              <p:nvPr/>
            </p:nvSpPr>
            <p:spPr>
              <a:xfrm>
                <a:off x="208731" y="2951273"/>
                <a:ext cx="2907791" cy="1453896"/>
              </a:xfrm>
              <a:prstGeom prst="rect">
                <a:avLst/>
              </a:prstGeom>
              <a:solidFill>
                <a:srgbClr val="F4F4F4"/>
              </a:solidFill>
              <a:ln>
                <a:noFill/>
              </a:ln>
              <a:scene3d>
                <a:camera prst="orthographicFront">
                  <a:rot lat="20400000" lon="21000000" rev="198000"/>
                </a:camera>
                <a:lightRig rig="balanced" dir="t"/>
              </a:scene3d>
              <a:sp3d extrusionH="165100" prstMaterial="metal">
                <a:bevelT w="19050" h="12700"/>
                <a:extrusionClr>
                  <a:srgbClr val="F4F4F4"/>
                </a:extrusionClr>
              </a:sp3d>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sz="4400" spc="-200" dirty="0">
                    <a:ln>
                      <a:solidFill>
                        <a:schemeClr val="tx1">
                          <a:lumMod val="85000"/>
                          <a:lumOff val="15000"/>
                        </a:schemeClr>
                      </a:solidFill>
                    </a:ln>
                    <a:solidFill>
                      <a:srgbClr val="106DDE"/>
                    </a:solidFill>
                    <a:latin typeface="Poppins Medium" panose="00000600000000000000" pitchFamily="2" charset="0"/>
                    <a:ea typeface="ZCOOL QingKe HuangYou" panose="00000500000000000000" pitchFamily="2" charset="0"/>
                    <a:cs typeface="Poppins Medium" panose="00000600000000000000" pitchFamily="2" charset="0"/>
                  </a:rPr>
                  <a:t>Is this</a:t>
                </a:r>
              </a:p>
            </p:txBody>
          </p:sp>
        </p:grpSp>
      </p:grpSp>
      <p:grpSp>
        <p:nvGrpSpPr>
          <p:cNvPr id="71" name="Red Block 1 v3"/>
          <p:cNvGrpSpPr/>
          <p:nvPr/>
        </p:nvGrpSpPr>
        <p:grpSpPr>
          <a:xfrm>
            <a:off x="6636819" y="4343647"/>
            <a:ext cx="3471092" cy="1832357"/>
            <a:chOff x="3475300" y="182252"/>
            <a:chExt cx="3471092" cy="1832357"/>
          </a:xfrm>
        </p:grpSpPr>
        <p:pic>
          <p:nvPicPr>
            <p:cNvPr id="75" name="Red Bricks 1"/>
            <p:cNvPicPr>
              <a:picLocks noChangeAspect="1"/>
            </p:cNvPicPr>
            <p:nvPr/>
          </p:nvPicPr>
          <p:blipFill>
            <a:blip r:embed="rId21" cstate="print">
              <a:extLst>
                <a:ext uri="{28A0092B-C50C-407E-A947-70E740481C1C}">
                  <a14:useLocalDpi xmlns:a14="http://schemas.microsoft.com/office/drawing/2010/main" val="0"/>
                </a:ext>
              </a:extLst>
            </a:blip>
            <a:stretch>
              <a:fillRect/>
            </a:stretch>
          </p:blipFill>
          <p:spPr>
            <a:xfrm>
              <a:off x="3475300" y="290455"/>
              <a:ext cx="3461795" cy="1724154"/>
            </a:xfrm>
            <a:prstGeom prst="rect">
              <a:avLst/>
            </a:prstGeom>
          </p:spPr>
        </p:pic>
        <p:sp>
          <p:nvSpPr>
            <p:cNvPr id="76" name="Red Cap 1"/>
            <p:cNvSpPr>
              <a:spLocks noChangeAspect="1"/>
            </p:cNvSpPr>
            <p:nvPr/>
          </p:nvSpPr>
          <p:spPr>
            <a:xfrm>
              <a:off x="4038601" y="182252"/>
              <a:ext cx="2907791" cy="1453896"/>
            </a:xfrm>
            <a:prstGeom prst="rect">
              <a:avLst/>
            </a:prstGeom>
            <a:solidFill>
              <a:srgbClr val="F4F4F4"/>
            </a:solidFill>
            <a:ln>
              <a:noFill/>
            </a:ln>
            <a:scene3d>
              <a:camera prst="orthographicFront">
                <a:rot lat="20400000" lon="21000000" rev="198000"/>
              </a:camera>
              <a:lightRig rig="balanced" dir="t"/>
            </a:scene3d>
            <a:sp3d extrusionH="165100" prstMaterial="metal">
              <a:bevelT w="19050" h="12700"/>
              <a:extrusionClr>
                <a:srgbClr val="F4F4F4"/>
              </a:extrusionClr>
            </a:sp3d>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sz="4400" spc="-200" dirty="0">
                  <a:ln>
                    <a:solidFill>
                      <a:schemeClr val="tx1">
                        <a:lumMod val="85000"/>
                        <a:lumOff val="15000"/>
                      </a:schemeClr>
                    </a:solidFill>
                  </a:ln>
                  <a:solidFill>
                    <a:srgbClr val="DD1A21"/>
                  </a:solidFill>
                  <a:latin typeface="Poppins Medium" panose="00000600000000000000" pitchFamily="2" charset="0"/>
                  <a:ea typeface="ZCOOL QingKe HuangYou" panose="00000500000000000000" pitchFamily="2" charset="0"/>
                  <a:cs typeface="Poppins Medium" panose="00000600000000000000" pitchFamily="2" charset="0"/>
                </a:rPr>
                <a:t>your</a:t>
              </a:r>
            </a:p>
          </p:txBody>
        </p:sp>
      </p:grpSp>
      <p:grpSp>
        <p:nvGrpSpPr>
          <p:cNvPr id="72" name="Blue Block 1 v3"/>
          <p:cNvGrpSpPr/>
          <p:nvPr/>
        </p:nvGrpSpPr>
        <p:grpSpPr>
          <a:xfrm>
            <a:off x="3753735" y="4336424"/>
            <a:ext cx="3461795" cy="1832358"/>
            <a:chOff x="0" y="2951273"/>
            <a:chExt cx="3461795" cy="1832358"/>
          </a:xfrm>
        </p:grpSpPr>
        <p:pic>
          <p:nvPicPr>
            <p:cNvPr id="73" name="Blue Bricks 1"/>
            <p:cNvPicPr>
              <a:picLocks noChangeAspect="1"/>
            </p:cNvPicPr>
            <p:nvPr/>
          </p:nvPicPr>
          <p:blipFill>
            <a:blip r:embed="rId22" cstate="print">
              <a:extLst>
                <a:ext uri="{28A0092B-C50C-407E-A947-70E740481C1C}">
                  <a14:useLocalDpi xmlns:a14="http://schemas.microsoft.com/office/drawing/2010/main" val="0"/>
                </a:ext>
              </a:extLst>
            </a:blip>
            <a:stretch>
              <a:fillRect/>
            </a:stretch>
          </p:blipFill>
          <p:spPr>
            <a:xfrm>
              <a:off x="0" y="3059476"/>
              <a:ext cx="3461795" cy="1724155"/>
            </a:xfrm>
            <a:prstGeom prst="rect">
              <a:avLst/>
            </a:prstGeom>
          </p:spPr>
        </p:pic>
        <p:sp>
          <p:nvSpPr>
            <p:cNvPr id="74" name="Blue Cap 1"/>
            <p:cNvSpPr>
              <a:spLocks noChangeAspect="1"/>
            </p:cNvSpPr>
            <p:nvPr/>
          </p:nvSpPr>
          <p:spPr>
            <a:xfrm>
              <a:off x="213811" y="2951273"/>
              <a:ext cx="2907791" cy="1453896"/>
            </a:xfrm>
            <a:prstGeom prst="rect">
              <a:avLst/>
            </a:prstGeom>
            <a:solidFill>
              <a:srgbClr val="F4F4F4"/>
            </a:solidFill>
            <a:ln>
              <a:noFill/>
            </a:ln>
            <a:scene3d>
              <a:camera prst="orthographicFront">
                <a:rot lat="20400000" lon="21000000" rev="198000"/>
              </a:camera>
              <a:lightRig rig="balanced" dir="t"/>
            </a:scene3d>
            <a:sp3d extrusionH="165100" prstMaterial="metal">
              <a:bevelT w="19050" h="12700"/>
              <a:extrusionClr>
                <a:srgbClr val="F4F4F4"/>
              </a:extrusionClr>
            </a:sp3d>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sz="4400" spc="-200" dirty="0">
                  <a:ln>
                    <a:solidFill>
                      <a:schemeClr val="tx1">
                        <a:lumMod val="85000"/>
                        <a:lumOff val="15000"/>
                      </a:schemeClr>
                    </a:solidFill>
                  </a:ln>
                  <a:solidFill>
                    <a:srgbClr val="106DDE"/>
                  </a:solidFill>
                  <a:latin typeface="Poppins Medium" panose="00000600000000000000" pitchFamily="2" charset="0"/>
                  <a:ea typeface="ZCOOL QingKe HuangYou" panose="00000500000000000000" pitchFamily="2" charset="0"/>
                  <a:cs typeface="Poppins Medium" panose="00000600000000000000" pitchFamily="2" charset="0"/>
                </a:rPr>
                <a:t>Is this</a:t>
              </a:r>
            </a:p>
          </p:txBody>
        </p:sp>
      </p:grpSp>
      <p:grpSp>
        <p:nvGrpSpPr>
          <p:cNvPr id="19" name="Red Block 2"/>
          <p:cNvGrpSpPr/>
          <p:nvPr/>
        </p:nvGrpSpPr>
        <p:grpSpPr>
          <a:xfrm>
            <a:off x="3599052" y="2264735"/>
            <a:ext cx="3471292" cy="1832357"/>
            <a:chOff x="3599052" y="2264735"/>
            <a:chExt cx="3471292" cy="1832357"/>
          </a:xfrm>
        </p:grpSpPr>
        <p:pic>
          <p:nvPicPr>
            <p:cNvPr id="82" name="Red Bricks 2"/>
            <p:cNvPicPr>
              <a:picLocks noChangeAspect="1"/>
            </p:cNvPicPr>
            <p:nvPr/>
          </p:nvPicPr>
          <p:blipFill>
            <a:blip r:embed="rId21" cstate="print">
              <a:extLst>
                <a:ext uri="{28A0092B-C50C-407E-A947-70E740481C1C}">
                  <a14:useLocalDpi xmlns:a14="http://schemas.microsoft.com/office/drawing/2010/main" val="0"/>
                </a:ext>
              </a:extLst>
            </a:blip>
            <a:stretch>
              <a:fillRect/>
            </a:stretch>
          </p:blipFill>
          <p:spPr>
            <a:xfrm>
              <a:off x="3599052" y="2372938"/>
              <a:ext cx="3461795" cy="1724154"/>
            </a:xfrm>
            <a:prstGeom prst="rect">
              <a:avLst/>
            </a:prstGeom>
          </p:spPr>
        </p:pic>
        <p:sp>
          <p:nvSpPr>
            <p:cNvPr id="83" name="Red Cap 2"/>
            <p:cNvSpPr>
              <a:spLocks noChangeAspect="1"/>
            </p:cNvSpPr>
            <p:nvPr/>
          </p:nvSpPr>
          <p:spPr>
            <a:xfrm>
              <a:off x="4162553" y="2264735"/>
              <a:ext cx="2907791" cy="1453896"/>
            </a:xfrm>
            <a:prstGeom prst="rect">
              <a:avLst/>
            </a:prstGeom>
            <a:solidFill>
              <a:srgbClr val="F4F4F4"/>
            </a:solidFill>
            <a:ln>
              <a:noFill/>
            </a:ln>
            <a:scene3d>
              <a:camera prst="orthographicFront">
                <a:rot lat="20400000" lon="21000000" rev="198000"/>
              </a:camera>
              <a:lightRig rig="balanced" dir="t"/>
            </a:scene3d>
            <a:sp3d extrusionH="165100" prstMaterial="metal">
              <a:bevelT w="19050" h="12700"/>
              <a:extrusionClr>
                <a:srgbClr val="F4F4F4"/>
              </a:extrusionClr>
            </a:sp3d>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sz="4400" spc="-200" dirty="0">
                  <a:ln>
                    <a:solidFill>
                      <a:schemeClr val="tx1">
                        <a:lumMod val="85000"/>
                        <a:lumOff val="15000"/>
                      </a:schemeClr>
                    </a:solidFill>
                  </a:ln>
                  <a:solidFill>
                    <a:srgbClr val="DD1A21"/>
                  </a:solidFill>
                  <a:latin typeface="Poppins Medium" panose="00000600000000000000" pitchFamily="2" charset="0"/>
                  <a:ea typeface="ZCOOL QingKe HuangYou" panose="00000500000000000000" pitchFamily="2" charset="0"/>
                  <a:cs typeface="Poppins Medium" panose="00000600000000000000" pitchFamily="2" charset="0"/>
                </a:rPr>
                <a:t>my</a:t>
              </a:r>
            </a:p>
          </p:txBody>
        </p:sp>
      </p:grpSp>
      <p:pic>
        <p:nvPicPr>
          <p:cNvPr id="77" name="Gold Coin 1">
            <a:extLst>
              <a:ext uri="{FF2B5EF4-FFF2-40B4-BE49-F238E27FC236}">
                <a16:creationId xmlns:a16="http://schemas.microsoft.com/office/drawing/2014/main" id="{3C65B74D-3D06-8B0A-A30B-7ACE8E92CBC6}"/>
              </a:ext>
            </a:extLst>
          </p:cNvPr>
          <p:cNvPicPr>
            <a:picLocks noChangeAspect="1"/>
          </p:cNvPicPr>
          <p:nvPr/>
        </p:nvPicPr>
        <p:blipFill>
          <a:blip r:embed="rId24" cstate="print">
            <a:extLst>
              <a:ext uri="{28A0092B-C50C-407E-A947-70E740481C1C}">
                <a14:useLocalDpi xmlns:a14="http://schemas.microsoft.com/office/drawing/2010/main" val="0"/>
              </a:ext>
            </a:extLst>
          </a:blip>
          <a:stretch>
            <a:fillRect/>
          </a:stretch>
        </p:blipFill>
        <p:spPr>
          <a:xfrm>
            <a:off x="7067316" y="262737"/>
            <a:ext cx="400420" cy="374904"/>
          </a:xfrm>
          <a:prstGeom prst="rect">
            <a:avLst/>
          </a:prstGeom>
        </p:spPr>
      </p:pic>
      <p:pic>
        <p:nvPicPr>
          <p:cNvPr id="78" name="Gold Coin 2">
            <a:extLst>
              <a:ext uri="{FF2B5EF4-FFF2-40B4-BE49-F238E27FC236}">
                <a16:creationId xmlns:a16="http://schemas.microsoft.com/office/drawing/2014/main" id="{869513C2-8D6B-0D4D-F3EF-3D4F24542EC4}"/>
              </a:ext>
            </a:extLst>
          </p:cNvPr>
          <p:cNvPicPr>
            <a:picLocks noChangeAspect="1"/>
          </p:cNvPicPr>
          <p:nvPr/>
        </p:nvPicPr>
        <p:blipFill>
          <a:blip r:embed="rId24" cstate="print">
            <a:extLst>
              <a:ext uri="{28A0092B-C50C-407E-A947-70E740481C1C}">
                <a14:useLocalDpi xmlns:a14="http://schemas.microsoft.com/office/drawing/2010/main" val="0"/>
              </a:ext>
            </a:extLst>
          </a:blip>
          <a:stretch>
            <a:fillRect/>
          </a:stretch>
        </p:blipFill>
        <p:spPr>
          <a:xfrm>
            <a:off x="7795202" y="268833"/>
            <a:ext cx="400420" cy="374904"/>
          </a:xfrm>
          <a:prstGeom prst="rect">
            <a:avLst/>
          </a:prstGeom>
        </p:spPr>
      </p:pic>
      <p:pic>
        <p:nvPicPr>
          <p:cNvPr id="90" name="Gold Coin 3">
            <a:extLst>
              <a:ext uri="{FF2B5EF4-FFF2-40B4-BE49-F238E27FC236}">
                <a16:creationId xmlns:a16="http://schemas.microsoft.com/office/drawing/2014/main" id="{A1CE3A65-B605-1F2A-9DFD-CE24E8F9A440}"/>
              </a:ext>
            </a:extLst>
          </p:cNvPr>
          <p:cNvPicPr>
            <a:picLocks noChangeAspect="1"/>
          </p:cNvPicPr>
          <p:nvPr/>
        </p:nvPicPr>
        <p:blipFill>
          <a:blip r:embed="rId24" cstate="print">
            <a:extLst>
              <a:ext uri="{28A0092B-C50C-407E-A947-70E740481C1C}">
                <a14:useLocalDpi xmlns:a14="http://schemas.microsoft.com/office/drawing/2010/main" val="0"/>
              </a:ext>
            </a:extLst>
          </a:blip>
          <a:stretch>
            <a:fillRect/>
          </a:stretch>
        </p:blipFill>
        <p:spPr>
          <a:xfrm>
            <a:off x="7102798" y="958984"/>
            <a:ext cx="400420" cy="374904"/>
          </a:xfrm>
          <a:prstGeom prst="rect">
            <a:avLst/>
          </a:prstGeom>
        </p:spPr>
      </p:pic>
      <p:pic>
        <p:nvPicPr>
          <p:cNvPr id="91" name="Gold Coin 4">
            <a:extLst>
              <a:ext uri="{FF2B5EF4-FFF2-40B4-BE49-F238E27FC236}">
                <a16:creationId xmlns:a16="http://schemas.microsoft.com/office/drawing/2014/main" id="{DB471E19-08E4-7F6A-9A71-4D0271DF5507}"/>
              </a:ext>
            </a:extLst>
          </p:cNvPr>
          <p:cNvPicPr>
            <a:picLocks noChangeAspect="1"/>
          </p:cNvPicPr>
          <p:nvPr/>
        </p:nvPicPr>
        <p:blipFill>
          <a:blip r:embed="rId24" cstate="print">
            <a:extLst>
              <a:ext uri="{28A0092B-C50C-407E-A947-70E740481C1C}">
                <a14:useLocalDpi xmlns:a14="http://schemas.microsoft.com/office/drawing/2010/main" val="0"/>
              </a:ext>
            </a:extLst>
          </a:blip>
          <a:stretch>
            <a:fillRect/>
          </a:stretch>
        </p:blipFill>
        <p:spPr>
          <a:xfrm>
            <a:off x="7831778" y="965080"/>
            <a:ext cx="400420" cy="374904"/>
          </a:xfrm>
          <a:prstGeom prst="rect">
            <a:avLst/>
          </a:prstGeom>
        </p:spPr>
      </p:pic>
      <p:pic>
        <p:nvPicPr>
          <p:cNvPr id="93" name="Gold Coin 1">
            <a:extLst>
              <a:ext uri="{FF2B5EF4-FFF2-40B4-BE49-F238E27FC236}">
                <a16:creationId xmlns:a16="http://schemas.microsoft.com/office/drawing/2014/main" id="{853568B6-03E0-F38F-A2E6-B96B81CC25B8}"/>
              </a:ext>
            </a:extLst>
          </p:cNvPr>
          <p:cNvPicPr>
            <a:picLocks noChangeAspect="1"/>
          </p:cNvPicPr>
          <p:nvPr/>
        </p:nvPicPr>
        <p:blipFill>
          <a:blip r:embed="rId24" cstate="print">
            <a:extLst>
              <a:ext uri="{28A0092B-C50C-407E-A947-70E740481C1C}">
                <a14:useLocalDpi xmlns:a14="http://schemas.microsoft.com/office/drawing/2010/main" val="0"/>
              </a:ext>
            </a:extLst>
          </a:blip>
          <a:stretch>
            <a:fillRect/>
          </a:stretch>
        </p:blipFill>
        <p:spPr>
          <a:xfrm>
            <a:off x="7181831" y="2338060"/>
            <a:ext cx="400420" cy="374904"/>
          </a:xfrm>
          <a:prstGeom prst="rect">
            <a:avLst/>
          </a:prstGeom>
        </p:spPr>
      </p:pic>
      <p:pic>
        <p:nvPicPr>
          <p:cNvPr id="95" name="Gold Coin 2">
            <a:extLst>
              <a:ext uri="{FF2B5EF4-FFF2-40B4-BE49-F238E27FC236}">
                <a16:creationId xmlns:a16="http://schemas.microsoft.com/office/drawing/2014/main" id="{78A7A5F2-0E50-76FE-9A2A-3F18D8563B9A}"/>
              </a:ext>
            </a:extLst>
          </p:cNvPr>
          <p:cNvPicPr>
            <a:picLocks noChangeAspect="1"/>
          </p:cNvPicPr>
          <p:nvPr/>
        </p:nvPicPr>
        <p:blipFill>
          <a:blip r:embed="rId24" cstate="print">
            <a:extLst>
              <a:ext uri="{28A0092B-C50C-407E-A947-70E740481C1C}">
                <a14:useLocalDpi xmlns:a14="http://schemas.microsoft.com/office/drawing/2010/main" val="0"/>
              </a:ext>
            </a:extLst>
          </a:blip>
          <a:stretch>
            <a:fillRect/>
          </a:stretch>
        </p:blipFill>
        <p:spPr>
          <a:xfrm>
            <a:off x="7909717" y="2344156"/>
            <a:ext cx="400420" cy="374904"/>
          </a:xfrm>
          <a:prstGeom prst="rect">
            <a:avLst/>
          </a:prstGeom>
        </p:spPr>
      </p:pic>
      <p:pic>
        <p:nvPicPr>
          <p:cNvPr id="103" name="Gold Coin 1">
            <a:extLst>
              <a:ext uri="{FF2B5EF4-FFF2-40B4-BE49-F238E27FC236}">
                <a16:creationId xmlns:a16="http://schemas.microsoft.com/office/drawing/2014/main" id="{22B482C9-FCE8-5BA8-A89E-2018A900176A}"/>
              </a:ext>
            </a:extLst>
          </p:cNvPr>
          <p:cNvPicPr>
            <a:picLocks noChangeAspect="1"/>
          </p:cNvPicPr>
          <p:nvPr/>
        </p:nvPicPr>
        <p:blipFill>
          <a:blip r:embed="rId24" cstate="print">
            <a:extLst>
              <a:ext uri="{28A0092B-C50C-407E-A947-70E740481C1C}">
                <a14:useLocalDpi xmlns:a14="http://schemas.microsoft.com/office/drawing/2010/main" val="0"/>
              </a:ext>
            </a:extLst>
          </a:blip>
          <a:stretch>
            <a:fillRect/>
          </a:stretch>
        </p:blipFill>
        <p:spPr>
          <a:xfrm>
            <a:off x="7299834" y="4402858"/>
            <a:ext cx="400420" cy="374904"/>
          </a:xfrm>
          <a:prstGeom prst="rect">
            <a:avLst/>
          </a:prstGeom>
        </p:spPr>
      </p:pic>
      <p:pic>
        <p:nvPicPr>
          <p:cNvPr id="104" name="Gold Coin 2">
            <a:extLst>
              <a:ext uri="{FF2B5EF4-FFF2-40B4-BE49-F238E27FC236}">
                <a16:creationId xmlns:a16="http://schemas.microsoft.com/office/drawing/2014/main" id="{E5476DDE-AA67-5692-2E17-84E6D7657CAB}"/>
              </a:ext>
            </a:extLst>
          </p:cNvPr>
          <p:cNvPicPr>
            <a:picLocks noChangeAspect="1"/>
          </p:cNvPicPr>
          <p:nvPr/>
        </p:nvPicPr>
        <p:blipFill>
          <a:blip r:embed="rId24" cstate="print">
            <a:extLst>
              <a:ext uri="{28A0092B-C50C-407E-A947-70E740481C1C}">
                <a14:useLocalDpi xmlns:a14="http://schemas.microsoft.com/office/drawing/2010/main" val="0"/>
              </a:ext>
            </a:extLst>
          </a:blip>
          <a:stretch>
            <a:fillRect/>
          </a:stretch>
        </p:blipFill>
        <p:spPr>
          <a:xfrm>
            <a:off x="8027720" y="4408954"/>
            <a:ext cx="400420" cy="374904"/>
          </a:xfrm>
          <a:prstGeom prst="rect">
            <a:avLst/>
          </a:prstGeom>
        </p:spPr>
      </p:pic>
      <p:pic>
        <p:nvPicPr>
          <p:cNvPr id="105" name="Gold Coin 3">
            <a:extLst>
              <a:ext uri="{FF2B5EF4-FFF2-40B4-BE49-F238E27FC236}">
                <a16:creationId xmlns:a16="http://schemas.microsoft.com/office/drawing/2014/main" id="{1076EAD6-EC6D-E2AA-6229-0604D4B6AC4F}"/>
              </a:ext>
            </a:extLst>
          </p:cNvPr>
          <p:cNvPicPr>
            <a:picLocks noChangeAspect="1"/>
          </p:cNvPicPr>
          <p:nvPr/>
        </p:nvPicPr>
        <p:blipFill>
          <a:blip r:embed="rId24" cstate="print">
            <a:extLst>
              <a:ext uri="{28A0092B-C50C-407E-A947-70E740481C1C}">
                <a14:useLocalDpi xmlns:a14="http://schemas.microsoft.com/office/drawing/2010/main" val="0"/>
              </a:ext>
            </a:extLst>
          </a:blip>
          <a:stretch>
            <a:fillRect/>
          </a:stretch>
        </p:blipFill>
        <p:spPr>
          <a:xfrm>
            <a:off x="7335316" y="5099105"/>
            <a:ext cx="400420" cy="374904"/>
          </a:xfrm>
          <a:prstGeom prst="rect">
            <a:avLst/>
          </a:prstGeom>
        </p:spPr>
      </p:pic>
      <p:pic>
        <p:nvPicPr>
          <p:cNvPr id="108" name="Gold Coin 1">
            <a:extLst>
              <a:ext uri="{FF2B5EF4-FFF2-40B4-BE49-F238E27FC236}">
                <a16:creationId xmlns:a16="http://schemas.microsoft.com/office/drawing/2014/main" id="{02FC920A-38AC-A80F-9CCF-119816CD96F9}"/>
              </a:ext>
            </a:extLst>
          </p:cNvPr>
          <p:cNvPicPr>
            <a:picLocks noChangeAspect="1"/>
          </p:cNvPicPr>
          <p:nvPr/>
        </p:nvPicPr>
        <p:blipFill>
          <a:blip r:embed="rId24" cstate="print">
            <a:extLst>
              <a:ext uri="{28A0092B-C50C-407E-A947-70E740481C1C}">
                <a14:useLocalDpi xmlns:a14="http://schemas.microsoft.com/office/drawing/2010/main" val="0"/>
              </a:ext>
            </a:extLst>
          </a:blip>
          <a:stretch>
            <a:fillRect/>
          </a:stretch>
        </p:blipFill>
        <p:spPr>
          <a:xfrm>
            <a:off x="7407277" y="6466553"/>
            <a:ext cx="400420" cy="374904"/>
          </a:xfrm>
          <a:prstGeom prst="rect">
            <a:avLst/>
          </a:prstGeom>
        </p:spPr>
      </p:pic>
      <p:pic>
        <p:nvPicPr>
          <p:cNvPr id="113" name="Gold Coin 1">
            <a:extLst>
              <a:ext uri="{FF2B5EF4-FFF2-40B4-BE49-F238E27FC236}">
                <a16:creationId xmlns:a16="http://schemas.microsoft.com/office/drawing/2014/main" id="{33F162D1-96A8-A648-FF33-7753F93BBEDB}"/>
              </a:ext>
            </a:extLst>
          </p:cNvPr>
          <p:cNvPicPr>
            <a:picLocks noChangeAspect="1"/>
          </p:cNvPicPr>
          <p:nvPr/>
        </p:nvPicPr>
        <p:blipFill>
          <a:blip r:embed="rId24" cstate="print">
            <a:extLst>
              <a:ext uri="{28A0092B-C50C-407E-A947-70E740481C1C}">
                <a14:useLocalDpi xmlns:a14="http://schemas.microsoft.com/office/drawing/2010/main" val="0"/>
              </a:ext>
            </a:extLst>
          </a:blip>
          <a:stretch>
            <a:fillRect/>
          </a:stretch>
        </p:blipFill>
        <p:spPr>
          <a:xfrm>
            <a:off x="12861981" y="279730"/>
            <a:ext cx="400420" cy="374904"/>
          </a:xfrm>
          <a:prstGeom prst="rect">
            <a:avLst/>
          </a:prstGeom>
        </p:spPr>
      </p:pic>
      <p:pic>
        <p:nvPicPr>
          <p:cNvPr id="118" name="Gold Coin 1">
            <a:extLst>
              <a:ext uri="{FF2B5EF4-FFF2-40B4-BE49-F238E27FC236}">
                <a16:creationId xmlns:a16="http://schemas.microsoft.com/office/drawing/2014/main" id="{3B7D0744-80A8-1FC2-442C-222189E5278B}"/>
              </a:ext>
            </a:extLst>
          </p:cNvPr>
          <p:cNvPicPr>
            <a:picLocks noChangeAspect="1"/>
          </p:cNvPicPr>
          <p:nvPr/>
        </p:nvPicPr>
        <p:blipFill>
          <a:blip r:embed="rId24" cstate="print">
            <a:extLst>
              <a:ext uri="{28A0092B-C50C-407E-A947-70E740481C1C}">
                <a14:useLocalDpi xmlns:a14="http://schemas.microsoft.com/office/drawing/2010/main" val="0"/>
              </a:ext>
            </a:extLst>
          </a:blip>
          <a:stretch>
            <a:fillRect/>
          </a:stretch>
        </p:blipFill>
        <p:spPr>
          <a:xfrm>
            <a:off x="12976496" y="2355053"/>
            <a:ext cx="400420" cy="374904"/>
          </a:xfrm>
          <a:prstGeom prst="rect">
            <a:avLst/>
          </a:prstGeom>
        </p:spPr>
      </p:pic>
      <p:pic>
        <p:nvPicPr>
          <p:cNvPr id="119" name="Gold Coin 2">
            <a:extLst>
              <a:ext uri="{FF2B5EF4-FFF2-40B4-BE49-F238E27FC236}">
                <a16:creationId xmlns:a16="http://schemas.microsoft.com/office/drawing/2014/main" id="{8233C41F-87AF-48E4-DEDA-D4489D0E0F02}"/>
              </a:ext>
            </a:extLst>
          </p:cNvPr>
          <p:cNvPicPr>
            <a:picLocks noChangeAspect="1"/>
          </p:cNvPicPr>
          <p:nvPr/>
        </p:nvPicPr>
        <p:blipFill>
          <a:blip r:embed="rId24" cstate="print">
            <a:extLst>
              <a:ext uri="{28A0092B-C50C-407E-A947-70E740481C1C}">
                <a14:useLocalDpi xmlns:a14="http://schemas.microsoft.com/office/drawing/2010/main" val="0"/>
              </a:ext>
            </a:extLst>
          </a:blip>
          <a:stretch>
            <a:fillRect/>
          </a:stretch>
        </p:blipFill>
        <p:spPr>
          <a:xfrm>
            <a:off x="13704382" y="2361149"/>
            <a:ext cx="400420" cy="374904"/>
          </a:xfrm>
          <a:prstGeom prst="rect">
            <a:avLst/>
          </a:prstGeom>
        </p:spPr>
      </p:pic>
      <p:pic>
        <p:nvPicPr>
          <p:cNvPr id="120" name="Gold Coin 3">
            <a:extLst>
              <a:ext uri="{FF2B5EF4-FFF2-40B4-BE49-F238E27FC236}">
                <a16:creationId xmlns:a16="http://schemas.microsoft.com/office/drawing/2014/main" id="{530B1695-613C-5607-51F5-E5576C79235D}"/>
              </a:ext>
            </a:extLst>
          </p:cNvPr>
          <p:cNvPicPr>
            <a:picLocks noChangeAspect="1"/>
          </p:cNvPicPr>
          <p:nvPr/>
        </p:nvPicPr>
        <p:blipFill>
          <a:blip r:embed="rId24" cstate="print">
            <a:extLst>
              <a:ext uri="{28A0092B-C50C-407E-A947-70E740481C1C}">
                <a14:useLocalDpi xmlns:a14="http://schemas.microsoft.com/office/drawing/2010/main" val="0"/>
              </a:ext>
            </a:extLst>
          </a:blip>
          <a:stretch>
            <a:fillRect/>
          </a:stretch>
        </p:blipFill>
        <p:spPr>
          <a:xfrm>
            <a:off x="13011978" y="3051300"/>
            <a:ext cx="400420" cy="374904"/>
          </a:xfrm>
          <a:prstGeom prst="rect">
            <a:avLst/>
          </a:prstGeom>
        </p:spPr>
      </p:pic>
      <p:pic>
        <p:nvPicPr>
          <p:cNvPr id="121" name="Gold Coin 4">
            <a:extLst>
              <a:ext uri="{FF2B5EF4-FFF2-40B4-BE49-F238E27FC236}">
                <a16:creationId xmlns:a16="http://schemas.microsoft.com/office/drawing/2014/main" id="{4B4914DB-FEDA-15AE-BCC9-4E2A89D4F188}"/>
              </a:ext>
            </a:extLst>
          </p:cNvPr>
          <p:cNvPicPr>
            <a:picLocks noChangeAspect="1"/>
          </p:cNvPicPr>
          <p:nvPr/>
        </p:nvPicPr>
        <p:blipFill>
          <a:blip r:embed="rId24" cstate="print">
            <a:extLst>
              <a:ext uri="{28A0092B-C50C-407E-A947-70E740481C1C}">
                <a14:useLocalDpi xmlns:a14="http://schemas.microsoft.com/office/drawing/2010/main" val="0"/>
              </a:ext>
            </a:extLst>
          </a:blip>
          <a:stretch>
            <a:fillRect/>
          </a:stretch>
        </p:blipFill>
        <p:spPr>
          <a:xfrm>
            <a:off x="13740958" y="3057396"/>
            <a:ext cx="400420" cy="374904"/>
          </a:xfrm>
          <a:prstGeom prst="rect">
            <a:avLst/>
          </a:prstGeom>
        </p:spPr>
      </p:pic>
      <p:pic>
        <p:nvPicPr>
          <p:cNvPr id="123" name="Gold Coin 1">
            <a:extLst>
              <a:ext uri="{FF2B5EF4-FFF2-40B4-BE49-F238E27FC236}">
                <a16:creationId xmlns:a16="http://schemas.microsoft.com/office/drawing/2014/main" id="{00EB5791-C116-5603-3196-58CCC7D8FB8B}"/>
              </a:ext>
            </a:extLst>
          </p:cNvPr>
          <p:cNvPicPr>
            <a:picLocks noChangeAspect="1"/>
          </p:cNvPicPr>
          <p:nvPr/>
        </p:nvPicPr>
        <p:blipFill>
          <a:blip r:embed="rId24" cstate="print">
            <a:extLst>
              <a:ext uri="{28A0092B-C50C-407E-A947-70E740481C1C}">
                <a14:useLocalDpi xmlns:a14="http://schemas.microsoft.com/office/drawing/2010/main" val="0"/>
              </a:ext>
            </a:extLst>
          </a:blip>
          <a:stretch>
            <a:fillRect/>
          </a:stretch>
        </p:blipFill>
        <p:spPr>
          <a:xfrm>
            <a:off x="13094499" y="4419851"/>
            <a:ext cx="400420" cy="374904"/>
          </a:xfrm>
          <a:prstGeom prst="rect">
            <a:avLst/>
          </a:prstGeom>
        </p:spPr>
      </p:pic>
      <p:pic>
        <p:nvPicPr>
          <p:cNvPr id="124" name="Gold Coin 2">
            <a:extLst>
              <a:ext uri="{FF2B5EF4-FFF2-40B4-BE49-F238E27FC236}">
                <a16:creationId xmlns:a16="http://schemas.microsoft.com/office/drawing/2014/main" id="{04EE849F-B259-3214-96DE-E0857E35694A}"/>
              </a:ext>
            </a:extLst>
          </p:cNvPr>
          <p:cNvPicPr>
            <a:picLocks noChangeAspect="1"/>
          </p:cNvPicPr>
          <p:nvPr/>
        </p:nvPicPr>
        <p:blipFill>
          <a:blip r:embed="rId24" cstate="print">
            <a:extLst>
              <a:ext uri="{28A0092B-C50C-407E-A947-70E740481C1C}">
                <a14:useLocalDpi xmlns:a14="http://schemas.microsoft.com/office/drawing/2010/main" val="0"/>
              </a:ext>
            </a:extLst>
          </a:blip>
          <a:stretch>
            <a:fillRect/>
          </a:stretch>
        </p:blipFill>
        <p:spPr>
          <a:xfrm>
            <a:off x="13822385" y="4425947"/>
            <a:ext cx="400420" cy="374904"/>
          </a:xfrm>
          <a:prstGeom prst="rect">
            <a:avLst/>
          </a:prstGeom>
        </p:spPr>
      </p:pic>
      <p:pic>
        <p:nvPicPr>
          <p:cNvPr id="125" name="Gold Coin 3">
            <a:extLst>
              <a:ext uri="{FF2B5EF4-FFF2-40B4-BE49-F238E27FC236}">
                <a16:creationId xmlns:a16="http://schemas.microsoft.com/office/drawing/2014/main" id="{86EEADDC-F81E-7EDF-ED12-EFB1099C80FD}"/>
              </a:ext>
            </a:extLst>
          </p:cNvPr>
          <p:cNvPicPr>
            <a:picLocks noChangeAspect="1"/>
          </p:cNvPicPr>
          <p:nvPr/>
        </p:nvPicPr>
        <p:blipFill>
          <a:blip r:embed="rId24" cstate="print">
            <a:extLst>
              <a:ext uri="{28A0092B-C50C-407E-A947-70E740481C1C}">
                <a14:useLocalDpi xmlns:a14="http://schemas.microsoft.com/office/drawing/2010/main" val="0"/>
              </a:ext>
            </a:extLst>
          </a:blip>
          <a:stretch>
            <a:fillRect/>
          </a:stretch>
        </p:blipFill>
        <p:spPr>
          <a:xfrm>
            <a:off x="13129981" y="5116098"/>
            <a:ext cx="400420" cy="374904"/>
          </a:xfrm>
          <a:prstGeom prst="rect">
            <a:avLst/>
          </a:prstGeom>
        </p:spPr>
      </p:pic>
      <p:pic>
        <p:nvPicPr>
          <p:cNvPr id="128" name="Gold Coin 1">
            <a:extLst>
              <a:ext uri="{FF2B5EF4-FFF2-40B4-BE49-F238E27FC236}">
                <a16:creationId xmlns:a16="http://schemas.microsoft.com/office/drawing/2014/main" id="{26C7DEF5-57B1-7E4E-AA37-5710E70C47CB}"/>
              </a:ext>
            </a:extLst>
          </p:cNvPr>
          <p:cNvPicPr>
            <a:picLocks noChangeAspect="1"/>
          </p:cNvPicPr>
          <p:nvPr/>
        </p:nvPicPr>
        <p:blipFill>
          <a:blip r:embed="rId24" cstate="print">
            <a:extLst>
              <a:ext uri="{28A0092B-C50C-407E-A947-70E740481C1C}">
                <a14:useLocalDpi xmlns:a14="http://schemas.microsoft.com/office/drawing/2010/main" val="0"/>
              </a:ext>
            </a:extLst>
          </a:blip>
          <a:stretch>
            <a:fillRect/>
          </a:stretch>
        </p:blipFill>
        <p:spPr>
          <a:xfrm>
            <a:off x="13201942" y="6483546"/>
            <a:ext cx="400420" cy="374904"/>
          </a:xfrm>
          <a:prstGeom prst="rect">
            <a:avLst/>
          </a:prstGeom>
        </p:spPr>
      </p:pic>
      <p:pic>
        <p:nvPicPr>
          <p:cNvPr id="129" name="Gold Coin 2">
            <a:extLst>
              <a:ext uri="{FF2B5EF4-FFF2-40B4-BE49-F238E27FC236}">
                <a16:creationId xmlns:a16="http://schemas.microsoft.com/office/drawing/2014/main" id="{0A1D69C2-2E70-A424-E49E-54013EACCB18}"/>
              </a:ext>
            </a:extLst>
          </p:cNvPr>
          <p:cNvPicPr>
            <a:picLocks noChangeAspect="1"/>
          </p:cNvPicPr>
          <p:nvPr/>
        </p:nvPicPr>
        <p:blipFill>
          <a:blip r:embed="rId24" cstate="print">
            <a:extLst>
              <a:ext uri="{28A0092B-C50C-407E-A947-70E740481C1C}">
                <a14:useLocalDpi xmlns:a14="http://schemas.microsoft.com/office/drawing/2010/main" val="0"/>
              </a:ext>
            </a:extLst>
          </a:blip>
          <a:stretch>
            <a:fillRect/>
          </a:stretch>
        </p:blipFill>
        <p:spPr>
          <a:xfrm>
            <a:off x="13929828" y="6489642"/>
            <a:ext cx="400420" cy="374904"/>
          </a:xfrm>
          <a:prstGeom prst="rect">
            <a:avLst/>
          </a:prstGeom>
        </p:spPr>
      </p:pic>
      <p:pic>
        <p:nvPicPr>
          <p:cNvPr id="133" name="Points Reveal 1.mp3">
            <a:hlinkClick r:id="" action="ppaction://media"/>
          </p:cNvPr>
          <p:cNvPicPr>
            <a:picLocks noChangeAspect="1"/>
          </p:cNvPicPr>
          <p:nvPr>
            <a:audioFile r:link="rId4"/>
            <p:extLst>
              <p:ext uri="{DAA4B4D4-6D71-4841-9C94-3DE7FCFB9230}">
                <p14:media xmlns:p14="http://schemas.microsoft.com/office/powerpoint/2010/main" r:embed="rId3"/>
              </p:ext>
            </p:extLst>
          </p:nvPr>
        </p:nvPicPr>
        <p:blipFill>
          <a:blip r:embed="rId25"/>
          <a:stretch>
            <a:fillRect/>
          </a:stretch>
        </p:blipFill>
        <p:spPr>
          <a:xfrm>
            <a:off x="1905000" y="8528098"/>
            <a:ext cx="487363" cy="487363"/>
          </a:xfrm>
          <a:prstGeom prst="rect">
            <a:avLst/>
          </a:prstGeom>
        </p:spPr>
      </p:pic>
      <p:pic>
        <p:nvPicPr>
          <p:cNvPr id="134" name="Points Reveal 2.mp3">
            <a:hlinkClick r:id="" action="ppaction://media"/>
          </p:cNvPr>
          <p:cNvPicPr>
            <a:picLocks noChangeAspect="1"/>
          </p:cNvPicPr>
          <p:nvPr>
            <a:audioFile r:link="rId6"/>
            <p:extLst>
              <p:ext uri="{DAA4B4D4-6D71-4841-9C94-3DE7FCFB9230}">
                <p14:media xmlns:p14="http://schemas.microsoft.com/office/powerpoint/2010/main" r:embed="rId5"/>
              </p:ext>
            </p:extLst>
          </p:nvPr>
        </p:nvPicPr>
        <p:blipFill>
          <a:blip r:embed="rId25"/>
          <a:stretch>
            <a:fillRect/>
          </a:stretch>
        </p:blipFill>
        <p:spPr>
          <a:xfrm>
            <a:off x="2743200" y="8534400"/>
            <a:ext cx="487363" cy="487363"/>
          </a:xfrm>
          <a:prstGeom prst="rect">
            <a:avLst/>
          </a:prstGeom>
        </p:spPr>
      </p:pic>
      <p:pic>
        <p:nvPicPr>
          <p:cNvPr id="135" name="gold piece sequence (4 pieces) 1 (leandri140029).mp3">
            <a:hlinkClick r:id="" action="ppaction://media"/>
          </p:cNvPr>
          <p:cNvPicPr>
            <a:picLocks noChangeAspect="1"/>
          </p:cNvPicPr>
          <p:nvPr>
            <a:audioFile r:link="rId8"/>
            <p:extLst>
              <p:ext uri="{DAA4B4D4-6D71-4841-9C94-3DE7FCFB9230}">
                <p14:media xmlns:p14="http://schemas.microsoft.com/office/powerpoint/2010/main" r:embed="rId7"/>
              </p:ext>
            </p:extLst>
          </p:nvPr>
        </p:nvPicPr>
        <p:blipFill>
          <a:blip r:embed="rId26"/>
          <a:stretch>
            <a:fillRect/>
          </a:stretch>
        </p:blipFill>
        <p:spPr>
          <a:xfrm>
            <a:off x="6062695" y="8528097"/>
            <a:ext cx="487363" cy="487363"/>
          </a:xfrm>
          <a:prstGeom prst="rect">
            <a:avLst/>
          </a:prstGeom>
        </p:spPr>
      </p:pic>
      <p:sp>
        <p:nvSpPr>
          <p:cNvPr id="140" name="Instructions Cap 5"/>
          <p:cNvSpPr>
            <a:spLocks/>
          </p:cNvSpPr>
          <p:nvPr/>
        </p:nvSpPr>
        <p:spPr>
          <a:xfrm>
            <a:off x="213811" y="5336561"/>
            <a:ext cx="3273552" cy="2542032"/>
          </a:xfrm>
          <a:prstGeom prst="rect">
            <a:avLst/>
          </a:prstGeom>
          <a:solidFill>
            <a:srgbClr val="F4F4F4"/>
          </a:solidFill>
          <a:ln>
            <a:noFill/>
          </a:ln>
          <a:scene3d>
            <a:camera prst="orthographicFront">
              <a:rot lat="20400000" lon="21000000" rev="198000"/>
            </a:camera>
            <a:lightRig rig="balanced" dir="t"/>
          </a:scene3d>
          <a:sp3d extrusionH="165100" prstMaterial="metal">
            <a:bevelT w="19050" h="12700"/>
            <a:extrusionClr>
              <a:srgbClr val="F4F4F4"/>
            </a:extrusionClr>
          </a:sp3d>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sz="4400" spc="-200" dirty="0">
                <a:ln>
                  <a:solidFill>
                    <a:schemeClr val="tx1">
                      <a:lumMod val="85000"/>
                      <a:lumOff val="15000"/>
                    </a:schemeClr>
                  </a:solidFill>
                </a:ln>
                <a:solidFill>
                  <a:srgbClr val="FFC000"/>
                </a:solidFill>
                <a:latin typeface="Poppins Medium" panose="00000600000000000000" pitchFamily="2" charset="0"/>
                <a:ea typeface="ZCOOL QingKe HuangYou" panose="00000500000000000000" pitchFamily="2" charset="0"/>
                <a:cs typeface="Poppins Medium" panose="00000600000000000000" pitchFamily="2" charset="0"/>
              </a:rPr>
              <a:t>Ready?</a:t>
            </a:r>
          </a:p>
        </p:txBody>
      </p:sp>
      <p:pic>
        <p:nvPicPr>
          <p:cNvPr id="39" name="large plastic brick 1 (leandri140029).mp3">
            <a:hlinkClick r:id="" action="ppaction://media"/>
          </p:cNvPr>
          <p:cNvPicPr>
            <a:picLocks noChangeAspect="1"/>
          </p:cNvPicPr>
          <p:nvPr>
            <a:audioFile r:link="rId10"/>
            <p:extLst>
              <p:ext uri="{DAA4B4D4-6D71-4841-9C94-3DE7FCFB9230}">
                <p14:media xmlns:p14="http://schemas.microsoft.com/office/powerpoint/2010/main" r:embed="rId9"/>
              </p:ext>
            </p:extLst>
          </p:nvPr>
        </p:nvPicPr>
        <p:blipFill>
          <a:blip r:embed="rId27"/>
          <a:stretch>
            <a:fillRect/>
          </a:stretch>
        </p:blipFill>
        <p:spPr>
          <a:xfrm>
            <a:off x="814217" y="8507985"/>
            <a:ext cx="487363" cy="487363"/>
          </a:xfrm>
          <a:prstGeom prst="rect">
            <a:avLst/>
          </a:prstGeom>
        </p:spPr>
      </p:pic>
      <p:pic>
        <p:nvPicPr>
          <p:cNvPr id="40" name="large plastic brick 2 (leandri140029).mp3">
            <a:hlinkClick r:id="" action="ppaction://media"/>
          </p:cNvPr>
          <p:cNvPicPr>
            <a:picLocks noChangeAspect="1"/>
          </p:cNvPicPr>
          <p:nvPr>
            <a:audioFile r:link="rId12"/>
            <p:extLst>
              <p:ext uri="{DAA4B4D4-6D71-4841-9C94-3DE7FCFB9230}">
                <p14:media xmlns:p14="http://schemas.microsoft.com/office/powerpoint/2010/main" r:embed="rId11"/>
              </p:ext>
            </p:extLst>
          </p:nvPr>
        </p:nvPicPr>
        <p:blipFill>
          <a:blip r:embed="rId27"/>
          <a:stretch>
            <a:fillRect/>
          </a:stretch>
        </p:blipFill>
        <p:spPr>
          <a:xfrm>
            <a:off x="814217" y="8995348"/>
            <a:ext cx="487363" cy="487363"/>
          </a:xfrm>
          <a:prstGeom prst="rect">
            <a:avLst/>
          </a:prstGeom>
        </p:spPr>
      </p:pic>
      <p:pic>
        <p:nvPicPr>
          <p:cNvPr id="2" name="large plastic brick sequence (leandri140029).mp3">
            <a:hlinkClick r:id="" action="ppaction://media"/>
          </p:cNvPr>
          <p:cNvPicPr>
            <a:picLocks noChangeAspect="1"/>
          </p:cNvPicPr>
          <p:nvPr>
            <a:audioFile r:link="rId14"/>
            <p:extLst>
              <p:ext uri="{DAA4B4D4-6D71-4841-9C94-3DE7FCFB9230}">
                <p14:media xmlns:p14="http://schemas.microsoft.com/office/powerpoint/2010/main" r:embed="rId13"/>
              </p:ext>
            </p:extLst>
          </p:nvPr>
        </p:nvPicPr>
        <p:blipFill>
          <a:blip r:embed="rId25"/>
          <a:stretch>
            <a:fillRect/>
          </a:stretch>
        </p:blipFill>
        <p:spPr>
          <a:xfrm>
            <a:off x="2508617" y="9038233"/>
            <a:ext cx="487363" cy="487363"/>
          </a:xfrm>
          <a:prstGeom prst="rect">
            <a:avLst/>
          </a:prstGeom>
        </p:spPr>
      </p:pic>
      <p:pic>
        <p:nvPicPr>
          <p:cNvPr id="3" name="large plastic brick 3 (leandri140029).mp3">
            <a:hlinkClick r:id="" action="ppaction://media"/>
          </p:cNvPr>
          <p:cNvPicPr>
            <a:picLocks noChangeAspect="1"/>
          </p:cNvPicPr>
          <p:nvPr>
            <a:audioFile r:link="rId16"/>
            <p:extLst>
              <p:ext uri="{DAA4B4D4-6D71-4841-9C94-3DE7FCFB9230}">
                <p14:media xmlns:p14="http://schemas.microsoft.com/office/powerpoint/2010/main" r:embed="rId15"/>
              </p:ext>
            </p:extLst>
          </p:nvPr>
        </p:nvPicPr>
        <p:blipFill>
          <a:blip r:embed="rId25"/>
          <a:stretch>
            <a:fillRect/>
          </a:stretch>
        </p:blipFill>
        <p:spPr>
          <a:xfrm>
            <a:off x="1606905" y="8976107"/>
            <a:ext cx="487363" cy="487363"/>
          </a:xfrm>
          <a:prstGeom prst="rect">
            <a:avLst/>
          </a:prstGeom>
        </p:spPr>
      </p:pic>
    </p:spTree>
    <p:extLst>
      <p:ext uri="{BB962C8B-B14F-4D97-AF65-F5344CB8AC3E}">
        <p14:creationId xmlns:p14="http://schemas.microsoft.com/office/powerpoint/2010/main" val="229422599"/>
      </p:ext>
    </p:extLst>
  </p:cSld>
  <p:clrMapOvr>
    <a:masterClrMapping/>
  </p:clrMapOvr>
  <mc:AlternateContent xmlns:mc="http://schemas.openxmlformats.org/markup-compatibility/2006" xmlns:p14="http://schemas.microsoft.com/office/powerpoint/2010/main">
    <mc:Choice Requires="p14">
      <p:transition spd="slow" p14:dur="1300">
        <p14:pan/>
      </p:transition>
    </mc:Choice>
    <mc:Fallback xmlns="">
      <p:transition spd="slow">
        <p:fade/>
      </p:transition>
    </mc:Fallback>
  </mc:AlternateContent>
  <mc:AlternateContent xmlns:mc="http://schemas.openxmlformats.org/markup-compatibility/2006" xmlns:p14="http://schemas.microsoft.com/office/powerpoint/2010/main">
    <mc:Choice Requires="p14">
      <p:timing>
        <p:tnLst>
          <p:par>
            <p:cTn id="1" dur="indefinite" restart="never" nodeType="tmRoot">
              <p:childTnLst>
                <p:seq concurrent="1" nextAc="seek">
                  <p:cTn id="2" dur="indefinite" nodeType="mainSeq">
                    <p:childTnLst>
                      <p:par>
                        <p:cTn id="3" fill="hold">
                          <p:stCondLst>
                            <p:cond delay="indefinite"/>
                            <p:cond evt="onBegin" delay="0">
                              <p:tn val="2"/>
                            </p:cond>
                          </p:stCondLst>
                          <p:childTnLst>
                            <p:par>
                              <p:cTn id="4" fill="hold">
                                <p:stCondLst>
                                  <p:cond delay="0"/>
                                </p:stCondLst>
                                <p:childTnLst>
                                  <p:par>
                                    <p:cTn id="5" presetID="2" presetClass="entr" presetSubtype="8" fill="hold" grpId="0" nodeType="afterEffect">
                                      <p:stCondLst>
                                        <p:cond delay="0"/>
                                      </p:stCondLst>
                                      <p:childTnLst>
                                        <p:set>
                                          <p:cBhvr>
                                            <p:cTn id="6" dur="1" fill="hold">
                                              <p:stCondLst>
                                                <p:cond delay="0"/>
                                              </p:stCondLst>
                                            </p:cTn>
                                            <p:tgtEl>
                                              <p:spTgt spid="136"/>
                                            </p:tgtEl>
                                            <p:attrNameLst>
                                              <p:attrName>style.visibility</p:attrName>
                                            </p:attrNameLst>
                                          </p:cBhvr>
                                          <p:to>
                                            <p:strVal val="visible"/>
                                          </p:to>
                                        </p:set>
                                        <p:anim calcmode="lin" valueType="num">
                                          <p:cBhvr additive="base">
                                            <p:cTn id="7" dur="500" fill="hold"/>
                                            <p:tgtEl>
                                              <p:spTgt spid="136"/>
                                            </p:tgtEl>
                                            <p:attrNameLst>
                                              <p:attrName>ppt_x</p:attrName>
                                            </p:attrNameLst>
                                          </p:cBhvr>
                                          <p:tavLst>
                                            <p:tav tm="0">
                                              <p:val>
                                                <p:strVal val="0-#ppt_w/2"/>
                                              </p:val>
                                            </p:tav>
                                            <p:tav tm="100000">
                                              <p:val>
                                                <p:strVal val="#ppt_x"/>
                                              </p:val>
                                            </p:tav>
                                          </p:tavLst>
                                        </p:anim>
                                        <p:anim calcmode="lin" valueType="num">
                                          <p:cBhvr additive="base">
                                            <p:cTn id="8" dur="500" fill="hold"/>
                                            <p:tgtEl>
                                              <p:spTgt spid="136"/>
                                            </p:tgtEl>
                                            <p:attrNameLst>
                                              <p:attrName>ppt_y</p:attrName>
                                            </p:attrNameLst>
                                          </p:cBhvr>
                                          <p:tavLst>
                                            <p:tav tm="0">
                                              <p:val>
                                                <p:strVal val="#ppt_y"/>
                                              </p:val>
                                            </p:tav>
                                            <p:tav tm="100000">
                                              <p:val>
                                                <p:strVal val="#ppt_y"/>
                                              </p:val>
                                            </p:tav>
                                          </p:tavLst>
                                        </p:anim>
                                      </p:childTnLst>
                                    </p:cTn>
                                  </p:par>
                                  <p:par>
                                    <p:cTn id="9" presetID="6" presetClass="emph" presetSubtype="0" autoRev="1" fill="hold" grpId="1" nodeType="withEffect">
                                      <p:stCondLst>
                                        <p:cond delay="0"/>
                                      </p:stCondLst>
                                      <p:childTnLst>
                                        <p:animScale>
                                          <p:cBhvr>
                                            <p:cTn id="10" dur="250" fill="hold"/>
                                            <p:tgtEl>
                                              <p:spTgt spid="136"/>
                                            </p:tgtEl>
                                          </p:cBhvr>
                                          <p:by x="115000" y="115000"/>
                                        </p:animScale>
                                      </p:childTnLst>
                                    </p:cTn>
                                  </p:par>
                                  <p:par>
                                    <p:cTn id="11" presetID="1" presetClass="mediacall" presetSubtype="0" fill="hold" nodeType="withEffect">
                                      <p:stCondLst>
                                        <p:cond delay="500"/>
                                      </p:stCondLst>
                                      <p:childTnLst>
                                        <p:cmd type="call" cmd="playFrom(0.0)">
                                          <p:cBhvr>
                                            <p:cTn id="12" dur="216" fill="hold"/>
                                            <p:tgtEl>
                                              <p:spTgt spid="39"/>
                                            </p:tgtEl>
                                          </p:cBhvr>
                                        </p:cmd>
                                      </p:childTnLst>
                                    </p:cTn>
                                  </p:par>
                                </p:childTnLst>
                              </p:cTn>
                            </p:par>
                          </p:childTnLst>
                        </p:cTn>
                      </p:par>
                      <p:par>
                        <p:cTn id="13" fill="hold">
                          <p:stCondLst>
                            <p:cond delay="indefinite"/>
                          </p:stCondLst>
                          <p:childTnLst>
                            <p:par>
                              <p:cTn id="14" fill="hold">
                                <p:stCondLst>
                                  <p:cond delay="0"/>
                                </p:stCondLst>
                                <p:childTnLst>
                                  <p:par>
                                    <p:cTn id="15" presetID="10" presetClass="entr" presetSubtype="0" fill="hold" grpId="0" nodeType="clickEffect">
                                      <p:stCondLst>
                                        <p:cond delay="0"/>
                                      </p:stCondLst>
                                      <p:childTnLst>
                                        <p:set>
                                          <p:cBhvr>
                                            <p:cTn id="16" dur="1" fill="hold">
                                              <p:stCondLst>
                                                <p:cond delay="0"/>
                                              </p:stCondLst>
                                            </p:cTn>
                                            <p:tgtEl>
                                              <p:spTgt spid="137"/>
                                            </p:tgtEl>
                                            <p:attrNameLst>
                                              <p:attrName>style.visibility</p:attrName>
                                            </p:attrNameLst>
                                          </p:cBhvr>
                                          <p:to>
                                            <p:strVal val="visible"/>
                                          </p:to>
                                        </p:set>
                                        <p:animEffect transition="in" filter="fade">
                                          <p:cBhvr>
                                            <p:cTn id="17" dur="500"/>
                                            <p:tgtEl>
                                              <p:spTgt spid="137"/>
                                            </p:tgtEl>
                                          </p:cBhvr>
                                        </p:animEffect>
                                      </p:childTnLst>
                                    </p:cTn>
                                  </p:par>
                                </p:childTnLst>
                              </p:cTn>
                            </p:par>
                            <p:par>
                              <p:cTn id="18" fill="hold">
                                <p:stCondLst>
                                  <p:cond delay="500"/>
                                </p:stCondLst>
                                <p:childTnLst>
                                  <p:par>
                                    <p:cTn id="19" presetID="2" presetClass="exit" presetSubtype="4" fill="hold" nodeType="afterEffect">
                                      <p:stCondLst>
                                        <p:cond delay="0"/>
                                      </p:stCondLst>
                                      <p:childTnLst>
                                        <p:anim calcmode="lin" valueType="num">
                                          <p:cBhvr additive="base">
                                            <p:cTn id="20" dur="250"/>
                                            <p:tgtEl>
                                              <p:spTgt spid="21"/>
                                            </p:tgtEl>
                                            <p:attrNameLst>
                                              <p:attrName>ppt_x</p:attrName>
                                            </p:attrNameLst>
                                          </p:cBhvr>
                                          <p:tavLst>
                                            <p:tav tm="0">
                                              <p:val>
                                                <p:strVal val="ppt_x"/>
                                              </p:val>
                                            </p:tav>
                                            <p:tav tm="100000">
                                              <p:val>
                                                <p:strVal val="ppt_x"/>
                                              </p:val>
                                            </p:tav>
                                          </p:tavLst>
                                        </p:anim>
                                        <p:anim calcmode="lin" valueType="num">
                                          <p:cBhvr additive="base">
                                            <p:cTn id="21" dur="250"/>
                                            <p:tgtEl>
                                              <p:spTgt spid="21"/>
                                            </p:tgtEl>
                                            <p:attrNameLst>
                                              <p:attrName>ppt_y</p:attrName>
                                            </p:attrNameLst>
                                          </p:cBhvr>
                                          <p:tavLst>
                                            <p:tav tm="0">
                                              <p:val>
                                                <p:strVal val="ppt_y"/>
                                              </p:val>
                                            </p:tav>
                                            <p:tav tm="100000">
                                              <p:val>
                                                <p:strVal val="1+ppt_h/2"/>
                                              </p:val>
                                            </p:tav>
                                          </p:tavLst>
                                        </p:anim>
                                        <p:set>
                                          <p:cBhvr>
                                            <p:cTn id="22" dur="1" fill="hold">
                                              <p:stCondLst>
                                                <p:cond delay="249"/>
                                              </p:stCondLst>
                                            </p:cTn>
                                            <p:tgtEl>
                                              <p:spTgt spid="21"/>
                                            </p:tgtEl>
                                            <p:attrNameLst>
                                              <p:attrName>style.visibility</p:attrName>
                                            </p:attrNameLst>
                                          </p:cBhvr>
                                          <p:to>
                                            <p:strVal val="hidden"/>
                                          </p:to>
                                        </p:set>
                                      </p:childTnLst>
                                    </p:cTn>
                                  </p:par>
                                  <p:par>
                                    <p:cTn id="23" presetID="6" presetClass="emph" presetSubtype="0" fill="hold" nodeType="withEffect">
                                      <p:stCondLst>
                                        <p:cond delay="0"/>
                                      </p:stCondLst>
                                      <p:childTnLst>
                                        <p:animScale>
                                          <p:cBhvr>
                                            <p:cTn id="24" dur="250" fill="hold"/>
                                            <p:tgtEl>
                                              <p:spTgt spid="21"/>
                                            </p:tgtEl>
                                          </p:cBhvr>
                                          <p:by x="115000" y="115000"/>
                                        </p:animScale>
                                      </p:childTnLst>
                                    </p:cTn>
                                  </p:par>
                                  <p:par>
                                    <p:cTn id="25" presetID="42" presetClass="path" presetSubtype="0" fill="hold" nodeType="withEffect" p14:presetBounceEnd="25000">
                                      <p:stCondLst>
                                        <p:cond delay="500"/>
                                      </p:stCondLst>
                                      <p:childTnLst>
                                        <p:animMotion origin="layout" path="M -2.56944E-6 2.59259E-6 L 0.04102 -0.33777 " pathEditMode="relative" rAng="0" ptsTypes="AA" p14:bounceEnd="25000">
                                          <p:cBhvr>
                                            <p:cTn id="26" dur="1000" fill="hold"/>
                                            <p:tgtEl>
                                              <p:spTgt spid="8"/>
                                            </p:tgtEl>
                                            <p:attrNameLst>
                                              <p:attrName>ppt_x</p:attrName>
                                              <p:attrName>ppt_y</p:attrName>
                                            </p:attrNameLst>
                                          </p:cBhvr>
                                          <p:rCtr x="2051" y="-16898"/>
                                        </p:animMotion>
                                      </p:childTnLst>
                                    </p:cTn>
                                  </p:par>
                                  <p:par>
                                    <p:cTn id="27" presetID="6" presetClass="emph" presetSubtype="0" autoRev="1" fill="hold" nodeType="withEffect">
                                      <p:stCondLst>
                                        <p:cond delay="500"/>
                                      </p:stCondLst>
                                      <p:childTnLst>
                                        <p:animScale>
                                          <p:cBhvr>
                                            <p:cTn id="28" dur="500" fill="hold"/>
                                            <p:tgtEl>
                                              <p:spTgt spid="8"/>
                                            </p:tgtEl>
                                          </p:cBhvr>
                                          <p:by x="115000" y="115000"/>
                                        </p:animScale>
                                      </p:childTnLst>
                                    </p:cTn>
                                  </p:par>
                                  <p:par>
                                    <p:cTn id="29" presetID="1" presetClass="mediacall" presetSubtype="0" fill="hold" nodeType="withEffect">
                                      <p:stCondLst>
                                        <p:cond delay="1350"/>
                                      </p:stCondLst>
                                      <p:childTnLst>
                                        <p:cmd type="call" cmd="playFrom(0.0)">
                                          <p:cBhvr>
                                            <p:cTn id="30" dur="168" fill="hold"/>
                                            <p:tgtEl>
                                              <p:spTgt spid="40"/>
                                            </p:tgtEl>
                                          </p:cBhvr>
                                        </p:cmd>
                                      </p:childTnLst>
                                    </p:cTn>
                                  </p:par>
                                  <p:par>
                                    <p:cTn id="31" presetID="2" presetClass="exit" presetSubtype="4" fill="hold" nodeType="withEffect">
                                      <p:stCondLst>
                                        <p:cond delay="250"/>
                                      </p:stCondLst>
                                      <p:childTnLst>
                                        <p:anim calcmode="lin" valueType="num">
                                          <p:cBhvr additive="base">
                                            <p:cTn id="32" dur="370"/>
                                            <p:tgtEl>
                                              <p:spTgt spid="20"/>
                                            </p:tgtEl>
                                            <p:attrNameLst>
                                              <p:attrName>ppt_x</p:attrName>
                                            </p:attrNameLst>
                                          </p:cBhvr>
                                          <p:tavLst>
                                            <p:tav tm="0">
                                              <p:val>
                                                <p:strVal val="ppt_x"/>
                                              </p:val>
                                            </p:tav>
                                            <p:tav tm="100000">
                                              <p:val>
                                                <p:strVal val="ppt_x"/>
                                              </p:val>
                                            </p:tav>
                                          </p:tavLst>
                                        </p:anim>
                                        <p:anim calcmode="lin" valueType="num">
                                          <p:cBhvr additive="base">
                                            <p:cTn id="33" dur="370"/>
                                            <p:tgtEl>
                                              <p:spTgt spid="20"/>
                                            </p:tgtEl>
                                            <p:attrNameLst>
                                              <p:attrName>ppt_y</p:attrName>
                                            </p:attrNameLst>
                                          </p:cBhvr>
                                          <p:tavLst>
                                            <p:tav tm="0">
                                              <p:val>
                                                <p:strVal val="ppt_y"/>
                                              </p:val>
                                            </p:tav>
                                            <p:tav tm="100000">
                                              <p:val>
                                                <p:strVal val="1+ppt_h/2"/>
                                              </p:val>
                                            </p:tav>
                                          </p:tavLst>
                                        </p:anim>
                                        <p:set>
                                          <p:cBhvr>
                                            <p:cTn id="34" dur="1" fill="hold">
                                              <p:stCondLst>
                                                <p:cond delay="369"/>
                                              </p:stCondLst>
                                            </p:cTn>
                                            <p:tgtEl>
                                              <p:spTgt spid="20"/>
                                            </p:tgtEl>
                                            <p:attrNameLst>
                                              <p:attrName>style.visibility</p:attrName>
                                            </p:attrNameLst>
                                          </p:cBhvr>
                                          <p:to>
                                            <p:strVal val="hidden"/>
                                          </p:to>
                                        </p:set>
                                      </p:childTnLst>
                                    </p:cTn>
                                  </p:par>
                                  <p:par>
                                    <p:cTn id="35" presetID="6" presetClass="emph" presetSubtype="0" fill="hold" nodeType="withEffect">
                                      <p:stCondLst>
                                        <p:cond delay="250"/>
                                      </p:stCondLst>
                                      <p:childTnLst>
                                        <p:animScale>
                                          <p:cBhvr>
                                            <p:cTn id="36" dur="250" fill="hold"/>
                                            <p:tgtEl>
                                              <p:spTgt spid="20"/>
                                            </p:tgtEl>
                                          </p:cBhvr>
                                          <p:by x="115000" y="115000"/>
                                        </p:animScale>
                                      </p:childTnLst>
                                    </p:cTn>
                                  </p:par>
                                  <p:par>
                                    <p:cTn id="37" presetID="2" presetClass="exit" presetSubtype="1" fill="hold" nodeType="withEffect">
                                      <p:stCondLst>
                                        <p:cond delay="0"/>
                                      </p:stCondLst>
                                      <p:childTnLst>
                                        <p:anim calcmode="lin" valueType="num">
                                          <p:cBhvr additive="base">
                                            <p:cTn id="38" dur="370"/>
                                            <p:tgtEl>
                                              <p:spTgt spid="19"/>
                                            </p:tgtEl>
                                            <p:attrNameLst>
                                              <p:attrName>ppt_x</p:attrName>
                                            </p:attrNameLst>
                                          </p:cBhvr>
                                          <p:tavLst>
                                            <p:tav tm="0">
                                              <p:val>
                                                <p:strVal val="ppt_x"/>
                                              </p:val>
                                            </p:tav>
                                            <p:tav tm="100000">
                                              <p:val>
                                                <p:strVal val="ppt_x"/>
                                              </p:val>
                                            </p:tav>
                                          </p:tavLst>
                                        </p:anim>
                                        <p:anim calcmode="lin" valueType="num">
                                          <p:cBhvr additive="base">
                                            <p:cTn id="39" dur="370"/>
                                            <p:tgtEl>
                                              <p:spTgt spid="19"/>
                                            </p:tgtEl>
                                            <p:attrNameLst>
                                              <p:attrName>ppt_y</p:attrName>
                                            </p:attrNameLst>
                                          </p:cBhvr>
                                          <p:tavLst>
                                            <p:tav tm="0">
                                              <p:val>
                                                <p:strVal val="ppt_y"/>
                                              </p:val>
                                            </p:tav>
                                            <p:tav tm="100000">
                                              <p:val>
                                                <p:strVal val="0-ppt_h/2"/>
                                              </p:val>
                                            </p:tav>
                                          </p:tavLst>
                                        </p:anim>
                                        <p:set>
                                          <p:cBhvr>
                                            <p:cTn id="40" dur="1" fill="hold">
                                              <p:stCondLst>
                                                <p:cond delay="369"/>
                                              </p:stCondLst>
                                            </p:cTn>
                                            <p:tgtEl>
                                              <p:spTgt spid="19"/>
                                            </p:tgtEl>
                                            <p:attrNameLst>
                                              <p:attrName>style.visibility</p:attrName>
                                            </p:attrNameLst>
                                          </p:cBhvr>
                                          <p:to>
                                            <p:strVal val="hidden"/>
                                          </p:to>
                                        </p:set>
                                      </p:childTnLst>
                                    </p:cTn>
                                  </p:par>
                                  <p:par>
                                    <p:cTn id="41" presetID="6" presetClass="emph" presetSubtype="0" fill="hold" nodeType="withEffect">
                                      <p:stCondLst>
                                        <p:cond delay="0"/>
                                      </p:stCondLst>
                                      <p:childTnLst>
                                        <p:animScale>
                                          <p:cBhvr>
                                            <p:cTn id="42" dur="250" fill="hold"/>
                                            <p:tgtEl>
                                              <p:spTgt spid="19"/>
                                            </p:tgtEl>
                                          </p:cBhvr>
                                          <p:by x="115000" y="115000"/>
                                        </p:animScale>
                                      </p:childTnLst>
                                    </p:cTn>
                                  </p:par>
                                </p:childTnLst>
                              </p:cTn>
                            </p:par>
                            <p:par>
                              <p:cTn id="43" fill="hold">
                                <p:stCondLst>
                                  <p:cond delay="2018"/>
                                </p:stCondLst>
                                <p:childTnLst>
                                  <p:par>
                                    <p:cTn id="44" presetID="10" presetClass="entr" presetSubtype="0" fill="hold" nodeType="afterEffect">
                                      <p:stCondLst>
                                        <p:cond delay="0"/>
                                      </p:stCondLst>
                                      <p:childTnLst>
                                        <p:set>
                                          <p:cBhvr>
                                            <p:cTn id="45" dur="1" fill="hold">
                                              <p:stCondLst>
                                                <p:cond delay="0"/>
                                              </p:stCondLst>
                                            </p:cTn>
                                            <p:tgtEl>
                                              <p:spTgt spid="35"/>
                                            </p:tgtEl>
                                            <p:attrNameLst>
                                              <p:attrName>style.visibility</p:attrName>
                                            </p:attrNameLst>
                                          </p:cBhvr>
                                          <p:to>
                                            <p:strVal val="visible"/>
                                          </p:to>
                                        </p:set>
                                        <p:animEffect transition="in" filter="fade">
                                          <p:cBhvr>
                                            <p:cTn id="46" dur="10"/>
                                            <p:tgtEl>
                                              <p:spTgt spid="35"/>
                                            </p:tgtEl>
                                          </p:cBhvr>
                                        </p:animEffect>
                                      </p:childTnLst>
                                    </p:cTn>
                                  </p:par>
                                  <p:par>
                                    <p:cTn id="47" presetID="10" presetClass="exit" presetSubtype="0" fill="hold" nodeType="withEffect">
                                      <p:stCondLst>
                                        <p:cond delay="0"/>
                                      </p:stCondLst>
                                      <p:childTnLst>
                                        <p:animEffect transition="out" filter="fade">
                                          <p:cBhvr>
                                            <p:cTn id="48" dur="250"/>
                                            <p:tgtEl>
                                              <p:spTgt spid="8"/>
                                            </p:tgtEl>
                                          </p:cBhvr>
                                        </p:animEffect>
                                        <p:set>
                                          <p:cBhvr>
                                            <p:cTn id="49" dur="1" fill="hold">
                                              <p:stCondLst>
                                                <p:cond delay="249"/>
                                              </p:stCondLst>
                                            </p:cTn>
                                            <p:tgtEl>
                                              <p:spTgt spid="8"/>
                                            </p:tgtEl>
                                            <p:attrNameLst>
                                              <p:attrName>style.visibility</p:attrName>
                                            </p:attrNameLst>
                                          </p:cBhvr>
                                          <p:to>
                                            <p:strVal val="hidden"/>
                                          </p:to>
                                        </p:set>
                                      </p:childTnLst>
                                    </p:cTn>
                                  </p:par>
                                  <p:par>
                                    <p:cTn id="50" presetID="10" presetClass="exit" presetSubtype="0" fill="hold" nodeType="withEffect">
                                      <p:stCondLst>
                                        <p:cond delay="0"/>
                                      </p:stCondLst>
                                      <p:childTnLst>
                                        <p:animEffect transition="out" filter="fade">
                                          <p:cBhvr>
                                            <p:cTn id="51" dur="250"/>
                                            <p:tgtEl>
                                              <p:spTgt spid="18"/>
                                            </p:tgtEl>
                                          </p:cBhvr>
                                        </p:animEffect>
                                        <p:set>
                                          <p:cBhvr>
                                            <p:cTn id="52" dur="1" fill="hold">
                                              <p:stCondLst>
                                                <p:cond delay="249"/>
                                              </p:stCondLst>
                                            </p:cTn>
                                            <p:tgtEl>
                                              <p:spTgt spid="18"/>
                                            </p:tgtEl>
                                            <p:attrNameLst>
                                              <p:attrName>style.visibility</p:attrName>
                                            </p:attrNameLst>
                                          </p:cBhvr>
                                          <p:to>
                                            <p:strVal val="hidden"/>
                                          </p:to>
                                        </p:set>
                                      </p:childTnLst>
                                    </p:cTn>
                                  </p:par>
                                  <p:par>
                                    <p:cTn id="53" presetID="2" presetClass="exit" presetSubtype="4" fill="hold" nodeType="withEffect">
                                      <p:stCondLst>
                                        <p:cond delay="0"/>
                                      </p:stCondLst>
                                      <p:childTnLst>
                                        <p:anim calcmode="lin" valueType="num">
                                          <p:cBhvr additive="base">
                                            <p:cTn id="54" dur="250"/>
                                            <p:tgtEl>
                                              <p:spTgt spid="32"/>
                                            </p:tgtEl>
                                            <p:attrNameLst>
                                              <p:attrName>ppt_x</p:attrName>
                                            </p:attrNameLst>
                                          </p:cBhvr>
                                          <p:tavLst>
                                            <p:tav tm="0">
                                              <p:val>
                                                <p:strVal val="ppt_x"/>
                                              </p:val>
                                            </p:tav>
                                            <p:tav tm="100000">
                                              <p:val>
                                                <p:strVal val="ppt_x"/>
                                              </p:val>
                                            </p:tav>
                                          </p:tavLst>
                                        </p:anim>
                                        <p:anim calcmode="lin" valueType="num">
                                          <p:cBhvr additive="base">
                                            <p:cTn id="55" dur="250"/>
                                            <p:tgtEl>
                                              <p:spTgt spid="32"/>
                                            </p:tgtEl>
                                            <p:attrNameLst>
                                              <p:attrName>ppt_y</p:attrName>
                                            </p:attrNameLst>
                                          </p:cBhvr>
                                          <p:tavLst>
                                            <p:tav tm="0">
                                              <p:val>
                                                <p:strVal val="ppt_y"/>
                                              </p:val>
                                            </p:tav>
                                            <p:tav tm="100000">
                                              <p:val>
                                                <p:strVal val="1+ppt_h/2"/>
                                              </p:val>
                                            </p:tav>
                                          </p:tavLst>
                                        </p:anim>
                                        <p:set>
                                          <p:cBhvr>
                                            <p:cTn id="56" dur="1" fill="hold">
                                              <p:stCondLst>
                                                <p:cond delay="249"/>
                                              </p:stCondLst>
                                            </p:cTn>
                                            <p:tgtEl>
                                              <p:spTgt spid="32"/>
                                            </p:tgtEl>
                                            <p:attrNameLst>
                                              <p:attrName>style.visibility</p:attrName>
                                            </p:attrNameLst>
                                          </p:cBhvr>
                                          <p:to>
                                            <p:strVal val="hidden"/>
                                          </p:to>
                                        </p:set>
                                      </p:childTnLst>
                                    </p:cTn>
                                  </p:par>
                                  <p:par>
                                    <p:cTn id="57" presetID="6" presetClass="emph" presetSubtype="0" fill="hold" nodeType="withEffect">
                                      <p:stCondLst>
                                        <p:cond delay="0"/>
                                      </p:stCondLst>
                                      <p:childTnLst>
                                        <p:animScale>
                                          <p:cBhvr>
                                            <p:cTn id="58" dur="250" fill="hold"/>
                                            <p:tgtEl>
                                              <p:spTgt spid="32"/>
                                            </p:tgtEl>
                                          </p:cBhvr>
                                          <p:by x="115000" y="115000"/>
                                        </p:animScale>
                                      </p:childTnLst>
                                    </p:cTn>
                                  </p:par>
                                  <p:par>
                                    <p:cTn id="59" presetID="2" presetClass="exit" presetSubtype="1" fill="hold" nodeType="withEffect">
                                      <p:stCondLst>
                                        <p:cond delay="0"/>
                                      </p:stCondLst>
                                      <p:childTnLst>
                                        <p:anim calcmode="lin" valueType="num">
                                          <p:cBhvr additive="base">
                                            <p:cTn id="60" dur="250"/>
                                            <p:tgtEl>
                                              <p:spTgt spid="27"/>
                                            </p:tgtEl>
                                            <p:attrNameLst>
                                              <p:attrName>ppt_x</p:attrName>
                                            </p:attrNameLst>
                                          </p:cBhvr>
                                          <p:tavLst>
                                            <p:tav tm="0">
                                              <p:val>
                                                <p:strVal val="ppt_x"/>
                                              </p:val>
                                            </p:tav>
                                            <p:tav tm="100000">
                                              <p:val>
                                                <p:strVal val="ppt_x"/>
                                              </p:val>
                                            </p:tav>
                                          </p:tavLst>
                                        </p:anim>
                                        <p:anim calcmode="lin" valueType="num">
                                          <p:cBhvr additive="base">
                                            <p:cTn id="61" dur="250"/>
                                            <p:tgtEl>
                                              <p:spTgt spid="27"/>
                                            </p:tgtEl>
                                            <p:attrNameLst>
                                              <p:attrName>ppt_y</p:attrName>
                                            </p:attrNameLst>
                                          </p:cBhvr>
                                          <p:tavLst>
                                            <p:tav tm="0">
                                              <p:val>
                                                <p:strVal val="ppt_y"/>
                                              </p:val>
                                            </p:tav>
                                            <p:tav tm="100000">
                                              <p:val>
                                                <p:strVal val="0-ppt_h/2"/>
                                              </p:val>
                                            </p:tav>
                                          </p:tavLst>
                                        </p:anim>
                                        <p:set>
                                          <p:cBhvr>
                                            <p:cTn id="62" dur="1" fill="hold">
                                              <p:stCondLst>
                                                <p:cond delay="249"/>
                                              </p:stCondLst>
                                            </p:cTn>
                                            <p:tgtEl>
                                              <p:spTgt spid="27"/>
                                            </p:tgtEl>
                                            <p:attrNameLst>
                                              <p:attrName>style.visibility</p:attrName>
                                            </p:attrNameLst>
                                          </p:cBhvr>
                                          <p:to>
                                            <p:strVal val="hidden"/>
                                          </p:to>
                                        </p:set>
                                      </p:childTnLst>
                                    </p:cTn>
                                  </p:par>
                                  <p:par>
                                    <p:cTn id="63" presetID="6" presetClass="emph" presetSubtype="0" fill="hold" nodeType="withEffect">
                                      <p:stCondLst>
                                        <p:cond delay="0"/>
                                      </p:stCondLst>
                                      <p:childTnLst>
                                        <p:animScale>
                                          <p:cBhvr>
                                            <p:cTn id="64" dur="250" fill="hold"/>
                                            <p:tgtEl>
                                              <p:spTgt spid="27"/>
                                            </p:tgtEl>
                                          </p:cBhvr>
                                          <p:by x="115000" y="115000"/>
                                        </p:animScale>
                                      </p:childTnLst>
                                    </p:cTn>
                                  </p:par>
                                  <p:par>
                                    <p:cTn id="65" presetID="2" presetClass="exit" presetSubtype="1" fill="hold" nodeType="withEffect">
                                      <p:stCondLst>
                                        <p:cond delay="250"/>
                                      </p:stCondLst>
                                      <p:childTnLst>
                                        <p:anim calcmode="lin" valueType="num">
                                          <p:cBhvr additive="base">
                                            <p:cTn id="66" dur="370"/>
                                            <p:tgtEl>
                                              <p:spTgt spid="28"/>
                                            </p:tgtEl>
                                            <p:attrNameLst>
                                              <p:attrName>ppt_x</p:attrName>
                                            </p:attrNameLst>
                                          </p:cBhvr>
                                          <p:tavLst>
                                            <p:tav tm="0">
                                              <p:val>
                                                <p:strVal val="ppt_x"/>
                                              </p:val>
                                            </p:tav>
                                            <p:tav tm="100000">
                                              <p:val>
                                                <p:strVal val="ppt_x"/>
                                              </p:val>
                                            </p:tav>
                                          </p:tavLst>
                                        </p:anim>
                                        <p:anim calcmode="lin" valueType="num">
                                          <p:cBhvr additive="base">
                                            <p:cTn id="67" dur="370"/>
                                            <p:tgtEl>
                                              <p:spTgt spid="28"/>
                                            </p:tgtEl>
                                            <p:attrNameLst>
                                              <p:attrName>ppt_y</p:attrName>
                                            </p:attrNameLst>
                                          </p:cBhvr>
                                          <p:tavLst>
                                            <p:tav tm="0">
                                              <p:val>
                                                <p:strVal val="ppt_y"/>
                                              </p:val>
                                            </p:tav>
                                            <p:tav tm="100000">
                                              <p:val>
                                                <p:strVal val="0-ppt_h/2"/>
                                              </p:val>
                                            </p:tav>
                                          </p:tavLst>
                                        </p:anim>
                                        <p:set>
                                          <p:cBhvr>
                                            <p:cTn id="68" dur="1" fill="hold">
                                              <p:stCondLst>
                                                <p:cond delay="369"/>
                                              </p:stCondLst>
                                            </p:cTn>
                                            <p:tgtEl>
                                              <p:spTgt spid="28"/>
                                            </p:tgtEl>
                                            <p:attrNameLst>
                                              <p:attrName>style.visibility</p:attrName>
                                            </p:attrNameLst>
                                          </p:cBhvr>
                                          <p:to>
                                            <p:strVal val="hidden"/>
                                          </p:to>
                                        </p:set>
                                      </p:childTnLst>
                                    </p:cTn>
                                  </p:par>
                                  <p:par>
                                    <p:cTn id="69" presetID="6" presetClass="emph" presetSubtype="0" fill="hold" nodeType="withEffect">
                                      <p:stCondLst>
                                        <p:cond delay="250"/>
                                      </p:stCondLst>
                                      <p:childTnLst>
                                        <p:animScale>
                                          <p:cBhvr>
                                            <p:cTn id="70" dur="250" fill="hold"/>
                                            <p:tgtEl>
                                              <p:spTgt spid="28"/>
                                            </p:tgtEl>
                                          </p:cBhvr>
                                          <p:by x="115000" y="115000"/>
                                        </p:animScale>
                                      </p:childTnLst>
                                    </p:cTn>
                                  </p:par>
                                  <p:par>
                                    <p:cTn id="71" presetID="42" presetClass="path" presetSubtype="0" fill="hold" nodeType="withEffect" p14:presetBounceEnd="16667">
                                      <p:stCondLst>
                                        <p:cond delay="500"/>
                                      </p:stCondLst>
                                      <p:childTnLst>
                                        <p:animMotion origin="layout" path="M -3.99306E-6 -1.85185E-6 L 0.21626 0.5056 " pathEditMode="relative" rAng="0" ptsTypes="AA" p14:bounceEnd="16667">
                                          <p:cBhvr>
                                            <p:cTn id="72" dur="1500" fill="hold"/>
                                            <p:tgtEl>
                                              <p:spTgt spid="35"/>
                                            </p:tgtEl>
                                            <p:attrNameLst>
                                              <p:attrName>ppt_x</p:attrName>
                                              <p:attrName>ppt_y</p:attrName>
                                            </p:attrNameLst>
                                          </p:cBhvr>
                                          <p:rCtr x="10807" y="25270"/>
                                        </p:animMotion>
                                      </p:childTnLst>
                                    </p:cTn>
                                  </p:par>
                                  <p:par>
                                    <p:cTn id="73" presetID="6" presetClass="emph" presetSubtype="0" autoRev="1" fill="hold" nodeType="withEffect">
                                      <p:stCondLst>
                                        <p:cond delay="500"/>
                                      </p:stCondLst>
                                      <p:childTnLst>
                                        <p:animScale>
                                          <p:cBhvr>
                                            <p:cTn id="74" dur="750" fill="hold"/>
                                            <p:tgtEl>
                                              <p:spTgt spid="35"/>
                                            </p:tgtEl>
                                          </p:cBhvr>
                                          <p:by x="115000" y="115000"/>
                                        </p:animScale>
                                      </p:childTnLst>
                                    </p:cTn>
                                  </p:par>
                                  <p:par>
                                    <p:cTn id="75" presetID="1" presetClass="mediacall" presetSubtype="0" fill="hold" nodeType="withEffect">
                                      <p:stCondLst>
                                        <p:cond delay="2000"/>
                                      </p:stCondLst>
                                      <p:childTnLst>
                                        <p:cmd type="call" cmd="playFrom(0.0)">
                                          <p:cBhvr>
                                            <p:cTn id="76" dur="168" fill="hold"/>
                                            <p:tgtEl>
                                              <p:spTgt spid="3"/>
                                            </p:tgtEl>
                                          </p:cBhvr>
                                        </p:cmd>
                                      </p:childTnLst>
                                    </p:cTn>
                                  </p:par>
                                </p:childTnLst>
                              </p:cTn>
                            </p:par>
                            <p:par>
                              <p:cTn id="77" fill="hold">
                                <p:stCondLst>
                                  <p:cond delay="4186"/>
                                </p:stCondLst>
                                <p:childTnLst>
                                  <p:par>
                                    <p:cTn id="78" presetID="10" presetClass="entr" presetSubtype="0" fill="hold" nodeType="afterEffect">
                                      <p:stCondLst>
                                        <p:cond delay="0"/>
                                      </p:stCondLst>
                                      <p:childTnLst>
                                        <p:set>
                                          <p:cBhvr>
                                            <p:cTn id="79" dur="1" fill="hold">
                                              <p:stCondLst>
                                                <p:cond delay="0"/>
                                              </p:stCondLst>
                                            </p:cTn>
                                            <p:tgtEl>
                                              <p:spTgt spid="72"/>
                                            </p:tgtEl>
                                            <p:attrNameLst>
                                              <p:attrName>style.visibility</p:attrName>
                                            </p:attrNameLst>
                                          </p:cBhvr>
                                          <p:to>
                                            <p:strVal val="visible"/>
                                          </p:to>
                                        </p:set>
                                        <p:animEffect transition="in" filter="fade">
                                          <p:cBhvr>
                                            <p:cTn id="80" dur="10"/>
                                            <p:tgtEl>
                                              <p:spTgt spid="72"/>
                                            </p:tgtEl>
                                          </p:cBhvr>
                                        </p:animEffect>
                                      </p:childTnLst>
                                    </p:cTn>
                                  </p:par>
                                  <p:par>
                                    <p:cTn id="81" presetID="10" presetClass="entr" presetSubtype="0" fill="hold" nodeType="withEffect">
                                      <p:stCondLst>
                                        <p:cond delay="0"/>
                                      </p:stCondLst>
                                      <p:childTnLst>
                                        <p:set>
                                          <p:cBhvr>
                                            <p:cTn id="82" dur="1" fill="hold">
                                              <p:stCondLst>
                                                <p:cond delay="0"/>
                                              </p:stCondLst>
                                            </p:cTn>
                                            <p:tgtEl>
                                              <p:spTgt spid="71"/>
                                            </p:tgtEl>
                                            <p:attrNameLst>
                                              <p:attrName>style.visibility</p:attrName>
                                            </p:attrNameLst>
                                          </p:cBhvr>
                                          <p:to>
                                            <p:strVal val="visible"/>
                                          </p:to>
                                        </p:set>
                                        <p:animEffect transition="in" filter="fade">
                                          <p:cBhvr>
                                            <p:cTn id="83" dur="10"/>
                                            <p:tgtEl>
                                              <p:spTgt spid="71"/>
                                            </p:tgtEl>
                                          </p:cBhvr>
                                        </p:animEffect>
                                      </p:childTnLst>
                                    </p:cTn>
                                  </p:par>
                                </p:childTnLst>
                              </p:cTn>
                            </p:par>
                            <p:par>
                              <p:cTn id="84" fill="hold">
                                <p:stCondLst>
                                  <p:cond delay="4196"/>
                                </p:stCondLst>
                                <p:childTnLst>
                                  <p:par>
                                    <p:cTn id="85" presetID="10" presetClass="exit" presetSubtype="0" fill="hold" nodeType="afterEffect">
                                      <p:stCondLst>
                                        <p:cond delay="0"/>
                                      </p:stCondLst>
                                      <p:childTnLst>
                                        <p:animEffect transition="out" filter="fade">
                                          <p:cBhvr>
                                            <p:cTn id="86" dur="250"/>
                                            <p:tgtEl>
                                              <p:spTgt spid="35"/>
                                            </p:tgtEl>
                                          </p:cBhvr>
                                        </p:animEffect>
                                        <p:set>
                                          <p:cBhvr>
                                            <p:cTn id="87" dur="1" fill="hold">
                                              <p:stCondLst>
                                                <p:cond delay="249"/>
                                              </p:stCondLst>
                                            </p:cTn>
                                            <p:tgtEl>
                                              <p:spTgt spid="35"/>
                                            </p:tgtEl>
                                            <p:attrNameLst>
                                              <p:attrName>style.visibility</p:attrName>
                                            </p:attrNameLst>
                                          </p:cBhvr>
                                          <p:to>
                                            <p:strVal val="hidden"/>
                                          </p:to>
                                        </p:set>
                                      </p:childTnLst>
                                    </p:cTn>
                                  </p:par>
                                </p:childTnLst>
                              </p:cTn>
                            </p:par>
                          </p:childTnLst>
                        </p:cTn>
                      </p:par>
                      <p:par>
                        <p:cTn id="88" fill="hold">
                          <p:stCondLst>
                            <p:cond delay="indefinite"/>
                          </p:stCondLst>
                          <p:childTnLst>
                            <p:par>
                              <p:cTn id="89" fill="hold">
                                <p:stCondLst>
                                  <p:cond delay="0"/>
                                </p:stCondLst>
                                <p:childTnLst>
                                  <p:par>
                                    <p:cTn id="90" presetID="10" presetClass="entr" presetSubtype="0" fill="hold" grpId="0" nodeType="clickEffect">
                                      <p:stCondLst>
                                        <p:cond delay="0"/>
                                      </p:stCondLst>
                                      <p:childTnLst>
                                        <p:set>
                                          <p:cBhvr>
                                            <p:cTn id="91" dur="1" fill="hold">
                                              <p:stCondLst>
                                                <p:cond delay="0"/>
                                              </p:stCondLst>
                                            </p:cTn>
                                            <p:tgtEl>
                                              <p:spTgt spid="138"/>
                                            </p:tgtEl>
                                            <p:attrNameLst>
                                              <p:attrName>style.visibility</p:attrName>
                                            </p:attrNameLst>
                                          </p:cBhvr>
                                          <p:to>
                                            <p:strVal val="visible"/>
                                          </p:to>
                                        </p:set>
                                        <p:animEffect transition="in" filter="fade">
                                          <p:cBhvr>
                                            <p:cTn id="92" dur="500"/>
                                            <p:tgtEl>
                                              <p:spTgt spid="138"/>
                                            </p:tgtEl>
                                          </p:cBhvr>
                                        </p:animEffect>
                                      </p:childTnLst>
                                    </p:cTn>
                                  </p:par>
                                </p:childTnLst>
                              </p:cTn>
                            </p:par>
                          </p:childTnLst>
                        </p:cTn>
                      </p:par>
                      <p:par>
                        <p:cTn id="93" fill="hold">
                          <p:stCondLst>
                            <p:cond delay="indefinite"/>
                          </p:stCondLst>
                          <p:childTnLst>
                            <p:par>
                              <p:cTn id="94" fill="hold">
                                <p:stCondLst>
                                  <p:cond delay="0"/>
                                </p:stCondLst>
                                <p:childTnLst>
                                  <p:par>
                                    <p:cTn id="95" presetID="64" presetClass="path" presetSubtype="0" accel="84000" fill="hold" nodeType="clickEffect">
                                      <p:stCondLst>
                                        <p:cond delay="0"/>
                                      </p:stCondLst>
                                      <p:childTnLst>
                                        <p:animMotion origin="layout" path="M -0.00065 0.00135 L -0.2576 -0.1684 " pathEditMode="relative" rAng="0" ptsTypes="AA">
                                          <p:cBhvr>
                                            <p:cTn id="96" dur="500" fill="hold"/>
                                            <p:tgtEl>
                                              <p:spTgt spid="72"/>
                                            </p:tgtEl>
                                            <p:attrNameLst>
                                              <p:attrName>ppt_x</p:attrName>
                                              <p:attrName>ppt_y</p:attrName>
                                            </p:attrNameLst>
                                          </p:cBhvr>
                                          <p:rCtr x="-12847" y="-8488"/>
                                        </p:animMotion>
                                      </p:childTnLst>
                                    </p:cTn>
                                  </p:par>
                                  <p:par>
                                    <p:cTn id="97" presetID="6" presetClass="emph" presetSubtype="0" autoRev="1" fill="hold" nodeType="withEffect">
                                      <p:stCondLst>
                                        <p:cond delay="0"/>
                                      </p:stCondLst>
                                      <p:childTnLst>
                                        <p:animScale>
                                          <p:cBhvr>
                                            <p:cTn id="98" dur="250" fill="hold"/>
                                            <p:tgtEl>
                                              <p:spTgt spid="72"/>
                                            </p:tgtEl>
                                          </p:cBhvr>
                                          <p:by x="115000" y="115000"/>
                                        </p:animScale>
                                      </p:childTnLst>
                                    </p:cTn>
                                  </p:par>
                                  <p:par>
                                    <p:cTn id="99" presetID="1" presetClass="mediacall" presetSubtype="0" fill="hold" nodeType="withEffect">
                                      <p:stCondLst>
                                        <p:cond delay="500"/>
                                      </p:stCondLst>
                                      <p:childTnLst>
                                        <p:cmd type="call" cmd="playFrom(0.0)">
                                          <p:cBhvr>
                                            <p:cTn id="100" dur="864" fill="hold"/>
                                            <p:tgtEl>
                                              <p:spTgt spid="2"/>
                                            </p:tgtEl>
                                          </p:cBhvr>
                                        </p:cmd>
                                      </p:childTnLst>
                                    </p:cTn>
                                  </p:par>
                                  <p:par>
                                    <p:cTn id="101" presetID="10" presetClass="entr" presetSubtype="0" fill="hold" grpId="0" nodeType="withEffect">
                                      <p:stCondLst>
                                        <p:cond delay="0"/>
                                      </p:stCondLst>
                                      <p:childTnLst>
                                        <p:set>
                                          <p:cBhvr>
                                            <p:cTn id="102" dur="1" fill="hold">
                                              <p:stCondLst>
                                                <p:cond delay="0"/>
                                              </p:stCondLst>
                                            </p:cTn>
                                            <p:tgtEl>
                                              <p:spTgt spid="139"/>
                                            </p:tgtEl>
                                            <p:attrNameLst>
                                              <p:attrName>style.visibility</p:attrName>
                                            </p:attrNameLst>
                                          </p:cBhvr>
                                          <p:to>
                                            <p:strVal val="visible"/>
                                          </p:to>
                                        </p:set>
                                        <p:animEffect transition="in" filter="fade">
                                          <p:cBhvr>
                                            <p:cTn id="103" dur="500"/>
                                            <p:tgtEl>
                                              <p:spTgt spid="139"/>
                                            </p:tgtEl>
                                          </p:cBhvr>
                                        </p:animEffect>
                                      </p:childTnLst>
                                    </p:cTn>
                                  </p:par>
                                  <p:par>
                                    <p:cTn id="104" presetID="64" presetClass="path" presetSubtype="0" accel="84000" fill="hold" nodeType="withEffect">
                                      <p:stCondLst>
                                        <p:cond delay="250"/>
                                      </p:stCondLst>
                                      <p:childTnLst>
                                        <p:animMotion origin="layout" path="M 3.33333E-6 -1.79012E-6 L -0.21506 -0.50405 " pathEditMode="relative" rAng="0" ptsTypes="AA">
                                          <p:cBhvr>
                                            <p:cTn id="105" dur="500" fill="hold"/>
                                            <p:tgtEl>
                                              <p:spTgt spid="71"/>
                                            </p:tgtEl>
                                            <p:attrNameLst>
                                              <p:attrName>ppt_x</p:attrName>
                                              <p:attrName>ppt_y</p:attrName>
                                            </p:attrNameLst>
                                          </p:cBhvr>
                                          <p:rCtr x="-10753" y="-25212"/>
                                        </p:animMotion>
                                      </p:childTnLst>
                                    </p:cTn>
                                  </p:par>
                                  <p:par>
                                    <p:cTn id="106" presetID="6" presetClass="emph" presetSubtype="0" autoRev="1" fill="hold" nodeType="withEffect">
                                      <p:stCondLst>
                                        <p:cond delay="250"/>
                                      </p:stCondLst>
                                      <p:childTnLst>
                                        <p:animScale>
                                          <p:cBhvr>
                                            <p:cTn id="107" dur="250" fill="hold"/>
                                            <p:tgtEl>
                                              <p:spTgt spid="71"/>
                                            </p:tgtEl>
                                          </p:cBhvr>
                                          <p:by x="115000" y="115000"/>
                                        </p:animScale>
                                      </p:childTnLst>
                                    </p:cTn>
                                  </p:par>
                                  <p:par>
                                    <p:cTn id="108" presetID="2" presetClass="entr" presetSubtype="4" fill="hold" nodeType="withEffect">
                                      <p:stCondLst>
                                        <p:cond delay="500"/>
                                      </p:stCondLst>
                                      <p:childTnLst>
                                        <p:set>
                                          <p:cBhvr>
                                            <p:cTn id="109" dur="1" fill="hold">
                                              <p:stCondLst>
                                                <p:cond delay="0"/>
                                              </p:stCondLst>
                                            </p:cTn>
                                            <p:tgtEl>
                                              <p:spTgt spid="20"/>
                                            </p:tgtEl>
                                            <p:attrNameLst>
                                              <p:attrName>style.visibility</p:attrName>
                                            </p:attrNameLst>
                                          </p:cBhvr>
                                          <p:to>
                                            <p:strVal val="visible"/>
                                          </p:to>
                                        </p:set>
                                        <p:anim calcmode="lin" valueType="num">
                                          <p:cBhvr additive="base">
                                            <p:cTn id="110" dur="370" fill="hold"/>
                                            <p:tgtEl>
                                              <p:spTgt spid="20"/>
                                            </p:tgtEl>
                                            <p:attrNameLst>
                                              <p:attrName>ppt_x</p:attrName>
                                            </p:attrNameLst>
                                          </p:cBhvr>
                                          <p:tavLst>
                                            <p:tav tm="0">
                                              <p:val>
                                                <p:strVal val="#ppt_x"/>
                                              </p:val>
                                            </p:tav>
                                            <p:tav tm="100000">
                                              <p:val>
                                                <p:strVal val="#ppt_x"/>
                                              </p:val>
                                            </p:tav>
                                          </p:tavLst>
                                        </p:anim>
                                        <p:anim calcmode="lin" valueType="num">
                                          <p:cBhvr additive="base">
                                            <p:cTn id="111" dur="370" fill="hold"/>
                                            <p:tgtEl>
                                              <p:spTgt spid="20"/>
                                            </p:tgtEl>
                                            <p:attrNameLst>
                                              <p:attrName>ppt_y</p:attrName>
                                            </p:attrNameLst>
                                          </p:cBhvr>
                                          <p:tavLst>
                                            <p:tav tm="0">
                                              <p:val>
                                                <p:strVal val="1+#ppt_h/2"/>
                                              </p:val>
                                            </p:tav>
                                            <p:tav tm="100000">
                                              <p:val>
                                                <p:strVal val="#ppt_y"/>
                                              </p:val>
                                            </p:tav>
                                          </p:tavLst>
                                        </p:anim>
                                      </p:childTnLst>
                                    </p:cTn>
                                  </p:par>
                                  <p:par>
                                    <p:cTn id="112" presetID="6" presetClass="emph" presetSubtype="0" fill="hold" nodeType="withEffect">
                                      <p:stCondLst>
                                        <p:cond delay="500"/>
                                      </p:stCondLst>
                                      <p:childTnLst>
                                        <p:animScale>
                                          <p:cBhvr>
                                            <p:cTn id="113" dur="250" fill="hold"/>
                                            <p:tgtEl>
                                              <p:spTgt spid="20"/>
                                            </p:tgtEl>
                                          </p:cBhvr>
                                          <p:by x="87000" y="87000"/>
                                        </p:animScale>
                                      </p:childTnLst>
                                    </p:cTn>
                                  </p:par>
                                  <p:par>
                                    <p:cTn id="114" presetID="2" presetClass="entr" presetSubtype="1" fill="hold" nodeType="withEffect">
                                      <p:stCondLst>
                                        <p:cond delay="500"/>
                                      </p:stCondLst>
                                      <p:childTnLst>
                                        <p:set>
                                          <p:cBhvr>
                                            <p:cTn id="115" dur="1" fill="hold">
                                              <p:stCondLst>
                                                <p:cond delay="0"/>
                                              </p:stCondLst>
                                            </p:cTn>
                                            <p:tgtEl>
                                              <p:spTgt spid="28"/>
                                            </p:tgtEl>
                                            <p:attrNameLst>
                                              <p:attrName>style.visibility</p:attrName>
                                            </p:attrNameLst>
                                          </p:cBhvr>
                                          <p:to>
                                            <p:strVal val="visible"/>
                                          </p:to>
                                        </p:set>
                                        <p:anim calcmode="lin" valueType="num">
                                          <p:cBhvr additive="base">
                                            <p:cTn id="116" dur="500" fill="hold"/>
                                            <p:tgtEl>
                                              <p:spTgt spid="28"/>
                                            </p:tgtEl>
                                            <p:attrNameLst>
                                              <p:attrName>ppt_x</p:attrName>
                                            </p:attrNameLst>
                                          </p:cBhvr>
                                          <p:tavLst>
                                            <p:tav tm="0">
                                              <p:val>
                                                <p:strVal val="#ppt_x"/>
                                              </p:val>
                                            </p:tav>
                                            <p:tav tm="100000">
                                              <p:val>
                                                <p:strVal val="#ppt_x"/>
                                              </p:val>
                                            </p:tav>
                                          </p:tavLst>
                                        </p:anim>
                                        <p:anim calcmode="lin" valueType="num">
                                          <p:cBhvr additive="base">
                                            <p:cTn id="117" dur="500" fill="hold"/>
                                            <p:tgtEl>
                                              <p:spTgt spid="28"/>
                                            </p:tgtEl>
                                            <p:attrNameLst>
                                              <p:attrName>ppt_y</p:attrName>
                                            </p:attrNameLst>
                                          </p:cBhvr>
                                          <p:tavLst>
                                            <p:tav tm="0">
                                              <p:val>
                                                <p:strVal val="0-#ppt_h/2"/>
                                              </p:val>
                                            </p:tav>
                                            <p:tav tm="100000">
                                              <p:val>
                                                <p:strVal val="#ppt_y"/>
                                              </p:val>
                                            </p:tav>
                                          </p:tavLst>
                                        </p:anim>
                                      </p:childTnLst>
                                    </p:cTn>
                                  </p:par>
                                  <p:par>
                                    <p:cTn id="118" presetID="6" presetClass="emph" presetSubtype="0" fill="hold" nodeType="withEffect">
                                      <p:stCondLst>
                                        <p:cond delay="500"/>
                                      </p:stCondLst>
                                      <p:childTnLst>
                                        <p:animScale>
                                          <p:cBhvr>
                                            <p:cTn id="119" dur="250" fill="hold"/>
                                            <p:tgtEl>
                                              <p:spTgt spid="28"/>
                                            </p:tgtEl>
                                          </p:cBhvr>
                                          <p:by x="87000" y="87000"/>
                                        </p:animScale>
                                      </p:childTnLst>
                                    </p:cTn>
                                  </p:par>
                                  <p:par>
                                    <p:cTn id="120" presetID="2" presetClass="entr" presetSubtype="4" fill="hold" nodeType="withEffect">
                                      <p:stCondLst>
                                        <p:cond delay="500"/>
                                      </p:stCondLst>
                                      <p:childTnLst>
                                        <p:set>
                                          <p:cBhvr>
                                            <p:cTn id="121" dur="1" fill="hold">
                                              <p:stCondLst>
                                                <p:cond delay="0"/>
                                              </p:stCondLst>
                                            </p:cTn>
                                            <p:tgtEl>
                                              <p:spTgt spid="32"/>
                                            </p:tgtEl>
                                            <p:attrNameLst>
                                              <p:attrName>style.visibility</p:attrName>
                                            </p:attrNameLst>
                                          </p:cBhvr>
                                          <p:to>
                                            <p:strVal val="visible"/>
                                          </p:to>
                                        </p:set>
                                        <p:anim calcmode="lin" valueType="num">
                                          <p:cBhvr additive="base">
                                            <p:cTn id="122" dur="500" fill="hold"/>
                                            <p:tgtEl>
                                              <p:spTgt spid="32"/>
                                            </p:tgtEl>
                                            <p:attrNameLst>
                                              <p:attrName>ppt_x</p:attrName>
                                            </p:attrNameLst>
                                          </p:cBhvr>
                                          <p:tavLst>
                                            <p:tav tm="0">
                                              <p:val>
                                                <p:strVal val="#ppt_x"/>
                                              </p:val>
                                            </p:tav>
                                            <p:tav tm="100000">
                                              <p:val>
                                                <p:strVal val="#ppt_x"/>
                                              </p:val>
                                            </p:tav>
                                          </p:tavLst>
                                        </p:anim>
                                        <p:anim calcmode="lin" valueType="num">
                                          <p:cBhvr additive="base">
                                            <p:cTn id="123" dur="500" fill="hold"/>
                                            <p:tgtEl>
                                              <p:spTgt spid="32"/>
                                            </p:tgtEl>
                                            <p:attrNameLst>
                                              <p:attrName>ppt_y</p:attrName>
                                            </p:attrNameLst>
                                          </p:cBhvr>
                                          <p:tavLst>
                                            <p:tav tm="0">
                                              <p:val>
                                                <p:strVal val="1+#ppt_h/2"/>
                                              </p:val>
                                            </p:tav>
                                            <p:tav tm="100000">
                                              <p:val>
                                                <p:strVal val="#ppt_y"/>
                                              </p:val>
                                            </p:tav>
                                          </p:tavLst>
                                        </p:anim>
                                      </p:childTnLst>
                                    </p:cTn>
                                  </p:par>
                                  <p:par>
                                    <p:cTn id="124" presetID="6" presetClass="emph" presetSubtype="0" fill="hold" nodeType="withEffect">
                                      <p:stCondLst>
                                        <p:cond delay="500"/>
                                      </p:stCondLst>
                                      <p:childTnLst>
                                        <p:animScale>
                                          <p:cBhvr>
                                            <p:cTn id="125" dur="250" fill="hold"/>
                                            <p:tgtEl>
                                              <p:spTgt spid="32"/>
                                            </p:tgtEl>
                                          </p:cBhvr>
                                          <p:by x="87000" y="87000"/>
                                        </p:animScale>
                                      </p:childTnLst>
                                    </p:cTn>
                                  </p:par>
                                  <p:par>
                                    <p:cTn id="126" presetID="2" presetClass="entr" presetSubtype="4" fill="hold" nodeType="withEffect">
                                      <p:stCondLst>
                                        <p:cond delay="750"/>
                                      </p:stCondLst>
                                      <p:childTnLst>
                                        <p:set>
                                          <p:cBhvr>
                                            <p:cTn id="127" dur="1" fill="hold">
                                              <p:stCondLst>
                                                <p:cond delay="0"/>
                                              </p:stCondLst>
                                            </p:cTn>
                                            <p:tgtEl>
                                              <p:spTgt spid="21"/>
                                            </p:tgtEl>
                                            <p:attrNameLst>
                                              <p:attrName>style.visibility</p:attrName>
                                            </p:attrNameLst>
                                          </p:cBhvr>
                                          <p:to>
                                            <p:strVal val="visible"/>
                                          </p:to>
                                        </p:set>
                                        <p:anim calcmode="lin" valueType="num">
                                          <p:cBhvr additive="base">
                                            <p:cTn id="128" dur="250" fill="hold"/>
                                            <p:tgtEl>
                                              <p:spTgt spid="21"/>
                                            </p:tgtEl>
                                            <p:attrNameLst>
                                              <p:attrName>ppt_x</p:attrName>
                                            </p:attrNameLst>
                                          </p:cBhvr>
                                          <p:tavLst>
                                            <p:tav tm="0">
                                              <p:val>
                                                <p:strVal val="#ppt_x"/>
                                              </p:val>
                                            </p:tav>
                                            <p:tav tm="100000">
                                              <p:val>
                                                <p:strVal val="#ppt_x"/>
                                              </p:val>
                                            </p:tav>
                                          </p:tavLst>
                                        </p:anim>
                                        <p:anim calcmode="lin" valueType="num">
                                          <p:cBhvr additive="base">
                                            <p:cTn id="129" dur="250" fill="hold"/>
                                            <p:tgtEl>
                                              <p:spTgt spid="21"/>
                                            </p:tgtEl>
                                            <p:attrNameLst>
                                              <p:attrName>ppt_y</p:attrName>
                                            </p:attrNameLst>
                                          </p:cBhvr>
                                          <p:tavLst>
                                            <p:tav tm="0">
                                              <p:val>
                                                <p:strVal val="1+#ppt_h/2"/>
                                              </p:val>
                                            </p:tav>
                                            <p:tav tm="100000">
                                              <p:val>
                                                <p:strVal val="#ppt_y"/>
                                              </p:val>
                                            </p:tav>
                                          </p:tavLst>
                                        </p:anim>
                                      </p:childTnLst>
                                    </p:cTn>
                                  </p:par>
                                  <p:par>
                                    <p:cTn id="130" presetID="6" presetClass="emph" presetSubtype="0" fill="hold" nodeType="withEffect">
                                      <p:stCondLst>
                                        <p:cond delay="750"/>
                                      </p:stCondLst>
                                      <p:childTnLst>
                                        <p:animScale>
                                          <p:cBhvr>
                                            <p:cTn id="131" dur="250" fill="hold"/>
                                            <p:tgtEl>
                                              <p:spTgt spid="21"/>
                                            </p:tgtEl>
                                          </p:cBhvr>
                                          <p:by x="87000" y="87000"/>
                                        </p:animScale>
                                      </p:childTnLst>
                                    </p:cTn>
                                  </p:par>
                                  <p:par>
                                    <p:cTn id="132" presetID="2" presetClass="entr" presetSubtype="1" fill="hold" nodeType="withEffect">
                                      <p:stCondLst>
                                        <p:cond delay="750"/>
                                      </p:stCondLst>
                                      <p:childTnLst>
                                        <p:set>
                                          <p:cBhvr>
                                            <p:cTn id="133" dur="1" fill="hold">
                                              <p:stCondLst>
                                                <p:cond delay="0"/>
                                              </p:stCondLst>
                                            </p:cTn>
                                            <p:tgtEl>
                                              <p:spTgt spid="19"/>
                                            </p:tgtEl>
                                            <p:attrNameLst>
                                              <p:attrName>style.visibility</p:attrName>
                                            </p:attrNameLst>
                                          </p:cBhvr>
                                          <p:to>
                                            <p:strVal val="visible"/>
                                          </p:to>
                                        </p:set>
                                        <p:anim calcmode="lin" valueType="num">
                                          <p:cBhvr additive="base">
                                            <p:cTn id="134" dur="370" fill="hold"/>
                                            <p:tgtEl>
                                              <p:spTgt spid="19"/>
                                            </p:tgtEl>
                                            <p:attrNameLst>
                                              <p:attrName>ppt_x</p:attrName>
                                            </p:attrNameLst>
                                          </p:cBhvr>
                                          <p:tavLst>
                                            <p:tav tm="0">
                                              <p:val>
                                                <p:strVal val="#ppt_x"/>
                                              </p:val>
                                            </p:tav>
                                            <p:tav tm="100000">
                                              <p:val>
                                                <p:strVal val="#ppt_x"/>
                                              </p:val>
                                            </p:tav>
                                          </p:tavLst>
                                        </p:anim>
                                        <p:anim calcmode="lin" valueType="num">
                                          <p:cBhvr additive="base">
                                            <p:cTn id="135" dur="370" fill="hold"/>
                                            <p:tgtEl>
                                              <p:spTgt spid="19"/>
                                            </p:tgtEl>
                                            <p:attrNameLst>
                                              <p:attrName>ppt_y</p:attrName>
                                            </p:attrNameLst>
                                          </p:cBhvr>
                                          <p:tavLst>
                                            <p:tav tm="0">
                                              <p:val>
                                                <p:strVal val="0-#ppt_h/2"/>
                                              </p:val>
                                            </p:tav>
                                            <p:tav tm="100000">
                                              <p:val>
                                                <p:strVal val="#ppt_y"/>
                                              </p:val>
                                            </p:tav>
                                          </p:tavLst>
                                        </p:anim>
                                      </p:childTnLst>
                                    </p:cTn>
                                  </p:par>
                                  <p:par>
                                    <p:cTn id="136" presetID="6" presetClass="emph" presetSubtype="0" fill="hold" nodeType="withEffect">
                                      <p:stCondLst>
                                        <p:cond delay="750"/>
                                      </p:stCondLst>
                                      <p:childTnLst>
                                        <p:animScale>
                                          <p:cBhvr>
                                            <p:cTn id="137" dur="250" fill="hold"/>
                                            <p:tgtEl>
                                              <p:spTgt spid="19"/>
                                            </p:tgtEl>
                                          </p:cBhvr>
                                          <p:by x="87000" y="87000"/>
                                        </p:animScale>
                                      </p:childTnLst>
                                    </p:cTn>
                                  </p:par>
                                  <p:par>
                                    <p:cTn id="138" presetID="2" presetClass="entr" presetSubtype="1" fill="hold" nodeType="withEffect">
                                      <p:stCondLst>
                                        <p:cond delay="750"/>
                                      </p:stCondLst>
                                      <p:childTnLst>
                                        <p:set>
                                          <p:cBhvr>
                                            <p:cTn id="139" dur="1" fill="hold">
                                              <p:stCondLst>
                                                <p:cond delay="0"/>
                                              </p:stCondLst>
                                            </p:cTn>
                                            <p:tgtEl>
                                              <p:spTgt spid="27"/>
                                            </p:tgtEl>
                                            <p:attrNameLst>
                                              <p:attrName>style.visibility</p:attrName>
                                            </p:attrNameLst>
                                          </p:cBhvr>
                                          <p:to>
                                            <p:strVal val="visible"/>
                                          </p:to>
                                        </p:set>
                                        <p:anim calcmode="lin" valueType="num">
                                          <p:cBhvr additive="base">
                                            <p:cTn id="140" dur="500" fill="hold"/>
                                            <p:tgtEl>
                                              <p:spTgt spid="27"/>
                                            </p:tgtEl>
                                            <p:attrNameLst>
                                              <p:attrName>ppt_x</p:attrName>
                                            </p:attrNameLst>
                                          </p:cBhvr>
                                          <p:tavLst>
                                            <p:tav tm="0">
                                              <p:val>
                                                <p:strVal val="#ppt_x"/>
                                              </p:val>
                                            </p:tav>
                                            <p:tav tm="100000">
                                              <p:val>
                                                <p:strVal val="#ppt_x"/>
                                              </p:val>
                                            </p:tav>
                                          </p:tavLst>
                                        </p:anim>
                                        <p:anim calcmode="lin" valueType="num">
                                          <p:cBhvr additive="base">
                                            <p:cTn id="141" dur="500" fill="hold"/>
                                            <p:tgtEl>
                                              <p:spTgt spid="27"/>
                                            </p:tgtEl>
                                            <p:attrNameLst>
                                              <p:attrName>ppt_y</p:attrName>
                                            </p:attrNameLst>
                                          </p:cBhvr>
                                          <p:tavLst>
                                            <p:tav tm="0">
                                              <p:val>
                                                <p:strVal val="0-#ppt_h/2"/>
                                              </p:val>
                                            </p:tav>
                                            <p:tav tm="100000">
                                              <p:val>
                                                <p:strVal val="#ppt_y"/>
                                              </p:val>
                                            </p:tav>
                                          </p:tavLst>
                                        </p:anim>
                                      </p:childTnLst>
                                    </p:cTn>
                                  </p:par>
                                  <p:par>
                                    <p:cTn id="142" presetID="6" presetClass="emph" presetSubtype="0" fill="hold" nodeType="withEffect">
                                      <p:stCondLst>
                                        <p:cond delay="750"/>
                                      </p:stCondLst>
                                      <p:childTnLst>
                                        <p:animScale>
                                          <p:cBhvr>
                                            <p:cTn id="143" dur="250" fill="hold"/>
                                            <p:tgtEl>
                                              <p:spTgt spid="27"/>
                                            </p:tgtEl>
                                          </p:cBhvr>
                                          <p:by x="87000" y="87000"/>
                                        </p:animScale>
                                      </p:childTnLst>
                                    </p:cTn>
                                  </p:par>
                                </p:childTnLst>
                              </p:cTn>
                            </p:par>
                          </p:childTnLst>
                        </p:cTn>
                      </p:par>
                      <p:par>
                        <p:cTn id="144" fill="hold">
                          <p:stCondLst>
                            <p:cond delay="indefinite"/>
                          </p:stCondLst>
                          <p:childTnLst>
                            <p:par>
                              <p:cTn id="145" fill="hold">
                                <p:stCondLst>
                                  <p:cond delay="0"/>
                                </p:stCondLst>
                                <p:childTnLst>
                                  <p:par>
                                    <p:cTn id="146" presetID="1" presetClass="mediacall" presetSubtype="0" fill="hold" nodeType="clickEffect">
                                      <p:stCondLst>
                                        <p:cond delay="0"/>
                                      </p:stCondLst>
                                      <p:childTnLst>
                                        <p:cmd type="call" cmd="playFrom(0.0)">
                                          <p:cBhvr>
                                            <p:cTn id="147" dur="417" fill="hold"/>
                                            <p:tgtEl>
                                              <p:spTgt spid="133"/>
                                            </p:tgtEl>
                                          </p:cBhvr>
                                        </p:cmd>
                                      </p:childTnLst>
                                    </p:cTn>
                                  </p:par>
                                </p:childTnLst>
                              </p:cTn>
                            </p:par>
                            <p:par>
                              <p:cTn id="148" fill="hold">
                                <p:stCondLst>
                                  <p:cond delay="417"/>
                                </p:stCondLst>
                                <p:childTnLst>
                                  <p:par>
                                    <p:cTn id="149" presetID="1" presetClass="mediacall" presetSubtype="0" fill="hold" nodeType="afterEffect">
                                      <p:stCondLst>
                                        <p:cond delay="0"/>
                                      </p:stCondLst>
                                      <p:childTnLst>
                                        <p:cmd type="call" cmd="playFrom(0.0)">
                                          <p:cBhvr>
                                            <p:cTn id="150" dur="912" fill="hold"/>
                                            <p:tgtEl>
                                              <p:spTgt spid="135"/>
                                            </p:tgtEl>
                                          </p:cBhvr>
                                        </p:cmd>
                                      </p:childTnLst>
                                    </p:cTn>
                                  </p:par>
                                  <p:par>
                                    <p:cTn id="151" presetID="2" presetClass="entr" presetSubtype="1" fill="hold" nodeType="withEffect">
                                      <p:stCondLst>
                                        <p:cond delay="0"/>
                                      </p:stCondLst>
                                      <p:childTnLst>
                                        <p:set>
                                          <p:cBhvr>
                                            <p:cTn id="152" dur="1" fill="hold">
                                              <p:stCondLst>
                                                <p:cond delay="0"/>
                                              </p:stCondLst>
                                            </p:cTn>
                                            <p:tgtEl>
                                              <p:spTgt spid="77"/>
                                            </p:tgtEl>
                                            <p:attrNameLst>
                                              <p:attrName>style.visibility</p:attrName>
                                            </p:attrNameLst>
                                          </p:cBhvr>
                                          <p:to>
                                            <p:strVal val="visible"/>
                                          </p:to>
                                        </p:set>
                                        <p:anim calcmode="lin" valueType="num">
                                          <p:cBhvr additive="base">
                                            <p:cTn id="153" dur="250" fill="hold"/>
                                            <p:tgtEl>
                                              <p:spTgt spid="77"/>
                                            </p:tgtEl>
                                            <p:attrNameLst>
                                              <p:attrName>ppt_x</p:attrName>
                                            </p:attrNameLst>
                                          </p:cBhvr>
                                          <p:tavLst>
                                            <p:tav tm="0">
                                              <p:val>
                                                <p:strVal val="#ppt_x"/>
                                              </p:val>
                                            </p:tav>
                                            <p:tav tm="100000">
                                              <p:val>
                                                <p:strVal val="#ppt_x"/>
                                              </p:val>
                                            </p:tav>
                                          </p:tavLst>
                                        </p:anim>
                                        <p:anim calcmode="lin" valueType="num">
                                          <p:cBhvr additive="base">
                                            <p:cTn id="154" dur="250" fill="hold"/>
                                            <p:tgtEl>
                                              <p:spTgt spid="77"/>
                                            </p:tgtEl>
                                            <p:attrNameLst>
                                              <p:attrName>ppt_y</p:attrName>
                                            </p:attrNameLst>
                                          </p:cBhvr>
                                          <p:tavLst>
                                            <p:tav tm="0">
                                              <p:val>
                                                <p:strVal val="0-#ppt_h/2"/>
                                              </p:val>
                                            </p:tav>
                                            <p:tav tm="100000">
                                              <p:val>
                                                <p:strVal val="#ppt_y"/>
                                              </p:val>
                                            </p:tav>
                                          </p:tavLst>
                                        </p:anim>
                                      </p:childTnLst>
                                    </p:cTn>
                                  </p:par>
                                  <p:par>
                                    <p:cTn id="155" presetID="2" presetClass="entr" presetSubtype="1" fill="hold" nodeType="withEffect">
                                      <p:stCondLst>
                                        <p:cond delay="0"/>
                                      </p:stCondLst>
                                      <p:childTnLst>
                                        <p:set>
                                          <p:cBhvr>
                                            <p:cTn id="156" dur="1" fill="hold">
                                              <p:stCondLst>
                                                <p:cond delay="0"/>
                                              </p:stCondLst>
                                            </p:cTn>
                                            <p:tgtEl>
                                              <p:spTgt spid="93"/>
                                            </p:tgtEl>
                                            <p:attrNameLst>
                                              <p:attrName>style.visibility</p:attrName>
                                            </p:attrNameLst>
                                          </p:cBhvr>
                                          <p:to>
                                            <p:strVal val="visible"/>
                                          </p:to>
                                        </p:set>
                                        <p:anim calcmode="lin" valueType="num">
                                          <p:cBhvr additive="base">
                                            <p:cTn id="157" dur="250" fill="hold"/>
                                            <p:tgtEl>
                                              <p:spTgt spid="93"/>
                                            </p:tgtEl>
                                            <p:attrNameLst>
                                              <p:attrName>ppt_x</p:attrName>
                                            </p:attrNameLst>
                                          </p:cBhvr>
                                          <p:tavLst>
                                            <p:tav tm="0">
                                              <p:val>
                                                <p:strVal val="#ppt_x"/>
                                              </p:val>
                                            </p:tav>
                                            <p:tav tm="100000">
                                              <p:val>
                                                <p:strVal val="#ppt_x"/>
                                              </p:val>
                                            </p:tav>
                                          </p:tavLst>
                                        </p:anim>
                                        <p:anim calcmode="lin" valueType="num">
                                          <p:cBhvr additive="base">
                                            <p:cTn id="158" dur="250" fill="hold"/>
                                            <p:tgtEl>
                                              <p:spTgt spid="93"/>
                                            </p:tgtEl>
                                            <p:attrNameLst>
                                              <p:attrName>ppt_y</p:attrName>
                                            </p:attrNameLst>
                                          </p:cBhvr>
                                          <p:tavLst>
                                            <p:tav tm="0">
                                              <p:val>
                                                <p:strVal val="0-#ppt_h/2"/>
                                              </p:val>
                                            </p:tav>
                                            <p:tav tm="100000">
                                              <p:val>
                                                <p:strVal val="#ppt_y"/>
                                              </p:val>
                                            </p:tav>
                                          </p:tavLst>
                                        </p:anim>
                                      </p:childTnLst>
                                    </p:cTn>
                                  </p:par>
                                  <p:par>
                                    <p:cTn id="159" presetID="2" presetClass="entr" presetSubtype="1" fill="hold" nodeType="withEffect">
                                      <p:stCondLst>
                                        <p:cond delay="0"/>
                                      </p:stCondLst>
                                      <p:childTnLst>
                                        <p:set>
                                          <p:cBhvr>
                                            <p:cTn id="160" dur="1" fill="hold">
                                              <p:stCondLst>
                                                <p:cond delay="0"/>
                                              </p:stCondLst>
                                            </p:cTn>
                                            <p:tgtEl>
                                              <p:spTgt spid="103"/>
                                            </p:tgtEl>
                                            <p:attrNameLst>
                                              <p:attrName>style.visibility</p:attrName>
                                            </p:attrNameLst>
                                          </p:cBhvr>
                                          <p:to>
                                            <p:strVal val="visible"/>
                                          </p:to>
                                        </p:set>
                                        <p:anim calcmode="lin" valueType="num">
                                          <p:cBhvr additive="base">
                                            <p:cTn id="161" dur="250" fill="hold"/>
                                            <p:tgtEl>
                                              <p:spTgt spid="103"/>
                                            </p:tgtEl>
                                            <p:attrNameLst>
                                              <p:attrName>ppt_x</p:attrName>
                                            </p:attrNameLst>
                                          </p:cBhvr>
                                          <p:tavLst>
                                            <p:tav tm="0">
                                              <p:val>
                                                <p:strVal val="#ppt_x"/>
                                              </p:val>
                                            </p:tav>
                                            <p:tav tm="100000">
                                              <p:val>
                                                <p:strVal val="#ppt_x"/>
                                              </p:val>
                                            </p:tav>
                                          </p:tavLst>
                                        </p:anim>
                                        <p:anim calcmode="lin" valueType="num">
                                          <p:cBhvr additive="base">
                                            <p:cTn id="162" dur="250" fill="hold"/>
                                            <p:tgtEl>
                                              <p:spTgt spid="103"/>
                                            </p:tgtEl>
                                            <p:attrNameLst>
                                              <p:attrName>ppt_y</p:attrName>
                                            </p:attrNameLst>
                                          </p:cBhvr>
                                          <p:tavLst>
                                            <p:tav tm="0">
                                              <p:val>
                                                <p:strVal val="0-#ppt_h/2"/>
                                              </p:val>
                                            </p:tav>
                                            <p:tav tm="100000">
                                              <p:val>
                                                <p:strVal val="#ppt_y"/>
                                              </p:val>
                                            </p:tav>
                                          </p:tavLst>
                                        </p:anim>
                                      </p:childTnLst>
                                    </p:cTn>
                                  </p:par>
                                  <p:par>
                                    <p:cTn id="163" presetID="2" presetClass="entr" presetSubtype="1" fill="hold" nodeType="withEffect">
                                      <p:stCondLst>
                                        <p:cond delay="0"/>
                                      </p:stCondLst>
                                      <p:childTnLst>
                                        <p:set>
                                          <p:cBhvr>
                                            <p:cTn id="164" dur="1" fill="hold">
                                              <p:stCondLst>
                                                <p:cond delay="0"/>
                                              </p:stCondLst>
                                            </p:cTn>
                                            <p:tgtEl>
                                              <p:spTgt spid="108"/>
                                            </p:tgtEl>
                                            <p:attrNameLst>
                                              <p:attrName>style.visibility</p:attrName>
                                            </p:attrNameLst>
                                          </p:cBhvr>
                                          <p:to>
                                            <p:strVal val="visible"/>
                                          </p:to>
                                        </p:set>
                                        <p:anim calcmode="lin" valueType="num">
                                          <p:cBhvr additive="base">
                                            <p:cTn id="165" dur="250" fill="hold"/>
                                            <p:tgtEl>
                                              <p:spTgt spid="108"/>
                                            </p:tgtEl>
                                            <p:attrNameLst>
                                              <p:attrName>ppt_x</p:attrName>
                                            </p:attrNameLst>
                                          </p:cBhvr>
                                          <p:tavLst>
                                            <p:tav tm="0">
                                              <p:val>
                                                <p:strVal val="#ppt_x"/>
                                              </p:val>
                                            </p:tav>
                                            <p:tav tm="100000">
                                              <p:val>
                                                <p:strVal val="#ppt_x"/>
                                              </p:val>
                                            </p:tav>
                                          </p:tavLst>
                                        </p:anim>
                                        <p:anim calcmode="lin" valueType="num">
                                          <p:cBhvr additive="base">
                                            <p:cTn id="166" dur="250" fill="hold"/>
                                            <p:tgtEl>
                                              <p:spTgt spid="108"/>
                                            </p:tgtEl>
                                            <p:attrNameLst>
                                              <p:attrName>ppt_y</p:attrName>
                                            </p:attrNameLst>
                                          </p:cBhvr>
                                          <p:tavLst>
                                            <p:tav tm="0">
                                              <p:val>
                                                <p:strVal val="0-#ppt_h/2"/>
                                              </p:val>
                                            </p:tav>
                                            <p:tav tm="100000">
                                              <p:val>
                                                <p:strVal val="#ppt_y"/>
                                              </p:val>
                                            </p:tav>
                                          </p:tavLst>
                                        </p:anim>
                                      </p:childTnLst>
                                    </p:cTn>
                                  </p:par>
                                  <p:par>
                                    <p:cTn id="167" presetID="2" presetClass="entr" presetSubtype="1" fill="hold" nodeType="withEffect">
                                      <p:stCondLst>
                                        <p:cond delay="250"/>
                                      </p:stCondLst>
                                      <p:childTnLst>
                                        <p:set>
                                          <p:cBhvr>
                                            <p:cTn id="168" dur="1" fill="hold">
                                              <p:stCondLst>
                                                <p:cond delay="0"/>
                                              </p:stCondLst>
                                            </p:cTn>
                                            <p:tgtEl>
                                              <p:spTgt spid="78"/>
                                            </p:tgtEl>
                                            <p:attrNameLst>
                                              <p:attrName>style.visibility</p:attrName>
                                            </p:attrNameLst>
                                          </p:cBhvr>
                                          <p:to>
                                            <p:strVal val="visible"/>
                                          </p:to>
                                        </p:set>
                                        <p:anim calcmode="lin" valueType="num">
                                          <p:cBhvr additive="base">
                                            <p:cTn id="169" dur="250" fill="hold"/>
                                            <p:tgtEl>
                                              <p:spTgt spid="78"/>
                                            </p:tgtEl>
                                            <p:attrNameLst>
                                              <p:attrName>ppt_x</p:attrName>
                                            </p:attrNameLst>
                                          </p:cBhvr>
                                          <p:tavLst>
                                            <p:tav tm="0">
                                              <p:val>
                                                <p:strVal val="#ppt_x"/>
                                              </p:val>
                                            </p:tav>
                                            <p:tav tm="100000">
                                              <p:val>
                                                <p:strVal val="#ppt_x"/>
                                              </p:val>
                                            </p:tav>
                                          </p:tavLst>
                                        </p:anim>
                                        <p:anim calcmode="lin" valueType="num">
                                          <p:cBhvr additive="base">
                                            <p:cTn id="170" dur="250" fill="hold"/>
                                            <p:tgtEl>
                                              <p:spTgt spid="78"/>
                                            </p:tgtEl>
                                            <p:attrNameLst>
                                              <p:attrName>ppt_y</p:attrName>
                                            </p:attrNameLst>
                                          </p:cBhvr>
                                          <p:tavLst>
                                            <p:tav tm="0">
                                              <p:val>
                                                <p:strVal val="0-#ppt_h/2"/>
                                              </p:val>
                                            </p:tav>
                                            <p:tav tm="100000">
                                              <p:val>
                                                <p:strVal val="#ppt_y"/>
                                              </p:val>
                                            </p:tav>
                                          </p:tavLst>
                                        </p:anim>
                                      </p:childTnLst>
                                    </p:cTn>
                                  </p:par>
                                  <p:par>
                                    <p:cTn id="171" presetID="2" presetClass="entr" presetSubtype="1" fill="hold" nodeType="withEffect">
                                      <p:stCondLst>
                                        <p:cond delay="250"/>
                                      </p:stCondLst>
                                      <p:childTnLst>
                                        <p:set>
                                          <p:cBhvr>
                                            <p:cTn id="172" dur="1" fill="hold">
                                              <p:stCondLst>
                                                <p:cond delay="0"/>
                                              </p:stCondLst>
                                            </p:cTn>
                                            <p:tgtEl>
                                              <p:spTgt spid="95"/>
                                            </p:tgtEl>
                                            <p:attrNameLst>
                                              <p:attrName>style.visibility</p:attrName>
                                            </p:attrNameLst>
                                          </p:cBhvr>
                                          <p:to>
                                            <p:strVal val="visible"/>
                                          </p:to>
                                        </p:set>
                                        <p:anim calcmode="lin" valueType="num">
                                          <p:cBhvr additive="base">
                                            <p:cTn id="173" dur="250" fill="hold"/>
                                            <p:tgtEl>
                                              <p:spTgt spid="95"/>
                                            </p:tgtEl>
                                            <p:attrNameLst>
                                              <p:attrName>ppt_x</p:attrName>
                                            </p:attrNameLst>
                                          </p:cBhvr>
                                          <p:tavLst>
                                            <p:tav tm="0">
                                              <p:val>
                                                <p:strVal val="#ppt_x"/>
                                              </p:val>
                                            </p:tav>
                                            <p:tav tm="100000">
                                              <p:val>
                                                <p:strVal val="#ppt_x"/>
                                              </p:val>
                                            </p:tav>
                                          </p:tavLst>
                                        </p:anim>
                                        <p:anim calcmode="lin" valueType="num">
                                          <p:cBhvr additive="base">
                                            <p:cTn id="174" dur="250" fill="hold"/>
                                            <p:tgtEl>
                                              <p:spTgt spid="95"/>
                                            </p:tgtEl>
                                            <p:attrNameLst>
                                              <p:attrName>ppt_y</p:attrName>
                                            </p:attrNameLst>
                                          </p:cBhvr>
                                          <p:tavLst>
                                            <p:tav tm="0">
                                              <p:val>
                                                <p:strVal val="0-#ppt_h/2"/>
                                              </p:val>
                                            </p:tav>
                                            <p:tav tm="100000">
                                              <p:val>
                                                <p:strVal val="#ppt_y"/>
                                              </p:val>
                                            </p:tav>
                                          </p:tavLst>
                                        </p:anim>
                                      </p:childTnLst>
                                    </p:cTn>
                                  </p:par>
                                  <p:par>
                                    <p:cTn id="175" presetID="2" presetClass="entr" presetSubtype="1" fill="hold" nodeType="withEffect">
                                      <p:stCondLst>
                                        <p:cond delay="250"/>
                                      </p:stCondLst>
                                      <p:childTnLst>
                                        <p:set>
                                          <p:cBhvr>
                                            <p:cTn id="176" dur="1" fill="hold">
                                              <p:stCondLst>
                                                <p:cond delay="0"/>
                                              </p:stCondLst>
                                            </p:cTn>
                                            <p:tgtEl>
                                              <p:spTgt spid="104"/>
                                            </p:tgtEl>
                                            <p:attrNameLst>
                                              <p:attrName>style.visibility</p:attrName>
                                            </p:attrNameLst>
                                          </p:cBhvr>
                                          <p:to>
                                            <p:strVal val="visible"/>
                                          </p:to>
                                        </p:set>
                                        <p:anim calcmode="lin" valueType="num">
                                          <p:cBhvr additive="base">
                                            <p:cTn id="177" dur="250" fill="hold"/>
                                            <p:tgtEl>
                                              <p:spTgt spid="104"/>
                                            </p:tgtEl>
                                            <p:attrNameLst>
                                              <p:attrName>ppt_x</p:attrName>
                                            </p:attrNameLst>
                                          </p:cBhvr>
                                          <p:tavLst>
                                            <p:tav tm="0">
                                              <p:val>
                                                <p:strVal val="#ppt_x"/>
                                              </p:val>
                                            </p:tav>
                                            <p:tav tm="100000">
                                              <p:val>
                                                <p:strVal val="#ppt_x"/>
                                              </p:val>
                                            </p:tav>
                                          </p:tavLst>
                                        </p:anim>
                                        <p:anim calcmode="lin" valueType="num">
                                          <p:cBhvr additive="base">
                                            <p:cTn id="178" dur="250" fill="hold"/>
                                            <p:tgtEl>
                                              <p:spTgt spid="104"/>
                                            </p:tgtEl>
                                            <p:attrNameLst>
                                              <p:attrName>ppt_y</p:attrName>
                                            </p:attrNameLst>
                                          </p:cBhvr>
                                          <p:tavLst>
                                            <p:tav tm="0">
                                              <p:val>
                                                <p:strVal val="0-#ppt_h/2"/>
                                              </p:val>
                                            </p:tav>
                                            <p:tav tm="100000">
                                              <p:val>
                                                <p:strVal val="#ppt_y"/>
                                              </p:val>
                                            </p:tav>
                                          </p:tavLst>
                                        </p:anim>
                                      </p:childTnLst>
                                    </p:cTn>
                                  </p:par>
                                  <p:par>
                                    <p:cTn id="179" presetID="2" presetClass="entr" presetSubtype="1" fill="hold" nodeType="withEffect">
                                      <p:stCondLst>
                                        <p:cond delay="500"/>
                                      </p:stCondLst>
                                      <p:childTnLst>
                                        <p:set>
                                          <p:cBhvr>
                                            <p:cTn id="180" dur="1" fill="hold">
                                              <p:stCondLst>
                                                <p:cond delay="0"/>
                                              </p:stCondLst>
                                            </p:cTn>
                                            <p:tgtEl>
                                              <p:spTgt spid="90"/>
                                            </p:tgtEl>
                                            <p:attrNameLst>
                                              <p:attrName>style.visibility</p:attrName>
                                            </p:attrNameLst>
                                          </p:cBhvr>
                                          <p:to>
                                            <p:strVal val="visible"/>
                                          </p:to>
                                        </p:set>
                                        <p:anim calcmode="lin" valueType="num">
                                          <p:cBhvr additive="base">
                                            <p:cTn id="181" dur="250" fill="hold"/>
                                            <p:tgtEl>
                                              <p:spTgt spid="90"/>
                                            </p:tgtEl>
                                            <p:attrNameLst>
                                              <p:attrName>ppt_x</p:attrName>
                                            </p:attrNameLst>
                                          </p:cBhvr>
                                          <p:tavLst>
                                            <p:tav tm="0">
                                              <p:val>
                                                <p:strVal val="#ppt_x"/>
                                              </p:val>
                                            </p:tav>
                                            <p:tav tm="100000">
                                              <p:val>
                                                <p:strVal val="#ppt_x"/>
                                              </p:val>
                                            </p:tav>
                                          </p:tavLst>
                                        </p:anim>
                                        <p:anim calcmode="lin" valueType="num">
                                          <p:cBhvr additive="base">
                                            <p:cTn id="182" dur="250" fill="hold"/>
                                            <p:tgtEl>
                                              <p:spTgt spid="90"/>
                                            </p:tgtEl>
                                            <p:attrNameLst>
                                              <p:attrName>ppt_y</p:attrName>
                                            </p:attrNameLst>
                                          </p:cBhvr>
                                          <p:tavLst>
                                            <p:tav tm="0">
                                              <p:val>
                                                <p:strVal val="0-#ppt_h/2"/>
                                              </p:val>
                                            </p:tav>
                                            <p:tav tm="100000">
                                              <p:val>
                                                <p:strVal val="#ppt_y"/>
                                              </p:val>
                                            </p:tav>
                                          </p:tavLst>
                                        </p:anim>
                                      </p:childTnLst>
                                    </p:cTn>
                                  </p:par>
                                  <p:par>
                                    <p:cTn id="183" presetID="2" presetClass="entr" presetSubtype="1" fill="hold" nodeType="withEffect">
                                      <p:stCondLst>
                                        <p:cond delay="500"/>
                                      </p:stCondLst>
                                      <p:childTnLst>
                                        <p:set>
                                          <p:cBhvr>
                                            <p:cTn id="184" dur="1" fill="hold">
                                              <p:stCondLst>
                                                <p:cond delay="0"/>
                                              </p:stCondLst>
                                            </p:cTn>
                                            <p:tgtEl>
                                              <p:spTgt spid="105"/>
                                            </p:tgtEl>
                                            <p:attrNameLst>
                                              <p:attrName>style.visibility</p:attrName>
                                            </p:attrNameLst>
                                          </p:cBhvr>
                                          <p:to>
                                            <p:strVal val="visible"/>
                                          </p:to>
                                        </p:set>
                                        <p:anim calcmode="lin" valueType="num">
                                          <p:cBhvr additive="base">
                                            <p:cTn id="185" dur="250" fill="hold"/>
                                            <p:tgtEl>
                                              <p:spTgt spid="105"/>
                                            </p:tgtEl>
                                            <p:attrNameLst>
                                              <p:attrName>ppt_x</p:attrName>
                                            </p:attrNameLst>
                                          </p:cBhvr>
                                          <p:tavLst>
                                            <p:tav tm="0">
                                              <p:val>
                                                <p:strVal val="#ppt_x"/>
                                              </p:val>
                                            </p:tav>
                                            <p:tav tm="100000">
                                              <p:val>
                                                <p:strVal val="#ppt_x"/>
                                              </p:val>
                                            </p:tav>
                                          </p:tavLst>
                                        </p:anim>
                                        <p:anim calcmode="lin" valueType="num">
                                          <p:cBhvr additive="base">
                                            <p:cTn id="186" dur="250" fill="hold"/>
                                            <p:tgtEl>
                                              <p:spTgt spid="105"/>
                                            </p:tgtEl>
                                            <p:attrNameLst>
                                              <p:attrName>ppt_y</p:attrName>
                                            </p:attrNameLst>
                                          </p:cBhvr>
                                          <p:tavLst>
                                            <p:tav tm="0">
                                              <p:val>
                                                <p:strVal val="0-#ppt_h/2"/>
                                              </p:val>
                                            </p:tav>
                                            <p:tav tm="100000">
                                              <p:val>
                                                <p:strVal val="#ppt_y"/>
                                              </p:val>
                                            </p:tav>
                                          </p:tavLst>
                                        </p:anim>
                                      </p:childTnLst>
                                    </p:cTn>
                                  </p:par>
                                  <p:par>
                                    <p:cTn id="187" presetID="2" presetClass="entr" presetSubtype="1" fill="hold" nodeType="withEffect">
                                      <p:stCondLst>
                                        <p:cond delay="750"/>
                                      </p:stCondLst>
                                      <p:childTnLst>
                                        <p:set>
                                          <p:cBhvr>
                                            <p:cTn id="188" dur="1" fill="hold">
                                              <p:stCondLst>
                                                <p:cond delay="0"/>
                                              </p:stCondLst>
                                            </p:cTn>
                                            <p:tgtEl>
                                              <p:spTgt spid="91"/>
                                            </p:tgtEl>
                                            <p:attrNameLst>
                                              <p:attrName>style.visibility</p:attrName>
                                            </p:attrNameLst>
                                          </p:cBhvr>
                                          <p:to>
                                            <p:strVal val="visible"/>
                                          </p:to>
                                        </p:set>
                                        <p:anim calcmode="lin" valueType="num">
                                          <p:cBhvr additive="base">
                                            <p:cTn id="189" dur="250" fill="hold"/>
                                            <p:tgtEl>
                                              <p:spTgt spid="91"/>
                                            </p:tgtEl>
                                            <p:attrNameLst>
                                              <p:attrName>ppt_x</p:attrName>
                                            </p:attrNameLst>
                                          </p:cBhvr>
                                          <p:tavLst>
                                            <p:tav tm="0">
                                              <p:val>
                                                <p:strVal val="#ppt_x"/>
                                              </p:val>
                                            </p:tav>
                                            <p:tav tm="100000">
                                              <p:val>
                                                <p:strVal val="#ppt_x"/>
                                              </p:val>
                                            </p:tav>
                                          </p:tavLst>
                                        </p:anim>
                                        <p:anim calcmode="lin" valueType="num">
                                          <p:cBhvr additive="base">
                                            <p:cTn id="190" dur="250" fill="hold"/>
                                            <p:tgtEl>
                                              <p:spTgt spid="91"/>
                                            </p:tgtEl>
                                            <p:attrNameLst>
                                              <p:attrName>ppt_y</p:attrName>
                                            </p:attrNameLst>
                                          </p:cBhvr>
                                          <p:tavLst>
                                            <p:tav tm="0">
                                              <p:val>
                                                <p:strVal val="0-#ppt_h/2"/>
                                              </p:val>
                                            </p:tav>
                                            <p:tav tm="100000">
                                              <p:val>
                                                <p:strVal val="#ppt_y"/>
                                              </p:val>
                                            </p:tav>
                                          </p:tavLst>
                                        </p:anim>
                                      </p:childTnLst>
                                    </p:cTn>
                                  </p:par>
                                </p:childTnLst>
                              </p:cTn>
                            </p:par>
                          </p:childTnLst>
                        </p:cTn>
                      </p:par>
                      <p:par>
                        <p:cTn id="191" fill="hold">
                          <p:stCondLst>
                            <p:cond delay="indefinite"/>
                          </p:stCondLst>
                          <p:childTnLst>
                            <p:par>
                              <p:cTn id="192" fill="hold">
                                <p:stCondLst>
                                  <p:cond delay="0"/>
                                </p:stCondLst>
                                <p:childTnLst>
                                  <p:par>
                                    <p:cTn id="193" presetID="1" presetClass="mediacall" presetSubtype="0" fill="hold" nodeType="clickEffect">
                                      <p:stCondLst>
                                        <p:cond delay="0"/>
                                      </p:stCondLst>
                                      <p:childTnLst>
                                        <p:cmd type="call" cmd="playFrom(0.0)">
                                          <p:cBhvr>
                                            <p:cTn id="194" dur="417" fill="hold"/>
                                            <p:tgtEl>
                                              <p:spTgt spid="134"/>
                                            </p:tgtEl>
                                          </p:cBhvr>
                                        </p:cmd>
                                      </p:childTnLst>
                                    </p:cTn>
                                  </p:par>
                                </p:childTnLst>
                              </p:cTn>
                            </p:par>
                            <p:par>
                              <p:cTn id="195" fill="hold">
                                <p:stCondLst>
                                  <p:cond delay="417"/>
                                </p:stCondLst>
                                <p:childTnLst>
                                  <p:par>
                                    <p:cTn id="196" presetID="1" presetClass="mediacall" presetSubtype="0" fill="hold" nodeType="afterEffect">
                                      <p:stCondLst>
                                        <p:cond delay="0"/>
                                      </p:stCondLst>
                                      <p:childTnLst>
                                        <p:cmd type="call" cmd="playFrom(0.0)">
                                          <p:cBhvr>
                                            <p:cTn id="197" dur="888" fill="hold"/>
                                            <p:tgtEl>
                                              <p:spTgt spid="16"/>
                                            </p:tgtEl>
                                          </p:cBhvr>
                                        </p:cmd>
                                      </p:childTnLst>
                                    </p:cTn>
                                  </p:par>
                                  <p:par>
                                    <p:cTn id="198" presetID="2" presetClass="entr" presetSubtype="1" fill="hold" nodeType="withEffect">
                                      <p:stCondLst>
                                        <p:cond delay="0"/>
                                      </p:stCondLst>
                                      <p:childTnLst>
                                        <p:set>
                                          <p:cBhvr>
                                            <p:cTn id="199" dur="1" fill="hold">
                                              <p:stCondLst>
                                                <p:cond delay="0"/>
                                              </p:stCondLst>
                                            </p:cTn>
                                            <p:tgtEl>
                                              <p:spTgt spid="113"/>
                                            </p:tgtEl>
                                            <p:attrNameLst>
                                              <p:attrName>style.visibility</p:attrName>
                                            </p:attrNameLst>
                                          </p:cBhvr>
                                          <p:to>
                                            <p:strVal val="visible"/>
                                          </p:to>
                                        </p:set>
                                        <p:anim calcmode="lin" valueType="num">
                                          <p:cBhvr additive="base">
                                            <p:cTn id="200" dur="250" fill="hold"/>
                                            <p:tgtEl>
                                              <p:spTgt spid="113"/>
                                            </p:tgtEl>
                                            <p:attrNameLst>
                                              <p:attrName>ppt_x</p:attrName>
                                            </p:attrNameLst>
                                          </p:cBhvr>
                                          <p:tavLst>
                                            <p:tav tm="0">
                                              <p:val>
                                                <p:strVal val="#ppt_x"/>
                                              </p:val>
                                            </p:tav>
                                            <p:tav tm="100000">
                                              <p:val>
                                                <p:strVal val="#ppt_x"/>
                                              </p:val>
                                            </p:tav>
                                          </p:tavLst>
                                        </p:anim>
                                        <p:anim calcmode="lin" valueType="num">
                                          <p:cBhvr additive="base">
                                            <p:cTn id="201" dur="250" fill="hold"/>
                                            <p:tgtEl>
                                              <p:spTgt spid="113"/>
                                            </p:tgtEl>
                                            <p:attrNameLst>
                                              <p:attrName>ppt_y</p:attrName>
                                            </p:attrNameLst>
                                          </p:cBhvr>
                                          <p:tavLst>
                                            <p:tav tm="0">
                                              <p:val>
                                                <p:strVal val="0-#ppt_h/2"/>
                                              </p:val>
                                            </p:tav>
                                            <p:tav tm="100000">
                                              <p:val>
                                                <p:strVal val="#ppt_y"/>
                                              </p:val>
                                            </p:tav>
                                          </p:tavLst>
                                        </p:anim>
                                      </p:childTnLst>
                                    </p:cTn>
                                  </p:par>
                                  <p:par>
                                    <p:cTn id="202" presetID="2" presetClass="entr" presetSubtype="1" fill="hold" nodeType="withEffect">
                                      <p:stCondLst>
                                        <p:cond delay="0"/>
                                      </p:stCondLst>
                                      <p:childTnLst>
                                        <p:set>
                                          <p:cBhvr>
                                            <p:cTn id="203" dur="1" fill="hold">
                                              <p:stCondLst>
                                                <p:cond delay="0"/>
                                              </p:stCondLst>
                                            </p:cTn>
                                            <p:tgtEl>
                                              <p:spTgt spid="118"/>
                                            </p:tgtEl>
                                            <p:attrNameLst>
                                              <p:attrName>style.visibility</p:attrName>
                                            </p:attrNameLst>
                                          </p:cBhvr>
                                          <p:to>
                                            <p:strVal val="visible"/>
                                          </p:to>
                                        </p:set>
                                        <p:anim calcmode="lin" valueType="num">
                                          <p:cBhvr additive="base">
                                            <p:cTn id="204" dur="250" fill="hold"/>
                                            <p:tgtEl>
                                              <p:spTgt spid="118"/>
                                            </p:tgtEl>
                                            <p:attrNameLst>
                                              <p:attrName>ppt_x</p:attrName>
                                            </p:attrNameLst>
                                          </p:cBhvr>
                                          <p:tavLst>
                                            <p:tav tm="0">
                                              <p:val>
                                                <p:strVal val="#ppt_x"/>
                                              </p:val>
                                            </p:tav>
                                            <p:tav tm="100000">
                                              <p:val>
                                                <p:strVal val="#ppt_x"/>
                                              </p:val>
                                            </p:tav>
                                          </p:tavLst>
                                        </p:anim>
                                        <p:anim calcmode="lin" valueType="num">
                                          <p:cBhvr additive="base">
                                            <p:cTn id="205" dur="250" fill="hold"/>
                                            <p:tgtEl>
                                              <p:spTgt spid="118"/>
                                            </p:tgtEl>
                                            <p:attrNameLst>
                                              <p:attrName>ppt_y</p:attrName>
                                            </p:attrNameLst>
                                          </p:cBhvr>
                                          <p:tavLst>
                                            <p:tav tm="0">
                                              <p:val>
                                                <p:strVal val="0-#ppt_h/2"/>
                                              </p:val>
                                            </p:tav>
                                            <p:tav tm="100000">
                                              <p:val>
                                                <p:strVal val="#ppt_y"/>
                                              </p:val>
                                            </p:tav>
                                          </p:tavLst>
                                        </p:anim>
                                      </p:childTnLst>
                                    </p:cTn>
                                  </p:par>
                                  <p:par>
                                    <p:cTn id="206" presetID="2" presetClass="entr" presetSubtype="1" fill="hold" nodeType="withEffect">
                                      <p:stCondLst>
                                        <p:cond delay="0"/>
                                      </p:stCondLst>
                                      <p:childTnLst>
                                        <p:set>
                                          <p:cBhvr>
                                            <p:cTn id="207" dur="1" fill="hold">
                                              <p:stCondLst>
                                                <p:cond delay="0"/>
                                              </p:stCondLst>
                                            </p:cTn>
                                            <p:tgtEl>
                                              <p:spTgt spid="123"/>
                                            </p:tgtEl>
                                            <p:attrNameLst>
                                              <p:attrName>style.visibility</p:attrName>
                                            </p:attrNameLst>
                                          </p:cBhvr>
                                          <p:to>
                                            <p:strVal val="visible"/>
                                          </p:to>
                                        </p:set>
                                        <p:anim calcmode="lin" valueType="num">
                                          <p:cBhvr additive="base">
                                            <p:cTn id="208" dur="250" fill="hold"/>
                                            <p:tgtEl>
                                              <p:spTgt spid="123"/>
                                            </p:tgtEl>
                                            <p:attrNameLst>
                                              <p:attrName>ppt_x</p:attrName>
                                            </p:attrNameLst>
                                          </p:cBhvr>
                                          <p:tavLst>
                                            <p:tav tm="0">
                                              <p:val>
                                                <p:strVal val="#ppt_x"/>
                                              </p:val>
                                            </p:tav>
                                            <p:tav tm="100000">
                                              <p:val>
                                                <p:strVal val="#ppt_x"/>
                                              </p:val>
                                            </p:tav>
                                          </p:tavLst>
                                        </p:anim>
                                        <p:anim calcmode="lin" valueType="num">
                                          <p:cBhvr additive="base">
                                            <p:cTn id="209" dur="250" fill="hold"/>
                                            <p:tgtEl>
                                              <p:spTgt spid="123"/>
                                            </p:tgtEl>
                                            <p:attrNameLst>
                                              <p:attrName>ppt_y</p:attrName>
                                            </p:attrNameLst>
                                          </p:cBhvr>
                                          <p:tavLst>
                                            <p:tav tm="0">
                                              <p:val>
                                                <p:strVal val="0-#ppt_h/2"/>
                                              </p:val>
                                            </p:tav>
                                            <p:tav tm="100000">
                                              <p:val>
                                                <p:strVal val="#ppt_y"/>
                                              </p:val>
                                            </p:tav>
                                          </p:tavLst>
                                        </p:anim>
                                      </p:childTnLst>
                                    </p:cTn>
                                  </p:par>
                                  <p:par>
                                    <p:cTn id="210" presetID="2" presetClass="entr" presetSubtype="1" fill="hold" nodeType="withEffect">
                                      <p:stCondLst>
                                        <p:cond delay="0"/>
                                      </p:stCondLst>
                                      <p:childTnLst>
                                        <p:set>
                                          <p:cBhvr>
                                            <p:cTn id="211" dur="1" fill="hold">
                                              <p:stCondLst>
                                                <p:cond delay="0"/>
                                              </p:stCondLst>
                                            </p:cTn>
                                            <p:tgtEl>
                                              <p:spTgt spid="128"/>
                                            </p:tgtEl>
                                            <p:attrNameLst>
                                              <p:attrName>style.visibility</p:attrName>
                                            </p:attrNameLst>
                                          </p:cBhvr>
                                          <p:to>
                                            <p:strVal val="visible"/>
                                          </p:to>
                                        </p:set>
                                        <p:anim calcmode="lin" valueType="num">
                                          <p:cBhvr additive="base">
                                            <p:cTn id="212" dur="250" fill="hold"/>
                                            <p:tgtEl>
                                              <p:spTgt spid="128"/>
                                            </p:tgtEl>
                                            <p:attrNameLst>
                                              <p:attrName>ppt_x</p:attrName>
                                            </p:attrNameLst>
                                          </p:cBhvr>
                                          <p:tavLst>
                                            <p:tav tm="0">
                                              <p:val>
                                                <p:strVal val="#ppt_x"/>
                                              </p:val>
                                            </p:tav>
                                            <p:tav tm="100000">
                                              <p:val>
                                                <p:strVal val="#ppt_x"/>
                                              </p:val>
                                            </p:tav>
                                          </p:tavLst>
                                        </p:anim>
                                        <p:anim calcmode="lin" valueType="num">
                                          <p:cBhvr additive="base">
                                            <p:cTn id="213" dur="250" fill="hold"/>
                                            <p:tgtEl>
                                              <p:spTgt spid="128"/>
                                            </p:tgtEl>
                                            <p:attrNameLst>
                                              <p:attrName>ppt_y</p:attrName>
                                            </p:attrNameLst>
                                          </p:cBhvr>
                                          <p:tavLst>
                                            <p:tav tm="0">
                                              <p:val>
                                                <p:strVal val="0-#ppt_h/2"/>
                                              </p:val>
                                            </p:tav>
                                            <p:tav tm="100000">
                                              <p:val>
                                                <p:strVal val="#ppt_y"/>
                                              </p:val>
                                            </p:tav>
                                          </p:tavLst>
                                        </p:anim>
                                      </p:childTnLst>
                                    </p:cTn>
                                  </p:par>
                                  <p:par>
                                    <p:cTn id="214" presetID="2" presetClass="entr" presetSubtype="1" fill="hold" nodeType="withEffect">
                                      <p:stCondLst>
                                        <p:cond delay="250"/>
                                      </p:stCondLst>
                                      <p:childTnLst>
                                        <p:set>
                                          <p:cBhvr>
                                            <p:cTn id="215" dur="1" fill="hold">
                                              <p:stCondLst>
                                                <p:cond delay="0"/>
                                              </p:stCondLst>
                                            </p:cTn>
                                            <p:tgtEl>
                                              <p:spTgt spid="119"/>
                                            </p:tgtEl>
                                            <p:attrNameLst>
                                              <p:attrName>style.visibility</p:attrName>
                                            </p:attrNameLst>
                                          </p:cBhvr>
                                          <p:to>
                                            <p:strVal val="visible"/>
                                          </p:to>
                                        </p:set>
                                        <p:anim calcmode="lin" valueType="num">
                                          <p:cBhvr additive="base">
                                            <p:cTn id="216" dur="250" fill="hold"/>
                                            <p:tgtEl>
                                              <p:spTgt spid="119"/>
                                            </p:tgtEl>
                                            <p:attrNameLst>
                                              <p:attrName>ppt_x</p:attrName>
                                            </p:attrNameLst>
                                          </p:cBhvr>
                                          <p:tavLst>
                                            <p:tav tm="0">
                                              <p:val>
                                                <p:strVal val="#ppt_x"/>
                                              </p:val>
                                            </p:tav>
                                            <p:tav tm="100000">
                                              <p:val>
                                                <p:strVal val="#ppt_x"/>
                                              </p:val>
                                            </p:tav>
                                          </p:tavLst>
                                        </p:anim>
                                        <p:anim calcmode="lin" valueType="num">
                                          <p:cBhvr additive="base">
                                            <p:cTn id="217" dur="250" fill="hold"/>
                                            <p:tgtEl>
                                              <p:spTgt spid="119"/>
                                            </p:tgtEl>
                                            <p:attrNameLst>
                                              <p:attrName>ppt_y</p:attrName>
                                            </p:attrNameLst>
                                          </p:cBhvr>
                                          <p:tavLst>
                                            <p:tav tm="0">
                                              <p:val>
                                                <p:strVal val="0-#ppt_h/2"/>
                                              </p:val>
                                            </p:tav>
                                            <p:tav tm="100000">
                                              <p:val>
                                                <p:strVal val="#ppt_y"/>
                                              </p:val>
                                            </p:tav>
                                          </p:tavLst>
                                        </p:anim>
                                      </p:childTnLst>
                                    </p:cTn>
                                  </p:par>
                                  <p:par>
                                    <p:cTn id="218" presetID="2" presetClass="entr" presetSubtype="1" fill="hold" nodeType="withEffect">
                                      <p:stCondLst>
                                        <p:cond delay="250"/>
                                      </p:stCondLst>
                                      <p:childTnLst>
                                        <p:set>
                                          <p:cBhvr>
                                            <p:cTn id="219" dur="1" fill="hold">
                                              <p:stCondLst>
                                                <p:cond delay="0"/>
                                              </p:stCondLst>
                                            </p:cTn>
                                            <p:tgtEl>
                                              <p:spTgt spid="124"/>
                                            </p:tgtEl>
                                            <p:attrNameLst>
                                              <p:attrName>style.visibility</p:attrName>
                                            </p:attrNameLst>
                                          </p:cBhvr>
                                          <p:to>
                                            <p:strVal val="visible"/>
                                          </p:to>
                                        </p:set>
                                        <p:anim calcmode="lin" valueType="num">
                                          <p:cBhvr additive="base">
                                            <p:cTn id="220" dur="250" fill="hold"/>
                                            <p:tgtEl>
                                              <p:spTgt spid="124"/>
                                            </p:tgtEl>
                                            <p:attrNameLst>
                                              <p:attrName>ppt_x</p:attrName>
                                            </p:attrNameLst>
                                          </p:cBhvr>
                                          <p:tavLst>
                                            <p:tav tm="0">
                                              <p:val>
                                                <p:strVal val="#ppt_x"/>
                                              </p:val>
                                            </p:tav>
                                            <p:tav tm="100000">
                                              <p:val>
                                                <p:strVal val="#ppt_x"/>
                                              </p:val>
                                            </p:tav>
                                          </p:tavLst>
                                        </p:anim>
                                        <p:anim calcmode="lin" valueType="num">
                                          <p:cBhvr additive="base">
                                            <p:cTn id="221" dur="250" fill="hold"/>
                                            <p:tgtEl>
                                              <p:spTgt spid="124"/>
                                            </p:tgtEl>
                                            <p:attrNameLst>
                                              <p:attrName>ppt_y</p:attrName>
                                            </p:attrNameLst>
                                          </p:cBhvr>
                                          <p:tavLst>
                                            <p:tav tm="0">
                                              <p:val>
                                                <p:strVal val="0-#ppt_h/2"/>
                                              </p:val>
                                            </p:tav>
                                            <p:tav tm="100000">
                                              <p:val>
                                                <p:strVal val="#ppt_y"/>
                                              </p:val>
                                            </p:tav>
                                          </p:tavLst>
                                        </p:anim>
                                      </p:childTnLst>
                                    </p:cTn>
                                  </p:par>
                                  <p:par>
                                    <p:cTn id="222" presetID="2" presetClass="entr" presetSubtype="1" fill="hold" nodeType="withEffect">
                                      <p:stCondLst>
                                        <p:cond delay="250"/>
                                      </p:stCondLst>
                                      <p:childTnLst>
                                        <p:set>
                                          <p:cBhvr>
                                            <p:cTn id="223" dur="1" fill="hold">
                                              <p:stCondLst>
                                                <p:cond delay="0"/>
                                              </p:stCondLst>
                                            </p:cTn>
                                            <p:tgtEl>
                                              <p:spTgt spid="129"/>
                                            </p:tgtEl>
                                            <p:attrNameLst>
                                              <p:attrName>style.visibility</p:attrName>
                                            </p:attrNameLst>
                                          </p:cBhvr>
                                          <p:to>
                                            <p:strVal val="visible"/>
                                          </p:to>
                                        </p:set>
                                        <p:anim calcmode="lin" valueType="num">
                                          <p:cBhvr additive="base">
                                            <p:cTn id="224" dur="250" fill="hold"/>
                                            <p:tgtEl>
                                              <p:spTgt spid="129"/>
                                            </p:tgtEl>
                                            <p:attrNameLst>
                                              <p:attrName>ppt_x</p:attrName>
                                            </p:attrNameLst>
                                          </p:cBhvr>
                                          <p:tavLst>
                                            <p:tav tm="0">
                                              <p:val>
                                                <p:strVal val="#ppt_x"/>
                                              </p:val>
                                            </p:tav>
                                            <p:tav tm="100000">
                                              <p:val>
                                                <p:strVal val="#ppt_x"/>
                                              </p:val>
                                            </p:tav>
                                          </p:tavLst>
                                        </p:anim>
                                        <p:anim calcmode="lin" valueType="num">
                                          <p:cBhvr additive="base">
                                            <p:cTn id="225" dur="250" fill="hold"/>
                                            <p:tgtEl>
                                              <p:spTgt spid="129"/>
                                            </p:tgtEl>
                                            <p:attrNameLst>
                                              <p:attrName>ppt_y</p:attrName>
                                            </p:attrNameLst>
                                          </p:cBhvr>
                                          <p:tavLst>
                                            <p:tav tm="0">
                                              <p:val>
                                                <p:strVal val="0-#ppt_h/2"/>
                                              </p:val>
                                            </p:tav>
                                            <p:tav tm="100000">
                                              <p:val>
                                                <p:strVal val="#ppt_y"/>
                                              </p:val>
                                            </p:tav>
                                          </p:tavLst>
                                        </p:anim>
                                      </p:childTnLst>
                                    </p:cTn>
                                  </p:par>
                                  <p:par>
                                    <p:cTn id="226" presetID="2" presetClass="entr" presetSubtype="1" fill="hold" nodeType="withEffect">
                                      <p:stCondLst>
                                        <p:cond delay="500"/>
                                      </p:stCondLst>
                                      <p:childTnLst>
                                        <p:set>
                                          <p:cBhvr>
                                            <p:cTn id="227" dur="1" fill="hold">
                                              <p:stCondLst>
                                                <p:cond delay="0"/>
                                              </p:stCondLst>
                                            </p:cTn>
                                            <p:tgtEl>
                                              <p:spTgt spid="120"/>
                                            </p:tgtEl>
                                            <p:attrNameLst>
                                              <p:attrName>style.visibility</p:attrName>
                                            </p:attrNameLst>
                                          </p:cBhvr>
                                          <p:to>
                                            <p:strVal val="visible"/>
                                          </p:to>
                                        </p:set>
                                        <p:anim calcmode="lin" valueType="num">
                                          <p:cBhvr additive="base">
                                            <p:cTn id="228" dur="250" fill="hold"/>
                                            <p:tgtEl>
                                              <p:spTgt spid="120"/>
                                            </p:tgtEl>
                                            <p:attrNameLst>
                                              <p:attrName>ppt_x</p:attrName>
                                            </p:attrNameLst>
                                          </p:cBhvr>
                                          <p:tavLst>
                                            <p:tav tm="0">
                                              <p:val>
                                                <p:strVal val="#ppt_x"/>
                                              </p:val>
                                            </p:tav>
                                            <p:tav tm="100000">
                                              <p:val>
                                                <p:strVal val="#ppt_x"/>
                                              </p:val>
                                            </p:tav>
                                          </p:tavLst>
                                        </p:anim>
                                        <p:anim calcmode="lin" valueType="num">
                                          <p:cBhvr additive="base">
                                            <p:cTn id="229" dur="250" fill="hold"/>
                                            <p:tgtEl>
                                              <p:spTgt spid="120"/>
                                            </p:tgtEl>
                                            <p:attrNameLst>
                                              <p:attrName>ppt_y</p:attrName>
                                            </p:attrNameLst>
                                          </p:cBhvr>
                                          <p:tavLst>
                                            <p:tav tm="0">
                                              <p:val>
                                                <p:strVal val="0-#ppt_h/2"/>
                                              </p:val>
                                            </p:tav>
                                            <p:tav tm="100000">
                                              <p:val>
                                                <p:strVal val="#ppt_y"/>
                                              </p:val>
                                            </p:tav>
                                          </p:tavLst>
                                        </p:anim>
                                      </p:childTnLst>
                                    </p:cTn>
                                  </p:par>
                                  <p:par>
                                    <p:cTn id="230" presetID="2" presetClass="entr" presetSubtype="1" fill="hold" nodeType="withEffect">
                                      <p:stCondLst>
                                        <p:cond delay="500"/>
                                      </p:stCondLst>
                                      <p:childTnLst>
                                        <p:set>
                                          <p:cBhvr>
                                            <p:cTn id="231" dur="1" fill="hold">
                                              <p:stCondLst>
                                                <p:cond delay="0"/>
                                              </p:stCondLst>
                                            </p:cTn>
                                            <p:tgtEl>
                                              <p:spTgt spid="125"/>
                                            </p:tgtEl>
                                            <p:attrNameLst>
                                              <p:attrName>style.visibility</p:attrName>
                                            </p:attrNameLst>
                                          </p:cBhvr>
                                          <p:to>
                                            <p:strVal val="visible"/>
                                          </p:to>
                                        </p:set>
                                        <p:anim calcmode="lin" valueType="num">
                                          <p:cBhvr additive="base">
                                            <p:cTn id="232" dur="250" fill="hold"/>
                                            <p:tgtEl>
                                              <p:spTgt spid="125"/>
                                            </p:tgtEl>
                                            <p:attrNameLst>
                                              <p:attrName>ppt_x</p:attrName>
                                            </p:attrNameLst>
                                          </p:cBhvr>
                                          <p:tavLst>
                                            <p:tav tm="0">
                                              <p:val>
                                                <p:strVal val="#ppt_x"/>
                                              </p:val>
                                            </p:tav>
                                            <p:tav tm="100000">
                                              <p:val>
                                                <p:strVal val="#ppt_x"/>
                                              </p:val>
                                            </p:tav>
                                          </p:tavLst>
                                        </p:anim>
                                        <p:anim calcmode="lin" valueType="num">
                                          <p:cBhvr additive="base">
                                            <p:cTn id="233" dur="250" fill="hold"/>
                                            <p:tgtEl>
                                              <p:spTgt spid="125"/>
                                            </p:tgtEl>
                                            <p:attrNameLst>
                                              <p:attrName>ppt_y</p:attrName>
                                            </p:attrNameLst>
                                          </p:cBhvr>
                                          <p:tavLst>
                                            <p:tav tm="0">
                                              <p:val>
                                                <p:strVal val="0-#ppt_h/2"/>
                                              </p:val>
                                            </p:tav>
                                            <p:tav tm="100000">
                                              <p:val>
                                                <p:strVal val="#ppt_y"/>
                                              </p:val>
                                            </p:tav>
                                          </p:tavLst>
                                        </p:anim>
                                      </p:childTnLst>
                                    </p:cTn>
                                  </p:par>
                                  <p:par>
                                    <p:cTn id="234" presetID="2" presetClass="entr" presetSubtype="1" fill="hold" nodeType="withEffect">
                                      <p:stCondLst>
                                        <p:cond delay="750"/>
                                      </p:stCondLst>
                                      <p:childTnLst>
                                        <p:set>
                                          <p:cBhvr>
                                            <p:cTn id="235" dur="1" fill="hold">
                                              <p:stCondLst>
                                                <p:cond delay="0"/>
                                              </p:stCondLst>
                                            </p:cTn>
                                            <p:tgtEl>
                                              <p:spTgt spid="121"/>
                                            </p:tgtEl>
                                            <p:attrNameLst>
                                              <p:attrName>style.visibility</p:attrName>
                                            </p:attrNameLst>
                                          </p:cBhvr>
                                          <p:to>
                                            <p:strVal val="visible"/>
                                          </p:to>
                                        </p:set>
                                        <p:anim calcmode="lin" valueType="num">
                                          <p:cBhvr additive="base">
                                            <p:cTn id="236" dur="250" fill="hold"/>
                                            <p:tgtEl>
                                              <p:spTgt spid="121"/>
                                            </p:tgtEl>
                                            <p:attrNameLst>
                                              <p:attrName>ppt_x</p:attrName>
                                            </p:attrNameLst>
                                          </p:cBhvr>
                                          <p:tavLst>
                                            <p:tav tm="0">
                                              <p:val>
                                                <p:strVal val="#ppt_x"/>
                                              </p:val>
                                            </p:tav>
                                            <p:tav tm="100000">
                                              <p:val>
                                                <p:strVal val="#ppt_x"/>
                                              </p:val>
                                            </p:tav>
                                          </p:tavLst>
                                        </p:anim>
                                        <p:anim calcmode="lin" valueType="num">
                                          <p:cBhvr additive="base">
                                            <p:cTn id="237" dur="250" fill="hold"/>
                                            <p:tgtEl>
                                              <p:spTgt spid="121"/>
                                            </p:tgtEl>
                                            <p:attrNameLst>
                                              <p:attrName>ppt_y</p:attrName>
                                            </p:attrNameLst>
                                          </p:cBhvr>
                                          <p:tavLst>
                                            <p:tav tm="0">
                                              <p:val>
                                                <p:strVal val="0-#ppt_h/2"/>
                                              </p:val>
                                            </p:tav>
                                            <p:tav tm="100000">
                                              <p:val>
                                                <p:strVal val="#ppt_y"/>
                                              </p:val>
                                            </p:tav>
                                          </p:tavLst>
                                        </p:anim>
                                      </p:childTnLst>
                                    </p:cTn>
                                  </p:par>
                                </p:childTnLst>
                              </p:cTn>
                            </p:par>
                            <p:par>
                              <p:cTn id="238" fill="hold">
                                <p:stCondLst>
                                  <p:cond delay="1417"/>
                                </p:stCondLst>
                                <p:childTnLst>
                                  <p:par>
                                    <p:cTn id="239" presetID="10" presetClass="entr" presetSubtype="0" fill="hold" grpId="0" nodeType="afterEffect">
                                      <p:stCondLst>
                                        <p:cond delay="0"/>
                                      </p:stCondLst>
                                      <p:childTnLst>
                                        <p:set>
                                          <p:cBhvr>
                                            <p:cTn id="240" dur="1" fill="hold">
                                              <p:stCondLst>
                                                <p:cond delay="0"/>
                                              </p:stCondLst>
                                            </p:cTn>
                                            <p:tgtEl>
                                              <p:spTgt spid="140"/>
                                            </p:tgtEl>
                                            <p:attrNameLst>
                                              <p:attrName>style.visibility</p:attrName>
                                            </p:attrNameLst>
                                          </p:cBhvr>
                                          <p:to>
                                            <p:strVal val="visible"/>
                                          </p:to>
                                        </p:set>
                                        <p:animEffect transition="in" filter="fade">
                                          <p:cBhvr>
                                            <p:cTn id="241" dur="500"/>
                                            <p:tgtEl>
                                              <p:spTgt spid="140"/>
                                            </p:tgtEl>
                                          </p:cBhvr>
                                        </p:animEffect>
                                      </p:childTnLst>
                                    </p:cTn>
                                  </p:par>
                                </p:childTnLst>
                              </p:cTn>
                            </p:par>
                          </p:childTnLst>
                        </p:cTn>
                      </p:par>
                    </p:childTnLst>
                  </p:cTn>
                  <p:prevCondLst>
                    <p:cond evt="onPrev" delay="0">
                      <p:tgtEl>
                        <p:sldTgt/>
                      </p:tgtEl>
                    </p:cond>
                  </p:prevCondLst>
                  <p:nextCondLst>
                    <p:cond evt="onNext" delay="0">
                      <p:tgtEl>
                        <p:sldTgt/>
                      </p:tgtEl>
                    </p:cond>
                  </p:nextCondLst>
                </p:seq>
                <p:audio>
                  <p:cMediaNode vol="80000">
                    <p:cTn id="242" fill="hold" display="0">
                      <p:stCondLst>
                        <p:cond delay="indefinite"/>
                      </p:stCondLst>
                      <p:endCondLst>
                        <p:cond evt="onStopAudio" delay="0">
                          <p:tgtEl>
                            <p:sldTgt/>
                          </p:tgtEl>
                        </p:cond>
                      </p:endCondLst>
                    </p:cTn>
                    <p:tgtEl>
                      <p:spTgt spid="16"/>
                    </p:tgtEl>
                  </p:cMediaNode>
                </p:audio>
                <p:audio>
                  <p:cMediaNode vol="100000">
                    <p:cTn id="243" fill="hold" display="0">
                      <p:stCondLst>
                        <p:cond delay="indefinite"/>
                      </p:stCondLst>
                      <p:endCondLst>
                        <p:cond evt="onStopAudio" delay="0">
                          <p:tgtEl>
                            <p:sldTgt/>
                          </p:tgtEl>
                        </p:cond>
                      </p:endCondLst>
                    </p:cTn>
                    <p:tgtEl>
                      <p:spTgt spid="133"/>
                    </p:tgtEl>
                  </p:cMediaNode>
                </p:audio>
                <p:audio>
                  <p:cMediaNode vol="100000">
                    <p:cTn id="244" fill="hold" display="0">
                      <p:stCondLst>
                        <p:cond delay="indefinite"/>
                      </p:stCondLst>
                      <p:endCondLst>
                        <p:cond evt="onStopAudio" delay="0">
                          <p:tgtEl>
                            <p:sldTgt/>
                          </p:tgtEl>
                        </p:cond>
                      </p:endCondLst>
                    </p:cTn>
                    <p:tgtEl>
                      <p:spTgt spid="134"/>
                    </p:tgtEl>
                  </p:cMediaNode>
                </p:audio>
                <p:audio>
                  <p:cMediaNode vol="80000">
                    <p:cTn id="245" fill="hold" display="0">
                      <p:stCondLst>
                        <p:cond delay="indefinite"/>
                      </p:stCondLst>
                      <p:endCondLst>
                        <p:cond evt="onStopAudio" delay="0">
                          <p:tgtEl>
                            <p:sldTgt/>
                          </p:tgtEl>
                        </p:cond>
                      </p:endCondLst>
                    </p:cTn>
                    <p:tgtEl>
                      <p:spTgt spid="135"/>
                    </p:tgtEl>
                  </p:cMediaNode>
                </p:audio>
                <p:audio>
                  <p:cMediaNode vol="80000">
                    <p:cTn id="246" fill="hold" display="0">
                      <p:stCondLst>
                        <p:cond delay="indefinite"/>
                      </p:stCondLst>
                      <p:endCondLst>
                        <p:cond evt="onStopAudio" delay="0">
                          <p:tgtEl>
                            <p:sldTgt/>
                          </p:tgtEl>
                        </p:cond>
                      </p:endCondLst>
                    </p:cTn>
                    <p:tgtEl>
                      <p:spTgt spid="39"/>
                    </p:tgtEl>
                  </p:cMediaNode>
                </p:audio>
                <p:audio>
                  <p:cMediaNode vol="80000">
                    <p:cTn id="247" fill="hold" display="0">
                      <p:stCondLst>
                        <p:cond delay="indefinite"/>
                      </p:stCondLst>
                      <p:endCondLst>
                        <p:cond evt="onStopAudio" delay="0">
                          <p:tgtEl>
                            <p:sldTgt/>
                          </p:tgtEl>
                        </p:cond>
                      </p:endCondLst>
                    </p:cTn>
                    <p:tgtEl>
                      <p:spTgt spid="40"/>
                    </p:tgtEl>
                  </p:cMediaNode>
                </p:audio>
                <p:audio>
                  <p:cMediaNode vol="80000">
                    <p:cTn id="248" fill="hold" display="0">
                      <p:stCondLst>
                        <p:cond delay="indefinite"/>
                      </p:stCondLst>
                      <p:endCondLst>
                        <p:cond evt="onStopAudio" delay="0">
                          <p:tgtEl>
                            <p:sldTgt/>
                          </p:tgtEl>
                        </p:cond>
                      </p:endCondLst>
                    </p:cTn>
                    <p:tgtEl>
                      <p:spTgt spid="2"/>
                    </p:tgtEl>
                  </p:cMediaNode>
                </p:audio>
                <p:audio>
                  <p:cMediaNode vol="80000">
                    <p:cTn id="249" fill="hold" display="0">
                      <p:stCondLst>
                        <p:cond delay="indefinite"/>
                      </p:stCondLst>
                      <p:endCondLst>
                        <p:cond evt="onStopAudio" delay="0">
                          <p:tgtEl>
                            <p:sldTgt/>
                          </p:tgtEl>
                        </p:cond>
                      </p:endCondLst>
                    </p:cTn>
                    <p:tgtEl>
                      <p:spTgt spid="3"/>
                    </p:tgtEl>
                  </p:cMediaNode>
                </p:audio>
              </p:childTnLst>
            </p:cTn>
          </p:par>
        </p:tnLst>
        <p:bldLst>
          <p:bldP spid="136" grpId="0" animBg="1"/>
          <p:bldP spid="136" grpId="1" animBg="1"/>
          <p:bldP spid="137" grpId="0" animBg="1"/>
          <p:bldP spid="138" grpId="0" animBg="1"/>
          <p:bldP spid="139" grpId="0" animBg="1"/>
          <p:bldP spid="140" grpId="0" animBg="1"/>
        </p:bldLst>
      </p:timing>
    </mc:Choice>
    <mc:Fallback xmlns="">
      <p:timing>
        <p:tnLst>
          <p:par>
            <p:cTn id="1" dur="indefinite" restart="never" nodeType="tmRoot">
              <p:childTnLst>
                <p:seq concurrent="1" nextAc="seek">
                  <p:cTn id="2" dur="indefinite" nodeType="mainSeq">
                    <p:childTnLst>
                      <p:par>
                        <p:cTn id="3" fill="hold">
                          <p:stCondLst>
                            <p:cond delay="indefinite"/>
                            <p:cond evt="onBegin" delay="0">
                              <p:tn val="2"/>
                            </p:cond>
                          </p:stCondLst>
                          <p:childTnLst>
                            <p:par>
                              <p:cTn id="4" fill="hold">
                                <p:stCondLst>
                                  <p:cond delay="0"/>
                                </p:stCondLst>
                                <p:childTnLst>
                                  <p:par>
                                    <p:cTn id="5" presetID="2" presetClass="entr" presetSubtype="8" fill="hold" grpId="0" nodeType="afterEffect">
                                      <p:stCondLst>
                                        <p:cond delay="0"/>
                                      </p:stCondLst>
                                      <p:childTnLst>
                                        <p:set>
                                          <p:cBhvr>
                                            <p:cTn id="6" dur="1" fill="hold">
                                              <p:stCondLst>
                                                <p:cond delay="0"/>
                                              </p:stCondLst>
                                            </p:cTn>
                                            <p:tgtEl>
                                              <p:spTgt spid="136"/>
                                            </p:tgtEl>
                                            <p:attrNameLst>
                                              <p:attrName>style.visibility</p:attrName>
                                            </p:attrNameLst>
                                          </p:cBhvr>
                                          <p:to>
                                            <p:strVal val="visible"/>
                                          </p:to>
                                        </p:set>
                                        <p:anim calcmode="lin" valueType="num">
                                          <p:cBhvr additive="base">
                                            <p:cTn id="7" dur="500" fill="hold"/>
                                            <p:tgtEl>
                                              <p:spTgt spid="136"/>
                                            </p:tgtEl>
                                            <p:attrNameLst>
                                              <p:attrName>ppt_x</p:attrName>
                                            </p:attrNameLst>
                                          </p:cBhvr>
                                          <p:tavLst>
                                            <p:tav tm="0">
                                              <p:val>
                                                <p:strVal val="0-#ppt_w/2"/>
                                              </p:val>
                                            </p:tav>
                                            <p:tav tm="100000">
                                              <p:val>
                                                <p:strVal val="#ppt_x"/>
                                              </p:val>
                                            </p:tav>
                                          </p:tavLst>
                                        </p:anim>
                                        <p:anim calcmode="lin" valueType="num">
                                          <p:cBhvr additive="base">
                                            <p:cTn id="8" dur="500" fill="hold"/>
                                            <p:tgtEl>
                                              <p:spTgt spid="136"/>
                                            </p:tgtEl>
                                            <p:attrNameLst>
                                              <p:attrName>ppt_y</p:attrName>
                                            </p:attrNameLst>
                                          </p:cBhvr>
                                          <p:tavLst>
                                            <p:tav tm="0">
                                              <p:val>
                                                <p:strVal val="#ppt_y"/>
                                              </p:val>
                                            </p:tav>
                                            <p:tav tm="100000">
                                              <p:val>
                                                <p:strVal val="#ppt_y"/>
                                              </p:val>
                                            </p:tav>
                                          </p:tavLst>
                                        </p:anim>
                                      </p:childTnLst>
                                    </p:cTn>
                                  </p:par>
                                  <p:par>
                                    <p:cTn id="9" presetID="6" presetClass="emph" presetSubtype="0" autoRev="1" fill="hold" grpId="1" nodeType="withEffect">
                                      <p:stCondLst>
                                        <p:cond delay="0"/>
                                      </p:stCondLst>
                                      <p:childTnLst>
                                        <p:animScale>
                                          <p:cBhvr>
                                            <p:cTn id="10" dur="250" fill="hold"/>
                                            <p:tgtEl>
                                              <p:spTgt spid="136"/>
                                            </p:tgtEl>
                                          </p:cBhvr>
                                          <p:by x="115000" y="115000"/>
                                        </p:animScale>
                                      </p:childTnLst>
                                    </p:cTn>
                                  </p:par>
                                  <p:par>
                                    <p:cTn id="11" presetID="1" presetClass="mediacall" presetSubtype="0" fill="hold" nodeType="withEffect">
                                      <p:stCondLst>
                                        <p:cond delay="500"/>
                                      </p:stCondLst>
                                      <p:childTnLst>
                                        <p:cmd type="call" cmd="playFrom(0.0)">
                                          <p:cBhvr>
                                            <p:cTn id="12" dur="216" fill="hold"/>
                                            <p:tgtEl>
                                              <p:spTgt spid="39"/>
                                            </p:tgtEl>
                                          </p:cBhvr>
                                        </p:cmd>
                                      </p:childTnLst>
                                    </p:cTn>
                                  </p:par>
                                </p:childTnLst>
                              </p:cTn>
                            </p:par>
                          </p:childTnLst>
                        </p:cTn>
                      </p:par>
                      <p:par>
                        <p:cTn id="13" fill="hold">
                          <p:stCondLst>
                            <p:cond delay="indefinite"/>
                          </p:stCondLst>
                          <p:childTnLst>
                            <p:par>
                              <p:cTn id="14" fill="hold">
                                <p:stCondLst>
                                  <p:cond delay="0"/>
                                </p:stCondLst>
                                <p:childTnLst>
                                  <p:par>
                                    <p:cTn id="15" presetID="10" presetClass="entr" presetSubtype="0" fill="hold" grpId="0" nodeType="clickEffect">
                                      <p:stCondLst>
                                        <p:cond delay="0"/>
                                      </p:stCondLst>
                                      <p:childTnLst>
                                        <p:set>
                                          <p:cBhvr>
                                            <p:cTn id="16" dur="1" fill="hold">
                                              <p:stCondLst>
                                                <p:cond delay="0"/>
                                              </p:stCondLst>
                                            </p:cTn>
                                            <p:tgtEl>
                                              <p:spTgt spid="137"/>
                                            </p:tgtEl>
                                            <p:attrNameLst>
                                              <p:attrName>style.visibility</p:attrName>
                                            </p:attrNameLst>
                                          </p:cBhvr>
                                          <p:to>
                                            <p:strVal val="visible"/>
                                          </p:to>
                                        </p:set>
                                        <p:animEffect transition="in" filter="fade">
                                          <p:cBhvr>
                                            <p:cTn id="17" dur="500"/>
                                            <p:tgtEl>
                                              <p:spTgt spid="137"/>
                                            </p:tgtEl>
                                          </p:cBhvr>
                                        </p:animEffect>
                                      </p:childTnLst>
                                    </p:cTn>
                                  </p:par>
                                </p:childTnLst>
                              </p:cTn>
                            </p:par>
                            <p:par>
                              <p:cTn id="18" fill="hold">
                                <p:stCondLst>
                                  <p:cond delay="500"/>
                                </p:stCondLst>
                                <p:childTnLst>
                                  <p:par>
                                    <p:cTn id="19" presetID="2" presetClass="exit" presetSubtype="4" fill="hold" nodeType="afterEffect">
                                      <p:stCondLst>
                                        <p:cond delay="0"/>
                                      </p:stCondLst>
                                      <p:childTnLst>
                                        <p:anim calcmode="lin" valueType="num">
                                          <p:cBhvr additive="base">
                                            <p:cTn id="20" dur="250"/>
                                            <p:tgtEl>
                                              <p:spTgt spid="21"/>
                                            </p:tgtEl>
                                            <p:attrNameLst>
                                              <p:attrName>ppt_x</p:attrName>
                                            </p:attrNameLst>
                                          </p:cBhvr>
                                          <p:tavLst>
                                            <p:tav tm="0">
                                              <p:val>
                                                <p:strVal val="ppt_x"/>
                                              </p:val>
                                            </p:tav>
                                            <p:tav tm="100000">
                                              <p:val>
                                                <p:strVal val="ppt_x"/>
                                              </p:val>
                                            </p:tav>
                                          </p:tavLst>
                                        </p:anim>
                                        <p:anim calcmode="lin" valueType="num">
                                          <p:cBhvr additive="base">
                                            <p:cTn id="21" dur="250"/>
                                            <p:tgtEl>
                                              <p:spTgt spid="21"/>
                                            </p:tgtEl>
                                            <p:attrNameLst>
                                              <p:attrName>ppt_y</p:attrName>
                                            </p:attrNameLst>
                                          </p:cBhvr>
                                          <p:tavLst>
                                            <p:tav tm="0">
                                              <p:val>
                                                <p:strVal val="ppt_y"/>
                                              </p:val>
                                            </p:tav>
                                            <p:tav tm="100000">
                                              <p:val>
                                                <p:strVal val="1+ppt_h/2"/>
                                              </p:val>
                                            </p:tav>
                                          </p:tavLst>
                                        </p:anim>
                                        <p:set>
                                          <p:cBhvr>
                                            <p:cTn id="22" dur="1" fill="hold">
                                              <p:stCondLst>
                                                <p:cond delay="249"/>
                                              </p:stCondLst>
                                            </p:cTn>
                                            <p:tgtEl>
                                              <p:spTgt spid="21"/>
                                            </p:tgtEl>
                                            <p:attrNameLst>
                                              <p:attrName>style.visibility</p:attrName>
                                            </p:attrNameLst>
                                          </p:cBhvr>
                                          <p:to>
                                            <p:strVal val="hidden"/>
                                          </p:to>
                                        </p:set>
                                      </p:childTnLst>
                                    </p:cTn>
                                  </p:par>
                                  <p:par>
                                    <p:cTn id="23" presetID="6" presetClass="emph" presetSubtype="0" fill="hold" nodeType="withEffect">
                                      <p:stCondLst>
                                        <p:cond delay="0"/>
                                      </p:stCondLst>
                                      <p:childTnLst>
                                        <p:animScale>
                                          <p:cBhvr>
                                            <p:cTn id="24" dur="250" fill="hold"/>
                                            <p:tgtEl>
                                              <p:spTgt spid="21"/>
                                            </p:tgtEl>
                                          </p:cBhvr>
                                          <p:by x="115000" y="115000"/>
                                        </p:animScale>
                                      </p:childTnLst>
                                    </p:cTn>
                                  </p:par>
                                  <p:par>
                                    <p:cTn id="25" presetID="42" presetClass="path" presetSubtype="0" fill="hold" nodeType="withEffect">
                                      <p:stCondLst>
                                        <p:cond delay="500"/>
                                      </p:stCondLst>
                                      <p:childTnLst>
                                        <p:animMotion origin="layout" path="M -2.56944E-6 2.59259E-6 L 0.04102 -0.33777 " pathEditMode="relative" rAng="0" ptsTypes="AA">
                                          <p:cBhvr>
                                            <p:cTn id="26" dur="1000" fill="hold"/>
                                            <p:tgtEl>
                                              <p:spTgt spid="8"/>
                                            </p:tgtEl>
                                            <p:attrNameLst>
                                              <p:attrName>ppt_x</p:attrName>
                                              <p:attrName>ppt_y</p:attrName>
                                            </p:attrNameLst>
                                          </p:cBhvr>
                                          <p:rCtr x="2051" y="-16898"/>
                                        </p:animMotion>
                                      </p:childTnLst>
                                    </p:cTn>
                                  </p:par>
                                  <p:par>
                                    <p:cTn id="27" presetID="6" presetClass="emph" presetSubtype="0" autoRev="1" fill="hold" nodeType="withEffect">
                                      <p:stCondLst>
                                        <p:cond delay="500"/>
                                      </p:stCondLst>
                                      <p:childTnLst>
                                        <p:animScale>
                                          <p:cBhvr>
                                            <p:cTn id="28" dur="500" fill="hold"/>
                                            <p:tgtEl>
                                              <p:spTgt spid="8"/>
                                            </p:tgtEl>
                                          </p:cBhvr>
                                          <p:by x="115000" y="115000"/>
                                        </p:animScale>
                                      </p:childTnLst>
                                    </p:cTn>
                                  </p:par>
                                  <p:par>
                                    <p:cTn id="29" presetID="1" presetClass="mediacall" presetSubtype="0" fill="hold" nodeType="withEffect">
                                      <p:stCondLst>
                                        <p:cond delay="1350"/>
                                      </p:stCondLst>
                                      <p:childTnLst>
                                        <p:cmd type="call" cmd="playFrom(0.0)">
                                          <p:cBhvr>
                                            <p:cTn id="30" dur="168" fill="hold"/>
                                            <p:tgtEl>
                                              <p:spTgt spid="40"/>
                                            </p:tgtEl>
                                          </p:cBhvr>
                                        </p:cmd>
                                      </p:childTnLst>
                                    </p:cTn>
                                  </p:par>
                                  <p:par>
                                    <p:cTn id="31" presetID="2" presetClass="exit" presetSubtype="4" fill="hold" nodeType="withEffect">
                                      <p:stCondLst>
                                        <p:cond delay="250"/>
                                      </p:stCondLst>
                                      <p:childTnLst>
                                        <p:anim calcmode="lin" valueType="num">
                                          <p:cBhvr additive="base">
                                            <p:cTn id="32" dur="370"/>
                                            <p:tgtEl>
                                              <p:spTgt spid="20"/>
                                            </p:tgtEl>
                                            <p:attrNameLst>
                                              <p:attrName>ppt_x</p:attrName>
                                            </p:attrNameLst>
                                          </p:cBhvr>
                                          <p:tavLst>
                                            <p:tav tm="0">
                                              <p:val>
                                                <p:strVal val="ppt_x"/>
                                              </p:val>
                                            </p:tav>
                                            <p:tav tm="100000">
                                              <p:val>
                                                <p:strVal val="ppt_x"/>
                                              </p:val>
                                            </p:tav>
                                          </p:tavLst>
                                        </p:anim>
                                        <p:anim calcmode="lin" valueType="num">
                                          <p:cBhvr additive="base">
                                            <p:cTn id="33" dur="370"/>
                                            <p:tgtEl>
                                              <p:spTgt spid="20"/>
                                            </p:tgtEl>
                                            <p:attrNameLst>
                                              <p:attrName>ppt_y</p:attrName>
                                            </p:attrNameLst>
                                          </p:cBhvr>
                                          <p:tavLst>
                                            <p:tav tm="0">
                                              <p:val>
                                                <p:strVal val="ppt_y"/>
                                              </p:val>
                                            </p:tav>
                                            <p:tav tm="100000">
                                              <p:val>
                                                <p:strVal val="1+ppt_h/2"/>
                                              </p:val>
                                            </p:tav>
                                          </p:tavLst>
                                        </p:anim>
                                        <p:set>
                                          <p:cBhvr>
                                            <p:cTn id="34" dur="1" fill="hold">
                                              <p:stCondLst>
                                                <p:cond delay="369"/>
                                              </p:stCondLst>
                                            </p:cTn>
                                            <p:tgtEl>
                                              <p:spTgt spid="20"/>
                                            </p:tgtEl>
                                            <p:attrNameLst>
                                              <p:attrName>style.visibility</p:attrName>
                                            </p:attrNameLst>
                                          </p:cBhvr>
                                          <p:to>
                                            <p:strVal val="hidden"/>
                                          </p:to>
                                        </p:set>
                                      </p:childTnLst>
                                    </p:cTn>
                                  </p:par>
                                  <p:par>
                                    <p:cTn id="35" presetID="6" presetClass="emph" presetSubtype="0" fill="hold" nodeType="withEffect">
                                      <p:stCondLst>
                                        <p:cond delay="250"/>
                                      </p:stCondLst>
                                      <p:childTnLst>
                                        <p:animScale>
                                          <p:cBhvr>
                                            <p:cTn id="36" dur="250" fill="hold"/>
                                            <p:tgtEl>
                                              <p:spTgt spid="20"/>
                                            </p:tgtEl>
                                          </p:cBhvr>
                                          <p:by x="115000" y="115000"/>
                                        </p:animScale>
                                      </p:childTnLst>
                                    </p:cTn>
                                  </p:par>
                                  <p:par>
                                    <p:cTn id="37" presetID="2" presetClass="exit" presetSubtype="1" fill="hold" nodeType="withEffect">
                                      <p:stCondLst>
                                        <p:cond delay="0"/>
                                      </p:stCondLst>
                                      <p:childTnLst>
                                        <p:anim calcmode="lin" valueType="num">
                                          <p:cBhvr additive="base">
                                            <p:cTn id="38" dur="370"/>
                                            <p:tgtEl>
                                              <p:spTgt spid="19"/>
                                            </p:tgtEl>
                                            <p:attrNameLst>
                                              <p:attrName>ppt_x</p:attrName>
                                            </p:attrNameLst>
                                          </p:cBhvr>
                                          <p:tavLst>
                                            <p:tav tm="0">
                                              <p:val>
                                                <p:strVal val="ppt_x"/>
                                              </p:val>
                                            </p:tav>
                                            <p:tav tm="100000">
                                              <p:val>
                                                <p:strVal val="ppt_x"/>
                                              </p:val>
                                            </p:tav>
                                          </p:tavLst>
                                        </p:anim>
                                        <p:anim calcmode="lin" valueType="num">
                                          <p:cBhvr additive="base">
                                            <p:cTn id="39" dur="370"/>
                                            <p:tgtEl>
                                              <p:spTgt spid="19"/>
                                            </p:tgtEl>
                                            <p:attrNameLst>
                                              <p:attrName>ppt_y</p:attrName>
                                            </p:attrNameLst>
                                          </p:cBhvr>
                                          <p:tavLst>
                                            <p:tav tm="0">
                                              <p:val>
                                                <p:strVal val="ppt_y"/>
                                              </p:val>
                                            </p:tav>
                                            <p:tav tm="100000">
                                              <p:val>
                                                <p:strVal val="0-ppt_h/2"/>
                                              </p:val>
                                            </p:tav>
                                          </p:tavLst>
                                        </p:anim>
                                        <p:set>
                                          <p:cBhvr>
                                            <p:cTn id="40" dur="1" fill="hold">
                                              <p:stCondLst>
                                                <p:cond delay="369"/>
                                              </p:stCondLst>
                                            </p:cTn>
                                            <p:tgtEl>
                                              <p:spTgt spid="19"/>
                                            </p:tgtEl>
                                            <p:attrNameLst>
                                              <p:attrName>style.visibility</p:attrName>
                                            </p:attrNameLst>
                                          </p:cBhvr>
                                          <p:to>
                                            <p:strVal val="hidden"/>
                                          </p:to>
                                        </p:set>
                                      </p:childTnLst>
                                    </p:cTn>
                                  </p:par>
                                  <p:par>
                                    <p:cTn id="41" presetID="6" presetClass="emph" presetSubtype="0" fill="hold" nodeType="withEffect">
                                      <p:stCondLst>
                                        <p:cond delay="0"/>
                                      </p:stCondLst>
                                      <p:childTnLst>
                                        <p:animScale>
                                          <p:cBhvr>
                                            <p:cTn id="42" dur="250" fill="hold"/>
                                            <p:tgtEl>
                                              <p:spTgt spid="19"/>
                                            </p:tgtEl>
                                          </p:cBhvr>
                                          <p:by x="115000" y="115000"/>
                                        </p:animScale>
                                      </p:childTnLst>
                                    </p:cTn>
                                  </p:par>
                                </p:childTnLst>
                              </p:cTn>
                            </p:par>
                            <p:par>
                              <p:cTn id="43" fill="hold">
                                <p:stCondLst>
                                  <p:cond delay="2018"/>
                                </p:stCondLst>
                                <p:childTnLst>
                                  <p:par>
                                    <p:cTn id="44" presetID="10" presetClass="entr" presetSubtype="0" fill="hold" nodeType="afterEffect">
                                      <p:stCondLst>
                                        <p:cond delay="0"/>
                                      </p:stCondLst>
                                      <p:childTnLst>
                                        <p:set>
                                          <p:cBhvr>
                                            <p:cTn id="45" dur="1" fill="hold">
                                              <p:stCondLst>
                                                <p:cond delay="0"/>
                                              </p:stCondLst>
                                            </p:cTn>
                                            <p:tgtEl>
                                              <p:spTgt spid="35"/>
                                            </p:tgtEl>
                                            <p:attrNameLst>
                                              <p:attrName>style.visibility</p:attrName>
                                            </p:attrNameLst>
                                          </p:cBhvr>
                                          <p:to>
                                            <p:strVal val="visible"/>
                                          </p:to>
                                        </p:set>
                                        <p:animEffect transition="in" filter="fade">
                                          <p:cBhvr>
                                            <p:cTn id="46" dur="10"/>
                                            <p:tgtEl>
                                              <p:spTgt spid="35"/>
                                            </p:tgtEl>
                                          </p:cBhvr>
                                        </p:animEffect>
                                      </p:childTnLst>
                                    </p:cTn>
                                  </p:par>
                                  <p:par>
                                    <p:cTn id="47" presetID="10" presetClass="exit" presetSubtype="0" fill="hold" nodeType="withEffect">
                                      <p:stCondLst>
                                        <p:cond delay="0"/>
                                      </p:stCondLst>
                                      <p:childTnLst>
                                        <p:animEffect transition="out" filter="fade">
                                          <p:cBhvr>
                                            <p:cTn id="48" dur="250"/>
                                            <p:tgtEl>
                                              <p:spTgt spid="8"/>
                                            </p:tgtEl>
                                          </p:cBhvr>
                                        </p:animEffect>
                                        <p:set>
                                          <p:cBhvr>
                                            <p:cTn id="49" dur="1" fill="hold">
                                              <p:stCondLst>
                                                <p:cond delay="249"/>
                                              </p:stCondLst>
                                            </p:cTn>
                                            <p:tgtEl>
                                              <p:spTgt spid="8"/>
                                            </p:tgtEl>
                                            <p:attrNameLst>
                                              <p:attrName>style.visibility</p:attrName>
                                            </p:attrNameLst>
                                          </p:cBhvr>
                                          <p:to>
                                            <p:strVal val="hidden"/>
                                          </p:to>
                                        </p:set>
                                      </p:childTnLst>
                                    </p:cTn>
                                  </p:par>
                                  <p:par>
                                    <p:cTn id="50" presetID="10" presetClass="exit" presetSubtype="0" fill="hold" nodeType="withEffect">
                                      <p:stCondLst>
                                        <p:cond delay="0"/>
                                      </p:stCondLst>
                                      <p:childTnLst>
                                        <p:animEffect transition="out" filter="fade">
                                          <p:cBhvr>
                                            <p:cTn id="51" dur="250"/>
                                            <p:tgtEl>
                                              <p:spTgt spid="18"/>
                                            </p:tgtEl>
                                          </p:cBhvr>
                                        </p:animEffect>
                                        <p:set>
                                          <p:cBhvr>
                                            <p:cTn id="52" dur="1" fill="hold">
                                              <p:stCondLst>
                                                <p:cond delay="249"/>
                                              </p:stCondLst>
                                            </p:cTn>
                                            <p:tgtEl>
                                              <p:spTgt spid="18"/>
                                            </p:tgtEl>
                                            <p:attrNameLst>
                                              <p:attrName>style.visibility</p:attrName>
                                            </p:attrNameLst>
                                          </p:cBhvr>
                                          <p:to>
                                            <p:strVal val="hidden"/>
                                          </p:to>
                                        </p:set>
                                      </p:childTnLst>
                                    </p:cTn>
                                  </p:par>
                                  <p:par>
                                    <p:cTn id="53" presetID="2" presetClass="exit" presetSubtype="4" fill="hold" nodeType="withEffect">
                                      <p:stCondLst>
                                        <p:cond delay="0"/>
                                      </p:stCondLst>
                                      <p:childTnLst>
                                        <p:anim calcmode="lin" valueType="num">
                                          <p:cBhvr additive="base">
                                            <p:cTn id="54" dur="250"/>
                                            <p:tgtEl>
                                              <p:spTgt spid="32"/>
                                            </p:tgtEl>
                                            <p:attrNameLst>
                                              <p:attrName>ppt_x</p:attrName>
                                            </p:attrNameLst>
                                          </p:cBhvr>
                                          <p:tavLst>
                                            <p:tav tm="0">
                                              <p:val>
                                                <p:strVal val="ppt_x"/>
                                              </p:val>
                                            </p:tav>
                                            <p:tav tm="100000">
                                              <p:val>
                                                <p:strVal val="ppt_x"/>
                                              </p:val>
                                            </p:tav>
                                          </p:tavLst>
                                        </p:anim>
                                        <p:anim calcmode="lin" valueType="num">
                                          <p:cBhvr additive="base">
                                            <p:cTn id="55" dur="250"/>
                                            <p:tgtEl>
                                              <p:spTgt spid="32"/>
                                            </p:tgtEl>
                                            <p:attrNameLst>
                                              <p:attrName>ppt_y</p:attrName>
                                            </p:attrNameLst>
                                          </p:cBhvr>
                                          <p:tavLst>
                                            <p:tav tm="0">
                                              <p:val>
                                                <p:strVal val="ppt_y"/>
                                              </p:val>
                                            </p:tav>
                                            <p:tav tm="100000">
                                              <p:val>
                                                <p:strVal val="1+ppt_h/2"/>
                                              </p:val>
                                            </p:tav>
                                          </p:tavLst>
                                        </p:anim>
                                        <p:set>
                                          <p:cBhvr>
                                            <p:cTn id="56" dur="1" fill="hold">
                                              <p:stCondLst>
                                                <p:cond delay="249"/>
                                              </p:stCondLst>
                                            </p:cTn>
                                            <p:tgtEl>
                                              <p:spTgt spid="32"/>
                                            </p:tgtEl>
                                            <p:attrNameLst>
                                              <p:attrName>style.visibility</p:attrName>
                                            </p:attrNameLst>
                                          </p:cBhvr>
                                          <p:to>
                                            <p:strVal val="hidden"/>
                                          </p:to>
                                        </p:set>
                                      </p:childTnLst>
                                    </p:cTn>
                                  </p:par>
                                  <p:par>
                                    <p:cTn id="57" presetID="6" presetClass="emph" presetSubtype="0" fill="hold" nodeType="withEffect">
                                      <p:stCondLst>
                                        <p:cond delay="0"/>
                                      </p:stCondLst>
                                      <p:childTnLst>
                                        <p:animScale>
                                          <p:cBhvr>
                                            <p:cTn id="58" dur="250" fill="hold"/>
                                            <p:tgtEl>
                                              <p:spTgt spid="32"/>
                                            </p:tgtEl>
                                          </p:cBhvr>
                                          <p:by x="115000" y="115000"/>
                                        </p:animScale>
                                      </p:childTnLst>
                                    </p:cTn>
                                  </p:par>
                                  <p:par>
                                    <p:cTn id="59" presetID="2" presetClass="exit" presetSubtype="1" fill="hold" nodeType="withEffect">
                                      <p:stCondLst>
                                        <p:cond delay="0"/>
                                      </p:stCondLst>
                                      <p:childTnLst>
                                        <p:anim calcmode="lin" valueType="num">
                                          <p:cBhvr additive="base">
                                            <p:cTn id="60" dur="250"/>
                                            <p:tgtEl>
                                              <p:spTgt spid="27"/>
                                            </p:tgtEl>
                                            <p:attrNameLst>
                                              <p:attrName>ppt_x</p:attrName>
                                            </p:attrNameLst>
                                          </p:cBhvr>
                                          <p:tavLst>
                                            <p:tav tm="0">
                                              <p:val>
                                                <p:strVal val="ppt_x"/>
                                              </p:val>
                                            </p:tav>
                                            <p:tav tm="100000">
                                              <p:val>
                                                <p:strVal val="ppt_x"/>
                                              </p:val>
                                            </p:tav>
                                          </p:tavLst>
                                        </p:anim>
                                        <p:anim calcmode="lin" valueType="num">
                                          <p:cBhvr additive="base">
                                            <p:cTn id="61" dur="250"/>
                                            <p:tgtEl>
                                              <p:spTgt spid="27"/>
                                            </p:tgtEl>
                                            <p:attrNameLst>
                                              <p:attrName>ppt_y</p:attrName>
                                            </p:attrNameLst>
                                          </p:cBhvr>
                                          <p:tavLst>
                                            <p:tav tm="0">
                                              <p:val>
                                                <p:strVal val="ppt_y"/>
                                              </p:val>
                                            </p:tav>
                                            <p:tav tm="100000">
                                              <p:val>
                                                <p:strVal val="0-ppt_h/2"/>
                                              </p:val>
                                            </p:tav>
                                          </p:tavLst>
                                        </p:anim>
                                        <p:set>
                                          <p:cBhvr>
                                            <p:cTn id="62" dur="1" fill="hold">
                                              <p:stCondLst>
                                                <p:cond delay="249"/>
                                              </p:stCondLst>
                                            </p:cTn>
                                            <p:tgtEl>
                                              <p:spTgt spid="27"/>
                                            </p:tgtEl>
                                            <p:attrNameLst>
                                              <p:attrName>style.visibility</p:attrName>
                                            </p:attrNameLst>
                                          </p:cBhvr>
                                          <p:to>
                                            <p:strVal val="hidden"/>
                                          </p:to>
                                        </p:set>
                                      </p:childTnLst>
                                    </p:cTn>
                                  </p:par>
                                  <p:par>
                                    <p:cTn id="63" presetID="6" presetClass="emph" presetSubtype="0" fill="hold" nodeType="withEffect">
                                      <p:stCondLst>
                                        <p:cond delay="0"/>
                                      </p:stCondLst>
                                      <p:childTnLst>
                                        <p:animScale>
                                          <p:cBhvr>
                                            <p:cTn id="64" dur="250" fill="hold"/>
                                            <p:tgtEl>
                                              <p:spTgt spid="27"/>
                                            </p:tgtEl>
                                          </p:cBhvr>
                                          <p:by x="115000" y="115000"/>
                                        </p:animScale>
                                      </p:childTnLst>
                                    </p:cTn>
                                  </p:par>
                                  <p:par>
                                    <p:cTn id="65" presetID="2" presetClass="exit" presetSubtype="1" fill="hold" nodeType="withEffect">
                                      <p:stCondLst>
                                        <p:cond delay="250"/>
                                      </p:stCondLst>
                                      <p:childTnLst>
                                        <p:anim calcmode="lin" valueType="num">
                                          <p:cBhvr additive="base">
                                            <p:cTn id="66" dur="370"/>
                                            <p:tgtEl>
                                              <p:spTgt spid="28"/>
                                            </p:tgtEl>
                                            <p:attrNameLst>
                                              <p:attrName>ppt_x</p:attrName>
                                            </p:attrNameLst>
                                          </p:cBhvr>
                                          <p:tavLst>
                                            <p:tav tm="0">
                                              <p:val>
                                                <p:strVal val="ppt_x"/>
                                              </p:val>
                                            </p:tav>
                                            <p:tav tm="100000">
                                              <p:val>
                                                <p:strVal val="ppt_x"/>
                                              </p:val>
                                            </p:tav>
                                          </p:tavLst>
                                        </p:anim>
                                        <p:anim calcmode="lin" valueType="num">
                                          <p:cBhvr additive="base">
                                            <p:cTn id="67" dur="370"/>
                                            <p:tgtEl>
                                              <p:spTgt spid="28"/>
                                            </p:tgtEl>
                                            <p:attrNameLst>
                                              <p:attrName>ppt_y</p:attrName>
                                            </p:attrNameLst>
                                          </p:cBhvr>
                                          <p:tavLst>
                                            <p:tav tm="0">
                                              <p:val>
                                                <p:strVal val="ppt_y"/>
                                              </p:val>
                                            </p:tav>
                                            <p:tav tm="100000">
                                              <p:val>
                                                <p:strVal val="0-ppt_h/2"/>
                                              </p:val>
                                            </p:tav>
                                          </p:tavLst>
                                        </p:anim>
                                        <p:set>
                                          <p:cBhvr>
                                            <p:cTn id="68" dur="1" fill="hold">
                                              <p:stCondLst>
                                                <p:cond delay="369"/>
                                              </p:stCondLst>
                                            </p:cTn>
                                            <p:tgtEl>
                                              <p:spTgt spid="28"/>
                                            </p:tgtEl>
                                            <p:attrNameLst>
                                              <p:attrName>style.visibility</p:attrName>
                                            </p:attrNameLst>
                                          </p:cBhvr>
                                          <p:to>
                                            <p:strVal val="hidden"/>
                                          </p:to>
                                        </p:set>
                                      </p:childTnLst>
                                    </p:cTn>
                                  </p:par>
                                  <p:par>
                                    <p:cTn id="69" presetID="6" presetClass="emph" presetSubtype="0" fill="hold" nodeType="withEffect">
                                      <p:stCondLst>
                                        <p:cond delay="250"/>
                                      </p:stCondLst>
                                      <p:childTnLst>
                                        <p:animScale>
                                          <p:cBhvr>
                                            <p:cTn id="70" dur="250" fill="hold"/>
                                            <p:tgtEl>
                                              <p:spTgt spid="28"/>
                                            </p:tgtEl>
                                          </p:cBhvr>
                                          <p:by x="115000" y="115000"/>
                                        </p:animScale>
                                      </p:childTnLst>
                                    </p:cTn>
                                  </p:par>
                                  <p:par>
                                    <p:cTn id="71" presetID="42" presetClass="path" presetSubtype="0" fill="hold" nodeType="withEffect">
                                      <p:stCondLst>
                                        <p:cond delay="500"/>
                                      </p:stCondLst>
                                      <p:childTnLst>
                                        <p:animMotion origin="layout" path="M -3.99306E-6 -1.85185E-6 L 0.21626 0.5056 " pathEditMode="relative" rAng="0" ptsTypes="AA">
                                          <p:cBhvr>
                                            <p:cTn id="72" dur="1500" fill="hold"/>
                                            <p:tgtEl>
                                              <p:spTgt spid="35"/>
                                            </p:tgtEl>
                                            <p:attrNameLst>
                                              <p:attrName>ppt_x</p:attrName>
                                              <p:attrName>ppt_y</p:attrName>
                                            </p:attrNameLst>
                                          </p:cBhvr>
                                          <p:rCtr x="10807" y="25270"/>
                                        </p:animMotion>
                                      </p:childTnLst>
                                    </p:cTn>
                                  </p:par>
                                  <p:par>
                                    <p:cTn id="73" presetID="6" presetClass="emph" presetSubtype="0" autoRev="1" fill="hold" nodeType="withEffect">
                                      <p:stCondLst>
                                        <p:cond delay="500"/>
                                      </p:stCondLst>
                                      <p:childTnLst>
                                        <p:animScale>
                                          <p:cBhvr>
                                            <p:cTn id="74" dur="750" fill="hold"/>
                                            <p:tgtEl>
                                              <p:spTgt spid="35"/>
                                            </p:tgtEl>
                                          </p:cBhvr>
                                          <p:by x="115000" y="115000"/>
                                        </p:animScale>
                                      </p:childTnLst>
                                    </p:cTn>
                                  </p:par>
                                  <p:par>
                                    <p:cTn id="75" presetID="1" presetClass="mediacall" presetSubtype="0" fill="hold" nodeType="withEffect">
                                      <p:stCondLst>
                                        <p:cond delay="2000"/>
                                      </p:stCondLst>
                                      <p:childTnLst>
                                        <p:cmd type="call" cmd="playFrom(0.0)">
                                          <p:cBhvr>
                                            <p:cTn id="76" dur="168" fill="hold"/>
                                            <p:tgtEl>
                                              <p:spTgt spid="3"/>
                                            </p:tgtEl>
                                          </p:cBhvr>
                                        </p:cmd>
                                      </p:childTnLst>
                                    </p:cTn>
                                  </p:par>
                                </p:childTnLst>
                              </p:cTn>
                            </p:par>
                            <p:par>
                              <p:cTn id="77" fill="hold">
                                <p:stCondLst>
                                  <p:cond delay="4186"/>
                                </p:stCondLst>
                                <p:childTnLst>
                                  <p:par>
                                    <p:cTn id="78" presetID="10" presetClass="entr" presetSubtype="0" fill="hold" nodeType="afterEffect">
                                      <p:stCondLst>
                                        <p:cond delay="0"/>
                                      </p:stCondLst>
                                      <p:childTnLst>
                                        <p:set>
                                          <p:cBhvr>
                                            <p:cTn id="79" dur="1" fill="hold">
                                              <p:stCondLst>
                                                <p:cond delay="0"/>
                                              </p:stCondLst>
                                            </p:cTn>
                                            <p:tgtEl>
                                              <p:spTgt spid="72"/>
                                            </p:tgtEl>
                                            <p:attrNameLst>
                                              <p:attrName>style.visibility</p:attrName>
                                            </p:attrNameLst>
                                          </p:cBhvr>
                                          <p:to>
                                            <p:strVal val="visible"/>
                                          </p:to>
                                        </p:set>
                                        <p:animEffect transition="in" filter="fade">
                                          <p:cBhvr>
                                            <p:cTn id="80" dur="10"/>
                                            <p:tgtEl>
                                              <p:spTgt spid="72"/>
                                            </p:tgtEl>
                                          </p:cBhvr>
                                        </p:animEffect>
                                      </p:childTnLst>
                                    </p:cTn>
                                  </p:par>
                                  <p:par>
                                    <p:cTn id="81" presetID="10" presetClass="entr" presetSubtype="0" fill="hold" nodeType="withEffect">
                                      <p:stCondLst>
                                        <p:cond delay="0"/>
                                      </p:stCondLst>
                                      <p:childTnLst>
                                        <p:set>
                                          <p:cBhvr>
                                            <p:cTn id="82" dur="1" fill="hold">
                                              <p:stCondLst>
                                                <p:cond delay="0"/>
                                              </p:stCondLst>
                                            </p:cTn>
                                            <p:tgtEl>
                                              <p:spTgt spid="71"/>
                                            </p:tgtEl>
                                            <p:attrNameLst>
                                              <p:attrName>style.visibility</p:attrName>
                                            </p:attrNameLst>
                                          </p:cBhvr>
                                          <p:to>
                                            <p:strVal val="visible"/>
                                          </p:to>
                                        </p:set>
                                        <p:animEffect transition="in" filter="fade">
                                          <p:cBhvr>
                                            <p:cTn id="83" dur="10"/>
                                            <p:tgtEl>
                                              <p:spTgt spid="71"/>
                                            </p:tgtEl>
                                          </p:cBhvr>
                                        </p:animEffect>
                                      </p:childTnLst>
                                    </p:cTn>
                                  </p:par>
                                </p:childTnLst>
                              </p:cTn>
                            </p:par>
                            <p:par>
                              <p:cTn id="84" fill="hold">
                                <p:stCondLst>
                                  <p:cond delay="4196"/>
                                </p:stCondLst>
                                <p:childTnLst>
                                  <p:par>
                                    <p:cTn id="85" presetID="10" presetClass="exit" presetSubtype="0" fill="hold" nodeType="afterEffect">
                                      <p:stCondLst>
                                        <p:cond delay="0"/>
                                      </p:stCondLst>
                                      <p:childTnLst>
                                        <p:animEffect transition="out" filter="fade">
                                          <p:cBhvr>
                                            <p:cTn id="86" dur="250"/>
                                            <p:tgtEl>
                                              <p:spTgt spid="35"/>
                                            </p:tgtEl>
                                          </p:cBhvr>
                                        </p:animEffect>
                                        <p:set>
                                          <p:cBhvr>
                                            <p:cTn id="87" dur="1" fill="hold">
                                              <p:stCondLst>
                                                <p:cond delay="249"/>
                                              </p:stCondLst>
                                            </p:cTn>
                                            <p:tgtEl>
                                              <p:spTgt spid="35"/>
                                            </p:tgtEl>
                                            <p:attrNameLst>
                                              <p:attrName>style.visibility</p:attrName>
                                            </p:attrNameLst>
                                          </p:cBhvr>
                                          <p:to>
                                            <p:strVal val="hidden"/>
                                          </p:to>
                                        </p:set>
                                      </p:childTnLst>
                                    </p:cTn>
                                  </p:par>
                                </p:childTnLst>
                              </p:cTn>
                            </p:par>
                          </p:childTnLst>
                        </p:cTn>
                      </p:par>
                      <p:par>
                        <p:cTn id="88" fill="hold">
                          <p:stCondLst>
                            <p:cond delay="indefinite"/>
                          </p:stCondLst>
                          <p:childTnLst>
                            <p:par>
                              <p:cTn id="89" fill="hold">
                                <p:stCondLst>
                                  <p:cond delay="0"/>
                                </p:stCondLst>
                                <p:childTnLst>
                                  <p:par>
                                    <p:cTn id="90" presetID="10" presetClass="entr" presetSubtype="0" fill="hold" grpId="0" nodeType="clickEffect">
                                      <p:stCondLst>
                                        <p:cond delay="0"/>
                                      </p:stCondLst>
                                      <p:childTnLst>
                                        <p:set>
                                          <p:cBhvr>
                                            <p:cTn id="91" dur="1" fill="hold">
                                              <p:stCondLst>
                                                <p:cond delay="0"/>
                                              </p:stCondLst>
                                            </p:cTn>
                                            <p:tgtEl>
                                              <p:spTgt spid="138"/>
                                            </p:tgtEl>
                                            <p:attrNameLst>
                                              <p:attrName>style.visibility</p:attrName>
                                            </p:attrNameLst>
                                          </p:cBhvr>
                                          <p:to>
                                            <p:strVal val="visible"/>
                                          </p:to>
                                        </p:set>
                                        <p:animEffect transition="in" filter="fade">
                                          <p:cBhvr>
                                            <p:cTn id="92" dur="500"/>
                                            <p:tgtEl>
                                              <p:spTgt spid="138"/>
                                            </p:tgtEl>
                                          </p:cBhvr>
                                        </p:animEffect>
                                      </p:childTnLst>
                                    </p:cTn>
                                  </p:par>
                                </p:childTnLst>
                              </p:cTn>
                            </p:par>
                          </p:childTnLst>
                        </p:cTn>
                      </p:par>
                      <p:par>
                        <p:cTn id="93" fill="hold">
                          <p:stCondLst>
                            <p:cond delay="indefinite"/>
                          </p:stCondLst>
                          <p:childTnLst>
                            <p:par>
                              <p:cTn id="94" fill="hold">
                                <p:stCondLst>
                                  <p:cond delay="0"/>
                                </p:stCondLst>
                                <p:childTnLst>
                                  <p:par>
                                    <p:cTn id="95" presetID="64" presetClass="path" presetSubtype="0" accel="84000" fill="hold" nodeType="clickEffect">
                                      <p:stCondLst>
                                        <p:cond delay="0"/>
                                      </p:stCondLst>
                                      <p:childTnLst>
                                        <p:animMotion origin="layout" path="M -0.00065 0.00135 L -0.2576 -0.1684 " pathEditMode="relative" rAng="0" ptsTypes="AA">
                                          <p:cBhvr>
                                            <p:cTn id="96" dur="500" fill="hold"/>
                                            <p:tgtEl>
                                              <p:spTgt spid="72"/>
                                            </p:tgtEl>
                                            <p:attrNameLst>
                                              <p:attrName>ppt_x</p:attrName>
                                              <p:attrName>ppt_y</p:attrName>
                                            </p:attrNameLst>
                                          </p:cBhvr>
                                          <p:rCtr x="-12847" y="-8488"/>
                                        </p:animMotion>
                                      </p:childTnLst>
                                    </p:cTn>
                                  </p:par>
                                  <p:par>
                                    <p:cTn id="97" presetID="6" presetClass="emph" presetSubtype="0" autoRev="1" fill="hold" nodeType="withEffect">
                                      <p:stCondLst>
                                        <p:cond delay="0"/>
                                      </p:stCondLst>
                                      <p:childTnLst>
                                        <p:animScale>
                                          <p:cBhvr>
                                            <p:cTn id="98" dur="250" fill="hold"/>
                                            <p:tgtEl>
                                              <p:spTgt spid="72"/>
                                            </p:tgtEl>
                                          </p:cBhvr>
                                          <p:by x="115000" y="115000"/>
                                        </p:animScale>
                                      </p:childTnLst>
                                    </p:cTn>
                                  </p:par>
                                  <p:par>
                                    <p:cTn id="99" presetID="1" presetClass="mediacall" presetSubtype="0" fill="hold" nodeType="withEffect">
                                      <p:stCondLst>
                                        <p:cond delay="500"/>
                                      </p:stCondLst>
                                      <p:childTnLst>
                                        <p:cmd type="call" cmd="playFrom(0.0)">
                                          <p:cBhvr>
                                            <p:cTn id="100" dur="864" fill="hold"/>
                                            <p:tgtEl>
                                              <p:spTgt spid="2"/>
                                            </p:tgtEl>
                                          </p:cBhvr>
                                        </p:cmd>
                                      </p:childTnLst>
                                    </p:cTn>
                                  </p:par>
                                  <p:par>
                                    <p:cTn id="101" presetID="10" presetClass="entr" presetSubtype="0" fill="hold" grpId="0" nodeType="withEffect">
                                      <p:stCondLst>
                                        <p:cond delay="0"/>
                                      </p:stCondLst>
                                      <p:childTnLst>
                                        <p:set>
                                          <p:cBhvr>
                                            <p:cTn id="102" dur="1" fill="hold">
                                              <p:stCondLst>
                                                <p:cond delay="0"/>
                                              </p:stCondLst>
                                            </p:cTn>
                                            <p:tgtEl>
                                              <p:spTgt spid="139"/>
                                            </p:tgtEl>
                                            <p:attrNameLst>
                                              <p:attrName>style.visibility</p:attrName>
                                            </p:attrNameLst>
                                          </p:cBhvr>
                                          <p:to>
                                            <p:strVal val="visible"/>
                                          </p:to>
                                        </p:set>
                                        <p:animEffect transition="in" filter="fade">
                                          <p:cBhvr>
                                            <p:cTn id="103" dur="500"/>
                                            <p:tgtEl>
                                              <p:spTgt spid="139"/>
                                            </p:tgtEl>
                                          </p:cBhvr>
                                        </p:animEffect>
                                      </p:childTnLst>
                                    </p:cTn>
                                  </p:par>
                                  <p:par>
                                    <p:cTn id="104" presetID="64" presetClass="path" presetSubtype="0" accel="84000" fill="hold" nodeType="withEffect">
                                      <p:stCondLst>
                                        <p:cond delay="250"/>
                                      </p:stCondLst>
                                      <p:childTnLst>
                                        <p:animMotion origin="layout" path="M 3.33333E-6 -1.79012E-6 L -0.21506 -0.50405 " pathEditMode="relative" rAng="0" ptsTypes="AA">
                                          <p:cBhvr>
                                            <p:cTn id="105" dur="500" fill="hold"/>
                                            <p:tgtEl>
                                              <p:spTgt spid="71"/>
                                            </p:tgtEl>
                                            <p:attrNameLst>
                                              <p:attrName>ppt_x</p:attrName>
                                              <p:attrName>ppt_y</p:attrName>
                                            </p:attrNameLst>
                                          </p:cBhvr>
                                          <p:rCtr x="-10753" y="-25212"/>
                                        </p:animMotion>
                                      </p:childTnLst>
                                    </p:cTn>
                                  </p:par>
                                  <p:par>
                                    <p:cTn id="106" presetID="6" presetClass="emph" presetSubtype="0" autoRev="1" fill="hold" nodeType="withEffect">
                                      <p:stCondLst>
                                        <p:cond delay="250"/>
                                      </p:stCondLst>
                                      <p:childTnLst>
                                        <p:animScale>
                                          <p:cBhvr>
                                            <p:cTn id="107" dur="250" fill="hold"/>
                                            <p:tgtEl>
                                              <p:spTgt spid="71"/>
                                            </p:tgtEl>
                                          </p:cBhvr>
                                          <p:by x="115000" y="115000"/>
                                        </p:animScale>
                                      </p:childTnLst>
                                    </p:cTn>
                                  </p:par>
                                  <p:par>
                                    <p:cTn id="108" presetID="2" presetClass="entr" presetSubtype="4" fill="hold" nodeType="withEffect">
                                      <p:stCondLst>
                                        <p:cond delay="500"/>
                                      </p:stCondLst>
                                      <p:childTnLst>
                                        <p:set>
                                          <p:cBhvr>
                                            <p:cTn id="109" dur="1" fill="hold">
                                              <p:stCondLst>
                                                <p:cond delay="0"/>
                                              </p:stCondLst>
                                            </p:cTn>
                                            <p:tgtEl>
                                              <p:spTgt spid="20"/>
                                            </p:tgtEl>
                                            <p:attrNameLst>
                                              <p:attrName>style.visibility</p:attrName>
                                            </p:attrNameLst>
                                          </p:cBhvr>
                                          <p:to>
                                            <p:strVal val="visible"/>
                                          </p:to>
                                        </p:set>
                                        <p:anim calcmode="lin" valueType="num">
                                          <p:cBhvr additive="base">
                                            <p:cTn id="110" dur="370" fill="hold"/>
                                            <p:tgtEl>
                                              <p:spTgt spid="20"/>
                                            </p:tgtEl>
                                            <p:attrNameLst>
                                              <p:attrName>ppt_x</p:attrName>
                                            </p:attrNameLst>
                                          </p:cBhvr>
                                          <p:tavLst>
                                            <p:tav tm="0">
                                              <p:val>
                                                <p:strVal val="#ppt_x"/>
                                              </p:val>
                                            </p:tav>
                                            <p:tav tm="100000">
                                              <p:val>
                                                <p:strVal val="#ppt_x"/>
                                              </p:val>
                                            </p:tav>
                                          </p:tavLst>
                                        </p:anim>
                                        <p:anim calcmode="lin" valueType="num">
                                          <p:cBhvr additive="base">
                                            <p:cTn id="111" dur="370" fill="hold"/>
                                            <p:tgtEl>
                                              <p:spTgt spid="20"/>
                                            </p:tgtEl>
                                            <p:attrNameLst>
                                              <p:attrName>ppt_y</p:attrName>
                                            </p:attrNameLst>
                                          </p:cBhvr>
                                          <p:tavLst>
                                            <p:tav tm="0">
                                              <p:val>
                                                <p:strVal val="1+#ppt_h/2"/>
                                              </p:val>
                                            </p:tav>
                                            <p:tav tm="100000">
                                              <p:val>
                                                <p:strVal val="#ppt_y"/>
                                              </p:val>
                                            </p:tav>
                                          </p:tavLst>
                                        </p:anim>
                                      </p:childTnLst>
                                    </p:cTn>
                                  </p:par>
                                  <p:par>
                                    <p:cTn id="112" presetID="6" presetClass="emph" presetSubtype="0" fill="hold" nodeType="withEffect">
                                      <p:stCondLst>
                                        <p:cond delay="500"/>
                                      </p:stCondLst>
                                      <p:childTnLst>
                                        <p:animScale>
                                          <p:cBhvr>
                                            <p:cTn id="113" dur="250" fill="hold"/>
                                            <p:tgtEl>
                                              <p:spTgt spid="20"/>
                                            </p:tgtEl>
                                          </p:cBhvr>
                                          <p:by x="87000" y="87000"/>
                                        </p:animScale>
                                      </p:childTnLst>
                                    </p:cTn>
                                  </p:par>
                                  <p:par>
                                    <p:cTn id="114" presetID="2" presetClass="entr" presetSubtype="1" fill="hold" nodeType="withEffect">
                                      <p:stCondLst>
                                        <p:cond delay="500"/>
                                      </p:stCondLst>
                                      <p:childTnLst>
                                        <p:set>
                                          <p:cBhvr>
                                            <p:cTn id="115" dur="1" fill="hold">
                                              <p:stCondLst>
                                                <p:cond delay="0"/>
                                              </p:stCondLst>
                                            </p:cTn>
                                            <p:tgtEl>
                                              <p:spTgt spid="28"/>
                                            </p:tgtEl>
                                            <p:attrNameLst>
                                              <p:attrName>style.visibility</p:attrName>
                                            </p:attrNameLst>
                                          </p:cBhvr>
                                          <p:to>
                                            <p:strVal val="visible"/>
                                          </p:to>
                                        </p:set>
                                        <p:anim calcmode="lin" valueType="num">
                                          <p:cBhvr additive="base">
                                            <p:cTn id="116" dur="500" fill="hold"/>
                                            <p:tgtEl>
                                              <p:spTgt spid="28"/>
                                            </p:tgtEl>
                                            <p:attrNameLst>
                                              <p:attrName>ppt_x</p:attrName>
                                            </p:attrNameLst>
                                          </p:cBhvr>
                                          <p:tavLst>
                                            <p:tav tm="0">
                                              <p:val>
                                                <p:strVal val="#ppt_x"/>
                                              </p:val>
                                            </p:tav>
                                            <p:tav tm="100000">
                                              <p:val>
                                                <p:strVal val="#ppt_x"/>
                                              </p:val>
                                            </p:tav>
                                          </p:tavLst>
                                        </p:anim>
                                        <p:anim calcmode="lin" valueType="num">
                                          <p:cBhvr additive="base">
                                            <p:cTn id="117" dur="500" fill="hold"/>
                                            <p:tgtEl>
                                              <p:spTgt spid="28"/>
                                            </p:tgtEl>
                                            <p:attrNameLst>
                                              <p:attrName>ppt_y</p:attrName>
                                            </p:attrNameLst>
                                          </p:cBhvr>
                                          <p:tavLst>
                                            <p:tav tm="0">
                                              <p:val>
                                                <p:strVal val="0-#ppt_h/2"/>
                                              </p:val>
                                            </p:tav>
                                            <p:tav tm="100000">
                                              <p:val>
                                                <p:strVal val="#ppt_y"/>
                                              </p:val>
                                            </p:tav>
                                          </p:tavLst>
                                        </p:anim>
                                      </p:childTnLst>
                                    </p:cTn>
                                  </p:par>
                                  <p:par>
                                    <p:cTn id="118" presetID="6" presetClass="emph" presetSubtype="0" fill="hold" nodeType="withEffect">
                                      <p:stCondLst>
                                        <p:cond delay="500"/>
                                      </p:stCondLst>
                                      <p:childTnLst>
                                        <p:animScale>
                                          <p:cBhvr>
                                            <p:cTn id="119" dur="250" fill="hold"/>
                                            <p:tgtEl>
                                              <p:spTgt spid="28"/>
                                            </p:tgtEl>
                                          </p:cBhvr>
                                          <p:by x="87000" y="87000"/>
                                        </p:animScale>
                                      </p:childTnLst>
                                    </p:cTn>
                                  </p:par>
                                  <p:par>
                                    <p:cTn id="120" presetID="2" presetClass="entr" presetSubtype="4" fill="hold" nodeType="withEffect">
                                      <p:stCondLst>
                                        <p:cond delay="500"/>
                                      </p:stCondLst>
                                      <p:childTnLst>
                                        <p:set>
                                          <p:cBhvr>
                                            <p:cTn id="121" dur="1" fill="hold">
                                              <p:stCondLst>
                                                <p:cond delay="0"/>
                                              </p:stCondLst>
                                            </p:cTn>
                                            <p:tgtEl>
                                              <p:spTgt spid="32"/>
                                            </p:tgtEl>
                                            <p:attrNameLst>
                                              <p:attrName>style.visibility</p:attrName>
                                            </p:attrNameLst>
                                          </p:cBhvr>
                                          <p:to>
                                            <p:strVal val="visible"/>
                                          </p:to>
                                        </p:set>
                                        <p:anim calcmode="lin" valueType="num">
                                          <p:cBhvr additive="base">
                                            <p:cTn id="122" dur="500" fill="hold"/>
                                            <p:tgtEl>
                                              <p:spTgt spid="32"/>
                                            </p:tgtEl>
                                            <p:attrNameLst>
                                              <p:attrName>ppt_x</p:attrName>
                                            </p:attrNameLst>
                                          </p:cBhvr>
                                          <p:tavLst>
                                            <p:tav tm="0">
                                              <p:val>
                                                <p:strVal val="#ppt_x"/>
                                              </p:val>
                                            </p:tav>
                                            <p:tav tm="100000">
                                              <p:val>
                                                <p:strVal val="#ppt_x"/>
                                              </p:val>
                                            </p:tav>
                                          </p:tavLst>
                                        </p:anim>
                                        <p:anim calcmode="lin" valueType="num">
                                          <p:cBhvr additive="base">
                                            <p:cTn id="123" dur="500" fill="hold"/>
                                            <p:tgtEl>
                                              <p:spTgt spid="32"/>
                                            </p:tgtEl>
                                            <p:attrNameLst>
                                              <p:attrName>ppt_y</p:attrName>
                                            </p:attrNameLst>
                                          </p:cBhvr>
                                          <p:tavLst>
                                            <p:tav tm="0">
                                              <p:val>
                                                <p:strVal val="1+#ppt_h/2"/>
                                              </p:val>
                                            </p:tav>
                                            <p:tav tm="100000">
                                              <p:val>
                                                <p:strVal val="#ppt_y"/>
                                              </p:val>
                                            </p:tav>
                                          </p:tavLst>
                                        </p:anim>
                                      </p:childTnLst>
                                    </p:cTn>
                                  </p:par>
                                  <p:par>
                                    <p:cTn id="124" presetID="6" presetClass="emph" presetSubtype="0" fill="hold" nodeType="withEffect">
                                      <p:stCondLst>
                                        <p:cond delay="500"/>
                                      </p:stCondLst>
                                      <p:childTnLst>
                                        <p:animScale>
                                          <p:cBhvr>
                                            <p:cTn id="125" dur="250" fill="hold"/>
                                            <p:tgtEl>
                                              <p:spTgt spid="32"/>
                                            </p:tgtEl>
                                          </p:cBhvr>
                                          <p:by x="87000" y="87000"/>
                                        </p:animScale>
                                      </p:childTnLst>
                                    </p:cTn>
                                  </p:par>
                                  <p:par>
                                    <p:cTn id="126" presetID="2" presetClass="entr" presetSubtype="4" fill="hold" nodeType="withEffect">
                                      <p:stCondLst>
                                        <p:cond delay="750"/>
                                      </p:stCondLst>
                                      <p:childTnLst>
                                        <p:set>
                                          <p:cBhvr>
                                            <p:cTn id="127" dur="1" fill="hold">
                                              <p:stCondLst>
                                                <p:cond delay="0"/>
                                              </p:stCondLst>
                                            </p:cTn>
                                            <p:tgtEl>
                                              <p:spTgt spid="21"/>
                                            </p:tgtEl>
                                            <p:attrNameLst>
                                              <p:attrName>style.visibility</p:attrName>
                                            </p:attrNameLst>
                                          </p:cBhvr>
                                          <p:to>
                                            <p:strVal val="visible"/>
                                          </p:to>
                                        </p:set>
                                        <p:anim calcmode="lin" valueType="num">
                                          <p:cBhvr additive="base">
                                            <p:cTn id="128" dur="250" fill="hold"/>
                                            <p:tgtEl>
                                              <p:spTgt spid="21"/>
                                            </p:tgtEl>
                                            <p:attrNameLst>
                                              <p:attrName>ppt_x</p:attrName>
                                            </p:attrNameLst>
                                          </p:cBhvr>
                                          <p:tavLst>
                                            <p:tav tm="0">
                                              <p:val>
                                                <p:strVal val="#ppt_x"/>
                                              </p:val>
                                            </p:tav>
                                            <p:tav tm="100000">
                                              <p:val>
                                                <p:strVal val="#ppt_x"/>
                                              </p:val>
                                            </p:tav>
                                          </p:tavLst>
                                        </p:anim>
                                        <p:anim calcmode="lin" valueType="num">
                                          <p:cBhvr additive="base">
                                            <p:cTn id="129" dur="250" fill="hold"/>
                                            <p:tgtEl>
                                              <p:spTgt spid="21"/>
                                            </p:tgtEl>
                                            <p:attrNameLst>
                                              <p:attrName>ppt_y</p:attrName>
                                            </p:attrNameLst>
                                          </p:cBhvr>
                                          <p:tavLst>
                                            <p:tav tm="0">
                                              <p:val>
                                                <p:strVal val="1+#ppt_h/2"/>
                                              </p:val>
                                            </p:tav>
                                            <p:tav tm="100000">
                                              <p:val>
                                                <p:strVal val="#ppt_y"/>
                                              </p:val>
                                            </p:tav>
                                          </p:tavLst>
                                        </p:anim>
                                      </p:childTnLst>
                                    </p:cTn>
                                  </p:par>
                                  <p:par>
                                    <p:cTn id="130" presetID="6" presetClass="emph" presetSubtype="0" fill="hold" nodeType="withEffect">
                                      <p:stCondLst>
                                        <p:cond delay="750"/>
                                      </p:stCondLst>
                                      <p:childTnLst>
                                        <p:animScale>
                                          <p:cBhvr>
                                            <p:cTn id="131" dur="250" fill="hold"/>
                                            <p:tgtEl>
                                              <p:spTgt spid="21"/>
                                            </p:tgtEl>
                                          </p:cBhvr>
                                          <p:by x="87000" y="87000"/>
                                        </p:animScale>
                                      </p:childTnLst>
                                    </p:cTn>
                                  </p:par>
                                  <p:par>
                                    <p:cTn id="132" presetID="2" presetClass="entr" presetSubtype="1" fill="hold" nodeType="withEffect">
                                      <p:stCondLst>
                                        <p:cond delay="750"/>
                                      </p:stCondLst>
                                      <p:childTnLst>
                                        <p:set>
                                          <p:cBhvr>
                                            <p:cTn id="133" dur="1" fill="hold">
                                              <p:stCondLst>
                                                <p:cond delay="0"/>
                                              </p:stCondLst>
                                            </p:cTn>
                                            <p:tgtEl>
                                              <p:spTgt spid="19"/>
                                            </p:tgtEl>
                                            <p:attrNameLst>
                                              <p:attrName>style.visibility</p:attrName>
                                            </p:attrNameLst>
                                          </p:cBhvr>
                                          <p:to>
                                            <p:strVal val="visible"/>
                                          </p:to>
                                        </p:set>
                                        <p:anim calcmode="lin" valueType="num">
                                          <p:cBhvr additive="base">
                                            <p:cTn id="134" dur="370" fill="hold"/>
                                            <p:tgtEl>
                                              <p:spTgt spid="19"/>
                                            </p:tgtEl>
                                            <p:attrNameLst>
                                              <p:attrName>ppt_x</p:attrName>
                                            </p:attrNameLst>
                                          </p:cBhvr>
                                          <p:tavLst>
                                            <p:tav tm="0">
                                              <p:val>
                                                <p:strVal val="#ppt_x"/>
                                              </p:val>
                                            </p:tav>
                                            <p:tav tm="100000">
                                              <p:val>
                                                <p:strVal val="#ppt_x"/>
                                              </p:val>
                                            </p:tav>
                                          </p:tavLst>
                                        </p:anim>
                                        <p:anim calcmode="lin" valueType="num">
                                          <p:cBhvr additive="base">
                                            <p:cTn id="135" dur="370" fill="hold"/>
                                            <p:tgtEl>
                                              <p:spTgt spid="19"/>
                                            </p:tgtEl>
                                            <p:attrNameLst>
                                              <p:attrName>ppt_y</p:attrName>
                                            </p:attrNameLst>
                                          </p:cBhvr>
                                          <p:tavLst>
                                            <p:tav tm="0">
                                              <p:val>
                                                <p:strVal val="0-#ppt_h/2"/>
                                              </p:val>
                                            </p:tav>
                                            <p:tav tm="100000">
                                              <p:val>
                                                <p:strVal val="#ppt_y"/>
                                              </p:val>
                                            </p:tav>
                                          </p:tavLst>
                                        </p:anim>
                                      </p:childTnLst>
                                    </p:cTn>
                                  </p:par>
                                  <p:par>
                                    <p:cTn id="136" presetID="6" presetClass="emph" presetSubtype="0" fill="hold" nodeType="withEffect">
                                      <p:stCondLst>
                                        <p:cond delay="750"/>
                                      </p:stCondLst>
                                      <p:childTnLst>
                                        <p:animScale>
                                          <p:cBhvr>
                                            <p:cTn id="137" dur="250" fill="hold"/>
                                            <p:tgtEl>
                                              <p:spTgt spid="19"/>
                                            </p:tgtEl>
                                          </p:cBhvr>
                                          <p:by x="87000" y="87000"/>
                                        </p:animScale>
                                      </p:childTnLst>
                                    </p:cTn>
                                  </p:par>
                                  <p:par>
                                    <p:cTn id="138" presetID="2" presetClass="entr" presetSubtype="1" fill="hold" nodeType="withEffect">
                                      <p:stCondLst>
                                        <p:cond delay="750"/>
                                      </p:stCondLst>
                                      <p:childTnLst>
                                        <p:set>
                                          <p:cBhvr>
                                            <p:cTn id="139" dur="1" fill="hold">
                                              <p:stCondLst>
                                                <p:cond delay="0"/>
                                              </p:stCondLst>
                                            </p:cTn>
                                            <p:tgtEl>
                                              <p:spTgt spid="27"/>
                                            </p:tgtEl>
                                            <p:attrNameLst>
                                              <p:attrName>style.visibility</p:attrName>
                                            </p:attrNameLst>
                                          </p:cBhvr>
                                          <p:to>
                                            <p:strVal val="visible"/>
                                          </p:to>
                                        </p:set>
                                        <p:anim calcmode="lin" valueType="num">
                                          <p:cBhvr additive="base">
                                            <p:cTn id="140" dur="500" fill="hold"/>
                                            <p:tgtEl>
                                              <p:spTgt spid="27"/>
                                            </p:tgtEl>
                                            <p:attrNameLst>
                                              <p:attrName>ppt_x</p:attrName>
                                            </p:attrNameLst>
                                          </p:cBhvr>
                                          <p:tavLst>
                                            <p:tav tm="0">
                                              <p:val>
                                                <p:strVal val="#ppt_x"/>
                                              </p:val>
                                            </p:tav>
                                            <p:tav tm="100000">
                                              <p:val>
                                                <p:strVal val="#ppt_x"/>
                                              </p:val>
                                            </p:tav>
                                          </p:tavLst>
                                        </p:anim>
                                        <p:anim calcmode="lin" valueType="num">
                                          <p:cBhvr additive="base">
                                            <p:cTn id="141" dur="500" fill="hold"/>
                                            <p:tgtEl>
                                              <p:spTgt spid="27"/>
                                            </p:tgtEl>
                                            <p:attrNameLst>
                                              <p:attrName>ppt_y</p:attrName>
                                            </p:attrNameLst>
                                          </p:cBhvr>
                                          <p:tavLst>
                                            <p:tav tm="0">
                                              <p:val>
                                                <p:strVal val="0-#ppt_h/2"/>
                                              </p:val>
                                            </p:tav>
                                            <p:tav tm="100000">
                                              <p:val>
                                                <p:strVal val="#ppt_y"/>
                                              </p:val>
                                            </p:tav>
                                          </p:tavLst>
                                        </p:anim>
                                      </p:childTnLst>
                                    </p:cTn>
                                  </p:par>
                                  <p:par>
                                    <p:cTn id="142" presetID="6" presetClass="emph" presetSubtype="0" fill="hold" nodeType="withEffect">
                                      <p:stCondLst>
                                        <p:cond delay="750"/>
                                      </p:stCondLst>
                                      <p:childTnLst>
                                        <p:animScale>
                                          <p:cBhvr>
                                            <p:cTn id="143" dur="250" fill="hold"/>
                                            <p:tgtEl>
                                              <p:spTgt spid="27"/>
                                            </p:tgtEl>
                                          </p:cBhvr>
                                          <p:by x="87000" y="87000"/>
                                        </p:animScale>
                                      </p:childTnLst>
                                    </p:cTn>
                                  </p:par>
                                </p:childTnLst>
                              </p:cTn>
                            </p:par>
                          </p:childTnLst>
                        </p:cTn>
                      </p:par>
                      <p:par>
                        <p:cTn id="144" fill="hold">
                          <p:stCondLst>
                            <p:cond delay="indefinite"/>
                          </p:stCondLst>
                          <p:childTnLst>
                            <p:par>
                              <p:cTn id="145" fill="hold">
                                <p:stCondLst>
                                  <p:cond delay="0"/>
                                </p:stCondLst>
                                <p:childTnLst>
                                  <p:par>
                                    <p:cTn id="146" presetID="1" presetClass="mediacall" presetSubtype="0" fill="hold" nodeType="clickEffect">
                                      <p:stCondLst>
                                        <p:cond delay="0"/>
                                      </p:stCondLst>
                                      <p:childTnLst>
                                        <p:cmd type="call" cmd="playFrom(0.0)">
                                          <p:cBhvr>
                                            <p:cTn id="147" dur="417" fill="hold"/>
                                            <p:tgtEl>
                                              <p:spTgt spid="133"/>
                                            </p:tgtEl>
                                          </p:cBhvr>
                                        </p:cmd>
                                      </p:childTnLst>
                                    </p:cTn>
                                  </p:par>
                                </p:childTnLst>
                              </p:cTn>
                            </p:par>
                            <p:par>
                              <p:cTn id="148" fill="hold">
                                <p:stCondLst>
                                  <p:cond delay="417"/>
                                </p:stCondLst>
                                <p:childTnLst>
                                  <p:par>
                                    <p:cTn id="149" presetID="1" presetClass="mediacall" presetSubtype="0" fill="hold" nodeType="afterEffect">
                                      <p:stCondLst>
                                        <p:cond delay="0"/>
                                      </p:stCondLst>
                                      <p:childTnLst>
                                        <p:cmd type="call" cmd="playFrom(0.0)">
                                          <p:cBhvr>
                                            <p:cTn id="150" dur="912" fill="hold"/>
                                            <p:tgtEl>
                                              <p:spTgt spid="135"/>
                                            </p:tgtEl>
                                          </p:cBhvr>
                                        </p:cmd>
                                      </p:childTnLst>
                                    </p:cTn>
                                  </p:par>
                                  <p:par>
                                    <p:cTn id="151" presetID="2" presetClass="entr" presetSubtype="1" fill="hold" nodeType="withEffect">
                                      <p:stCondLst>
                                        <p:cond delay="0"/>
                                      </p:stCondLst>
                                      <p:childTnLst>
                                        <p:set>
                                          <p:cBhvr>
                                            <p:cTn id="152" dur="1" fill="hold">
                                              <p:stCondLst>
                                                <p:cond delay="0"/>
                                              </p:stCondLst>
                                            </p:cTn>
                                            <p:tgtEl>
                                              <p:spTgt spid="77"/>
                                            </p:tgtEl>
                                            <p:attrNameLst>
                                              <p:attrName>style.visibility</p:attrName>
                                            </p:attrNameLst>
                                          </p:cBhvr>
                                          <p:to>
                                            <p:strVal val="visible"/>
                                          </p:to>
                                        </p:set>
                                        <p:anim calcmode="lin" valueType="num">
                                          <p:cBhvr additive="base">
                                            <p:cTn id="153" dur="250" fill="hold"/>
                                            <p:tgtEl>
                                              <p:spTgt spid="77"/>
                                            </p:tgtEl>
                                            <p:attrNameLst>
                                              <p:attrName>ppt_x</p:attrName>
                                            </p:attrNameLst>
                                          </p:cBhvr>
                                          <p:tavLst>
                                            <p:tav tm="0">
                                              <p:val>
                                                <p:strVal val="#ppt_x"/>
                                              </p:val>
                                            </p:tav>
                                            <p:tav tm="100000">
                                              <p:val>
                                                <p:strVal val="#ppt_x"/>
                                              </p:val>
                                            </p:tav>
                                          </p:tavLst>
                                        </p:anim>
                                        <p:anim calcmode="lin" valueType="num">
                                          <p:cBhvr additive="base">
                                            <p:cTn id="154" dur="250" fill="hold"/>
                                            <p:tgtEl>
                                              <p:spTgt spid="77"/>
                                            </p:tgtEl>
                                            <p:attrNameLst>
                                              <p:attrName>ppt_y</p:attrName>
                                            </p:attrNameLst>
                                          </p:cBhvr>
                                          <p:tavLst>
                                            <p:tav tm="0">
                                              <p:val>
                                                <p:strVal val="0-#ppt_h/2"/>
                                              </p:val>
                                            </p:tav>
                                            <p:tav tm="100000">
                                              <p:val>
                                                <p:strVal val="#ppt_y"/>
                                              </p:val>
                                            </p:tav>
                                          </p:tavLst>
                                        </p:anim>
                                      </p:childTnLst>
                                    </p:cTn>
                                  </p:par>
                                  <p:par>
                                    <p:cTn id="155" presetID="2" presetClass="entr" presetSubtype="1" fill="hold" nodeType="withEffect">
                                      <p:stCondLst>
                                        <p:cond delay="0"/>
                                      </p:stCondLst>
                                      <p:childTnLst>
                                        <p:set>
                                          <p:cBhvr>
                                            <p:cTn id="156" dur="1" fill="hold">
                                              <p:stCondLst>
                                                <p:cond delay="0"/>
                                              </p:stCondLst>
                                            </p:cTn>
                                            <p:tgtEl>
                                              <p:spTgt spid="93"/>
                                            </p:tgtEl>
                                            <p:attrNameLst>
                                              <p:attrName>style.visibility</p:attrName>
                                            </p:attrNameLst>
                                          </p:cBhvr>
                                          <p:to>
                                            <p:strVal val="visible"/>
                                          </p:to>
                                        </p:set>
                                        <p:anim calcmode="lin" valueType="num">
                                          <p:cBhvr additive="base">
                                            <p:cTn id="157" dur="250" fill="hold"/>
                                            <p:tgtEl>
                                              <p:spTgt spid="93"/>
                                            </p:tgtEl>
                                            <p:attrNameLst>
                                              <p:attrName>ppt_x</p:attrName>
                                            </p:attrNameLst>
                                          </p:cBhvr>
                                          <p:tavLst>
                                            <p:tav tm="0">
                                              <p:val>
                                                <p:strVal val="#ppt_x"/>
                                              </p:val>
                                            </p:tav>
                                            <p:tav tm="100000">
                                              <p:val>
                                                <p:strVal val="#ppt_x"/>
                                              </p:val>
                                            </p:tav>
                                          </p:tavLst>
                                        </p:anim>
                                        <p:anim calcmode="lin" valueType="num">
                                          <p:cBhvr additive="base">
                                            <p:cTn id="158" dur="250" fill="hold"/>
                                            <p:tgtEl>
                                              <p:spTgt spid="93"/>
                                            </p:tgtEl>
                                            <p:attrNameLst>
                                              <p:attrName>ppt_y</p:attrName>
                                            </p:attrNameLst>
                                          </p:cBhvr>
                                          <p:tavLst>
                                            <p:tav tm="0">
                                              <p:val>
                                                <p:strVal val="0-#ppt_h/2"/>
                                              </p:val>
                                            </p:tav>
                                            <p:tav tm="100000">
                                              <p:val>
                                                <p:strVal val="#ppt_y"/>
                                              </p:val>
                                            </p:tav>
                                          </p:tavLst>
                                        </p:anim>
                                      </p:childTnLst>
                                    </p:cTn>
                                  </p:par>
                                  <p:par>
                                    <p:cTn id="159" presetID="2" presetClass="entr" presetSubtype="1" fill="hold" nodeType="withEffect">
                                      <p:stCondLst>
                                        <p:cond delay="0"/>
                                      </p:stCondLst>
                                      <p:childTnLst>
                                        <p:set>
                                          <p:cBhvr>
                                            <p:cTn id="160" dur="1" fill="hold">
                                              <p:stCondLst>
                                                <p:cond delay="0"/>
                                              </p:stCondLst>
                                            </p:cTn>
                                            <p:tgtEl>
                                              <p:spTgt spid="103"/>
                                            </p:tgtEl>
                                            <p:attrNameLst>
                                              <p:attrName>style.visibility</p:attrName>
                                            </p:attrNameLst>
                                          </p:cBhvr>
                                          <p:to>
                                            <p:strVal val="visible"/>
                                          </p:to>
                                        </p:set>
                                        <p:anim calcmode="lin" valueType="num">
                                          <p:cBhvr additive="base">
                                            <p:cTn id="161" dur="250" fill="hold"/>
                                            <p:tgtEl>
                                              <p:spTgt spid="103"/>
                                            </p:tgtEl>
                                            <p:attrNameLst>
                                              <p:attrName>ppt_x</p:attrName>
                                            </p:attrNameLst>
                                          </p:cBhvr>
                                          <p:tavLst>
                                            <p:tav tm="0">
                                              <p:val>
                                                <p:strVal val="#ppt_x"/>
                                              </p:val>
                                            </p:tav>
                                            <p:tav tm="100000">
                                              <p:val>
                                                <p:strVal val="#ppt_x"/>
                                              </p:val>
                                            </p:tav>
                                          </p:tavLst>
                                        </p:anim>
                                        <p:anim calcmode="lin" valueType="num">
                                          <p:cBhvr additive="base">
                                            <p:cTn id="162" dur="250" fill="hold"/>
                                            <p:tgtEl>
                                              <p:spTgt spid="103"/>
                                            </p:tgtEl>
                                            <p:attrNameLst>
                                              <p:attrName>ppt_y</p:attrName>
                                            </p:attrNameLst>
                                          </p:cBhvr>
                                          <p:tavLst>
                                            <p:tav tm="0">
                                              <p:val>
                                                <p:strVal val="0-#ppt_h/2"/>
                                              </p:val>
                                            </p:tav>
                                            <p:tav tm="100000">
                                              <p:val>
                                                <p:strVal val="#ppt_y"/>
                                              </p:val>
                                            </p:tav>
                                          </p:tavLst>
                                        </p:anim>
                                      </p:childTnLst>
                                    </p:cTn>
                                  </p:par>
                                  <p:par>
                                    <p:cTn id="163" presetID="2" presetClass="entr" presetSubtype="1" fill="hold" nodeType="withEffect">
                                      <p:stCondLst>
                                        <p:cond delay="0"/>
                                      </p:stCondLst>
                                      <p:childTnLst>
                                        <p:set>
                                          <p:cBhvr>
                                            <p:cTn id="164" dur="1" fill="hold">
                                              <p:stCondLst>
                                                <p:cond delay="0"/>
                                              </p:stCondLst>
                                            </p:cTn>
                                            <p:tgtEl>
                                              <p:spTgt spid="108"/>
                                            </p:tgtEl>
                                            <p:attrNameLst>
                                              <p:attrName>style.visibility</p:attrName>
                                            </p:attrNameLst>
                                          </p:cBhvr>
                                          <p:to>
                                            <p:strVal val="visible"/>
                                          </p:to>
                                        </p:set>
                                        <p:anim calcmode="lin" valueType="num">
                                          <p:cBhvr additive="base">
                                            <p:cTn id="165" dur="250" fill="hold"/>
                                            <p:tgtEl>
                                              <p:spTgt spid="108"/>
                                            </p:tgtEl>
                                            <p:attrNameLst>
                                              <p:attrName>ppt_x</p:attrName>
                                            </p:attrNameLst>
                                          </p:cBhvr>
                                          <p:tavLst>
                                            <p:tav tm="0">
                                              <p:val>
                                                <p:strVal val="#ppt_x"/>
                                              </p:val>
                                            </p:tav>
                                            <p:tav tm="100000">
                                              <p:val>
                                                <p:strVal val="#ppt_x"/>
                                              </p:val>
                                            </p:tav>
                                          </p:tavLst>
                                        </p:anim>
                                        <p:anim calcmode="lin" valueType="num">
                                          <p:cBhvr additive="base">
                                            <p:cTn id="166" dur="250" fill="hold"/>
                                            <p:tgtEl>
                                              <p:spTgt spid="108"/>
                                            </p:tgtEl>
                                            <p:attrNameLst>
                                              <p:attrName>ppt_y</p:attrName>
                                            </p:attrNameLst>
                                          </p:cBhvr>
                                          <p:tavLst>
                                            <p:tav tm="0">
                                              <p:val>
                                                <p:strVal val="0-#ppt_h/2"/>
                                              </p:val>
                                            </p:tav>
                                            <p:tav tm="100000">
                                              <p:val>
                                                <p:strVal val="#ppt_y"/>
                                              </p:val>
                                            </p:tav>
                                          </p:tavLst>
                                        </p:anim>
                                      </p:childTnLst>
                                    </p:cTn>
                                  </p:par>
                                  <p:par>
                                    <p:cTn id="167" presetID="2" presetClass="entr" presetSubtype="1" fill="hold" nodeType="withEffect">
                                      <p:stCondLst>
                                        <p:cond delay="250"/>
                                      </p:stCondLst>
                                      <p:childTnLst>
                                        <p:set>
                                          <p:cBhvr>
                                            <p:cTn id="168" dur="1" fill="hold">
                                              <p:stCondLst>
                                                <p:cond delay="0"/>
                                              </p:stCondLst>
                                            </p:cTn>
                                            <p:tgtEl>
                                              <p:spTgt spid="78"/>
                                            </p:tgtEl>
                                            <p:attrNameLst>
                                              <p:attrName>style.visibility</p:attrName>
                                            </p:attrNameLst>
                                          </p:cBhvr>
                                          <p:to>
                                            <p:strVal val="visible"/>
                                          </p:to>
                                        </p:set>
                                        <p:anim calcmode="lin" valueType="num">
                                          <p:cBhvr additive="base">
                                            <p:cTn id="169" dur="250" fill="hold"/>
                                            <p:tgtEl>
                                              <p:spTgt spid="78"/>
                                            </p:tgtEl>
                                            <p:attrNameLst>
                                              <p:attrName>ppt_x</p:attrName>
                                            </p:attrNameLst>
                                          </p:cBhvr>
                                          <p:tavLst>
                                            <p:tav tm="0">
                                              <p:val>
                                                <p:strVal val="#ppt_x"/>
                                              </p:val>
                                            </p:tav>
                                            <p:tav tm="100000">
                                              <p:val>
                                                <p:strVal val="#ppt_x"/>
                                              </p:val>
                                            </p:tav>
                                          </p:tavLst>
                                        </p:anim>
                                        <p:anim calcmode="lin" valueType="num">
                                          <p:cBhvr additive="base">
                                            <p:cTn id="170" dur="250" fill="hold"/>
                                            <p:tgtEl>
                                              <p:spTgt spid="78"/>
                                            </p:tgtEl>
                                            <p:attrNameLst>
                                              <p:attrName>ppt_y</p:attrName>
                                            </p:attrNameLst>
                                          </p:cBhvr>
                                          <p:tavLst>
                                            <p:tav tm="0">
                                              <p:val>
                                                <p:strVal val="0-#ppt_h/2"/>
                                              </p:val>
                                            </p:tav>
                                            <p:tav tm="100000">
                                              <p:val>
                                                <p:strVal val="#ppt_y"/>
                                              </p:val>
                                            </p:tav>
                                          </p:tavLst>
                                        </p:anim>
                                      </p:childTnLst>
                                    </p:cTn>
                                  </p:par>
                                  <p:par>
                                    <p:cTn id="171" presetID="2" presetClass="entr" presetSubtype="1" fill="hold" nodeType="withEffect">
                                      <p:stCondLst>
                                        <p:cond delay="250"/>
                                      </p:stCondLst>
                                      <p:childTnLst>
                                        <p:set>
                                          <p:cBhvr>
                                            <p:cTn id="172" dur="1" fill="hold">
                                              <p:stCondLst>
                                                <p:cond delay="0"/>
                                              </p:stCondLst>
                                            </p:cTn>
                                            <p:tgtEl>
                                              <p:spTgt spid="95"/>
                                            </p:tgtEl>
                                            <p:attrNameLst>
                                              <p:attrName>style.visibility</p:attrName>
                                            </p:attrNameLst>
                                          </p:cBhvr>
                                          <p:to>
                                            <p:strVal val="visible"/>
                                          </p:to>
                                        </p:set>
                                        <p:anim calcmode="lin" valueType="num">
                                          <p:cBhvr additive="base">
                                            <p:cTn id="173" dur="250" fill="hold"/>
                                            <p:tgtEl>
                                              <p:spTgt spid="95"/>
                                            </p:tgtEl>
                                            <p:attrNameLst>
                                              <p:attrName>ppt_x</p:attrName>
                                            </p:attrNameLst>
                                          </p:cBhvr>
                                          <p:tavLst>
                                            <p:tav tm="0">
                                              <p:val>
                                                <p:strVal val="#ppt_x"/>
                                              </p:val>
                                            </p:tav>
                                            <p:tav tm="100000">
                                              <p:val>
                                                <p:strVal val="#ppt_x"/>
                                              </p:val>
                                            </p:tav>
                                          </p:tavLst>
                                        </p:anim>
                                        <p:anim calcmode="lin" valueType="num">
                                          <p:cBhvr additive="base">
                                            <p:cTn id="174" dur="250" fill="hold"/>
                                            <p:tgtEl>
                                              <p:spTgt spid="95"/>
                                            </p:tgtEl>
                                            <p:attrNameLst>
                                              <p:attrName>ppt_y</p:attrName>
                                            </p:attrNameLst>
                                          </p:cBhvr>
                                          <p:tavLst>
                                            <p:tav tm="0">
                                              <p:val>
                                                <p:strVal val="0-#ppt_h/2"/>
                                              </p:val>
                                            </p:tav>
                                            <p:tav tm="100000">
                                              <p:val>
                                                <p:strVal val="#ppt_y"/>
                                              </p:val>
                                            </p:tav>
                                          </p:tavLst>
                                        </p:anim>
                                      </p:childTnLst>
                                    </p:cTn>
                                  </p:par>
                                  <p:par>
                                    <p:cTn id="175" presetID="2" presetClass="entr" presetSubtype="1" fill="hold" nodeType="withEffect">
                                      <p:stCondLst>
                                        <p:cond delay="250"/>
                                      </p:stCondLst>
                                      <p:childTnLst>
                                        <p:set>
                                          <p:cBhvr>
                                            <p:cTn id="176" dur="1" fill="hold">
                                              <p:stCondLst>
                                                <p:cond delay="0"/>
                                              </p:stCondLst>
                                            </p:cTn>
                                            <p:tgtEl>
                                              <p:spTgt spid="104"/>
                                            </p:tgtEl>
                                            <p:attrNameLst>
                                              <p:attrName>style.visibility</p:attrName>
                                            </p:attrNameLst>
                                          </p:cBhvr>
                                          <p:to>
                                            <p:strVal val="visible"/>
                                          </p:to>
                                        </p:set>
                                        <p:anim calcmode="lin" valueType="num">
                                          <p:cBhvr additive="base">
                                            <p:cTn id="177" dur="250" fill="hold"/>
                                            <p:tgtEl>
                                              <p:spTgt spid="104"/>
                                            </p:tgtEl>
                                            <p:attrNameLst>
                                              <p:attrName>ppt_x</p:attrName>
                                            </p:attrNameLst>
                                          </p:cBhvr>
                                          <p:tavLst>
                                            <p:tav tm="0">
                                              <p:val>
                                                <p:strVal val="#ppt_x"/>
                                              </p:val>
                                            </p:tav>
                                            <p:tav tm="100000">
                                              <p:val>
                                                <p:strVal val="#ppt_x"/>
                                              </p:val>
                                            </p:tav>
                                          </p:tavLst>
                                        </p:anim>
                                        <p:anim calcmode="lin" valueType="num">
                                          <p:cBhvr additive="base">
                                            <p:cTn id="178" dur="250" fill="hold"/>
                                            <p:tgtEl>
                                              <p:spTgt spid="104"/>
                                            </p:tgtEl>
                                            <p:attrNameLst>
                                              <p:attrName>ppt_y</p:attrName>
                                            </p:attrNameLst>
                                          </p:cBhvr>
                                          <p:tavLst>
                                            <p:tav tm="0">
                                              <p:val>
                                                <p:strVal val="0-#ppt_h/2"/>
                                              </p:val>
                                            </p:tav>
                                            <p:tav tm="100000">
                                              <p:val>
                                                <p:strVal val="#ppt_y"/>
                                              </p:val>
                                            </p:tav>
                                          </p:tavLst>
                                        </p:anim>
                                      </p:childTnLst>
                                    </p:cTn>
                                  </p:par>
                                  <p:par>
                                    <p:cTn id="179" presetID="2" presetClass="entr" presetSubtype="1" fill="hold" nodeType="withEffect">
                                      <p:stCondLst>
                                        <p:cond delay="500"/>
                                      </p:stCondLst>
                                      <p:childTnLst>
                                        <p:set>
                                          <p:cBhvr>
                                            <p:cTn id="180" dur="1" fill="hold">
                                              <p:stCondLst>
                                                <p:cond delay="0"/>
                                              </p:stCondLst>
                                            </p:cTn>
                                            <p:tgtEl>
                                              <p:spTgt spid="90"/>
                                            </p:tgtEl>
                                            <p:attrNameLst>
                                              <p:attrName>style.visibility</p:attrName>
                                            </p:attrNameLst>
                                          </p:cBhvr>
                                          <p:to>
                                            <p:strVal val="visible"/>
                                          </p:to>
                                        </p:set>
                                        <p:anim calcmode="lin" valueType="num">
                                          <p:cBhvr additive="base">
                                            <p:cTn id="181" dur="250" fill="hold"/>
                                            <p:tgtEl>
                                              <p:spTgt spid="90"/>
                                            </p:tgtEl>
                                            <p:attrNameLst>
                                              <p:attrName>ppt_x</p:attrName>
                                            </p:attrNameLst>
                                          </p:cBhvr>
                                          <p:tavLst>
                                            <p:tav tm="0">
                                              <p:val>
                                                <p:strVal val="#ppt_x"/>
                                              </p:val>
                                            </p:tav>
                                            <p:tav tm="100000">
                                              <p:val>
                                                <p:strVal val="#ppt_x"/>
                                              </p:val>
                                            </p:tav>
                                          </p:tavLst>
                                        </p:anim>
                                        <p:anim calcmode="lin" valueType="num">
                                          <p:cBhvr additive="base">
                                            <p:cTn id="182" dur="250" fill="hold"/>
                                            <p:tgtEl>
                                              <p:spTgt spid="90"/>
                                            </p:tgtEl>
                                            <p:attrNameLst>
                                              <p:attrName>ppt_y</p:attrName>
                                            </p:attrNameLst>
                                          </p:cBhvr>
                                          <p:tavLst>
                                            <p:tav tm="0">
                                              <p:val>
                                                <p:strVal val="0-#ppt_h/2"/>
                                              </p:val>
                                            </p:tav>
                                            <p:tav tm="100000">
                                              <p:val>
                                                <p:strVal val="#ppt_y"/>
                                              </p:val>
                                            </p:tav>
                                          </p:tavLst>
                                        </p:anim>
                                      </p:childTnLst>
                                    </p:cTn>
                                  </p:par>
                                  <p:par>
                                    <p:cTn id="183" presetID="2" presetClass="entr" presetSubtype="1" fill="hold" nodeType="withEffect">
                                      <p:stCondLst>
                                        <p:cond delay="500"/>
                                      </p:stCondLst>
                                      <p:childTnLst>
                                        <p:set>
                                          <p:cBhvr>
                                            <p:cTn id="184" dur="1" fill="hold">
                                              <p:stCondLst>
                                                <p:cond delay="0"/>
                                              </p:stCondLst>
                                            </p:cTn>
                                            <p:tgtEl>
                                              <p:spTgt spid="105"/>
                                            </p:tgtEl>
                                            <p:attrNameLst>
                                              <p:attrName>style.visibility</p:attrName>
                                            </p:attrNameLst>
                                          </p:cBhvr>
                                          <p:to>
                                            <p:strVal val="visible"/>
                                          </p:to>
                                        </p:set>
                                        <p:anim calcmode="lin" valueType="num">
                                          <p:cBhvr additive="base">
                                            <p:cTn id="185" dur="250" fill="hold"/>
                                            <p:tgtEl>
                                              <p:spTgt spid="105"/>
                                            </p:tgtEl>
                                            <p:attrNameLst>
                                              <p:attrName>ppt_x</p:attrName>
                                            </p:attrNameLst>
                                          </p:cBhvr>
                                          <p:tavLst>
                                            <p:tav tm="0">
                                              <p:val>
                                                <p:strVal val="#ppt_x"/>
                                              </p:val>
                                            </p:tav>
                                            <p:tav tm="100000">
                                              <p:val>
                                                <p:strVal val="#ppt_x"/>
                                              </p:val>
                                            </p:tav>
                                          </p:tavLst>
                                        </p:anim>
                                        <p:anim calcmode="lin" valueType="num">
                                          <p:cBhvr additive="base">
                                            <p:cTn id="186" dur="250" fill="hold"/>
                                            <p:tgtEl>
                                              <p:spTgt spid="105"/>
                                            </p:tgtEl>
                                            <p:attrNameLst>
                                              <p:attrName>ppt_y</p:attrName>
                                            </p:attrNameLst>
                                          </p:cBhvr>
                                          <p:tavLst>
                                            <p:tav tm="0">
                                              <p:val>
                                                <p:strVal val="0-#ppt_h/2"/>
                                              </p:val>
                                            </p:tav>
                                            <p:tav tm="100000">
                                              <p:val>
                                                <p:strVal val="#ppt_y"/>
                                              </p:val>
                                            </p:tav>
                                          </p:tavLst>
                                        </p:anim>
                                      </p:childTnLst>
                                    </p:cTn>
                                  </p:par>
                                  <p:par>
                                    <p:cTn id="187" presetID="2" presetClass="entr" presetSubtype="1" fill="hold" nodeType="withEffect">
                                      <p:stCondLst>
                                        <p:cond delay="750"/>
                                      </p:stCondLst>
                                      <p:childTnLst>
                                        <p:set>
                                          <p:cBhvr>
                                            <p:cTn id="188" dur="1" fill="hold">
                                              <p:stCondLst>
                                                <p:cond delay="0"/>
                                              </p:stCondLst>
                                            </p:cTn>
                                            <p:tgtEl>
                                              <p:spTgt spid="91"/>
                                            </p:tgtEl>
                                            <p:attrNameLst>
                                              <p:attrName>style.visibility</p:attrName>
                                            </p:attrNameLst>
                                          </p:cBhvr>
                                          <p:to>
                                            <p:strVal val="visible"/>
                                          </p:to>
                                        </p:set>
                                        <p:anim calcmode="lin" valueType="num">
                                          <p:cBhvr additive="base">
                                            <p:cTn id="189" dur="250" fill="hold"/>
                                            <p:tgtEl>
                                              <p:spTgt spid="91"/>
                                            </p:tgtEl>
                                            <p:attrNameLst>
                                              <p:attrName>ppt_x</p:attrName>
                                            </p:attrNameLst>
                                          </p:cBhvr>
                                          <p:tavLst>
                                            <p:tav tm="0">
                                              <p:val>
                                                <p:strVal val="#ppt_x"/>
                                              </p:val>
                                            </p:tav>
                                            <p:tav tm="100000">
                                              <p:val>
                                                <p:strVal val="#ppt_x"/>
                                              </p:val>
                                            </p:tav>
                                          </p:tavLst>
                                        </p:anim>
                                        <p:anim calcmode="lin" valueType="num">
                                          <p:cBhvr additive="base">
                                            <p:cTn id="190" dur="250" fill="hold"/>
                                            <p:tgtEl>
                                              <p:spTgt spid="91"/>
                                            </p:tgtEl>
                                            <p:attrNameLst>
                                              <p:attrName>ppt_y</p:attrName>
                                            </p:attrNameLst>
                                          </p:cBhvr>
                                          <p:tavLst>
                                            <p:tav tm="0">
                                              <p:val>
                                                <p:strVal val="0-#ppt_h/2"/>
                                              </p:val>
                                            </p:tav>
                                            <p:tav tm="100000">
                                              <p:val>
                                                <p:strVal val="#ppt_y"/>
                                              </p:val>
                                            </p:tav>
                                          </p:tavLst>
                                        </p:anim>
                                      </p:childTnLst>
                                    </p:cTn>
                                  </p:par>
                                </p:childTnLst>
                              </p:cTn>
                            </p:par>
                          </p:childTnLst>
                        </p:cTn>
                      </p:par>
                      <p:par>
                        <p:cTn id="191" fill="hold">
                          <p:stCondLst>
                            <p:cond delay="indefinite"/>
                          </p:stCondLst>
                          <p:childTnLst>
                            <p:par>
                              <p:cTn id="192" fill="hold">
                                <p:stCondLst>
                                  <p:cond delay="0"/>
                                </p:stCondLst>
                                <p:childTnLst>
                                  <p:par>
                                    <p:cTn id="193" presetID="1" presetClass="mediacall" presetSubtype="0" fill="hold" nodeType="clickEffect">
                                      <p:stCondLst>
                                        <p:cond delay="0"/>
                                      </p:stCondLst>
                                      <p:childTnLst>
                                        <p:cmd type="call" cmd="playFrom(0.0)">
                                          <p:cBhvr>
                                            <p:cTn id="194" dur="417" fill="hold"/>
                                            <p:tgtEl>
                                              <p:spTgt spid="134"/>
                                            </p:tgtEl>
                                          </p:cBhvr>
                                        </p:cmd>
                                      </p:childTnLst>
                                    </p:cTn>
                                  </p:par>
                                </p:childTnLst>
                              </p:cTn>
                            </p:par>
                            <p:par>
                              <p:cTn id="195" fill="hold">
                                <p:stCondLst>
                                  <p:cond delay="417"/>
                                </p:stCondLst>
                                <p:childTnLst>
                                  <p:par>
                                    <p:cTn id="196" presetID="1" presetClass="mediacall" presetSubtype="0" fill="hold" nodeType="afterEffect">
                                      <p:stCondLst>
                                        <p:cond delay="0"/>
                                      </p:stCondLst>
                                      <p:childTnLst>
                                        <p:cmd type="call" cmd="playFrom(0.0)">
                                          <p:cBhvr>
                                            <p:cTn id="197" dur="888" fill="hold"/>
                                            <p:tgtEl>
                                              <p:spTgt spid="16"/>
                                            </p:tgtEl>
                                          </p:cBhvr>
                                        </p:cmd>
                                      </p:childTnLst>
                                    </p:cTn>
                                  </p:par>
                                  <p:par>
                                    <p:cTn id="198" presetID="2" presetClass="entr" presetSubtype="1" fill="hold" nodeType="withEffect">
                                      <p:stCondLst>
                                        <p:cond delay="0"/>
                                      </p:stCondLst>
                                      <p:childTnLst>
                                        <p:set>
                                          <p:cBhvr>
                                            <p:cTn id="199" dur="1" fill="hold">
                                              <p:stCondLst>
                                                <p:cond delay="0"/>
                                              </p:stCondLst>
                                            </p:cTn>
                                            <p:tgtEl>
                                              <p:spTgt spid="113"/>
                                            </p:tgtEl>
                                            <p:attrNameLst>
                                              <p:attrName>style.visibility</p:attrName>
                                            </p:attrNameLst>
                                          </p:cBhvr>
                                          <p:to>
                                            <p:strVal val="visible"/>
                                          </p:to>
                                        </p:set>
                                        <p:anim calcmode="lin" valueType="num">
                                          <p:cBhvr additive="base">
                                            <p:cTn id="200" dur="250" fill="hold"/>
                                            <p:tgtEl>
                                              <p:spTgt spid="113"/>
                                            </p:tgtEl>
                                            <p:attrNameLst>
                                              <p:attrName>ppt_x</p:attrName>
                                            </p:attrNameLst>
                                          </p:cBhvr>
                                          <p:tavLst>
                                            <p:tav tm="0">
                                              <p:val>
                                                <p:strVal val="#ppt_x"/>
                                              </p:val>
                                            </p:tav>
                                            <p:tav tm="100000">
                                              <p:val>
                                                <p:strVal val="#ppt_x"/>
                                              </p:val>
                                            </p:tav>
                                          </p:tavLst>
                                        </p:anim>
                                        <p:anim calcmode="lin" valueType="num">
                                          <p:cBhvr additive="base">
                                            <p:cTn id="201" dur="250" fill="hold"/>
                                            <p:tgtEl>
                                              <p:spTgt spid="113"/>
                                            </p:tgtEl>
                                            <p:attrNameLst>
                                              <p:attrName>ppt_y</p:attrName>
                                            </p:attrNameLst>
                                          </p:cBhvr>
                                          <p:tavLst>
                                            <p:tav tm="0">
                                              <p:val>
                                                <p:strVal val="0-#ppt_h/2"/>
                                              </p:val>
                                            </p:tav>
                                            <p:tav tm="100000">
                                              <p:val>
                                                <p:strVal val="#ppt_y"/>
                                              </p:val>
                                            </p:tav>
                                          </p:tavLst>
                                        </p:anim>
                                      </p:childTnLst>
                                    </p:cTn>
                                  </p:par>
                                  <p:par>
                                    <p:cTn id="202" presetID="2" presetClass="entr" presetSubtype="1" fill="hold" nodeType="withEffect">
                                      <p:stCondLst>
                                        <p:cond delay="0"/>
                                      </p:stCondLst>
                                      <p:childTnLst>
                                        <p:set>
                                          <p:cBhvr>
                                            <p:cTn id="203" dur="1" fill="hold">
                                              <p:stCondLst>
                                                <p:cond delay="0"/>
                                              </p:stCondLst>
                                            </p:cTn>
                                            <p:tgtEl>
                                              <p:spTgt spid="118"/>
                                            </p:tgtEl>
                                            <p:attrNameLst>
                                              <p:attrName>style.visibility</p:attrName>
                                            </p:attrNameLst>
                                          </p:cBhvr>
                                          <p:to>
                                            <p:strVal val="visible"/>
                                          </p:to>
                                        </p:set>
                                        <p:anim calcmode="lin" valueType="num">
                                          <p:cBhvr additive="base">
                                            <p:cTn id="204" dur="250" fill="hold"/>
                                            <p:tgtEl>
                                              <p:spTgt spid="118"/>
                                            </p:tgtEl>
                                            <p:attrNameLst>
                                              <p:attrName>ppt_x</p:attrName>
                                            </p:attrNameLst>
                                          </p:cBhvr>
                                          <p:tavLst>
                                            <p:tav tm="0">
                                              <p:val>
                                                <p:strVal val="#ppt_x"/>
                                              </p:val>
                                            </p:tav>
                                            <p:tav tm="100000">
                                              <p:val>
                                                <p:strVal val="#ppt_x"/>
                                              </p:val>
                                            </p:tav>
                                          </p:tavLst>
                                        </p:anim>
                                        <p:anim calcmode="lin" valueType="num">
                                          <p:cBhvr additive="base">
                                            <p:cTn id="205" dur="250" fill="hold"/>
                                            <p:tgtEl>
                                              <p:spTgt spid="118"/>
                                            </p:tgtEl>
                                            <p:attrNameLst>
                                              <p:attrName>ppt_y</p:attrName>
                                            </p:attrNameLst>
                                          </p:cBhvr>
                                          <p:tavLst>
                                            <p:tav tm="0">
                                              <p:val>
                                                <p:strVal val="0-#ppt_h/2"/>
                                              </p:val>
                                            </p:tav>
                                            <p:tav tm="100000">
                                              <p:val>
                                                <p:strVal val="#ppt_y"/>
                                              </p:val>
                                            </p:tav>
                                          </p:tavLst>
                                        </p:anim>
                                      </p:childTnLst>
                                    </p:cTn>
                                  </p:par>
                                  <p:par>
                                    <p:cTn id="206" presetID="2" presetClass="entr" presetSubtype="1" fill="hold" nodeType="withEffect">
                                      <p:stCondLst>
                                        <p:cond delay="0"/>
                                      </p:stCondLst>
                                      <p:childTnLst>
                                        <p:set>
                                          <p:cBhvr>
                                            <p:cTn id="207" dur="1" fill="hold">
                                              <p:stCondLst>
                                                <p:cond delay="0"/>
                                              </p:stCondLst>
                                            </p:cTn>
                                            <p:tgtEl>
                                              <p:spTgt spid="123"/>
                                            </p:tgtEl>
                                            <p:attrNameLst>
                                              <p:attrName>style.visibility</p:attrName>
                                            </p:attrNameLst>
                                          </p:cBhvr>
                                          <p:to>
                                            <p:strVal val="visible"/>
                                          </p:to>
                                        </p:set>
                                        <p:anim calcmode="lin" valueType="num">
                                          <p:cBhvr additive="base">
                                            <p:cTn id="208" dur="250" fill="hold"/>
                                            <p:tgtEl>
                                              <p:spTgt spid="123"/>
                                            </p:tgtEl>
                                            <p:attrNameLst>
                                              <p:attrName>ppt_x</p:attrName>
                                            </p:attrNameLst>
                                          </p:cBhvr>
                                          <p:tavLst>
                                            <p:tav tm="0">
                                              <p:val>
                                                <p:strVal val="#ppt_x"/>
                                              </p:val>
                                            </p:tav>
                                            <p:tav tm="100000">
                                              <p:val>
                                                <p:strVal val="#ppt_x"/>
                                              </p:val>
                                            </p:tav>
                                          </p:tavLst>
                                        </p:anim>
                                        <p:anim calcmode="lin" valueType="num">
                                          <p:cBhvr additive="base">
                                            <p:cTn id="209" dur="250" fill="hold"/>
                                            <p:tgtEl>
                                              <p:spTgt spid="123"/>
                                            </p:tgtEl>
                                            <p:attrNameLst>
                                              <p:attrName>ppt_y</p:attrName>
                                            </p:attrNameLst>
                                          </p:cBhvr>
                                          <p:tavLst>
                                            <p:tav tm="0">
                                              <p:val>
                                                <p:strVal val="0-#ppt_h/2"/>
                                              </p:val>
                                            </p:tav>
                                            <p:tav tm="100000">
                                              <p:val>
                                                <p:strVal val="#ppt_y"/>
                                              </p:val>
                                            </p:tav>
                                          </p:tavLst>
                                        </p:anim>
                                      </p:childTnLst>
                                    </p:cTn>
                                  </p:par>
                                  <p:par>
                                    <p:cTn id="210" presetID="2" presetClass="entr" presetSubtype="1" fill="hold" nodeType="withEffect">
                                      <p:stCondLst>
                                        <p:cond delay="0"/>
                                      </p:stCondLst>
                                      <p:childTnLst>
                                        <p:set>
                                          <p:cBhvr>
                                            <p:cTn id="211" dur="1" fill="hold">
                                              <p:stCondLst>
                                                <p:cond delay="0"/>
                                              </p:stCondLst>
                                            </p:cTn>
                                            <p:tgtEl>
                                              <p:spTgt spid="128"/>
                                            </p:tgtEl>
                                            <p:attrNameLst>
                                              <p:attrName>style.visibility</p:attrName>
                                            </p:attrNameLst>
                                          </p:cBhvr>
                                          <p:to>
                                            <p:strVal val="visible"/>
                                          </p:to>
                                        </p:set>
                                        <p:anim calcmode="lin" valueType="num">
                                          <p:cBhvr additive="base">
                                            <p:cTn id="212" dur="250" fill="hold"/>
                                            <p:tgtEl>
                                              <p:spTgt spid="128"/>
                                            </p:tgtEl>
                                            <p:attrNameLst>
                                              <p:attrName>ppt_x</p:attrName>
                                            </p:attrNameLst>
                                          </p:cBhvr>
                                          <p:tavLst>
                                            <p:tav tm="0">
                                              <p:val>
                                                <p:strVal val="#ppt_x"/>
                                              </p:val>
                                            </p:tav>
                                            <p:tav tm="100000">
                                              <p:val>
                                                <p:strVal val="#ppt_x"/>
                                              </p:val>
                                            </p:tav>
                                          </p:tavLst>
                                        </p:anim>
                                        <p:anim calcmode="lin" valueType="num">
                                          <p:cBhvr additive="base">
                                            <p:cTn id="213" dur="250" fill="hold"/>
                                            <p:tgtEl>
                                              <p:spTgt spid="128"/>
                                            </p:tgtEl>
                                            <p:attrNameLst>
                                              <p:attrName>ppt_y</p:attrName>
                                            </p:attrNameLst>
                                          </p:cBhvr>
                                          <p:tavLst>
                                            <p:tav tm="0">
                                              <p:val>
                                                <p:strVal val="0-#ppt_h/2"/>
                                              </p:val>
                                            </p:tav>
                                            <p:tav tm="100000">
                                              <p:val>
                                                <p:strVal val="#ppt_y"/>
                                              </p:val>
                                            </p:tav>
                                          </p:tavLst>
                                        </p:anim>
                                      </p:childTnLst>
                                    </p:cTn>
                                  </p:par>
                                  <p:par>
                                    <p:cTn id="214" presetID="2" presetClass="entr" presetSubtype="1" fill="hold" nodeType="withEffect">
                                      <p:stCondLst>
                                        <p:cond delay="250"/>
                                      </p:stCondLst>
                                      <p:childTnLst>
                                        <p:set>
                                          <p:cBhvr>
                                            <p:cTn id="215" dur="1" fill="hold">
                                              <p:stCondLst>
                                                <p:cond delay="0"/>
                                              </p:stCondLst>
                                            </p:cTn>
                                            <p:tgtEl>
                                              <p:spTgt spid="119"/>
                                            </p:tgtEl>
                                            <p:attrNameLst>
                                              <p:attrName>style.visibility</p:attrName>
                                            </p:attrNameLst>
                                          </p:cBhvr>
                                          <p:to>
                                            <p:strVal val="visible"/>
                                          </p:to>
                                        </p:set>
                                        <p:anim calcmode="lin" valueType="num">
                                          <p:cBhvr additive="base">
                                            <p:cTn id="216" dur="250" fill="hold"/>
                                            <p:tgtEl>
                                              <p:spTgt spid="119"/>
                                            </p:tgtEl>
                                            <p:attrNameLst>
                                              <p:attrName>ppt_x</p:attrName>
                                            </p:attrNameLst>
                                          </p:cBhvr>
                                          <p:tavLst>
                                            <p:tav tm="0">
                                              <p:val>
                                                <p:strVal val="#ppt_x"/>
                                              </p:val>
                                            </p:tav>
                                            <p:tav tm="100000">
                                              <p:val>
                                                <p:strVal val="#ppt_x"/>
                                              </p:val>
                                            </p:tav>
                                          </p:tavLst>
                                        </p:anim>
                                        <p:anim calcmode="lin" valueType="num">
                                          <p:cBhvr additive="base">
                                            <p:cTn id="217" dur="250" fill="hold"/>
                                            <p:tgtEl>
                                              <p:spTgt spid="119"/>
                                            </p:tgtEl>
                                            <p:attrNameLst>
                                              <p:attrName>ppt_y</p:attrName>
                                            </p:attrNameLst>
                                          </p:cBhvr>
                                          <p:tavLst>
                                            <p:tav tm="0">
                                              <p:val>
                                                <p:strVal val="0-#ppt_h/2"/>
                                              </p:val>
                                            </p:tav>
                                            <p:tav tm="100000">
                                              <p:val>
                                                <p:strVal val="#ppt_y"/>
                                              </p:val>
                                            </p:tav>
                                          </p:tavLst>
                                        </p:anim>
                                      </p:childTnLst>
                                    </p:cTn>
                                  </p:par>
                                  <p:par>
                                    <p:cTn id="218" presetID="2" presetClass="entr" presetSubtype="1" fill="hold" nodeType="withEffect">
                                      <p:stCondLst>
                                        <p:cond delay="250"/>
                                      </p:stCondLst>
                                      <p:childTnLst>
                                        <p:set>
                                          <p:cBhvr>
                                            <p:cTn id="219" dur="1" fill="hold">
                                              <p:stCondLst>
                                                <p:cond delay="0"/>
                                              </p:stCondLst>
                                            </p:cTn>
                                            <p:tgtEl>
                                              <p:spTgt spid="124"/>
                                            </p:tgtEl>
                                            <p:attrNameLst>
                                              <p:attrName>style.visibility</p:attrName>
                                            </p:attrNameLst>
                                          </p:cBhvr>
                                          <p:to>
                                            <p:strVal val="visible"/>
                                          </p:to>
                                        </p:set>
                                        <p:anim calcmode="lin" valueType="num">
                                          <p:cBhvr additive="base">
                                            <p:cTn id="220" dur="250" fill="hold"/>
                                            <p:tgtEl>
                                              <p:spTgt spid="124"/>
                                            </p:tgtEl>
                                            <p:attrNameLst>
                                              <p:attrName>ppt_x</p:attrName>
                                            </p:attrNameLst>
                                          </p:cBhvr>
                                          <p:tavLst>
                                            <p:tav tm="0">
                                              <p:val>
                                                <p:strVal val="#ppt_x"/>
                                              </p:val>
                                            </p:tav>
                                            <p:tav tm="100000">
                                              <p:val>
                                                <p:strVal val="#ppt_x"/>
                                              </p:val>
                                            </p:tav>
                                          </p:tavLst>
                                        </p:anim>
                                        <p:anim calcmode="lin" valueType="num">
                                          <p:cBhvr additive="base">
                                            <p:cTn id="221" dur="250" fill="hold"/>
                                            <p:tgtEl>
                                              <p:spTgt spid="124"/>
                                            </p:tgtEl>
                                            <p:attrNameLst>
                                              <p:attrName>ppt_y</p:attrName>
                                            </p:attrNameLst>
                                          </p:cBhvr>
                                          <p:tavLst>
                                            <p:tav tm="0">
                                              <p:val>
                                                <p:strVal val="0-#ppt_h/2"/>
                                              </p:val>
                                            </p:tav>
                                            <p:tav tm="100000">
                                              <p:val>
                                                <p:strVal val="#ppt_y"/>
                                              </p:val>
                                            </p:tav>
                                          </p:tavLst>
                                        </p:anim>
                                      </p:childTnLst>
                                    </p:cTn>
                                  </p:par>
                                  <p:par>
                                    <p:cTn id="222" presetID="2" presetClass="entr" presetSubtype="1" fill="hold" nodeType="withEffect">
                                      <p:stCondLst>
                                        <p:cond delay="250"/>
                                      </p:stCondLst>
                                      <p:childTnLst>
                                        <p:set>
                                          <p:cBhvr>
                                            <p:cTn id="223" dur="1" fill="hold">
                                              <p:stCondLst>
                                                <p:cond delay="0"/>
                                              </p:stCondLst>
                                            </p:cTn>
                                            <p:tgtEl>
                                              <p:spTgt spid="129"/>
                                            </p:tgtEl>
                                            <p:attrNameLst>
                                              <p:attrName>style.visibility</p:attrName>
                                            </p:attrNameLst>
                                          </p:cBhvr>
                                          <p:to>
                                            <p:strVal val="visible"/>
                                          </p:to>
                                        </p:set>
                                        <p:anim calcmode="lin" valueType="num">
                                          <p:cBhvr additive="base">
                                            <p:cTn id="224" dur="250" fill="hold"/>
                                            <p:tgtEl>
                                              <p:spTgt spid="129"/>
                                            </p:tgtEl>
                                            <p:attrNameLst>
                                              <p:attrName>ppt_x</p:attrName>
                                            </p:attrNameLst>
                                          </p:cBhvr>
                                          <p:tavLst>
                                            <p:tav tm="0">
                                              <p:val>
                                                <p:strVal val="#ppt_x"/>
                                              </p:val>
                                            </p:tav>
                                            <p:tav tm="100000">
                                              <p:val>
                                                <p:strVal val="#ppt_x"/>
                                              </p:val>
                                            </p:tav>
                                          </p:tavLst>
                                        </p:anim>
                                        <p:anim calcmode="lin" valueType="num">
                                          <p:cBhvr additive="base">
                                            <p:cTn id="225" dur="250" fill="hold"/>
                                            <p:tgtEl>
                                              <p:spTgt spid="129"/>
                                            </p:tgtEl>
                                            <p:attrNameLst>
                                              <p:attrName>ppt_y</p:attrName>
                                            </p:attrNameLst>
                                          </p:cBhvr>
                                          <p:tavLst>
                                            <p:tav tm="0">
                                              <p:val>
                                                <p:strVal val="0-#ppt_h/2"/>
                                              </p:val>
                                            </p:tav>
                                            <p:tav tm="100000">
                                              <p:val>
                                                <p:strVal val="#ppt_y"/>
                                              </p:val>
                                            </p:tav>
                                          </p:tavLst>
                                        </p:anim>
                                      </p:childTnLst>
                                    </p:cTn>
                                  </p:par>
                                  <p:par>
                                    <p:cTn id="226" presetID="2" presetClass="entr" presetSubtype="1" fill="hold" nodeType="withEffect">
                                      <p:stCondLst>
                                        <p:cond delay="500"/>
                                      </p:stCondLst>
                                      <p:childTnLst>
                                        <p:set>
                                          <p:cBhvr>
                                            <p:cTn id="227" dur="1" fill="hold">
                                              <p:stCondLst>
                                                <p:cond delay="0"/>
                                              </p:stCondLst>
                                            </p:cTn>
                                            <p:tgtEl>
                                              <p:spTgt spid="120"/>
                                            </p:tgtEl>
                                            <p:attrNameLst>
                                              <p:attrName>style.visibility</p:attrName>
                                            </p:attrNameLst>
                                          </p:cBhvr>
                                          <p:to>
                                            <p:strVal val="visible"/>
                                          </p:to>
                                        </p:set>
                                        <p:anim calcmode="lin" valueType="num">
                                          <p:cBhvr additive="base">
                                            <p:cTn id="228" dur="250" fill="hold"/>
                                            <p:tgtEl>
                                              <p:spTgt spid="120"/>
                                            </p:tgtEl>
                                            <p:attrNameLst>
                                              <p:attrName>ppt_x</p:attrName>
                                            </p:attrNameLst>
                                          </p:cBhvr>
                                          <p:tavLst>
                                            <p:tav tm="0">
                                              <p:val>
                                                <p:strVal val="#ppt_x"/>
                                              </p:val>
                                            </p:tav>
                                            <p:tav tm="100000">
                                              <p:val>
                                                <p:strVal val="#ppt_x"/>
                                              </p:val>
                                            </p:tav>
                                          </p:tavLst>
                                        </p:anim>
                                        <p:anim calcmode="lin" valueType="num">
                                          <p:cBhvr additive="base">
                                            <p:cTn id="229" dur="250" fill="hold"/>
                                            <p:tgtEl>
                                              <p:spTgt spid="120"/>
                                            </p:tgtEl>
                                            <p:attrNameLst>
                                              <p:attrName>ppt_y</p:attrName>
                                            </p:attrNameLst>
                                          </p:cBhvr>
                                          <p:tavLst>
                                            <p:tav tm="0">
                                              <p:val>
                                                <p:strVal val="0-#ppt_h/2"/>
                                              </p:val>
                                            </p:tav>
                                            <p:tav tm="100000">
                                              <p:val>
                                                <p:strVal val="#ppt_y"/>
                                              </p:val>
                                            </p:tav>
                                          </p:tavLst>
                                        </p:anim>
                                      </p:childTnLst>
                                    </p:cTn>
                                  </p:par>
                                  <p:par>
                                    <p:cTn id="230" presetID="2" presetClass="entr" presetSubtype="1" fill="hold" nodeType="withEffect">
                                      <p:stCondLst>
                                        <p:cond delay="500"/>
                                      </p:stCondLst>
                                      <p:childTnLst>
                                        <p:set>
                                          <p:cBhvr>
                                            <p:cTn id="231" dur="1" fill="hold">
                                              <p:stCondLst>
                                                <p:cond delay="0"/>
                                              </p:stCondLst>
                                            </p:cTn>
                                            <p:tgtEl>
                                              <p:spTgt spid="125"/>
                                            </p:tgtEl>
                                            <p:attrNameLst>
                                              <p:attrName>style.visibility</p:attrName>
                                            </p:attrNameLst>
                                          </p:cBhvr>
                                          <p:to>
                                            <p:strVal val="visible"/>
                                          </p:to>
                                        </p:set>
                                        <p:anim calcmode="lin" valueType="num">
                                          <p:cBhvr additive="base">
                                            <p:cTn id="232" dur="250" fill="hold"/>
                                            <p:tgtEl>
                                              <p:spTgt spid="125"/>
                                            </p:tgtEl>
                                            <p:attrNameLst>
                                              <p:attrName>ppt_x</p:attrName>
                                            </p:attrNameLst>
                                          </p:cBhvr>
                                          <p:tavLst>
                                            <p:tav tm="0">
                                              <p:val>
                                                <p:strVal val="#ppt_x"/>
                                              </p:val>
                                            </p:tav>
                                            <p:tav tm="100000">
                                              <p:val>
                                                <p:strVal val="#ppt_x"/>
                                              </p:val>
                                            </p:tav>
                                          </p:tavLst>
                                        </p:anim>
                                        <p:anim calcmode="lin" valueType="num">
                                          <p:cBhvr additive="base">
                                            <p:cTn id="233" dur="250" fill="hold"/>
                                            <p:tgtEl>
                                              <p:spTgt spid="125"/>
                                            </p:tgtEl>
                                            <p:attrNameLst>
                                              <p:attrName>ppt_y</p:attrName>
                                            </p:attrNameLst>
                                          </p:cBhvr>
                                          <p:tavLst>
                                            <p:tav tm="0">
                                              <p:val>
                                                <p:strVal val="0-#ppt_h/2"/>
                                              </p:val>
                                            </p:tav>
                                            <p:tav tm="100000">
                                              <p:val>
                                                <p:strVal val="#ppt_y"/>
                                              </p:val>
                                            </p:tav>
                                          </p:tavLst>
                                        </p:anim>
                                      </p:childTnLst>
                                    </p:cTn>
                                  </p:par>
                                  <p:par>
                                    <p:cTn id="234" presetID="2" presetClass="entr" presetSubtype="1" fill="hold" nodeType="withEffect">
                                      <p:stCondLst>
                                        <p:cond delay="750"/>
                                      </p:stCondLst>
                                      <p:childTnLst>
                                        <p:set>
                                          <p:cBhvr>
                                            <p:cTn id="235" dur="1" fill="hold">
                                              <p:stCondLst>
                                                <p:cond delay="0"/>
                                              </p:stCondLst>
                                            </p:cTn>
                                            <p:tgtEl>
                                              <p:spTgt spid="121"/>
                                            </p:tgtEl>
                                            <p:attrNameLst>
                                              <p:attrName>style.visibility</p:attrName>
                                            </p:attrNameLst>
                                          </p:cBhvr>
                                          <p:to>
                                            <p:strVal val="visible"/>
                                          </p:to>
                                        </p:set>
                                        <p:anim calcmode="lin" valueType="num">
                                          <p:cBhvr additive="base">
                                            <p:cTn id="236" dur="250" fill="hold"/>
                                            <p:tgtEl>
                                              <p:spTgt spid="121"/>
                                            </p:tgtEl>
                                            <p:attrNameLst>
                                              <p:attrName>ppt_x</p:attrName>
                                            </p:attrNameLst>
                                          </p:cBhvr>
                                          <p:tavLst>
                                            <p:tav tm="0">
                                              <p:val>
                                                <p:strVal val="#ppt_x"/>
                                              </p:val>
                                            </p:tav>
                                            <p:tav tm="100000">
                                              <p:val>
                                                <p:strVal val="#ppt_x"/>
                                              </p:val>
                                            </p:tav>
                                          </p:tavLst>
                                        </p:anim>
                                        <p:anim calcmode="lin" valueType="num">
                                          <p:cBhvr additive="base">
                                            <p:cTn id="237" dur="250" fill="hold"/>
                                            <p:tgtEl>
                                              <p:spTgt spid="121"/>
                                            </p:tgtEl>
                                            <p:attrNameLst>
                                              <p:attrName>ppt_y</p:attrName>
                                            </p:attrNameLst>
                                          </p:cBhvr>
                                          <p:tavLst>
                                            <p:tav tm="0">
                                              <p:val>
                                                <p:strVal val="0-#ppt_h/2"/>
                                              </p:val>
                                            </p:tav>
                                            <p:tav tm="100000">
                                              <p:val>
                                                <p:strVal val="#ppt_y"/>
                                              </p:val>
                                            </p:tav>
                                          </p:tavLst>
                                        </p:anim>
                                      </p:childTnLst>
                                    </p:cTn>
                                  </p:par>
                                </p:childTnLst>
                              </p:cTn>
                            </p:par>
                            <p:par>
                              <p:cTn id="238" fill="hold">
                                <p:stCondLst>
                                  <p:cond delay="1417"/>
                                </p:stCondLst>
                                <p:childTnLst>
                                  <p:par>
                                    <p:cTn id="239" presetID="10" presetClass="entr" presetSubtype="0" fill="hold" grpId="0" nodeType="afterEffect">
                                      <p:stCondLst>
                                        <p:cond delay="0"/>
                                      </p:stCondLst>
                                      <p:childTnLst>
                                        <p:set>
                                          <p:cBhvr>
                                            <p:cTn id="240" dur="1" fill="hold">
                                              <p:stCondLst>
                                                <p:cond delay="0"/>
                                              </p:stCondLst>
                                            </p:cTn>
                                            <p:tgtEl>
                                              <p:spTgt spid="140"/>
                                            </p:tgtEl>
                                            <p:attrNameLst>
                                              <p:attrName>style.visibility</p:attrName>
                                            </p:attrNameLst>
                                          </p:cBhvr>
                                          <p:to>
                                            <p:strVal val="visible"/>
                                          </p:to>
                                        </p:set>
                                        <p:animEffect transition="in" filter="fade">
                                          <p:cBhvr>
                                            <p:cTn id="241" dur="500"/>
                                            <p:tgtEl>
                                              <p:spTgt spid="140"/>
                                            </p:tgtEl>
                                          </p:cBhvr>
                                        </p:animEffect>
                                      </p:childTnLst>
                                    </p:cTn>
                                  </p:par>
                                </p:childTnLst>
                              </p:cTn>
                            </p:par>
                          </p:childTnLst>
                        </p:cTn>
                      </p:par>
                    </p:childTnLst>
                  </p:cTn>
                  <p:prevCondLst>
                    <p:cond evt="onPrev" delay="0">
                      <p:tgtEl>
                        <p:sldTgt/>
                      </p:tgtEl>
                    </p:cond>
                  </p:prevCondLst>
                  <p:nextCondLst>
                    <p:cond evt="onNext" delay="0">
                      <p:tgtEl>
                        <p:sldTgt/>
                      </p:tgtEl>
                    </p:cond>
                  </p:nextCondLst>
                </p:seq>
                <p:audio>
                  <p:cMediaNode vol="80000">
                    <p:cTn id="242" fill="hold" display="0">
                      <p:stCondLst>
                        <p:cond delay="indefinite"/>
                      </p:stCondLst>
                      <p:endCondLst>
                        <p:cond evt="onStopAudio" delay="0">
                          <p:tgtEl>
                            <p:sldTgt/>
                          </p:tgtEl>
                        </p:cond>
                      </p:endCondLst>
                    </p:cTn>
                    <p:tgtEl>
                      <p:spTgt spid="16"/>
                    </p:tgtEl>
                  </p:cMediaNode>
                </p:audio>
                <p:audio>
                  <p:cMediaNode vol="100000">
                    <p:cTn id="243" fill="hold" display="0">
                      <p:stCondLst>
                        <p:cond delay="indefinite"/>
                      </p:stCondLst>
                      <p:endCondLst>
                        <p:cond evt="onStopAudio" delay="0">
                          <p:tgtEl>
                            <p:sldTgt/>
                          </p:tgtEl>
                        </p:cond>
                      </p:endCondLst>
                    </p:cTn>
                    <p:tgtEl>
                      <p:spTgt spid="133"/>
                    </p:tgtEl>
                  </p:cMediaNode>
                </p:audio>
                <p:audio>
                  <p:cMediaNode vol="100000">
                    <p:cTn id="244" fill="hold" display="0">
                      <p:stCondLst>
                        <p:cond delay="indefinite"/>
                      </p:stCondLst>
                      <p:endCondLst>
                        <p:cond evt="onStopAudio" delay="0">
                          <p:tgtEl>
                            <p:sldTgt/>
                          </p:tgtEl>
                        </p:cond>
                      </p:endCondLst>
                    </p:cTn>
                    <p:tgtEl>
                      <p:spTgt spid="134"/>
                    </p:tgtEl>
                  </p:cMediaNode>
                </p:audio>
                <p:audio>
                  <p:cMediaNode vol="80000">
                    <p:cTn id="245" fill="hold" display="0">
                      <p:stCondLst>
                        <p:cond delay="indefinite"/>
                      </p:stCondLst>
                      <p:endCondLst>
                        <p:cond evt="onStopAudio" delay="0">
                          <p:tgtEl>
                            <p:sldTgt/>
                          </p:tgtEl>
                        </p:cond>
                      </p:endCondLst>
                    </p:cTn>
                    <p:tgtEl>
                      <p:spTgt spid="135"/>
                    </p:tgtEl>
                  </p:cMediaNode>
                </p:audio>
                <p:audio>
                  <p:cMediaNode vol="80000">
                    <p:cTn id="246" fill="hold" display="0">
                      <p:stCondLst>
                        <p:cond delay="indefinite"/>
                      </p:stCondLst>
                      <p:endCondLst>
                        <p:cond evt="onStopAudio" delay="0">
                          <p:tgtEl>
                            <p:sldTgt/>
                          </p:tgtEl>
                        </p:cond>
                      </p:endCondLst>
                    </p:cTn>
                    <p:tgtEl>
                      <p:spTgt spid="39"/>
                    </p:tgtEl>
                  </p:cMediaNode>
                </p:audio>
                <p:audio>
                  <p:cMediaNode vol="80000">
                    <p:cTn id="247" fill="hold" display="0">
                      <p:stCondLst>
                        <p:cond delay="indefinite"/>
                      </p:stCondLst>
                      <p:endCondLst>
                        <p:cond evt="onStopAudio" delay="0">
                          <p:tgtEl>
                            <p:sldTgt/>
                          </p:tgtEl>
                        </p:cond>
                      </p:endCondLst>
                    </p:cTn>
                    <p:tgtEl>
                      <p:spTgt spid="40"/>
                    </p:tgtEl>
                  </p:cMediaNode>
                </p:audio>
                <p:audio>
                  <p:cMediaNode vol="80000">
                    <p:cTn id="248" fill="hold" display="0">
                      <p:stCondLst>
                        <p:cond delay="indefinite"/>
                      </p:stCondLst>
                      <p:endCondLst>
                        <p:cond evt="onStopAudio" delay="0">
                          <p:tgtEl>
                            <p:sldTgt/>
                          </p:tgtEl>
                        </p:cond>
                      </p:endCondLst>
                    </p:cTn>
                    <p:tgtEl>
                      <p:spTgt spid="2"/>
                    </p:tgtEl>
                  </p:cMediaNode>
                </p:audio>
                <p:audio>
                  <p:cMediaNode vol="80000">
                    <p:cTn id="249" fill="hold" display="0">
                      <p:stCondLst>
                        <p:cond delay="indefinite"/>
                      </p:stCondLst>
                      <p:endCondLst>
                        <p:cond evt="onStopAudio" delay="0">
                          <p:tgtEl>
                            <p:sldTgt/>
                          </p:tgtEl>
                        </p:cond>
                      </p:endCondLst>
                    </p:cTn>
                    <p:tgtEl>
                      <p:spTgt spid="3"/>
                    </p:tgtEl>
                  </p:cMediaNode>
                </p:audio>
              </p:childTnLst>
            </p:cTn>
          </p:par>
        </p:tnLst>
        <p:bldLst>
          <p:bldP spid="136" grpId="0" animBg="1"/>
          <p:bldP spid="136" grpId="1" animBg="1"/>
          <p:bldP spid="137" grpId="0" animBg="1"/>
          <p:bldP spid="138" grpId="0" animBg="1"/>
          <p:bldP spid="139" grpId="0" animBg="1"/>
          <p:bldP spid="140" grpId="0" animBg="1"/>
        </p:bldLst>
      </p:timing>
    </mc:Fallback>
  </mc:AlternateContent>
</p:sld>
</file>

<file path=ppt/slides/slide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14" name="Baseplate"/>
          <p:cNvPicPr>
            <a:picLocks noChangeAspect="1"/>
          </p:cNvPicPr>
          <p:nvPr/>
        </p:nvPicPr>
        <p:blipFill>
          <a:blip r:embed="rId7" cstate="print">
            <a:extLst>
              <a:ext uri="{28A0092B-C50C-407E-A947-70E740481C1C}">
                <a14:useLocalDpi xmlns:a14="http://schemas.microsoft.com/office/drawing/2010/main" val="0"/>
              </a:ext>
            </a:extLst>
          </a:blip>
          <a:stretch>
            <a:fillRect/>
          </a:stretch>
        </p:blipFill>
        <p:spPr>
          <a:xfrm>
            <a:off x="-594469" y="-54465"/>
            <a:ext cx="15819338" cy="8503919"/>
          </a:xfrm>
          <a:prstGeom prst="rect">
            <a:avLst/>
          </a:prstGeom>
        </p:spPr>
      </p:pic>
      <p:pic>
        <p:nvPicPr>
          <p:cNvPr id="51" name="Timer 1x2"/>
          <p:cNvPicPr>
            <a:picLocks/>
          </p:cNvPicPr>
          <p:nvPr/>
        </p:nvPicPr>
        <p:blipFill>
          <a:blip r:embed="rId8" cstate="print">
            <a:extLst>
              <a:ext uri="{28A0092B-C50C-407E-A947-70E740481C1C}">
                <a14:useLocalDpi xmlns:a14="http://schemas.microsoft.com/office/drawing/2010/main" val="0"/>
              </a:ext>
            </a:extLst>
          </a:blip>
          <a:stretch>
            <a:fillRect/>
          </a:stretch>
        </p:blipFill>
        <p:spPr>
          <a:xfrm>
            <a:off x="13929822" y="-203906"/>
            <a:ext cx="832104" cy="529163"/>
          </a:xfrm>
          <a:prstGeom prst="rect">
            <a:avLst/>
          </a:prstGeom>
        </p:spPr>
      </p:pic>
      <p:pic>
        <p:nvPicPr>
          <p:cNvPr id="62" name="Blue Bricks 1"/>
          <p:cNvPicPr>
            <a:picLocks noChangeAspect="1"/>
          </p:cNvPicPr>
          <p:nvPr/>
        </p:nvPicPr>
        <p:blipFill>
          <a:blip r:embed="rId9" cstate="print">
            <a:extLst>
              <a:ext uri="{28A0092B-C50C-407E-A947-70E740481C1C}">
                <a14:useLocalDpi xmlns:a14="http://schemas.microsoft.com/office/drawing/2010/main" val="0"/>
              </a:ext>
            </a:extLst>
          </a:blip>
          <a:stretch>
            <a:fillRect/>
          </a:stretch>
        </p:blipFill>
        <p:spPr>
          <a:xfrm>
            <a:off x="4737100" y="3059476"/>
            <a:ext cx="3302000" cy="1724155"/>
          </a:xfrm>
          <a:prstGeom prst="rect">
            <a:avLst/>
          </a:prstGeom>
        </p:spPr>
      </p:pic>
      <p:pic>
        <p:nvPicPr>
          <p:cNvPr id="13" name="Green Bricks 1"/>
          <p:cNvPicPr>
            <a:picLocks noChangeAspect="1"/>
          </p:cNvPicPr>
          <p:nvPr/>
        </p:nvPicPr>
        <p:blipFill>
          <a:blip r:embed="rId10" cstate="print">
            <a:extLst>
              <a:ext uri="{28A0092B-C50C-407E-A947-70E740481C1C}">
                <a14:useLocalDpi xmlns:a14="http://schemas.microsoft.com/office/drawing/2010/main" val="0"/>
              </a:ext>
            </a:extLst>
          </a:blip>
          <a:stretch>
            <a:fillRect/>
          </a:stretch>
        </p:blipFill>
        <p:spPr>
          <a:xfrm>
            <a:off x="9286304" y="312925"/>
            <a:ext cx="3456007" cy="1724155"/>
          </a:xfrm>
          <a:prstGeom prst="rect">
            <a:avLst/>
          </a:prstGeom>
        </p:spPr>
      </p:pic>
      <p:sp>
        <p:nvSpPr>
          <p:cNvPr id="15" name="Green Cap 1"/>
          <p:cNvSpPr>
            <a:spLocks noChangeAspect="1"/>
          </p:cNvSpPr>
          <p:nvPr/>
        </p:nvSpPr>
        <p:spPr>
          <a:xfrm>
            <a:off x="9850629" y="204722"/>
            <a:ext cx="2907791" cy="1453896"/>
          </a:xfrm>
          <a:prstGeom prst="rect">
            <a:avLst/>
          </a:prstGeom>
          <a:solidFill>
            <a:srgbClr val="F4F4F4"/>
          </a:solidFill>
          <a:ln>
            <a:noFill/>
          </a:ln>
          <a:scene3d>
            <a:camera prst="orthographicFront">
              <a:rot lat="20400000" lon="21000000" rev="198000"/>
            </a:camera>
            <a:lightRig rig="balanced" dir="t"/>
          </a:scene3d>
          <a:sp3d extrusionH="165100" prstMaterial="metal">
            <a:bevelT w="19050" h="12700"/>
            <a:extrusionClr>
              <a:srgbClr val="F4F4F4"/>
            </a:extrusionClr>
          </a:sp3d>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sz="4400" spc="-200" dirty="0">
                <a:ln>
                  <a:solidFill>
                    <a:schemeClr val="tx1">
                      <a:lumMod val="85000"/>
                      <a:lumOff val="15000"/>
                    </a:schemeClr>
                  </a:solidFill>
                </a:ln>
                <a:solidFill>
                  <a:srgbClr val="04A043"/>
                </a:solidFill>
                <a:latin typeface="Poppins Medium" panose="00000600000000000000" pitchFamily="2" charset="0"/>
                <a:ea typeface="ZCOOL QingKe HuangYou" panose="00000500000000000000" pitchFamily="2" charset="0"/>
                <a:cs typeface="Poppins Medium" panose="00000600000000000000" pitchFamily="2" charset="0"/>
              </a:rPr>
              <a:t>get up</a:t>
            </a:r>
          </a:p>
        </p:txBody>
      </p:sp>
      <p:pic>
        <p:nvPicPr>
          <p:cNvPr id="30" name="Green Bricks 2"/>
          <p:cNvPicPr>
            <a:picLocks noChangeAspect="1"/>
          </p:cNvPicPr>
          <p:nvPr/>
        </p:nvPicPr>
        <p:blipFill>
          <a:blip r:embed="rId10" cstate="print">
            <a:extLst>
              <a:ext uri="{28A0092B-C50C-407E-A947-70E740481C1C}">
                <a14:useLocalDpi xmlns:a14="http://schemas.microsoft.com/office/drawing/2010/main" val="0"/>
              </a:ext>
            </a:extLst>
          </a:blip>
          <a:stretch>
            <a:fillRect/>
          </a:stretch>
        </p:blipFill>
        <p:spPr>
          <a:xfrm>
            <a:off x="9405482" y="2380201"/>
            <a:ext cx="3456007" cy="1724155"/>
          </a:xfrm>
          <a:prstGeom prst="rect">
            <a:avLst/>
          </a:prstGeom>
        </p:spPr>
      </p:pic>
      <p:sp>
        <p:nvSpPr>
          <p:cNvPr id="31" name="Green Cap 2"/>
          <p:cNvSpPr>
            <a:spLocks noChangeAspect="1"/>
          </p:cNvSpPr>
          <p:nvPr/>
        </p:nvSpPr>
        <p:spPr>
          <a:xfrm>
            <a:off x="9968739" y="2271998"/>
            <a:ext cx="2907791" cy="1453896"/>
          </a:xfrm>
          <a:prstGeom prst="rect">
            <a:avLst/>
          </a:prstGeom>
          <a:solidFill>
            <a:srgbClr val="F4F4F4"/>
          </a:solidFill>
          <a:ln>
            <a:noFill/>
          </a:ln>
          <a:scene3d>
            <a:camera prst="orthographicFront">
              <a:rot lat="20400000" lon="21000000" rev="198000"/>
            </a:camera>
            <a:lightRig rig="balanced" dir="t"/>
          </a:scene3d>
          <a:sp3d extrusionH="165100" prstMaterial="metal">
            <a:bevelT w="19050" h="12700"/>
            <a:extrusionClr>
              <a:srgbClr val="F4F4F4"/>
            </a:extrusionClr>
          </a:sp3d>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sz="4400" spc="-200" dirty="0">
                <a:ln>
                  <a:solidFill>
                    <a:schemeClr val="tx1">
                      <a:lumMod val="85000"/>
                      <a:lumOff val="15000"/>
                    </a:schemeClr>
                  </a:solidFill>
                </a:ln>
                <a:solidFill>
                  <a:srgbClr val="04A043"/>
                </a:solidFill>
                <a:latin typeface="Poppins Medium" panose="00000600000000000000" pitchFamily="2" charset="0"/>
                <a:ea typeface="ZCOOL QingKe HuangYou" panose="00000500000000000000" pitchFamily="2" charset="0"/>
                <a:cs typeface="Poppins Medium" panose="00000600000000000000" pitchFamily="2" charset="0"/>
              </a:rPr>
              <a:t>go to school</a:t>
            </a:r>
          </a:p>
        </p:txBody>
      </p:sp>
      <p:pic>
        <p:nvPicPr>
          <p:cNvPr id="33" name="Green Bricks 3"/>
          <p:cNvPicPr>
            <a:picLocks noChangeAspect="1"/>
          </p:cNvPicPr>
          <p:nvPr/>
        </p:nvPicPr>
        <p:blipFill>
          <a:blip r:embed="rId10" cstate="print">
            <a:extLst>
              <a:ext uri="{28A0092B-C50C-407E-A947-70E740481C1C}">
                <a14:useLocalDpi xmlns:a14="http://schemas.microsoft.com/office/drawing/2010/main" val="0"/>
              </a:ext>
            </a:extLst>
          </a:blip>
          <a:stretch>
            <a:fillRect/>
          </a:stretch>
        </p:blipFill>
        <p:spPr>
          <a:xfrm>
            <a:off x="9526095" y="4456170"/>
            <a:ext cx="3456007" cy="1724155"/>
          </a:xfrm>
          <a:prstGeom prst="rect">
            <a:avLst/>
          </a:prstGeom>
        </p:spPr>
      </p:pic>
      <p:sp>
        <p:nvSpPr>
          <p:cNvPr id="34" name="Green Cap 3"/>
          <p:cNvSpPr>
            <a:spLocks noChangeAspect="1"/>
          </p:cNvSpPr>
          <p:nvPr/>
        </p:nvSpPr>
        <p:spPr>
          <a:xfrm>
            <a:off x="10091929" y="4347967"/>
            <a:ext cx="2907791" cy="1453896"/>
          </a:xfrm>
          <a:prstGeom prst="rect">
            <a:avLst/>
          </a:prstGeom>
          <a:solidFill>
            <a:srgbClr val="F4F4F4"/>
          </a:solidFill>
          <a:ln>
            <a:noFill/>
          </a:ln>
          <a:scene3d>
            <a:camera prst="orthographicFront">
              <a:rot lat="20400000" lon="21000000" rev="198000"/>
            </a:camera>
            <a:lightRig rig="balanced" dir="t"/>
          </a:scene3d>
          <a:sp3d extrusionH="165100" prstMaterial="metal">
            <a:bevelT w="19050" h="12700"/>
            <a:extrusionClr>
              <a:srgbClr val="F4F4F4"/>
            </a:extrusionClr>
          </a:sp3d>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sz="4400" spc="-200" dirty="0">
                <a:ln>
                  <a:solidFill>
                    <a:schemeClr val="tx1">
                      <a:lumMod val="85000"/>
                      <a:lumOff val="15000"/>
                    </a:schemeClr>
                  </a:solidFill>
                </a:ln>
                <a:solidFill>
                  <a:srgbClr val="04A043"/>
                </a:solidFill>
                <a:latin typeface="Poppins Medium" panose="00000600000000000000" pitchFamily="2" charset="0"/>
                <a:ea typeface="ZCOOL QingKe HuangYou" panose="00000500000000000000" pitchFamily="2" charset="0"/>
                <a:cs typeface="Poppins Medium" panose="00000600000000000000" pitchFamily="2" charset="0"/>
              </a:rPr>
              <a:t>get home</a:t>
            </a:r>
          </a:p>
        </p:txBody>
      </p:sp>
      <p:pic>
        <p:nvPicPr>
          <p:cNvPr id="36" name="Green Bricks 4"/>
          <p:cNvPicPr>
            <a:picLocks noChangeAspect="1"/>
          </p:cNvPicPr>
          <p:nvPr/>
        </p:nvPicPr>
        <p:blipFill>
          <a:blip r:embed="rId10" cstate="print">
            <a:extLst>
              <a:ext uri="{28A0092B-C50C-407E-A947-70E740481C1C}">
                <a14:useLocalDpi xmlns:a14="http://schemas.microsoft.com/office/drawing/2010/main" val="0"/>
              </a:ext>
            </a:extLst>
          </a:blip>
          <a:stretch>
            <a:fillRect/>
          </a:stretch>
        </p:blipFill>
        <p:spPr>
          <a:xfrm>
            <a:off x="9635113" y="6523446"/>
            <a:ext cx="3456007" cy="1724155"/>
          </a:xfrm>
          <a:prstGeom prst="rect">
            <a:avLst/>
          </a:prstGeom>
        </p:spPr>
      </p:pic>
      <p:sp>
        <p:nvSpPr>
          <p:cNvPr id="37" name="Green Cap 4"/>
          <p:cNvSpPr>
            <a:spLocks noChangeAspect="1"/>
          </p:cNvSpPr>
          <p:nvPr/>
        </p:nvSpPr>
        <p:spPr>
          <a:xfrm>
            <a:off x="10201149" y="6415243"/>
            <a:ext cx="2907791" cy="1453896"/>
          </a:xfrm>
          <a:prstGeom prst="rect">
            <a:avLst/>
          </a:prstGeom>
          <a:solidFill>
            <a:srgbClr val="F4F4F4"/>
          </a:solidFill>
          <a:ln>
            <a:noFill/>
          </a:ln>
          <a:scene3d>
            <a:camera prst="orthographicFront">
              <a:rot lat="20400000" lon="21000000" rev="198000"/>
            </a:camera>
            <a:lightRig rig="balanced" dir="t"/>
          </a:scene3d>
          <a:sp3d extrusionH="165100" prstMaterial="metal">
            <a:bevelT w="19050" h="12700"/>
            <a:extrusionClr>
              <a:srgbClr val="F4F4F4"/>
            </a:extrusionClr>
          </a:sp3d>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sz="4400" spc="-200" dirty="0">
                <a:ln>
                  <a:solidFill>
                    <a:schemeClr val="tx1">
                      <a:lumMod val="85000"/>
                      <a:lumOff val="15000"/>
                    </a:schemeClr>
                  </a:solidFill>
                </a:ln>
                <a:solidFill>
                  <a:srgbClr val="04A043"/>
                </a:solidFill>
                <a:latin typeface="Poppins Medium" panose="00000600000000000000" pitchFamily="2" charset="0"/>
                <a:ea typeface="ZCOOL QingKe HuangYou" panose="00000500000000000000" pitchFamily="2" charset="0"/>
                <a:cs typeface="Poppins Medium" panose="00000600000000000000" pitchFamily="2" charset="0"/>
              </a:rPr>
              <a:t>go to bed</a:t>
            </a:r>
          </a:p>
        </p:txBody>
      </p:sp>
      <p:pic>
        <p:nvPicPr>
          <p:cNvPr id="60" name="Gold Coin 1">
            <a:extLst>
              <a:ext uri="{FF2B5EF4-FFF2-40B4-BE49-F238E27FC236}">
                <a16:creationId xmlns:a16="http://schemas.microsoft.com/office/drawing/2014/main" id="{33F162D1-96A8-A648-FF33-7753F93BBEDB}"/>
              </a:ext>
            </a:extLst>
          </p:cNvPr>
          <p:cNvPicPr>
            <a:picLocks noChangeAspect="1"/>
          </p:cNvPicPr>
          <p:nvPr/>
        </p:nvPicPr>
        <p:blipFill>
          <a:blip r:embed="rId11" cstate="print">
            <a:extLst>
              <a:ext uri="{28A0092B-C50C-407E-A947-70E740481C1C}">
                <a14:useLocalDpi xmlns:a14="http://schemas.microsoft.com/office/drawing/2010/main" val="0"/>
              </a:ext>
            </a:extLst>
          </a:blip>
          <a:stretch>
            <a:fillRect/>
          </a:stretch>
        </p:blipFill>
        <p:spPr>
          <a:xfrm>
            <a:off x="12861981" y="279730"/>
            <a:ext cx="400420" cy="374904"/>
          </a:xfrm>
          <a:prstGeom prst="rect">
            <a:avLst/>
          </a:prstGeom>
        </p:spPr>
      </p:pic>
      <p:pic>
        <p:nvPicPr>
          <p:cNvPr id="66" name="Gold Coin 2">
            <a:extLst>
              <a:ext uri="{FF2B5EF4-FFF2-40B4-BE49-F238E27FC236}">
                <a16:creationId xmlns:a16="http://schemas.microsoft.com/office/drawing/2014/main" id="{4368B9A9-122A-8CBA-384D-DFD6E78E620C}"/>
              </a:ext>
            </a:extLst>
          </p:cNvPr>
          <p:cNvPicPr>
            <a:picLocks noChangeAspect="1"/>
          </p:cNvPicPr>
          <p:nvPr/>
        </p:nvPicPr>
        <p:blipFill>
          <a:blip r:embed="rId11" cstate="print">
            <a:extLst>
              <a:ext uri="{28A0092B-C50C-407E-A947-70E740481C1C}">
                <a14:useLocalDpi xmlns:a14="http://schemas.microsoft.com/office/drawing/2010/main" val="0"/>
              </a:ext>
            </a:extLst>
          </a:blip>
          <a:stretch>
            <a:fillRect/>
          </a:stretch>
        </p:blipFill>
        <p:spPr>
          <a:xfrm>
            <a:off x="13589867" y="285826"/>
            <a:ext cx="400420" cy="374904"/>
          </a:xfrm>
          <a:prstGeom prst="rect">
            <a:avLst/>
          </a:prstGeom>
        </p:spPr>
      </p:pic>
      <p:pic>
        <p:nvPicPr>
          <p:cNvPr id="70" name="Gold Coin 1">
            <a:extLst>
              <a:ext uri="{FF2B5EF4-FFF2-40B4-BE49-F238E27FC236}">
                <a16:creationId xmlns:a16="http://schemas.microsoft.com/office/drawing/2014/main" id="{3B7D0744-80A8-1FC2-442C-222189E5278B}"/>
              </a:ext>
            </a:extLst>
          </p:cNvPr>
          <p:cNvPicPr>
            <a:picLocks noChangeAspect="1"/>
          </p:cNvPicPr>
          <p:nvPr/>
        </p:nvPicPr>
        <p:blipFill>
          <a:blip r:embed="rId11" cstate="print">
            <a:extLst>
              <a:ext uri="{28A0092B-C50C-407E-A947-70E740481C1C}">
                <a14:useLocalDpi xmlns:a14="http://schemas.microsoft.com/office/drawing/2010/main" val="0"/>
              </a:ext>
            </a:extLst>
          </a:blip>
          <a:stretch>
            <a:fillRect/>
          </a:stretch>
        </p:blipFill>
        <p:spPr>
          <a:xfrm>
            <a:off x="12976496" y="2355053"/>
            <a:ext cx="400420" cy="374904"/>
          </a:xfrm>
          <a:prstGeom prst="rect">
            <a:avLst/>
          </a:prstGeom>
        </p:spPr>
      </p:pic>
      <p:pic>
        <p:nvPicPr>
          <p:cNvPr id="86" name="Gold Coin 1">
            <a:extLst>
              <a:ext uri="{FF2B5EF4-FFF2-40B4-BE49-F238E27FC236}">
                <a16:creationId xmlns:a16="http://schemas.microsoft.com/office/drawing/2014/main" id="{00EB5791-C116-5603-3196-58CCC7D8FB8B}"/>
              </a:ext>
            </a:extLst>
          </p:cNvPr>
          <p:cNvPicPr>
            <a:picLocks noChangeAspect="1"/>
          </p:cNvPicPr>
          <p:nvPr/>
        </p:nvPicPr>
        <p:blipFill>
          <a:blip r:embed="rId11" cstate="print">
            <a:extLst>
              <a:ext uri="{28A0092B-C50C-407E-A947-70E740481C1C}">
                <a14:useLocalDpi xmlns:a14="http://schemas.microsoft.com/office/drawing/2010/main" val="0"/>
              </a:ext>
            </a:extLst>
          </a:blip>
          <a:stretch>
            <a:fillRect/>
          </a:stretch>
        </p:blipFill>
        <p:spPr>
          <a:xfrm>
            <a:off x="13094499" y="4419851"/>
            <a:ext cx="400420" cy="374904"/>
          </a:xfrm>
          <a:prstGeom prst="rect">
            <a:avLst/>
          </a:prstGeom>
        </p:spPr>
      </p:pic>
      <p:pic>
        <p:nvPicPr>
          <p:cNvPr id="87" name="Gold Coin 2">
            <a:extLst>
              <a:ext uri="{FF2B5EF4-FFF2-40B4-BE49-F238E27FC236}">
                <a16:creationId xmlns:a16="http://schemas.microsoft.com/office/drawing/2014/main" id="{04EE849F-B259-3214-96DE-E0857E35694A}"/>
              </a:ext>
            </a:extLst>
          </p:cNvPr>
          <p:cNvPicPr>
            <a:picLocks noChangeAspect="1"/>
          </p:cNvPicPr>
          <p:nvPr/>
        </p:nvPicPr>
        <p:blipFill>
          <a:blip r:embed="rId11" cstate="print">
            <a:extLst>
              <a:ext uri="{28A0092B-C50C-407E-A947-70E740481C1C}">
                <a14:useLocalDpi xmlns:a14="http://schemas.microsoft.com/office/drawing/2010/main" val="0"/>
              </a:ext>
            </a:extLst>
          </a:blip>
          <a:stretch>
            <a:fillRect/>
          </a:stretch>
        </p:blipFill>
        <p:spPr>
          <a:xfrm>
            <a:off x="13822385" y="4425947"/>
            <a:ext cx="400420" cy="374904"/>
          </a:xfrm>
          <a:prstGeom prst="rect">
            <a:avLst/>
          </a:prstGeom>
        </p:spPr>
      </p:pic>
      <p:pic>
        <p:nvPicPr>
          <p:cNvPr id="94" name="Gold Coin 3">
            <a:extLst>
              <a:ext uri="{FF2B5EF4-FFF2-40B4-BE49-F238E27FC236}">
                <a16:creationId xmlns:a16="http://schemas.microsoft.com/office/drawing/2014/main" id="{86EEADDC-F81E-7EDF-ED12-EFB1099C80FD}"/>
              </a:ext>
            </a:extLst>
          </p:cNvPr>
          <p:cNvPicPr>
            <a:picLocks noChangeAspect="1"/>
          </p:cNvPicPr>
          <p:nvPr/>
        </p:nvPicPr>
        <p:blipFill>
          <a:blip r:embed="rId11" cstate="print">
            <a:extLst>
              <a:ext uri="{28A0092B-C50C-407E-A947-70E740481C1C}">
                <a14:useLocalDpi xmlns:a14="http://schemas.microsoft.com/office/drawing/2010/main" val="0"/>
              </a:ext>
            </a:extLst>
          </a:blip>
          <a:stretch>
            <a:fillRect/>
          </a:stretch>
        </p:blipFill>
        <p:spPr>
          <a:xfrm>
            <a:off x="13129981" y="5116098"/>
            <a:ext cx="400420" cy="374904"/>
          </a:xfrm>
          <a:prstGeom prst="rect">
            <a:avLst/>
          </a:prstGeom>
        </p:spPr>
      </p:pic>
      <p:pic>
        <p:nvPicPr>
          <p:cNvPr id="97" name="Gold Coin 4">
            <a:extLst>
              <a:ext uri="{FF2B5EF4-FFF2-40B4-BE49-F238E27FC236}">
                <a16:creationId xmlns:a16="http://schemas.microsoft.com/office/drawing/2014/main" id="{E32DF5E5-4592-7BD1-9418-B0FFBDCC2AD6}"/>
              </a:ext>
            </a:extLst>
          </p:cNvPr>
          <p:cNvPicPr>
            <a:picLocks noChangeAspect="1"/>
          </p:cNvPicPr>
          <p:nvPr/>
        </p:nvPicPr>
        <p:blipFill>
          <a:blip r:embed="rId11" cstate="print">
            <a:extLst>
              <a:ext uri="{28A0092B-C50C-407E-A947-70E740481C1C}">
                <a14:useLocalDpi xmlns:a14="http://schemas.microsoft.com/office/drawing/2010/main" val="0"/>
              </a:ext>
            </a:extLst>
          </a:blip>
          <a:stretch>
            <a:fillRect/>
          </a:stretch>
        </p:blipFill>
        <p:spPr>
          <a:xfrm>
            <a:off x="13858961" y="5122194"/>
            <a:ext cx="400420" cy="374904"/>
          </a:xfrm>
          <a:prstGeom prst="rect">
            <a:avLst/>
          </a:prstGeom>
        </p:spPr>
      </p:pic>
      <p:pic>
        <p:nvPicPr>
          <p:cNvPr id="99" name="Gold Coin 1">
            <a:extLst>
              <a:ext uri="{FF2B5EF4-FFF2-40B4-BE49-F238E27FC236}">
                <a16:creationId xmlns:a16="http://schemas.microsoft.com/office/drawing/2014/main" id="{26C7DEF5-57B1-7E4E-AA37-5710E70C47CB}"/>
              </a:ext>
            </a:extLst>
          </p:cNvPr>
          <p:cNvPicPr>
            <a:picLocks noChangeAspect="1"/>
          </p:cNvPicPr>
          <p:nvPr/>
        </p:nvPicPr>
        <p:blipFill>
          <a:blip r:embed="rId11" cstate="print">
            <a:extLst>
              <a:ext uri="{28A0092B-C50C-407E-A947-70E740481C1C}">
                <a14:useLocalDpi xmlns:a14="http://schemas.microsoft.com/office/drawing/2010/main" val="0"/>
              </a:ext>
            </a:extLst>
          </a:blip>
          <a:stretch>
            <a:fillRect/>
          </a:stretch>
        </p:blipFill>
        <p:spPr>
          <a:xfrm>
            <a:off x="13201942" y="6483546"/>
            <a:ext cx="400420" cy="374904"/>
          </a:xfrm>
          <a:prstGeom prst="rect">
            <a:avLst/>
          </a:prstGeom>
        </p:spPr>
      </p:pic>
      <p:pic>
        <p:nvPicPr>
          <p:cNvPr id="100" name="Gold Coin 2">
            <a:extLst>
              <a:ext uri="{FF2B5EF4-FFF2-40B4-BE49-F238E27FC236}">
                <a16:creationId xmlns:a16="http://schemas.microsoft.com/office/drawing/2014/main" id="{0A1D69C2-2E70-A424-E49E-54013EACCB18}"/>
              </a:ext>
            </a:extLst>
          </p:cNvPr>
          <p:cNvPicPr>
            <a:picLocks noChangeAspect="1"/>
          </p:cNvPicPr>
          <p:nvPr/>
        </p:nvPicPr>
        <p:blipFill>
          <a:blip r:embed="rId11" cstate="print">
            <a:extLst>
              <a:ext uri="{28A0092B-C50C-407E-A947-70E740481C1C}">
                <a14:useLocalDpi xmlns:a14="http://schemas.microsoft.com/office/drawing/2010/main" val="0"/>
              </a:ext>
            </a:extLst>
          </a:blip>
          <a:stretch>
            <a:fillRect/>
          </a:stretch>
        </p:blipFill>
        <p:spPr>
          <a:xfrm>
            <a:off x="13929828" y="6489642"/>
            <a:ext cx="400420" cy="374904"/>
          </a:xfrm>
          <a:prstGeom prst="rect">
            <a:avLst/>
          </a:prstGeom>
        </p:spPr>
      </p:pic>
      <p:pic>
        <p:nvPicPr>
          <p:cNvPr id="101" name="Gold Coin 3">
            <a:extLst>
              <a:ext uri="{FF2B5EF4-FFF2-40B4-BE49-F238E27FC236}">
                <a16:creationId xmlns:a16="http://schemas.microsoft.com/office/drawing/2014/main" id="{97A89C44-7688-60B7-E71C-4DF20EE50994}"/>
              </a:ext>
            </a:extLst>
          </p:cNvPr>
          <p:cNvPicPr>
            <a:picLocks noChangeAspect="1"/>
          </p:cNvPicPr>
          <p:nvPr/>
        </p:nvPicPr>
        <p:blipFill>
          <a:blip r:embed="rId11" cstate="print">
            <a:extLst>
              <a:ext uri="{28A0092B-C50C-407E-A947-70E740481C1C}">
                <a14:useLocalDpi xmlns:a14="http://schemas.microsoft.com/office/drawing/2010/main" val="0"/>
              </a:ext>
            </a:extLst>
          </a:blip>
          <a:stretch>
            <a:fillRect/>
          </a:stretch>
        </p:blipFill>
        <p:spPr>
          <a:xfrm>
            <a:off x="13237424" y="7179793"/>
            <a:ext cx="400420" cy="374904"/>
          </a:xfrm>
          <a:prstGeom prst="rect">
            <a:avLst/>
          </a:prstGeom>
        </p:spPr>
      </p:pic>
      <p:pic>
        <p:nvPicPr>
          <p:cNvPr id="5" name="Points Reveal 1.mp3">
            <a:hlinkClick r:id="" action="ppaction://media"/>
          </p:cNvPr>
          <p:cNvPicPr>
            <a:picLocks noChangeAspect="1"/>
          </p:cNvPicPr>
          <p:nvPr>
            <a:audioFile r:link="rId2"/>
            <p:extLst>
              <p:ext uri="{DAA4B4D4-6D71-4841-9C94-3DE7FCFB9230}">
                <p14:media xmlns:p14="http://schemas.microsoft.com/office/powerpoint/2010/main" r:embed="rId1"/>
              </p:ext>
            </p:extLst>
          </p:nvPr>
        </p:nvPicPr>
        <p:blipFill>
          <a:blip r:embed="rId12"/>
          <a:stretch>
            <a:fillRect/>
          </a:stretch>
        </p:blipFill>
        <p:spPr>
          <a:xfrm>
            <a:off x="1905000" y="8528098"/>
            <a:ext cx="487363" cy="487363"/>
          </a:xfrm>
          <a:prstGeom prst="rect">
            <a:avLst/>
          </a:prstGeom>
        </p:spPr>
      </p:pic>
      <p:pic>
        <p:nvPicPr>
          <p:cNvPr id="7" name="Points Reveal 2.mp3">
            <a:hlinkClick r:id="" action="ppaction://media"/>
          </p:cNvPr>
          <p:cNvPicPr>
            <a:picLocks noChangeAspect="1"/>
          </p:cNvPicPr>
          <p:nvPr>
            <a:audioFile r:link="rId4"/>
            <p:extLst>
              <p:ext uri="{DAA4B4D4-6D71-4841-9C94-3DE7FCFB9230}">
                <p14:media xmlns:p14="http://schemas.microsoft.com/office/powerpoint/2010/main" r:embed="rId3"/>
              </p:ext>
            </p:extLst>
          </p:nvPr>
        </p:nvPicPr>
        <p:blipFill>
          <a:blip r:embed="rId12"/>
          <a:stretch>
            <a:fillRect/>
          </a:stretch>
        </p:blipFill>
        <p:spPr>
          <a:xfrm>
            <a:off x="2743200" y="8534400"/>
            <a:ext cx="487363" cy="487363"/>
          </a:xfrm>
          <a:prstGeom prst="rect">
            <a:avLst/>
          </a:prstGeom>
        </p:spPr>
      </p:pic>
      <p:pic>
        <p:nvPicPr>
          <p:cNvPr id="8" name="Blue Bricks 1">
            <a:extLst>
              <a:ext uri="{FF2B5EF4-FFF2-40B4-BE49-F238E27FC236}">
                <a16:creationId xmlns:a16="http://schemas.microsoft.com/office/drawing/2014/main" id="{F3E2273C-7D1A-64BA-9A06-46173C48F56C}"/>
              </a:ext>
            </a:extLst>
          </p:cNvPr>
          <p:cNvPicPr>
            <a:picLocks noChangeAspect="1"/>
          </p:cNvPicPr>
          <p:nvPr/>
        </p:nvPicPr>
        <p:blipFill>
          <a:blip r:embed="rId9" cstate="print">
            <a:extLst>
              <a:ext uri="{28A0092B-C50C-407E-A947-70E740481C1C}">
                <a14:useLocalDpi xmlns:a14="http://schemas.microsoft.com/office/drawing/2010/main" val="0"/>
              </a:ext>
            </a:extLst>
          </a:blip>
          <a:stretch>
            <a:fillRect/>
          </a:stretch>
        </p:blipFill>
        <p:spPr>
          <a:xfrm>
            <a:off x="2059686" y="3059475"/>
            <a:ext cx="3302000" cy="1724155"/>
          </a:xfrm>
          <a:prstGeom prst="rect">
            <a:avLst/>
          </a:prstGeom>
        </p:spPr>
      </p:pic>
      <p:pic>
        <p:nvPicPr>
          <p:cNvPr id="18" name="Blue Bricks 1">
            <a:extLst>
              <a:ext uri="{FF2B5EF4-FFF2-40B4-BE49-F238E27FC236}">
                <a16:creationId xmlns:a16="http://schemas.microsoft.com/office/drawing/2014/main" id="{79F3CE2F-FECB-DE64-E2B0-E1FA6F98EFCF}"/>
              </a:ext>
            </a:extLst>
          </p:cNvPr>
          <p:cNvPicPr>
            <a:picLocks noChangeAspect="1"/>
          </p:cNvPicPr>
          <p:nvPr/>
        </p:nvPicPr>
        <p:blipFill>
          <a:blip r:embed="rId9" cstate="print">
            <a:extLst>
              <a:ext uri="{28A0092B-C50C-407E-A947-70E740481C1C}">
                <a14:useLocalDpi xmlns:a14="http://schemas.microsoft.com/office/drawing/2010/main" val="0"/>
              </a:ext>
            </a:extLst>
          </a:blip>
          <a:stretch>
            <a:fillRect/>
          </a:stretch>
        </p:blipFill>
        <p:spPr>
          <a:xfrm>
            <a:off x="236366" y="3057900"/>
            <a:ext cx="3302000" cy="1724155"/>
          </a:xfrm>
          <a:prstGeom prst="rect">
            <a:avLst/>
          </a:prstGeom>
        </p:spPr>
      </p:pic>
      <p:sp>
        <p:nvSpPr>
          <p:cNvPr id="79" name="Blue Cap 1"/>
          <p:cNvSpPr>
            <a:spLocks noChangeAspect="1"/>
          </p:cNvSpPr>
          <p:nvPr/>
        </p:nvSpPr>
        <p:spPr>
          <a:xfrm>
            <a:off x="404311" y="2951273"/>
            <a:ext cx="7652969" cy="1453896"/>
          </a:xfrm>
          <a:prstGeom prst="rect">
            <a:avLst/>
          </a:prstGeom>
          <a:solidFill>
            <a:srgbClr val="F4F4F4"/>
          </a:solidFill>
          <a:ln>
            <a:noFill/>
          </a:ln>
          <a:scene3d>
            <a:camera prst="orthographicFront">
              <a:rot lat="20400000" lon="21000000" rev="198000"/>
            </a:camera>
            <a:lightRig rig="balanced" dir="t"/>
          </a:scene3d>
          <a:sp3d extrusionH="165100" prstMaterial="metal">
            <a:bevelT w="19050" h="12700"/>
            <a:extrusionClr>
              <a:srgbClr val="F4F4F4"/>
            </a:extrusionClr>
          </a:sp3d>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sz="4400" spc="-200" dirty="0">
                <a:ln>
                  <a:solidFill>
                    <a:schemeClr val="tx1">
                      <a:lumMod val="85000"/>
                      <a:lumOff val="15000"/>
                    </a:schemeClr>
                  </a:solidFill>
                </a:ln>
                <a:solidFill>
                  <a:srgbClr val="106DDE"/>
                </a:solidFill>
                <a:latin typeface="Poppins Medium" panose="00000600000000000000" pitchFamily="2" charset="0"/>
                <a:ea typeface="ZCOOL QingKe HuangYou" panose="00000500000000000000" pitchFamily="2" charset="0"/>
                <a:cs typeface="Poppins Medium" panose="00000600000000000000" pitchFamily="2" charset="0"/>
              </a:rPr>
              <a:t>What time do you</a:t>
            </a:r>
          </a:p>
        </p:txBody>
      </p:sp>
    </p:spTree>
    <p:extLst>
      <p:ext uri="{BB962C8B-B14F-4D97-AF65-F5344CB8AC3E}">
        <p14:creationId xmlns:p14="http://schemas.microsoft.com/office/powerpoint/2010/main" val="4229137099"/>
      </p:ext>
    </p:extLst>
  </p:cSld>
  <p:clrMapOvr>
    <a:masterClrMapping/>
  </p:clrMapOvr>
  <mc:AlternateContent xmlns:mc="http://schemas.openxmlformats.org/markup-compatibility/2006" xmlns:p14="http://schemas.microsoft.com/office/powerpoint/2010/main">
    <mc:Choice Requires="p14">
      <p:transition spd="slow" p14:dur="1300">
        <p14:pan/>
      </p:transition>
    </mc:Choice>
    <mc:Fallback xmlns="">
      <p:transition spd="slow">
        <p:fade/>
      </p:transition>
    </mc:Fallback>
  </mc:AlternateContent>
  <p:timing>
    <p:tnLst>
      <p:par>
        <p:cTn id="1" dur="indefinite" restart="never" nodeType="tmRoot">
          <p:childTnLst>
            <p:seq concurrent="1" nextAc="seek">
              <p:cTn id="2" dur="indefinite" nodeType="mainSeq">
                <p:childTnLst>
                  <p:par>
                    <p:cTn id="3" fill="hold">
                      <p:stCondLst>
                        <p:cond delay="indefinite"/>
                        <p:cond evt="onBegin" delay="0">
                          <p:tn val="2"/>
                        </p:cond>
                      </p:stCondLst>
                      <p:childTnLst>
                        <p:par>
                          <p:cTn id="4" fill="hold">
                            <p:stCondLst>
                              <p:cond delay="0"/>
                            </p:stCondLst>
                            <p:childTnLst>
                              <p:par>
                                <p:cTn id="5" presetID="0" presetClass="path" presetSubtype="0" fill="hold" nodeType="withEffect">
                                  <p:stCondLst>
                                    <p:cond delay="0"/>
                                  </p:stCondLst>
                                  <p:childTnLst>
                                    <p:animMotion origin="layout" path="M 0.00021 -0.00077 L 0.00021 -0.0216 L -0.02518 -0.0216 L -0.02518 0.00039 L -0.02518 -0.0216 L -0.04926 -0.0216 L -0.04992 -0.00077 L -0.04926 -0.0216 L -0.07466 -0.0216 L -0.07531 -0.00174 L -0.07531 -0.0216 L -0.0994 -0.0216 L -0.10005 -0.00174 L -0.10059 -0.0216 L -0.12424 -0.0216 L -0.12479 -0.00174 L -0.12479 -0.02045 L -0.14953 -0.0216 L -0.14953 -0.00289 L -0.14953 -0.0216 L -0.17426 -0.02276 L -0.17426 -0.00174 L -0.17492 -0.0216 L -0.19835 -0.02276 L -0.199 -0.00174 L -0.199 -0.02276 L -0.22385 -0.02276 L -0.22385 -0.00174 L -0.22385 -0.02276 L -0.24913 -0.02276 L -0.24848 -0.00289 L -0.24848 -0.02276 L -0.27387 -0.02276 L -0.27387 -0.00174 L -0.27387 -0.02276 L -0.29818 -0.02276 L -0.29818 -0.00174 L -0.29872 -0.02276 L -0.32346 -0.02276 L -0.32346 -0.00174 L -0.324 -0.02276 L -0.34755 -0.02276 L -0.34755 -0.00174 L -0.3469 -0.02392 L -0.37175 -0.02392 L -0.37229 -0.00289 L -0.37229 -0.02392 L -0.39768 -0.02392 L -0.39768 -0.00174 L -0.39703 -0.02488 L -0.42177 -0.02488 L -0.42242 -0.00174 L -0.42242 -0.02488 L -0.44662 -0.02488 L -0.44716 -0.00289 L -0.44716 -0.02488 L -0.4719 -0.02488 L -0.4719 -0.00289 L -0.47125 -0.02488 L -0.49664 -0.02488 L -0.49664 -0.00289 L -0.4961 -0.02604 L -0.52138 -0.02604 L -0.52138 -0.00174 L -0.52138 -0.02604 L -0.54623 -0.02604 L -0.54623 -0.00405 L -0.54623 -0.02604 L -0.57042 -0.02604 L -0.57042 -0.00289 L -0.57107 -0.02604 L -0.59571 -0.02604 L -0.59571 -0.00405 L -0.59505 -0.02604 L -0.61979 -0.02604 L -0.62045 -0.00405 L -0.62045 -0.02604 L -0.64594 -0.02604 L -0.64594 -0.00405 L -0.64594 -0.0272 L -0.67058 -0.0272 L -0.66992 -0.00289 L -0.67058 -0.02604 L -0.69532 -0.02604 L -0.69466 -0.00405 L -0.69597 -0.02604 L -0.72016 -0.02604 L -0.72081 -0.00405 L -0.72016 -0.0272 L -0.74414 -0.0272 L -0.7436 -0.00289 L -0.74414 -0.02604 L -0.76953 -0.02604 L -0.76953 -0.00405 L -0.76953 -0.02604 L -0.79373 -0.02604 L -0.79373 -0.00405 L -0.79373 -0.02488 L -0.81847 -0.02488 L -0.81912 -0.00521 L -0.81847 -0.02488 L -0.84386 -0.02488 L -0.84386 -0.00405 L -0.84386 -0.02488 L -0.8686 -0.02488 L -0.8686 -0.00405 L -0.8686 -0.02488 L -0.89334 -0.02488 L -0.89334 -0.00405 L -0.89334 -0.02488 L -0.91808 -0.02488 L -0.91808 -0.00521 L -0.91808 -0.02604 L -0.94282 -0.02604 L -0.94282 -0.00637 L -0.94282 -0.02604 L -0.96756 -0.02604 L -0.96756 -0.00521 L -0.96756 -0.02604 L -0.99176 -0.02604 L -0.9923 -0.00637 " pathEditMode="relative" ptsTypes="AAAAAAAAAAAAAAAAAAAAAAAAAAAAAAAAAAAAAAAAAAAAAAAAAAAAAAAAAAAAAAAAAAAAAAAAAAAAAAAAAAAAAAAAAAAAAAAAAAAAAAAAAAAAAAAAAAAAAAAAA">
                                      <p:cBhvr>
                                        <p:cTn id="6" dur="40000" fill="hold"/>
                                        <p:tgtEl>
                                          <p:spTgt spid="51"/>
                                        </p:tgtEl>
                                        <p:attrNameLst>
                                          <p:attrName>ppt_x</p:attrName>
                                          <p:attrName>ppt_y</p:attrName>
                                        </p:attrNameLst>
                                      </p:cBhvr>
                                    </p:animMotion>
                                  </p:childTnLst>
                                </p:cTn>
                              </p:par>
                            </p:childTnLst>
                          </p:cTn>
                        </p:par>
                      </p:childTnLst>
                    </p:cTn>
                  </p:par>
                  <p:par>
                    <p:cTn id="7" fill="hold">
                      <p:stCondLst>
                        <p:cond delay="indefinite"/>
                      </p:stCondLst>
                      <p:childTnLst>
                        <p:par>
                          <p:cTn id="8" fill="hold">
                            <p:stCondLst>
                              <p:cond delay="0"/>
                            </p:stCondLst>
                            <p:childTnLst>
                              <p:par>
                                <p:cTn id="9" presetID="1" presetClass="mediacall" presetSubtype="0" fill="hold" nodeType="clickEffect">
                                  <p:stCondLst>
                                    <p:cond delay="0"/>
                                  </p:stCondLst>
                                  <p:childTnLst>
                                    <p:cmd type="call" cmd="playFrom(0.0)">
                                      <p:cBhvr>
                                        <p:cTn id="10" dur="417" fill="hold"/>
                                        <p:tgtEl>
                                          <p:spTgt spid="5"/>
                                        </p:tgtEl>
                                      </p:cBhvr>
                                    </p:cmd>
                                  </p:childTnLst>
                                </p:cTn>
                              </p:par>
                            </p:childTnLst>
                          </p:cTn>
                        </p:par>
                      </p:childTnLst>
                    </p:cTn>
                  </p:par>
                  <p:par>
                    <p:cTn id="11" fill="hold">
                      <p:stCondLst>
                        <p:cond delay="indefinite"/>
                      </p:stCondLst>
                      <p:childTnLst>
                        <p:par>
                          <p:cTn id="12" fill="hold">
                            <p:stCondLst>
                              <p:cond delay="0"/>
                            </p:stCondLst>
                            <p:childTnLst>
                              <p:par>
                                <p:cTn id="13" presetID="1" presetClass="mediacall" presetSubtype="0" fill="hold" nodeType="clickEffect">
                                  <p:stCondLst>
                                    <p:cond delay="0"/>
                                  </p:stCondLst>
                                  <p:childTnLst>
                                    <p:cmd type="call" cmd="playFrom(0.0)">
                                      <p:cBhvr>
                                        <p:cTn id="14" dur="417" fill="hold"/>
                                        <p:tgtEl>
                                          <p:spTgt spid="7"/>
                                        </p:tgtEl>
                                      </p:cBhvr>
                                    </p:cmd>
                                  </p:childTnLst>
                                </p:cTn>
                              </p:par>
                              <p:par>
                                <p:cTn id="15" presetID="2" presetClass="entr" presetSubtype="1" fill="hold" nodeType="withEffect">
                                  <p:stCondLst>
                                    <p:cond delay="0"/>
                                  </p:stCondLst>
                                  <p:childTnLst>
                                    <p:set>
                                      <p:cBhvr>
                                        <p:cTn id="16" dur="1" fill="hold">
                                          <p:stCondLst>
                                            <p:cond delay="0"/>
                                          </p:stCondLst>
                                        </p:cTn>
                                        <p:tgtEl>
                                          <p:spTgt spid="60"/>
                                        </p:tgtEl>
                                        <p:attrNameLst>
                                          <p:attrName>style.visibility</p:attrName>
                                        </p:attrNameLst>
                                      </p:cBhvr>
                                      <p:to>
                                        <p:strVal val="visible"/>
                                      </p:to>
                                    </p:set>
                                    <p:anim calcmode="lin" valueType="num">
                                      <p:cBhvr additive="base">
                                        <p:cTn id="17" dur="250" fill="hold"/>
                                        <p:tgtEl>
                                          <p:spTgt spid="60"/>
                                        </p:tgtEl>
                                        <p:attrNameLst>
                                          <p:attrName>ppt_x</p:attrName>
                                        </p:attrNameLst>
                                      </p:cBhvr>
                                      <p:tavLst>
                                        <p:tav tm="0">
                                          <p:val>
                                            <p:strVal val="#ppt_x"/>
                                          </p:val>
                                        </p:tav>
                                        <p:tav tm="100000">
                                          <p:val>
                                            <p:strVal val="#ppt_x"/>
                                          </p:val>
                                        </p:tav>
                                      </p:tavLst>
                                    </p:anim>
                                    <p:anim calcmode="lin" valueType="num">
                                      <p:cBhvr additive="base">
                                        <p:cTn id="18" dur="250" fill="hold"/>
                                        <p:tgtEl>
                                          <p:spTgt spid="60"/>
                                        </p:tgtEl>
                                        <p:attrNameLst>
                                          <p:attrName>ppt_y</p:attrName>
                                        </p:attrNameLst>
                                      </p:cBhvr>
                                      <p:tavLst>
                                        <p:tav tm="0">
                                          <p:val>
                                            <p:strVal val="0-#ppt_h/2"/>
                                          </p:val>
                                        </p:tav>
                                        <p:tav tm="100000">
                                          <p:val>
                                            <p:strVal val="#ppt_y"/>
                                          </p:val>
                                        </p:tav>
                                      </p:tavLst>
                                    </p:anim>
                                  </p:childTnLst>
                                </p:cTn>
                              </p:par>
                              <p:par>
                                <p:cTn id="19" presetID="2" presetClass="entr" presetSubtype="1" fill="hold" nodeType="withEffect">
                                  <p:stCondLst>
                                    <p:cond delay="0"/>
                                  </p:stCondLst>
                                  <p:childTnLst>
                                    <p:set>
                                      <p:cBhvr>
                                        <p:cTn id="20" dur="1" fill="hold">
                                          <p:stCondLst>
                                            <p:cond delay="0"/>
                                          </p:stCondLst>
                                        </p:cTn>
                                        <p:tgtEl>
                                          <p:spTgt spid="70"/>
                                        </p:tgtEl>
                                        <p:attrNameLst>
                                          <p:attrName>style.visibility</p:attrName>
                                        </p:attrNameLst>
                                      </p:cBhvr>
                                      <p:to>
                                        <p:strVal val="visible"/>
                                      </p:to>
                                    </p:set>
                                    <p:anim calcmode="lin" valueType="num">
                                      <p:cBhvr additive="base">
                                        <p:cTn id="21" dur="250" fill="hold"/>
                                        <p:tgtEl>
                                          <p:spTgt spid="70"/>
                                        </p:tgtEl>
                                        <p:attrNameLst>
                                          <p:attrName>ppt_x</p:attrName>
                                        </p:attrNameLst>
                                      </p:cBhvr>
                                      <p:tavLst>
                                        <p:tav tm="0">
                                          <p:val>
                                            <p:strVal val="#ppt_x"/>
                                          </p:val>
                                        </p:tav>
                                        <p:tav tm="100000">
                                          <p:val>
                                            <p:strVal val="#ppt_x"/>
                                          </p:val>
                                        </p:tav>
                                      </p:tavLst>
                                    </p:anim>
                                    <p:anim calcmode="lin" valueType="num">
                                      <p:cBhvr additive="base">
                                        <p:cTn id="22" dur="250" fill="hold"/>
                                        <p:tgtEl>
                                          <p:spTgt spid="70"/>
                                        </p:tgtEl>
                                        <p:attrNameLst>
                                          <p:attrName>ppt_y</p:attrName>
                                        </p:attrNameLst>
                                      </p:cBhvr>
                                      <p:tavLst>
                                        <p:tav tm="0">
                                          <p:val>
                                            <p:strVal val="0-#ppt_h/2"/>
                                          </p:val>
                                        </p:tav>
                                        <p:tav tm="100000">
                                          <p:val>
                                            <p:strVal val="#ppt_y"/>
                                          </p:val>
                                        </p:tav>
                                      </p:tavLst>
                                    </p:anim>
                                  </p:childTnLst>
                                </p:cTn>
                              </p:par>
                              <p:par>
                                <p:cTn id="23" presetID="2" presetClass="entr" presetSubtype="1" fill="hold" nodeType="withEffect">
                                  <p:stCondLst>
                                    <p:cond delay="0"/>
                                  </p:stCondLst>
                                  <p:childTnLst>
                                    <p:set>
                                      <p:cBhvr>
                                        <p:cTn id="24" dur="1" fill="hold">
                                          <p:stCondLst>
                                            <p:cond delay="0"/>
                                          </p:stCondLst>
                                        </p:cTn>
                                        <p:tgtEl>
                                          <p:spTgt spid="86"/>
                                        </p:tgtEl>
                                        <p:attrNameLst>
                                          <p:attrName>style.visibility</p:attrName>
                                        </p:attrNameLst>
                                      </p:cBhvr>
                                      <p:to>
                                        <p:strVal val="visible"/>
                                      </p:to>
                                    </p:set>
                                    <p:anim calcmode="lin" valueType="num">
                                      <p:cBhvr additive="base">
                                        <p:cTn id="25" dur="250" fill="hold"/>
                                        <p:tgtEl>
                                          <p:spTgt spid="86"/>
                                        </p:tgtEl>
                                        <p:attrNameLst>
                                          <p:attrName>ppt_x</p:attrName>
                                        </p:attrNameLst>
                                      </p:cBhvr>
                                      <p:tavLst>
                                        <p:tav tm="0">
                                          <p:val>
                                            <p:strVal val="#ppt_x"/>
                                          </p:val>
                                        </p:tav>
                                        <p:tav tm="100000">
                                          <p:val>
                                            <p:strVal val="#ppt_x"/>
                                          </p:val>
                                        </p:tav>
                                      </p:tavLst>
                                    </p:anim>
                                    <p:anim calcmode="lin" valueType="num">
                                      <p:cBhvr additive="base">
                                        <p:cTn id="26" dur="250" fill="hold"/>
                                        <p:tgtEl>
                                          <p:spTgt spid="86"/>
                                        </p:tgtEl>
                                        <p:attrNameLst>
                                          <p:attrName>ppt_y</p:attrName>
                                        </p:attrNameLst>
                                      </p:cBhvr>
                                      <p:tavLst>
                                        <p:tav tm="0">
                                          <p:val>
                                            <p:strVal val="0-#ppt_h/2"/>
                                          </p:val>
                                        </p:tav>
                                        <p:tav tm="100000">
                                          <p:val>
                                            <p:strVal val="#ppt_y"/>
                                          </p:val>
                                        </p:tav>
                                      </p:tavLst>
                                    </p:anim>
                                  </p:childTnLst>
                                </p:cTn>
                              </p:par>
                              <p:par>
                                <p:cTn id="27" presetID="2" presetClass="entr" presetSubtype="1" fill="hold" nodeType="withEffect">
                                  <p:stCondLst>
                                    <p:cond delay="0"/>
                                  </p:stCondLst>
                                  <p:childTnLst>
                                    <p:set>
                                      <p:cBhvr>
                                        <p:cTn id="28" dur="1" fill="hold">
                                          <p:stCondLst>
                                            <p:cond delay="0"/>
                                          </p:stCondLst>
                                        </p:cTn>
                                        <p:tgtEl>
                                          <p:spTgt spid="99"/>
                                        </p:tgtEl>
                                        <p:attrNameLst>
                                          <p:attrName>style.visibility</p:attrName>
                                        </p:attrNameLst>
                                      </p:cBhvr>
                                      <p:to>
                                        <p:strVal val="visible"/>
                                      </p:to>
                                    </p:set>
                                    <p:anim calcmode="lin" valueType="num">
                                      <p:cBhvr additive="base">
                                        <p:cTn id="29" dur="250" fill="hold"/>
                                        <p:tgtEl>
                                          <p:spTgt spid="99"/>
                                        </p:tgtEl>
                                        <p:attrNameLst>
                                          <p:attrName>ppt_x</p:attrName>
                                        </p:attrNameLst>
                                      </p:cBhvr>
                                      <p:tavLst>
                                        <p:tav tm="0">
                                          <p:val>
                                            <p:strVal val="#ppt_x"/>
                                          </p:val>
                                        </p:tav>
                                        <p:tav tm="100000">
                                          <p:val>
                                            <p:strVal val="#ppt_x"/>
                                          </p:val>
                                        </p:tav>
                                      </p:tavLst>
                                    </p:anim>
                                    <p:anim calcmode="lin" valueType="num">
                                      <p:cBhvr additive="base">
                                        <p:cTn id="30" dur="250" fill="hold"/>
                                        <p:tgtEl>
                                          <p:spTgt spid="99"/>
                                        </p:tgtEl>
                                        <p:attrNameLst>
                                          <p:attrName>ppt_y</p:attrName>
                                        </p:attrNameLst>
                                      </p:cBhvr>
                                      <p:tavLst>
                                        <p:tav tm="0">
                                          <p:val>
                                            <p:strVal val="0-#ppt_h/2"/>
                                          </p:val>
                                        </p:tav>
                                        <p:tav tm="100000">
                                          <p:val>
                                            <p:strVal val="#ppt_y"/>
                                          </p:val>
                                        </p:tav>
                                      </p:tavLst>
                                    </p:anim>
                                  </p:childTnLst>
                                </p:cTn>
                              </p:par>
                              <p:par>
                                <p:cTn id="31" presetID="2" presetClass="entr" presetSubtype="1" fill="hold" nodeType="withEffect">
                                  <p:stCondLst>
                                    <p:cond delay="250"/>
                                  </p:stCondLst>
                                  <p:childTnLst>
                                    <p:set>
                                      <p:cBhvr>
                                        <p:cTn id="32" dur="1" fill="hold">
                                          <p:stCondLst>
                                            <p:cond delay="0"/>
                                          </p:stCondLst>
                                        </p:cTn>
                                        <p:tgtEl>
                                          <p:spTgt spid="66"/>
                                        </p:tgtEl>
                                        <p:attrNameLst>
                                          <p:attrName>style.visibility</p:attrName>
                                        </p:attrNameLst>
                                      </p:cBhvr>
                                      <p:to>
                                        <p:strVal val="visible"/>
                                      </p:to>
                                    </p:set>
                                    <p:anim calcmode="lin" valueType="num">
                                      <p:cBhvr additive="base">
                                        <p:cTn id="33" dur="250" fill="hold"/>
                                        <p:tgtEl>
                                          <p:spTgt spid="66"/>
                                        </p:tgtEl>
                                        <p:attrNameLst>
                                          <p:attrName>ppt_x</p:attrName>
                                        </p:attrNameLst>
                                      </p:cBhvr>
                                      <p:tavLst>
                                        <p:tav tm="0">
                                          <p:val>
                                            <p:strVal val="#ppt_x"/>
                                          </p:val>
                                        </p:tav>
                                        <p:tav tm="100000">
                                          <p:val>
                                            <p:strVal val="#ppt_x"/>
                                          </p:val>
                                        </p:tav>
                                      </p:tavLst>
                                    </p:anim>
                                    <p:anim calcmode="lin" valueType="num">
                                      <p:cBhvr additive="base">
                                        <p:cTn id="34" dur="250" fill="hold"/>
                                        <p:tgtEl>
                                          <p:spTgt spid="66"/>
                                        </p:tgtEl>
                                        <p:attrNameLst>
                                          <p:attrName>ppt_y</p:attrName>
                                        </p:attrNameLst>
                                      </p:cBhvr>
                                      <p:tavLst>
                                        <p:tav tm="0">
                                          <p:val>
                                            <p:strVal val="0-#ppt_h/2"/>
                                          </p:val>
                                        </p:tav>
                                        <p:tav tm="100000">
                                          <p:val>
                                            <p:strVal val="#ppt_y"/>
                                          </p:val>
                                        </p:tav>
                                      </p:tavLst>
                                    </p:anim>
                                  </p:childTnLst>
                                </p:cTn>
                              </p:par>
                              <p:par>
                                <p:cTn id="35" presetID="2" presetClass="entr" presetSubtype="1" fill="hold" nodeType="withEffect">
                                  <p:stCondLst>
                                    <p:cond delay="250"/>
                                  </p:stCondLst>
                                  <p:childTnLst>
                                    <p:set>
                                      <p:cBhvr>
                                        <p:cTn id="36" dur="1" fill="hold">
                                          <p:stCondLst>
                                            <p:cond delay="0"/>
                                          </p:stCondLst>
                                        </p:cTn>
                                        <p:tgtEl>
                                          <p:spTgt spid="87"/>
                                        </p:tgtEl>
                                        <p:attrNameLst>
                                          <p:attrName>style.visibility</p:attrName>
                                        </p:attrNameLst>
                                      </p:cBhvr>
                                      <p:to>
                                        <p:strVal val="visible"/>
                                      </p:to>
                                    </p:set>
                                    <p:anim calcmode="lin" valueType="num">
                                      <p:cBhvr additive="base">
                                        <p:cTn id="37" dur="250" fill="hold"/>
                                        <p:tgtEl>
                                          <p:spTgt spid="87"/>
                                        </p:tgtEl>
                                        <p:attrNameLst>
                                          <p:attrName>ppt_x</p:attrName>
                                        </p:attrNameLst>
                                      </p:cBhvr>
                                      <p:tavLst>
                                        <p:tav tm="0">
                                          <p:val>
                                            <p:strVal val="#ppt_x"/>
                                          </p:val>
                                        </p:tav>
                                        <p:tav tm="100000">
                                          <p:val>
                                            <p:strVal val="#ppt_x"/>
                                          </p:val>
                                        </p:tav>
                                      </p:tavLst>
                                    </p:anim>
                                    <p:anim calcmode="lin" valueType="num">
                                      <p:cBhvr additive="base">
                                        <p:cTn id="38" dur="250" fill="hold"/>
                                        <p:tgtEl>
                                          <p:spTgt spid="87"/>
                                        </p:tgtEl>
                                        <p:attrNameLst>
                                          <p:attrName>ppt_y</p:attrName>
                                        </p:attrNameLst>
                                      </p:cBhvr>
                                      <p:tavLst>
                                        <p:tav tm="0">
                                          <p:val>
                                            <p:strVal val="0-#ppt_h/2"/>
                                          </p:val>
                                        </p:tav>
                                        <p:tav tm="100000">
                                          <p:val>
                                            <p:strVal val="#ppt_y"/>
                                          </p:val>
                                        </p:tav>
                                      </p:tavLst>
                                    </p:anim>
                                  </p:childTnLst>
                                </p:cTn>
                              </p:par>
                              <p:par>
                                <p:cTn id="39" presetID="2" presetClass="entr" presetSubtype="1" fill="hold" nodeType="withEffect">
                                  <p:stCondLst>
                                    <p:cond delay="250"/>
                                  </p:stCondLst>
                                  <p:childTnLst>
                                    <p:set>
                                      <p:cBhvr>
                                        <p:cTn id="40" dur="1" fill="hold">
                                          <p:stCondLst>
                                            <p:cond delay="0"/>
                                          </p:stCondLst>
                                        </p:cTn>
                                        <p:tgtEl>
                                          <p:spTgt spid="100"/>
                                        </p:tgtEl>
                                        <p:attrNameLst>
                                          <p:attrName>style.visibility</p:attrName>
                                        </p:attrNameLst>
                                      </p:cBhvr>
                                      <p:to>
                                        <p:strVal val="visible"/>
                                      </p:to>
                                    </p:set>
                                    <p:anim calcmode="lin" valueType="num">
                                      <p:cBhvr additive="base">
                                        <p:cTn id="41" dur="250" fill="hold"/>
                                        <p:tgtEl>
                                          <p:spTgt spid="100"/>
                                        </p:tgtEl>
                                        <p:attrNameLst>
                                          <p:attrName>ppt_x</p:attrName>
                                        </p:attrNameLst>
                                      </p:cBhvr>
                                      <p:tavLst>
                                        <p:tav tm="0">
                                          <p:val>
                                            <p:strVal val="#ppt_x"/>
                                          </p:val>
                                        </p:tav>
                                        <p:tav tm="100000">
                                          <p:val>
                                            <p:strVal val="#ppt_x"/>
                                          </p:val>
                                        </p:tav>
                                      </p:tavLst>
                                    </p:anim>
                                    <p:anim calcmode="lin" valueType="num">
                                      <p:cBhvr additive="base">
                                        <p:cTn id="42" dur="250" fill="hold"/>
                                        <p:tgtEl>
                                          <p:spTgt spid="100"/>
                                        </p:tgtEl>
                                        <p:attrNameLst>
                                          <p:attrName>ppt_y</p:attrName>
                                        </p:attrNameLst>
                                      </p:cBhvr>
                                      <p:tavLst>
                                        <p:tav tm="0">
                                          <p:val>
                                            <p:strVal val="0-#ppt_h/2"/>
                                          </p:val>
                                        </p:tav>
                                        <p:tav tm="100000">
                                          <p:val>
                                            <p:strVal val="#ppt_y"/>
                                          </p:val>
                                        </p:tav>
                                      </p:tavLst>
                                    </p:anim>
                                  </p:childTnLst>
                                </p:cTn>
                              </p:par>
                              <p:par>
                                <p:cTn id="43" presetID="2" presetClass="entr" presetSubtype="1" fill="hold" nodeType="withEffect">
                                  <p:stCondLst>
                                    <p:cond delay="500"/>
                                  </p:stCondLst>
                                  <p:childTnLst>
                                    <p:set>
                                      <p:cBhvr>
                                        <p:cTn id="44" dur="1" fill="hold">
                                          <p:stCondLst>
                                            <p:cond delay="0"/>
                                          </p:stCondLst>
                                        </p:cTn>
                                        <p:tgtEl>
                                          <p:spTgt spid="94"/>
                                        </p:tgtEl>
                                        <p:attrNameLst>
                                          <p:attrName>style.visibility</p:attrName>
                                        </p:attrNameLst>
                                      </p:cBhvr>
                                      <p:to>
                                        <p:strVal val="visible"/>
                                      </p:to>
                                    </p:set>
                                    <p:anim calcmode="lin" valueType="num">
                                      <p:cBhvr additive="base">
                                        <p:cTn id="45" dur="250" fill="hold"/>
                                        <p:tgtEl>
                                          <p:spTgt spid="94"/>
                                        </p:tgtEl>
                                        <p:attrNameLst>
                                          <p:attrName>ppt_x</p:attrName>
                                        </p:attrNameLst>
                                      </p:cBhvr>
                                      <p:tavLst>
                                        <p:tav tm="0">
                                          <p:val>
                                            <p:strVal val="#ppt_x"/>
                                          </p:val>
                                        </p:tav>
                                        <p:tav tm="100000">
                                          <p:val>
                                            <p:strVal val="#ppt_x"/>
                                          </p:val>
                                        </p:tav>
                                      </p:tavLst>
                                    </p:anim>
                                    <p:anim calcmode="lin" valueType="num">
                                      <p:cBhvr additive="base">
                                        <p:cTn id="46" dur="250" fill="hold"/>
                                        <p:tgtEl>
                                          <p:spTgt spid="94"/>
                                        </p:tgtEl>
                                        <p:attrNameLst>
                                          <p:attrName>ppt_y</p:attrName>
                                        </p:attrNameLst>
                                      </p:cBhvr>
                                      <p:tavLst>
                                        <p:tav tm="0">
                                          <p:val>
                                            <p:strVal val="0-#ppt_h/2"/>
                                          </p:val>
                                        </p:tav>
                                        <p:tav tm="100000">
                                          <p:val>
                                            <p:strVal val="#ppt_y"/>
                                          </p:val>
                                        </p:tav>
                                      </p:tavLst>
                                    </p:anim>
                                  </p:childTnLst>
                                </p:cTn>
                              </p:par>
                              <p:par>
                                <p:cTn id="47" presetID="2" presetClass="entr" presetSubtype="1" fill="hold" nodeType="withEffect">
                                  <p:stCondLst>
                                    <p:cond delay="500"/>
                                  </p:stCondLst>
                                  <p:childTnLst>
                                    <p:set>
                                      <p:cBhvr>
                                        <p:cTn id="48" dur="1" fill="hold">
                                          <p:stCondLst>
                                            <p:cond delay="0"/>
                                          </p:stCondLst>
                                        </p:cTn>
                                        <p:tgtEl>
                                          <p:spTgt spid="101"/>
                                        </p:tgtEl>
                                        <p:attrNameLst>
                                          <p:attrName>style.visibility</p:attrName>
                                        </p:attrNameLst>
                                      </p:cBhvr>
                                      <p:to>
                                        <p:strVal val="visible"/>
                                      </p:to>
                                    </p:set>
                                    <p:anim calcmode="lin" valueType="num">
                                      <p:cBhvr additive="base">
                                        <p:cTn id="49" dur="250" fill="hold"/>
                                        <p:tgtEl>
                                          <p:spTgt spid="101"/>
                                        </p:tgtEl>
                                        <p:attrNameLst>
                                          <p:attrName>ppt_x</p:attrName>
                                        </p:attrNameLst>
                                      </p:cBhvr>
                                      <p:tavLst>
                                        <p:tav tm="0">
                                          <p:val>
                                            <p:strVal val="#ppt_x"/>
                                          </p:val>
                                        </p:tav>
                                        <p:tav tm="100000">
                                          <p:val>
                                            <p:strVal val="#ppt_x"/>
                                          </p:val>
                                        </p:tav>
                                      </p:tavLst>
                                    </p:anim>
                                    <p:anim calcmode="lin" valueType="num">
                                      <p:cBhvr additive="base">
                                        <p:cTn id="50" dur="250" fill="hold"/>
                                        <p:tgtEl>
                                          <p:spTgt spid="101"/>
                                        </p:tgtEl>
                                        <p:attrNameLst>
                                          <p:attrName>ppt_y</p:attrName>
                                        </p:attrNameLst>
                                      </p:cBhvr>
                                      <p:tavLst>
                                        <p:tav tm="0">
                                          <p:val>
                                            <p:strVal val="0-#ppt_h/2"/>
                                          </p:val>
                                        </p:tav>
                                        <p:tav tm="100000">
                                          <p:val>
                                            <p:strVal val="#ppt_y"/>
                                          </p:val>
                                        </p:tav>
                                      </p:tavLst>
                                    </p:anim>
                                  </p:childTnLst>
                                </p:cTn>
                              </p:par>
                              <p:par>
                                <p:cTn id="51" presetID="2" presetClass="entr" presetSubtype="1" fill="hold" nodeType="withEffect">
                                  <p:stCondLst>
                                    <p:cond delay="750"/>
                                  </p:stCondLst>
                                  <p:childTnLst>
                                    <p:set>
                                      <p:cBhvr>
                                        <p:cTn id="52" dur="1" fill="hold">
                                          <p:stCondLst>
                                            <p:cond delay="0"/>
                                          </p:stCondLst>
                                        </p:cTn>
                                        <p:tgtEl>
                                          <p:spTgt spid="97"/>
                                        </p:tgtEl>
                                        <p:attrNameLst>
                                          <p:attrName>style.visibility</p:attrName>
                                        </p:attrNameLst>
                                      </p:cBhvr>
                                      <p:to>
                                        <p:strVal val="visible"/>
                                      </p:to>
                                    </p:set>
                                    <p:anim calcmode="lin" valueType="num">
                                      <p:cBhvr additive="base">
                                        <p:cTn id="53" dur="250" fill="hold"/>
                                        <p:tgtEl>
                                          <p:spTgt spid="97"/>
                                        </p:tgtEl>
                                        <p:attrNameLst>
                                          <p:attrName>ppt_x</p:attrName>
                                        </p:attrNameLst>
                                      </p:cBhvr>
                                      <p:tavLst>
                                        <p:tav tm="0">
                                          <p:val>
                                            <p:strVal val="#ppt_x"/>
                                          </p:val>
                                        </p:tav>
                                        <p:tav tm="100000">
                                          <p:val>
                                            <p:strVal val="#ppt_x"/>
                                          </p:val>
                                        </p:tav>
                                      </p:tavLst>
                                    </p:anim>
                                    <p:anim calcmode="lin" valueType="num">
                                      <p:cBhvr additive="base">
                                        <p:cTn id="54" dur="250" fill="hold"/>
                                        <p:tgtEl>
                                          <p:spTgt spid="97"/>
                                        </p:tgtEl>
                                        <p:attrNameLst>
                                          <p:attrName>ppt_y</p:attrName>
                                        </p:attrNameLst>
                                      </p:cBhvr>
                                      <p:tavLst>
                                        <p:tav tm="0">
                                          <p:val>
                                            <p:strVal val="0-#ppt_h/2"/>
                                          </p:val>
                                        </p:tav>
                                        <p:tav tm="100000">
                                          <p:val>
                                            <p:strVal val="#ppt_y"/>
                                          </p:val>
                                        </p:tav>
                                      </p:tavLst>
                                    </p:anim>
                                  </p:childTnLst>
                                </p:cTn>
                              </p:par>
                            </p:childTnLst>
                          </p:cTn>
                        </p:par>
                      </p:childTnLst>
                    </p:cTn>
                  </p:par>
                </p:childTnLst>
              </p:cTn>
              <p:prevCondLst>
                <p:cond evt="onPrev" delay="0">
                  <p:tgtEl>
                    <p:sldTgt/>
                  </p:tgtEl>
                </p:cond>
              </p:prevCondLst>
              <p:nextCondLst>
                <p:cond evt="onNext" delay="0">
                  <p:tgtEl>
                    <p:sldTgt/>
                  </p:tgtEl>
                </p:cond>
              </p:nextCondLst>
            </p:seq>
            <p:audio>
              <p:cMediaNode vol="100000">
                <p:cTn id="55" fill="hold" display="0">
                  <p:stCondLst>
                    <p:cond delay="indefinite"/>
                  </p:stCondLst>
                  <p:endCondLst>
                    <p:cond evt="onStopAudio" delay="0">
                      <p:tgtEl>
                        <p:sldTgt/>
                      </p:tgtEl>
                    </p:cond>
                  </p:endCondLst>
                </p:cTn>
                <p:tgtEl>
                  <p:spTgt spid="5"/>
                </p:tgtEl>
              </p:cMediaNode>
            </p:audio>
            <p:audio>
              <p:cMediaNode vol="100000">
                <p:cTn id="56" fill="hold" display="0">
                  <p:stCondLst>
                    <p:cond delay="indefinite"/>
                  </p:stCondLst>
                  <p:endCondLst>
                    <p:cond evt="onStopAudio" delay="0">
                      <p:tgtEl>
                        <p:sldTgt/>
                      </p:tgtEl>
                    </p:cond>
                  </p:endCondLst>
                </p:cTn>
                <p:tgtEl>
                  <p:spTgt spid="7"/>
                </p:tgtEl>
              </p:cMediaNode>
            </p:audio>
          </p:childTnLst>
        </p:cTn>
      </p:par>
    </p:tnLst>
  </p:timing>
</p:sld>
</file>

<file path=ppt/slides/slide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14" name="Baseplate"/>
          <p:cNvPicPr>
            <a:picLocks noChangeAspect="1"/>
          </p:cNvPicPr>
          <p:nvPr/>
        </p:nvPicPr>
        <p:blipFill>
          <a:blip r:embed="rId13" cstate="print">
            <a:extLst>
              <a:ext uri="{28A0092B-C50C-407E-A947-70E740481C1C}">
                <a14:useLocalDpi xmlns:a14="http://schemas.microsoft.com/office/drawing/2010/main" val="0"/>
              </a:ext>
            </a:extLst>
          </a:blip>
          <a:stretch>
            <a:fillRect/>
          </a:stretch>
        </p:blipFill>
        <p:spPr>
          <a:xfrm>
            <a:off x="-594469" y="-54465"/>
            <a:ext cx="15819338" cy="8503919"/>
          </a:xfrm>
          <a:prstGeom prst="rect">
            <a:avLst/>
          </a:prstGeom>
        </p:spPr>
      </p:pic>
      <p:pic>
        <p:nvPicPr>
          <p:cNvPr id="51" name="Timer 1x2"/>
          <p:cNvPicPr>
            <a:picLocks/>
          </p:cNvPicPr>
          <p:nvPr/>
        </p:nvPicPr>
        <p:blipFill>
          <a:blip r:embed="rId14" cstate="print">
            <a:extLst>
              <a:ext uri="{28A0092B-C50C-407E-A947-70E740481C1C}">
                <a14:useLocalDpi xmlns:a14="http://schemas.microsoft.com/office/drawing/2010/main" val="0"/>
              </a:ext>
            </a:extLst>
          </a:blip>
          <a:stretch>
            <a:fillRect/>
          </a:stretch>
        </p:blipFill>
        <p:spPr>
          <a:xfrm>
            <a:off x="13929822" y="-203906"/>
            <a:ext cx="832104" cy="529163"/>
          </a:xfrm>
          <a:prstGeom prst="rect">
            <a:avLst/>
          </a:prstGeom>
        </p:spPr>
      </p:pic>
      <p:pic>
        <p:nvPicPr>
          <p:cNvPr id="86" name="Blue Bricks 4"/>
          <p:cNvPicPr>
            <a:picLocks noChangeAspect="1"/>
          </p:cNvPicPr>
          <p:nvPr/>
        </p:nvPicPr>
        <p:blipFill>
          <a:blip r:embed="rId15" cstate="print">
            <a:extLst>
              <a:ext uri="{28A0092B-C50C-407E-A947-70E740481C1C}">
                <a14:useLocalDpi xmlns:a14="http://schemas.microsoft.com/office/drawing/2010/main" val="0"/>
              </a:ext>
            </a:extLst>
          </a:blip>
          <a:stretch>
            <a:fillRect/>
          </a:stretch>
        </p:blipFill>
        <p:spPr>
          <a:xfrm>
            <a:off x="4219498" y="6494387"/>
            <a:ext cx="3461795" cy="1724155"/>
          </a:xfrm>
          <a:prstGeom prst="rect">
            <a:avLst/>
          </a:prstGeom>
        </p:spPr>
      </p:pic>
      <p:sp>
        <p:nvSpPr>
          <p:cNvPr id="87" name="Blue Cap 4"/>
          <p:cNvSpPr>
            <a:spLocks noChangeAspect="1"/>
          </p:cNvSpPr>
          <p:nvPr/>
        </p:nvSpPr>
        <p:spPr>
          <a:xfrm>
            <a:off x="4433309" y="6386184"/>
            <a:ext cx="2907791" cy="1453896"/>
          </a:xfrm>
          <a:prstGeom prst="rect">
            <a:avLst/>
          </a:prstGeom>
          <a:solidFill>
            <a:srgbClr val="F4F4F4"/>
          </a:solidFill>
          <a:ln>
            <a:noFill/>
          </a:ln>
          <a:scene3d>
            <a:camera prst="orthographicFront">
              <a:rot lat="20400000" lon="21000000" rev="198000"/>
            </a:camera>
            <a:lightRig rig="balanced" dir="t"/>
          </a:scene3d>
          <a:sp3d extrusionH="165100" prstMaterial="metal">
            <a:bevelT w="19050" h="12700"/>
            <a:extrusionClr>
              <a:srgbClr val="F4F4F4"/>
            </a:extrusionClr>
          </a:sp3d>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sz="4400" spc="-200" dirty="0">
                <a:ln>
                  <a:solidFill>
                    <a:schemeClr val="tx1">
                      <a:lumMod val="85000"/>
                      <a:lumOff val="15000"/>
                    </a:schemeClr>
                  </a:solidFill>
                </a:ln>
                <a:solidFill>
                  <a:srgbClr val="106DDE"/>
                </a:solidFill>
                <a:latin typeface="Poppins Medium" panose="00000600000000000000" pitchFamily="2" charset="0"/>
                <a:ea typeface="ZCOOL QingKe HuangYou" panose="00000500000000000000" pitchFamily="2" charset="0"/>
                <a:cs typeface="Poppins Medium" panose="00000600000000000000" pitchFamily="2" charset="0"/>
              </a:rPr>
              <a:t>go to bed</a:t>
            </a:r>
          </a:p>
        </p:txBody>
      </p:sp>
      <p:pic>
        <p:nvPicPr>
          <p:cNvPr id="17" name="Red Bricks 1"/>
          <p:cNvPicPr>
            <a:picLocks noChangeAspect="1"/>
          </p:cNvPicPr>
          <p:nvPr/>
        </p:nvPicPr>
        <p:blipFill>
          <a:blip r:embed="rId16" cstate="print">
            <a:extLst>
              <a:ext uri="{28A0092B-C50C-407E-A947-70E740481C1C}">
                <a14:useLocalDpi xmlns:a14="http://schemas.microsoft.com/office/drawing/2010/main" val="0"/>
              </a:ext>
            </a:extLst>
          </a:blip>
          <a:stretch>
            <a:fillRect/>
          </a:stretch>
        </p:blipFill>
        <p:spPr>
          <a:xfrm>
            <a:off x="93316" y="3110477"/>
            <a:ext cx="3461795" cy="1724154"/>
          </a:xfrm>
          <a:prstGeom prst="rect">
            <a:avLst/>
          </a:prstGeom>
        </p:spPr>
      </p:pic>
      <p:sp>
        <p:nvSpPr>
          <p:cNvPr id="18" name="Red Cap 1"/>
          <p:cNvSpPr>
            <a:spLocks noChangeAspect="1"/>
          </p:cNvSpPr>
          <p:nvPr/>
        </p:nvSpPr>
        <p:spPr>
          <a:xfrm>
            <a:off x="656817" y="3002274"/>
            <a:ext cx="2907791" cy="1453896"/>
          </a:xfrm>
          <a:prstGeom prst="rect">
            <a:avLst/>
          </a:prstGeom>
          <a:solidFill>
            <a:srgbClr val="F4F4F4"/>
          </a:solidFill>
          <a:ln>
            <a:noFill/>
          </a:ln>
          <a:scene3d>
            <a:camera prst="orthographicFront">
              <a:rot lat="20400000" lon="21000000" rev="198000"/>
            </a:camera>
            <a:lightRig rig="balanced" dir="t"/>
          </a:scene3d>
          <a:sp3d extrusionH="165100" prstMaterial="metal">
            <a:bevelT w="19050" h="12700"/>
            <a:extrusionClr>
              <a:srgbClr val="F4F4F4"/>
            </a:extrusionClr>
          </a:sp3d>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sz="4400" spc="-200" dirty="0">
                <a:ln>
                  <a:solidFill>
                    <a:schemeClr val="tx1">
                      <a:lumMod val="85000"/>
                      <a:lumOff val="15000"/>
                    </a:schemeClr>
                  </a:solidFill>
                </a:ln>
                <a:solidFill>
                  <a:srgbClr val="DD1A21"/>
                </a:solidFill>
                <a:latin typeface="Poppins Medium" panose="00000600000000000000" pitchFamily="2" charset="0"/>
                <a:ea typeface="ZCOOL QingKe HuangYou" panose="00000500000000000000" pitchFamily="2" charset="0"/>
                <a:cs typeface="Poppins Medium" panose="00000600000000000000" pitchFamily="2" charset="0"/>
              </a:rPr>
              <a:t>I</a:t>
            </a:r>
          </a:p>
        </p:txBody>
      </p:sp>
      <p:pic>
        <p:nvPicPr>
          <p:cNvPr id="13" name="Green Bricks 1"/>
          <p:cNvPicPr>
            <a:picLocks noChangeAspect="1"/>
          </p:cNvPicPr>
          <p:nvPr/>
        </p:nvPicPr>
        <p:blipFill>
          <a:blip r:embed="rId17" cstate="print">
            <a:extLst>
              <a:ext uri="{28A0092B-C50C-407E-A947-70E740481C1C}">
                <a14:useLocalDpi xmlns:a14="http://schemas.microsoft.com/office/drawing/2010/main" val="0"/>
              </a:ext>
            </a:extLst>
          </a:blip>
          <a:stretch>
            <a:fillRect/>
          </a:stretch>
        </p:blipFill>
        <p:spPr>
          <a:xfrm>
            <a:off x="9286304" y="312925"/>
            <a:ext cx="3456007" cy="1724155"/>
          </a:xfrm>
          <a:prstGeom prst="rect">
            <a:avLst/>
          </a:prstGeom>
        </p:spPr>
      </p:pic>
      <p:sp>
        <p:nvSpPr>
          <p:cNvPr id="15" name="Green Cap 1"/>
          <p:cNvSpPr>
            <a:spLocks noChangeAspect="1"/>
          </p:cNvSpPr>
          <p:nvPr/>
        </p:nvSpPr>
        <p:spPr>
          <a:xfrm>
            <a:off x="9850629" y="204722"/>
            <a:ext cx="2907791" cy="1453896"/>
          </a:xfrm>
          <a:prstGeom prst="rect">
            <a:avLst/>
          </a:prstGeom>
          <a:solidFill>
            <a:srgbClr val="F4F4F4"/>
          </a:solidFill>
          <a:ln>
            <a:noFill/>
          </a:ln>
          <a:scene3d>
            <a:camera prst="orthographicFront">
              <a:rot lat="20400000" lon="21000000" rev="198000"/>
            </a:camera>
            <a:lightRig rig="balanced" dir="t"/>
          </a:scene3d>
          <a:sp3d extrusionH="165100" prstMaterial="metal">
            <a:bevelT w="19050" h="12700"/>
            <a:extrusionClr>
              <a:srgbClr val="F4F4F4"/>
            </a:extrusionClr>
          </a:sp3d>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sz="4400" spc="-200" dirty="0">
                <a:ln>
                  <a:solidFill>
                    <a:schemeClr val="tx1">
                      <a:lumMod val="85000"/>
                      <a:lumOff val="15000"/>
                    </a:schemeClr>
                  </a:solidFill>
                </a:ln>
                <a:solidFill>
                  <a:srgbClr val="04A043"/>
                </a:solidFill>
                <a:latin typeface="Poppins Medium" panose="00000600000000000000" pitchFamily="2" charset="0"/>
                <a:ea typeface="ZCOOL QingKe HuangYou" panose="00000500000000000000" pitchFamily="2" charset="0"/>
                <a:cs typeface="Poppins Medium" panose="00000600000000000000" pitchFamily="2" charset="0"/>
              </a:rPr>
              <a:t>at 7:00</a:t>
            </a:r>
          </a:p>
        </p:txBody>
      </p:sp>
      <p:pic>
        <p:nvPicPr>
          <p:cNvPr id="30" name="Green Bricks 2"/>
          <p:cNvPicPr>
            <a:picLocks noChangeAspect="1"/>
          </p:cNvPicPr>
          <p:nvPr/>
        </p:nvPicPr>
        <p:blipFill>
          <a:blip r:embed="rId17" cstate="print">
            <a:extLst>
              <a:ext uri="{28A0092B-C50C-407E-A947-70E740481C1C}">
                <a14:useLocalDpi xmlns:a14="http://schemas.microsoft.com/office/drawing/2010/main" val="0"/>
              </a:ext>
            </a:extLst>
          </a:blip>
          <a:stretch>
            <a:fillRect/>
          </a:stretch>
        </p:blipFill>
        <p:spPr>
          <a:xfrm>
            <a:off x="9405482" y="2380201"/>
            <a:ext cx="3456007" cy="1724155"/>
          </a:xfrm>
          <a:prstGeom prst="rect">
            <a:avLst/>
          </a:prstGeom>
        </p:spPr>
      </p:pic>
      <p:sp>
        <p:nvSpPr>
          <p:cNvPr id="31" name="Green Cap 2"/>
          <p:cNvSpPr>
            <a:spLocks noChangeAspect="1"/>
          </p:cNvSpPr>
          <p:nvPr/>
        </p:nvSpPr>
        <p:spPr>
          <a:xfrm>
            <a:off x="9968739" y="2271998"/>
            <a:ext cx="2907791" cy="1453896"/>
          </a:xfrm>
          <a:prstGeom prst="rect">
            <a:avLst/>
          </a:prstGeom>
          <a:solidFill>
            <a:srgbClr val="F4F4F4"/>
          </a:solidFill>
          <a:ln>
            <a:noFill/>
          </a:ln>
          <a:scene3d>
            <a:camera prst="orthographicFront">
              <a:rot lat="20400000" lon="21000000" rev="198000"/>
            </a:camera>
            <a:lightRig rig="balanced" dir="t"/>
          </a:scene3d>
          <a:sp3d extrusionH="165100" prstMaterial="metal">
            <a:bevelT w="19050" h="12700"/>
            <a:extrusionClr>
              <a:srgbClr val="F4F4F4"/>
            </a:extrusionClr>
          </a:sp3d>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sz="4400" spc="-200" dirty="0">
                <a:ln>
                  <a:solidFill>
                    <a:schemeClr val="tx1">
                      <a:lumMod val="85000"/>
                      <a:lumOff val="15000"/>
                    </a:schemeClr>
                  </a:solidFill>
                </a:ln>
                <a:solidFill>
                  <a:srgbClr val="04A043"/>
                </a:solidFill>
                <a:latin typeface="Poppins Medium" panose="00000600000000000000" pitchFamily="2" charset="0"/>
                <a:ea typeface="ZCOOL QingKe HuangYou" panose="00000500000000000000" pitchFamily="2" charset="0"/>
                <a:cs typeface="Poppins Medium" panose="00000600000000000000" pitchFamily="2" charset="0"/>
              </a:rPr>
              <a:t>at 8:20</a:t>
            </a:r>
          </a:p>
        </p:txBody>
      </p:sp>
      <p:pic>
        <p:nvPicPr>
          <p:cNvPr id="33" name="Green Bricks 3"/>
          <p:cNvPicPr>
            <a:picLocks noChangeAspect="1"/>
          </p:cNvPicPr>
          <p:nvPr/>
        </p:nvPicPr>
        <p:blipFill>
          <a:blip r:embed="rId17" cstate="print">
            <a:extLst>
              <a:ext uri="{28A0092B-C50C-407E-A947-70E740481C1C}">
                <a14:useLocalDpi xmlns:a14="http://schemas.microsoft.com/office/drawing/2010/main" val="0"/>
              </a:ext>
            </a:extLst>
          </a:blip>
          <a:stretch>
            <a:fillRect/>
          </a:stretch>
        </p:blipFill>
        <p:spPr>
          <a:xfrm>
            <a:off x="9526095" y="4456170"/>
            <a:ext cx="3456007" cy="1724155"/>
          </a:xfrm>
          <a:prstGeom prst="rect">
            <a:avLst/>
          </a:prstGeom>
        </p:spPr>
      </p:pic>
      <p:sp>
        <p:nvSpPr>
          <p:cNvPr id="34" name="Green Cap 3"/>
          <p:cNvSpPr>
            <a:spLocks noChangeAspect="1"/>
          </p:cNvSpPr>
          <p:nvPr/>
        </p:nvSpPr>
        <p:spPr>
          <a:xfrm>
            <a:off x="10091929" y="4347967"/>
            <a:ext cx="2907791" cy="1453896"/>
          </a:xfrm>
          <a:prstGeom prst="rect">
            <a:avLst/>
          </a:prstGeom>
          <a:solidFill>
            <a:srgbClr val="F4F4F4"/>
          </a:solidFill>
          <a:ln>
            <a:noFill/>
          </a:ln>
          <a:scene3d>
            <a:camera prst="orthographicFront">
              <a:rot lat="20400000" lon="21000000" rev="198000"/>
            </a:camera>
            <a:lightRig rig="balanced" dir="t"/>
          </a:scene3d>
          <a:sp3d extrusionH="165100" prstMaterial="metal">
            <a:bevelT w="19050" h="12700"/>
            <a:extrusionClr>
              <a:srgbClr val="F4F4F4"/>
            </a:extrusionClr>
          </a:sp3d>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sz="4400" spc="-200" dirty="0">
                <a:ln>
                  <a:solidFill>
                    <a:schemeClr val="tx1">
                      <a:lumMod val="85000"/>
                      <a:lumOff val="15000"/>
                    </a:schemeClr>
                  </a:solidFill>
                </a:ln>
                <a:solidFill>
                  <a:srgbClr val="04A043"/>
                </a:solidFill>
                <a:latin typeface="Poppins Medium" panose="00000600000000000000" pitchFamily="2" charset="0"/>
                <a:ea typeface="ZCOOL QingKe HuangYou" panose="00000500000000000000" pitchFamily="2" charset="0"/>
                <a:cs typeface="Poppins Medium" panose="00000600000000000000" pitchFamily="2" charset="0"/>
              </a:rPr>
              <a:t>at 5:00</a:t>
            </a:r>
          </a:p>
        </p:txBody>
      </p:sp>
      <p:pic>
        <p:nvPicPr>
          <p:cNvPr id="36" name="Green Bricks 4"/>
          <p:cNvPicPr>
            <a:picLocks noChangeAspect="1"/>
          </p:cNvPicPr>
          <p:nvPr/>
        </p:nvPicPr>
        <p:blipFill>
          <a:blip r:embed="rId17" cstate="print">
            <a:extLst>
              <a:ext uri="{28A0092B-C50C-407E-A947-70E740481C1C}">
                <a14:useLocalDpi xmlns:a14="http://schemas.microsoft.com/office/drawing/2010/main" val="0"/>
              </a:ext>
            </a:extLst>
          </a:blip>
          <a:stretch>
            <a:fillRect/>
          </a:stretch>
        </p:blipFill>
        <p:spPr>
          <a:xfrm>
            <a:off x="9635113" y="6523446"/>
            <a:ext cx="3456007" cy="1724155"/>
          </a:xfrm>
          <a:prstGeom prst="rect">
            <a:avLst/>
          </a:prstGeom>
        </p:spPr>
      </p:pic>
      <p:sp>
        <p:nvSpPr>
          <p:cNvPr id="37" name="Green Cap 4"/>
          <p:cNvSpPr>
            <a:spLocks noChangeAspect="1"/>
          </p:cNvSpPr>
          <p:nvPr/>
        </p:nvSpPr>
        <p:spPr>
          <a:xfrm>
            <a:off x="10201149" y="6415243"/>
            <a:ext cx="2907791" cy="1453896"/>
          </a:xfrm>
          <a:prstGeom prst="rect">
            <a:avLst/>
          </a:prstGeom>
          <a:solidFill>
            <a:srgbClr val="F4F4F4"/>
          </a:solidFill>
          <a:ln>
            <a:noFill/>
          </a:ln>
          <a:scene3d>
            <a:camera prst="orthographicFront">
              <a:rot lat="20400000" lon="21000000" rev="198000"/>
            </a:camera>
            <a:lightRig rig="balanced" dir="t"/>
          </a:scene3d>
          <a:sp3d extrusionH="165100" prstMaterial="metal">
            <a:bevelT w="19050" h="12700"/>
            <a:extrusionClr>
              <a:srgbClr val="F4F4F4"/>
            </a:extrusionClr>
          </a:sp3d>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sz="4400" spc="-200" dirty="0">
                <a:ln>
                  <a:solidFill>
                    <a:schemeClr val="tx1">
                      <a:lumMod val="85000"/>
                      <a:lumOff val="15000"/>
                    </a:schemeClr>
                  </a:solidFill>
                </a:ln>
                <a:solidFill>
                  <a:srgbClr val="04A043"/>
                </a:solidFill>
                <a:latin typeface="Poppins Medium" panose="00000600000000000000" pitchFamily="2" charset="0"/>
                <a:ea typeface="ZCOOL QingKe HuangYou" panose="00000500000000000000" pitchFamily="2" charset="0"/>
                <a:cs typeface="Poppins Medium" panose="00000600000000000000" pitchFamily="2" charset="0"/>
              </a:rPr>
              <a:t>at 9:40</a:t>
            </a:r>
          </a:p>
        </p:txBody>
      </p:sp>
      <p:pic>
        <p:nvPicPr>
          <p:cNvPr id="66" name="Blue Bricks 1"/>
          <p:cNvPicPr>
            <a:picLocks noChangeAspect="1"/>
          </p:cNvPicPr>
          <p:nvPr/>
        </p:nvPicPr>
        <p:blipFill>
          <a:blip r:embed="rId15" cstate="print">
            <a:extLst>
              <a:ext uri="{28A0092B-C50C-407E-A947-70E740481C1C}">
                <a14:useLocalDpi xmlns:a14="http://schemas.microsoft.com/office/drawing/2010/main" val="0"/>
              </a:ext>
            </a:extLst>
          </a:blip>
          <a:stretch>
            <a:fillRect/>
          </a:stretch>
        </p:blipFill>
        <p:spPr>
          <a:xfrm>
            <a:off x="3884645" y="288406"/>
            <a:ext cx="3461795" cy="1724155"/>
          </a:xfrm>
          <a:prstGeom prst="rect">
            <a:avLst/>
          </a:prstGeom>
        </p:spPr>
      </p:pic>
      <p:sp>
        <p:nvSpPr>
          <p:cNvPr id="67" name="Blue Cap 1"/>
          <p:cNvSpPr>
            <a:spLocks noChangeAspect="1"/>
          </p:cNvSpPr>
          <p:nvPr/>
        </p:nvSpPr>
        <p:spPr>
          <a:xfrm>
            <a:off x="4098456" y="180203"/>
            <a:ext cx="2907791" cy="1453896"/>
          </a:xfrm>
          <a:prstGeom prst="rect">
            <a:avLst/>
          </a:prstGeom>
          <a:solidFill>
            <a:srgbClr val="F4F4F4"/>
          </a:solidFill>
          <a:ln>
            <a:noFill/>
          </a:ln>
          <a:scene3d>
            <a:camera prst="orthographicFront">
              <a:rot lat="20400000" lon="21000000" rev="198000"/>
            </a:camera>
            <a:lightRig rig="balanced" dir="t"/>
          </a:scene3d>
          <a:sp3d extrusionH="165100" prstMaterial="metal">
            <a:bevelT w="19050" h="12700"/>
            <a:extrusionClr>
              <a:srgbClr val="F4F4F4"/>
            </a:extrusionClr>
          </a:sp3d>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sz="4400" spc="-200" dirty="0">
                <a:ln>
                  <a:solidFill>
                    <a:schemeClr val="tx1">
                      <a:lumMod val="85000"/>
                      <a:lumOff val="15000"/>
                    </a:schemeClr>
                  </a:solidFill>
                </a:ln>
                <a:solidFill>
                  <a:srgbClr val="106DDE"/>
                </a:solidFill>
                <a:latin typeface="Poppins Medium" panose="00000600000000000000" pitchFamily="2" charset="0"/>
                <a:ea typeface="ZCOOL QingKe HuangYou" panose="00000500000000000000" pitchFamily="2" charset="0"/>
                <a:cs typeface="Poppins Medium" panose="00000600000000000000" pitchFamily="2" charset="0"/>
              </a:rPr>
              <a:t>get up</a:t>
            </a:r>
          </a:p>
        </p:txBody>
      </p:sp>
      <p:pic>
        <p:nvPicPr>
          <p:cNvPr id="68" name="Blue Bricks 2"/>
          <p:cNvPicPr>
            <a:picLocks noChangeAspect="1"/>
          </p:cNvPicPr>
          <p:nvPr/>
        </p:nvPicPr>
        <p:blipFill>
          <a:blip r:embed="rId15" cstate="print">
            <a:extLst>
              <a:ext uri="{28A0092B-C50C-407E-A947-70E740481C1C}">
                <a14:useLocalDpi xmlns:a14="http://schemas.microsoft.com/office/drawing/2010/main" val="0"/>
              </a:ext>
            </a:extLst>
          </a:blip>
          <a:stretch>
            <a:fillRect/>
          </a:stretch>
        </p:blipFill>
        <p:spPr>
          <a:xfrm>
            <a:off x="4005687" y="2356256"/>
            <a:ext cx="3461795" cy="1724155"/>
          </a:xfrm>
          <a:prstGeom prst="rect">
            <a:avLst/>
          </a:prstGeom>
        </p:spPr>
      </p:pic>
      <p:sp>
        <p:nvSpPr>
          <p:cNvPr id="69" name="Blue Cap 2"/>
          <p:cNvSpPr>
            <a:spLocks noChangeAspect="1"/>
          </p:cNvSpPr>
          <p:nvPr/>
        </p:nvSpPr>
        <p:spPr>
          <a:xfrm>
            <a:off x="4219498" y="2248053"/>
            <a:ext cx="2907791" cy="1453896"/>
          </a:xfrm>
          <a:prstGeom prst="rect">
            <a:avLst/>
          </a:prstGeom>
          <a:solidFill>
            <a:srgbClr val="F4F4F4"/>
          </a:solidFill>
          <a:ln>
            <a:noFill/>
          </a:ln>
          <a:scene3d>
            <a:camera prst="orthographicFront">
              <a:rot lat="20400000" lon="21000000" rev="198000"/>
            </a:camera>
            <a:lightRig rig="balanced" dir="t"/>
          </a:scene3d>
          <a:sp3d extrusionH="165100" prstMaterial="metal">
            <a:bevelT w="19050" h="12700"/>
            <a:extrusionClr>
              <a:srgbClr val="F4F4F4"/>
            </a:extrusionClr>
          </a:sp3d>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sz="4400" spc="-200" dirty="0">
                <a:ln>
                  <a:solidFill>
                    <a:schemeClr val="tx1">
                      <a:lumMod val="85000"/>
                      <a:lumOff val="15000"/>
                    </a:schemeClr>
                  </a:solidFill>
                </a:ln>
                <a:solidFill>
                  <a:srgbClr val="106DDE"/>
                </a:solidFill>
                <a:latin typeface="Poppins Medium" panose="00000600000000000000" pitchFamily="2" charset="0"/>
                <a:ea typeface="ZCOOL QingKe HuangYou" panose="00000500000000000000" pitchFamily="2" charset="0"/>
                <a:cs typeface="Poppins Medium" panose="00000600000000000000" pitchFamily="2" charset="0"/>
              </a:rPr>
              <a:t>go to school</a:t>
            </a:r>
          </a:p>
        </p:txBody>
      </p:sp>
      <p:pic>
        <p:nvPicPr>
          <p:cNvPr id="77" name="Blue Bricks 3"/>
          <p:cNvPicPr>
            <a:picLocks noChangeAspect="1"/>
          </p:cNvPicPr>
          <p:nvPr/>
        </p:nvPicPr>
        <p:blipFill>
          <a:blip r:embed="rId15" cstate="print">
            <a:extLst>
              <a:ext uri="{28A0092B-C50C-407E-A947-70E740481C1C}">
                <a14:useLocalDpi xmlns:a14="http://schemas.microsoft.com/office/drawing/2010/main" val="0"/>
              </a:ext>
            </a:extLst>
          </a:blip>
          <a:stretch>
            <a:fillRect/>
          </a:stretch>
        </p:blipFill>
        <p:spPr>
          <a:xfrm>
            <a:off x="4112367" y="4429547"/>
            <a:ext cx="3461795" cy="1724155"/>
          </a:xfrm>
          <a:prstGeom prst="rect">
            <a:avLst/>
          </a:prstGeom>
        </p:spPr>
      </p:pic>
      <p:sp>
        <p:nvSpPr>
          <p:cNvPr id="78" name="Blue Cap 3"/>
          <p:cNvSpPr>
            <a:spLocks noChangeAspect="1"/>
          </p:cNvSpPr>
          <p:nvPr/>
        </p:nvSpPr>
        <p:spPr>
          <a:xfrm>
            <a:off x="4326178" y="4321344"/>
            <a:ext cx="2907791" cy="1453896"/>
          </a:xfrm>
          <a:prstGeom prst="rect">
            <a:avLst/>
          </a:prstGeom>
          <a:solidFill>
            <a:srgbClr val="F4F4F4"/>
          </a:solidFill>
          <a:ln>
            <a:noFill/>
          </a:ln>
          <a:scene3d>
            <a:camera prst="orthographicFront">
              <a:rot lat="20400000" lon="21000000" rev="198000"/>
            </a:camera>
            <a:lightRig rig="balanced" dir="t"/>
          </a:scene3d>
          <a:sp3d extrusionH="165100" prstMaterial="metal">
            <a:bevelT w="19050" h="12700"/>
            <a:extrusionClr>
              <a:srgbClr val="F4F4F4"/>
            </a:extrusionClr>
          </a:sp3d>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sz="4400" spc="-200" dirty="0">
                <a:ln>
                  <a:solidFill>
                    <a:schemeClr val="tx1">
                      <a:lumMod val="85000"/>
                      <a:lumOff val="15000"/>
                    </a:schemeClr>
                  </a:solidFill>
                </a:ln>
                <a:solidFill>
                  <a:srgbClr val="106DDE"/>
                </a:solidFill>
                <a:latin typeface="Poppins Medium" panose="00000600000000000000" pitchFamily="2" charset="0"/>
                <a:ea typeface="ZCOOL QingKe HuangYou" panose="00000500000000000000" pitchFamily="2" charset="0"/>
                <a:cs typeface="Poppins Medium" panose="00000600000000000000" pitchFamily="2" charset="0"/>
              </a:rPr>
              <a:t>get home</a:t>
            </a:r>
          </a:p>
        </p:txBody>
      </p:sp>
      <p:pic>
        <p:nvPicPr>
          <p:cNvPr id="11" name="Gold Coin 1">
            <a:extLst>
              <a:ext uri="{FF2B5EF4-FFF2-40B4-BE49-F238E27FC236}">
                <a16:creationId xmlns:a16="http://schemas.microsoft.com/office/drawing/2014/main" id="{2944527D-9841-8E40-BC73-5D484850BFF1}"/>
              </a:ext>
            </a:extLst>
          </p:cNvPr>
          <p:cNvPicPr>
            <a:picLocks noChangeAspect="1"/>
          </p:cNvPicPr>
          <p:nvPr/>
        </p:nvPicPr>
        <p:blipFill>
          <a:blip r:embed="rId18" cstate="print">
            <a:extLst>
              <a:ext uri="{28A0092B-C50C-407E-A947-70E740481C1C}">
                <a14:useLocalDpi xmlns:a14="http://schemas.microsoft.com/office/drawing/2010/main" val="0"/>
              </a:ext>
            </a:extLst>
          </a:blip>
          <a:stretch>
            <a:fillRect/>
          </a:stretch>
        </p:blipFill>
        <p:spPr>
          <a:xfrm>
            <a:off x="7454326" y="249484"/>
            <a:ext cx="400420" cy="374904"/>
          </a:xfrm>
          <a:prstGeom prst="rect">
            <a:avLst/>
          </a:prstGeom>
        </p:spPr>
      </p:pic>
      <p:pic>
        <p:nvPicPr>
          <p:cNvPr id="12" name="Gold Coin 2">
            <a:extLst>
              <a:ext uri="{FF2B5EF4-FFF2-40B4-BE49-F238E27FC236}">
                <a16:creationId xmlns:a16="http://schemas.microsoft.com/office/drawing/2014/main" id="{2CE485D7-32DA-16B4-7367-0D233A189989}"/>
              </a:ext>
            </a:extLst>
          </p:cNvPr>
          <p:cNvPicPr>
            <a:picLocks noChangeAspect="1"/>
          </p:cNvPicPr>
          <p:nvPr/>
        </p:nvPicPr>
        <p:blipFill>
          <a:blip r:embed="rId18" cstate="print">
            <a:extLst>
              <a:ext uri="{28A0092B-C50C-407E-A947-70E740481C1C}">
                <a14:useLocalDpi xmlns:a14="http://schemas.microsoft.com/office/drawing/2010/main" val="0"/>
              </a:ext>
            </a:extLst>
          </a:blip>
          <a:stretch>
            <a:fillRect/>
          </a:stretch>
        </p:blipFill>
        <p:spPr>
          <a:xfrm>
            <a:off x="8182212" y="255580"/>
            <a:ext cx="400420" cy="374904"/>
          </a:xfrm>
          <a:prstGeom prst="rect">
            <a:avLst/>
          </a:prstGeom>
        </p:spPr>
      </p:pic>
      <p:pic>
        <p:nvPicPr>
          <p:cNvPr id="16" name="Gold Coin 3">
            <a:extLst>
              <a:ext uri="{FF2B5EF4-FFF2-40B4-BE49-F238E27FC236}">
                <a16:creationId xmlns:a16="http://schemas.microsoft.com/office/drawing/2014/main" id="{CF796C3F-B013-4551-DBAC-A175063F717D}"/>
              </a:ext>
            </a:extLst>
          </p:cNvPr>
          <p:cNvPicPr>
            <a:picLocks noChangeAspect="1"/>
          </p:cNvPicPr>
          <p:nvPr/>
        </p:nvPicPr>
        <p:blipFill>
          <a:blip r:embed="rId18" cstate="print">
            <a:extLst>
              <a:ext uri="{28A0092B-C50C-407E-A947-70E740481C1C}">
                <a14:useLocalDpi xmlns:a14="http://schemas.microsoft.com/office/drawing/2010/main" val="0"/>
              </a:ext>
            </a:extLst>
          </a:blip>
          <a:stretch>
            <a:fillRect/>
          </a:stretch>
        </p:blipFill>
        <p:spPr>
          <a:xfrm>
            <a:off x="7489808" y="945731"/>
            <a:ext cx="400420" cy="374904"/>
          </a:xfrm>
          <a:prstGeom prst="rect">
            <a:avLst/>
          </a:prstGeom>
        </p:spPr>
      </p:pic>
      <p:pic>
        <p:nvPicPr>
          <p:cNvPr id="21" name="Gold Coin 1">
            <a:extLst>
              <a:ext uri="{FF2B5EF4-FFF2-40B4-BE49-F238E27FC236}">
                <a16:creationId xmlns:a16="http://schemas.microsoft.com/office/drawing/2014/main" id="{01FCF8D1-6451-FEA2-04F0-46621B7889AB}"/>
              </a:ext>
            </a:extLst>
          </p:cNvPr>
          <p:cNvPicPr>
            <a:picLocks noChangeAspect="1"/>
          </p:cNvPicPr>
          <p:nvPr/>
        </p:nvPicPr>
        <p:blipFill>
          <a:blip r:embed="rId18" cstate="print">
            <a:extLst>
              <a:ext uri="{28A0092B-C50C-407E-A947-70E740481C1C}">
                <a14:useLocalDpi xmlns:a14="http://schemas.microsoft.com/office/drawing/2010/main" val="0"/>
              </a:ext>
            </a:extLst>
          </a:blip>
          <a:stretch>
            <a:fillRect/>
          </a:stretch>
        </p:blipFill>
        <p:spPr>
          <a:xfrm>
            <a:off x="7568841" y="2324807"/>
            <a:ext cx="400420" cy="374904"/>
          </a:xfrm>
          <a:prstGeom prst="rect">
            <a:avLst/>
          </a:prstGeom>
        </p:spPr>
      </p:pic>
      <p:pic>
        <p:nvPicPr>
          <p:cNvPr id="26" name="Gold Coin 1">
            <a:extLst>
              <a:ext uri="{FF2B5EF4-FFF2-40B4-BE49-F238E27FC236}">
                <a16:creationId xmlns:a16="http://schemas.microsoft.com/office/drawing/2014/main" id="{C635270D-6525-FA67-E555-83AFB8522276}"/>
              </a:ext>
            </a:extLst>
          </p:cNvPr>
          <p:cNvPicPr>
            <a:picLocks noChangeAspect="1"/>
          </p:cNvPicPr>
          <p:nvPr/>
        </p:nvPicPr>
        <p:blipFill>
          <a:blip r:embed="rId18" cstate="print">
            <a:extLst>
              <a:ext uri="{28A0092B-C50C-407E-A947-70E740481C1C}">
                <a14:useLocalDpi xmlns:a14="http://schemas.microsoft.com/office/drawing/2010/main" val="0"/>
              </a:ext>
            </a:extLst>
          </a:blip>
          <a:stretch>
            <a:fillRect/>
          </a:stretch>
        </p:blipFill>
        <p:spPr>
          <a:xfrm>
            <a:off x="7686844" y="4389605"/>
            <a:ext cx="400420" cy="374904"/>
          </a:xfrm>
          <a:prstGeom prst="rect">
            <a:avLst/>
          </a:prstGeom>
        </p:spPr>
      </p:pic>
      <p:pic>
        <p:nvPicPr>
          <p:cNvPr id="27" name="Gold Coin 2">
            <a:extLst>
              <a:ext uri="{FF2B5EF4-FFF2-40B4-BE49-F238E27FC236}">
                <a16:creationId xmlns:a16="http://schemas.microsoft.com/office/drawing/2014/main" id="{CC8643EA-715A-F723-CEAB-6DBEEFD719F4}"/>
              </a:ext>
            </a:extLst>
          </p:cNvPr>
          <p:cNvPicPr>
            <a:picLocks noChangeAspect="1"/>
          </p:cNvPicPr>
          <p:nvPr/>
        </p:nvPicPr>
        <p:blipFill>
          <a:blip r:embed="rId18" cstate="print">
            <a:extLst>
              <a:ext uri="{28A0092B-C50C-407E-A947-70E740481C1C}">
                <a14:useLocalDpi xmlns:a14="http://schemas.microsoft.com/office/drawing/2010/main" val="0"/>
              </a:ext>
            </a:extLst>
          </a:blip>
          <a:stretch>
            <a:fillRect/>
          </a:stretch>
        </p:blipFill>
        <p:spPr>
          <a:xfrm>
            <a:off x="8414730" y="4395701"/>
            <a:ext cx="400420" cy="374904"/>
          </a:xfrm>
          <a:prstGeom prst="rect">
            <a:avLst/>
          </a:prstGeom>
        </p:spPr>
      </p:pic>
      <p:pic>
        <p:nvPicPr>
          <p:cNvPr id="28" name="Gold Coin 3">
            <a:extLst>
              <a:ext uri="{FF2B5EF4-FFF2-40B4-BE49-F238E27FC236}">
                <a16:creationId xmlns:a16="http://schemas.microsoft.com/office/drawing/2014/main" id="{74DCE017-5A76-8C36-DB53-B63630C8BA0D}"/>
              </a:ext>
            </a:extLst>
          </p:cNvPr>
          <p:cNvPicPr>
            <a:picLocks noChangeAspect="1"/>
          </p:cNvPicPr>
          <p:nvPr/>
        </p:nvPicPr>
        <p:blipFill>
          <a:blip r:embed="rId18" cstate="print">
            <a:extLst>
              <a:ext uri="{28A0092B-C50C-407E-A947-70E740481C1C}">
                <a14:useLocalDpi xmlns:a14="http://schemas.microsoft.com/office/drawing/2010/main" val="0"/>
              </a:ext>
            </a:extLst>
          </a:blip>
          <a:stretch>
            <a:fillRect/>
          </a:stretch>
        </p:blipFill>
        <p:spPr>
          <a:xfrm>
            <a:off x="7722326" y="5085852"/>
            <a:ext cx="400420" cy="374904"/>
          </a:xfrm>
          <a:prstGeom prst="rect">
            <a:avLst/>
          </a:prstGeom>
        </p:spPr>
      </p:pic>
      <p:pic>
        <p:nvPicPr>
          <p:cNvPr id="29" name="Gold Coin 4">
            <a:extLst>
              <a:ext uri="{FF2B5EF4-FFF2-40B4-BE49-F238E27FC236}">
                <a16:creationId xmlns:a16="http://schemas.microsoft.com/office/drawing/2014/main" id="{BD8629A4-839A-A25B-03E8-0683E42D4BE7}"/>
              </a:ext>
            </a:extLst>
          </p:cNvPr>
          <p:cNvPicPr>
            <a:picLocks noChangeAspect="1"/>
          </p:cNvPicPr>
          <p:nvPr/>
        </p:nvPicPr>
        <p:blipFill>
          <a:blip r:embed="rId18" cstate="print">
            <a:extLst>
              <a:ext uri="{28A0092B-C50C-407E-A947-70E740481C1C}">
                <a14:useLocalDpi xmlns:a14="http://schemas.microsoft.com/office/drawing/2010/main" val="0"/>
              </a:ext>
            </a:extLst>
          </a:blip>
          <a:stretch>
            <a:fillRect/>
          </a:stretch>
        </p:blipFill>
        <p:spPr>
          <a:xfrm>
            <a:off x="8451306" y="5091948"/>
            <a:ext cx="400420" cy="374904"/>
          </a:xfrm>
          <a:prstGeom prst="rect">
            <a:avLst/>
          </a:prstGeom>
        </p:spPr>
      </p:pic>
      <p:pic>
        <p:nvPicPr>
          <p:cNvPr id="35" name="Gold Coin 1">
            <a:extLst>
              <a:ext uri="{FF2B5EF4-FFF2-40B4-BE49-F238E27FC236}">
                <a16:creationId xmlns:a16="http://schemas.microsoft.com/office/drawing/2014/main" id="{C84583A5-D49E-94E0-CB5E-C7E31590FCEA}"/>
              </a:ext>
            </a:extLst>
          </p:cNvPr>
          <p:cNvPicPr>
            <a:picLocks noChangeAspect="1"/>
          </p:cNvPicPr>
          <p:nvPr/>
        </p:nvPicPr>
        <p:blipFill>
          <a:blip r:embed="rId18" cstate="print">
            <a:extLst>
              <a:ext uri="{28A0092B-C50C-407E-A947-70E740481C1C}">
                <a14:useLocalDpi xmlns:a14="http://schemas.microsoft.com/office/drawing/2010/main" val="0"/>
              </a:ext>
            </a:extLst>
          </a:blip>
          <a:stretch>
            <a:fillRect/>
          </a:stretch>
        </p:blipFill>
        <p:spPr>
          <a:xfrm>
            <a:off x="7794287" y="6453300"/>
            <a:ext cx="400420" cy="374904"/>
          </a:xfrm>
          <a:prstGeom prst="rect">
            <a:avLst/>
          </a:prstGeom>
        </p:spPr>
      </p:pic>
      <p:pic>
        <p:nvPicPr>
          <p:cNvPr id="38" name="Gold Coin 2">
            <a:extLst>
              <a:ext uri="{FF2B5EF4-FFF2-40B4-BE49-F238E27FC236}">
                <a16:creationId xmlns:a16="http://schemas.microsoft.com/office/drawing/2014/main" id="{8471FBB4-0B6B-3F25-B147-D4BD47C4DF48}"/>
              </a:ext>
            </a:extLst>
          </p:cNvPr>
          <p:cNvPicPr>
            <a:picLocks noChangeAspect="1"/>
          </p:cNvPicPr>
          <p:nvPr/>
        </p:nvPicPr>
        <p:blipFill>
          <a:blip r:embed="rId18" cstate="print">
            <a:extLst>
              <a:ext uri="{28A0092B-C50C-407E-A947-70E740481C1C}">
                <a14:useLocalDpi xmlns:a14="http://schemas.microsoft.com/office/drawing/2010/main" val="0"/>
              </a:ext>
            </a:extLst>
          </a:blip>
          <a:stretch>
            <a:fillRect/>
          </a:stretch>
        </p:blipFill>
        <p:spPr>
          <a:xfrm>
            <a:off x="8522173" y="6459396"/>
            <a:ext cx="400420" cy="374904"/>
          </a:xfrm>
          <a:prstGeom prst="rect">
            <a:avLst/>
          </a:prstGeom>
        </p:spPr>
      </p:pic>
      <p:pic>
        <p:nvPicPr>
          <p:cNvPr id="39" name="Gold Coin 3">
            <a:extLst>
              <a:ext uri="{FF2B5EF4-FFF2-40B4-BE49-F238E27FC236}">
                <a16:creationId xmlns:a16="http://schemas.microsoft.com/office/drawing/2014/main" id="{85E79E38-8EA1-C01F-9DEF-7408A25E5596}"/>
              </a:ext>
            </a:extLst>
          </p:cNvPr>
          <p:cNvPicPr>
            <a:picLocks noChangeAspect="1"/>
          </p:cNvPicPr>
          <p:nvPr/>
        </p:nvPicPr>
        <p:blipFill>
          <a:blip r:embed="rId18" cstate="print">
            <a:extLst>
              <a:ext uri="{28A0092B-C50C-407E-A947-70E740481C1C}">
                <a14:useLocalDpi xmlns:a14="http://schemas.microsoft.com/office/drawing/2010/main" val="0"/>
              </a:ext>
            </a:extLst>
          </a:blip>
          <a:stretch>
            <a:fillRect/>
          </a:stretch>
        </p:blipFill>
        <p:spPr>
          <a:xfrm>
            <a:off x="7829769" y="7149547"/>
            <a:ext cx="400420" cy="374904"/>
          </a:xfrm>
          <a:prstGeom prst="rect">
            <a:avLst/>
          </a:prstGeom>
        </p:spPr>
      </p:pic>
      <p:pic>
        <p:nvPicPr>
          <p:cNvPr id="42" name="Gold Coin 1">
            <a:extLst>
              <a:ext uri="{FF2B5EF4-FFF2-40B4-BE49-F238E27FC236}">
                <a16:creationId xmlns:a16="http://schemas.microsoft.com/office/drawing/2014/main" id="{B519E1ED-137D-1E12-CE45-775BC3726AC6}"/>
              </a:ext>
            </a:extLst>
          </p:cNvPr>
          <p:cNvPicPr>
            <a:picLocks noChangeAspect="1"/>
          </p:cNvPicPr>
          <p:nvPr/>
        </p:nvPicPr>
        <p:blipFill>
          <a:blip r:embed="rId18" cstate="print">
            <a:extLst>
              <a:ext uri="{28A0092B-C50C-407E-A947-70E740481C1C}">
                <a14:useLocalDpi xmlns:a14="http://schemas.microsoft.com/office/drawing/2010/main" val="0"/>
              </a:ext>
            </a:extLst>
          </a:blip>
          <a:stretch>
            <a:fillRect/>
          </a:stretch>
        </p:blipFill>
        <p:spPr>
          <a:xfrm>
            <a:off x="12861981" y="279730"/>
            <a:ext cx="400420" cy="374904"/>
          </a:xfrm>
          <a:prstGeom prst="rect">
            <a:avLst/>
          </a:prstGeom>
        </p:spPr>
      </p:pic>
      <p:pic>
        <p:nvPicPr>
          <p:cNvPr id="43" name="Gold Coin 2">
            <a:extLst>
              <a:ext uri="{FF2B5EF4-FFF2-40B4-BE49-F238E27FC236}">
                <a16:creationId xmlns:a16="http://schemas.microsoft.com/office/drawing/2014/main" id="{582AA26C-68A8-31A4-1900-CBD9788D4894}"/>
              </a:ext>
            </a:extLst>
          </p:cNvPr>
          <p:cNvPicPr>
            <a:picLocks noChangeAspect="1"/>
          </p:cNvPicPr>
          <p:nvPr/>
        </p:nvPicPr>
        <p:blipFill>
          <a:blip r:embed="rId18" cstate="print">
            <a:extLst>
              <a:ext uri="{28A0092B-C50C-407E-A947-70E740481C1C}">
                <a14:useLocalDpi xmlns:a14="http://schemas.microsoft.com/office/drawing/2010/main" val="0"/>
              </a:ext>
            </a:extLst>
          </a:blip>
          <a:stretch>
            <a:fillRect/>
          </a:stretch>
        </p:blipFill>
        <p:spPr>
          <a:xfrm>
            <a:off x="13589867" y="285826"/>
            <a:ext cx="400420" cy="374904"/>
          </a:xfrm>
          <a:prstGeom prst="rect">
            <a:avLst/>
          </a:prstGeom>
        </p:spPr>
      </p:pic>
      <p:pic>
        <p:nvPicPr>
          <p:cNvPr id="44" name="Gold Coin 3">
            <a:extLst>
              <a:ext uri="{FF2B5EF4-FFF2-40B4-BE49-F238E27FC236}">
                <a16:creationId xmlns:a16="http://schemas.microsoft.com/office/drawing/2014/main" id="{C0268305-40AC-B2F4-F69E-4BCECEDCE8A3}"/>
              </a:ext>
            </a:extLst>
          </p:cNvPr>
          <p:cNvPicPr>
            <a:picLocks noChangeAspect="1"/>
          </p:cNvPicPr>
          <p:nvPr/>
        </p:nvPicPr>
        <p:blipFill>
          <a:blip r:embed="rId18" cstate="print">
            <a:extLst>
              <a:ext uri="{28A0092B-C50C-407E-A947-70E740481C1C}">
                <a14:useLocalDpi xmlns:a14="http://schemas.microsoft.com/office/drawing/2010/main" val="0"/>
              </a:ext>
            </a:extLst>
          </a:blip>
          <a:stretch>
            <a:fillRect/>
          </a:stretch>
        </p:blipFill>
        <p:spPr>
          <a:xfrm>
            <a:off x="12897463" y="975977"/>
            <a:ext cx="400420" cy="374904"/>
          </a:xfrm>
          <a:prstGeom prst="rect">
            <a:avLst/>
          </a:prstGeom>
        </p:spPr>
      </p:pic>
      <p:pic>
        <p:nvPicPr>
          <p:cNvPr id="45" name="Gold Coin 4">
            <a:extLst>
              <a:ext uri="{FF2B5EF4-FFF2-40B4-BE49-F238E27FC236}">
                <a16:creationId xmlns:a16="http://schemas.microsoft.com/office/drawing/2014/main" id="{F039EC81-57BC-98C8-937A-D249469FD44D}"/>
              </a:ext>
            </a:extLst>
          </p:cNvPr>
          <p:cNvPicPr>
            <a:picLocks noChangeAspect="1"/>
          </p:cNvPicPr>
          <p:nvPr/>
        </p:nvPicPr>
        <p:blipFill>
          <a:blip r:embed="rId18" cstate="print">
            <a:extLst>
              <a:ext uri="{28A0092B-C50C-407E-A947-70E740481C1C}">
                <a14:useLocalDpi xmlns:a14="http://schemas.microsoft.com/office/drawing/2010/main" val="0"/>
              </a:ext>
            </a:extLst>
          </a:blip>
          <a:stretch>
            <a:fillRect/>
          </a:stretch>
        </p:blipFill>
        <p:spPr>
          <a:xfrm>
            <a:off x="13626443" y="982073"/>
            <a:ext cx="400420" cy="374904"/>
          </a:xfrm>
          <a:prstGeom prst="rect">
            <a:avLst/>
          </a:prstGeom>
        </p:spPr>
      </p:pic>
      <p:pic>
        <p:nvPicPr>
          <p:cNvPr id="47" name="Gold Coin 1">
            <a:extLst>
              <a:ext uri="{FF2B5EF4-FFF2-40B4-BE49-F238E27FC236}">
                <a16:creationId xmlns:a16="http://schemas.microsoft.com/office/drawing/2014/main" id="{8B7A3FF4-DEED-AB40-0853-6A0CD696DD85}"/>
              </a:ext>
            </a:extLst>
          </p:cNvPr>
          <p:cNvPicPr>
            <a:picLocks noChangeAspect="1"/>
          </p:cNvPicPr>
          <p:nvPr/>
        </p:nvPicPr>
        <p:blipFill>
          <a:blip r:embed="rId18" cstate="print">
            <a:extLst>
              <a:ext uri="{28A0092B-C50C-407E-A947-70E740481C1C}">
                <a14:useLocalDpi xmlns:a14="http://schemas.microsoft.com/office/drawing/2010/main" val="0"/>
              </a:ext>
            </a:extLst>
          </a:blip>
          <a:stretch>
            <a:fillRect/>
          </a:stretch>
        </p:blipFill>
        <p:spPr>
          <a:xfrm>
            <a:off x="12976496" y="2355053"/>
            <a:ext cx="400420" cy="374904"/>
          </a:xfrm>
          <a:prstGeom prst="rect">
            <a:avLst/>
          </a:prstGeom>
        </p:spPr>
      </p:pic>
      <p:pic>
        <p:nvPicPr>
          <p:cNvPr id="48" name="Gold Coin 2">
            <a:extLst>
              <a:ext uri="{FF2B5EF4-FFF2-40B4-BE49-F238E27FC236}">
                <a16:creationId xmlns:a16="http://schemas.microsoft.com/office/drawing/2014/main" id="{5235CDF8-05A8-5A21-1AC4-5150C90AC0E8}"/>
              </a:ext>
            </a:extLst>
          </p:cNvPr>
          <p:cNvPicPr>
            <a:picLocks noChangeAspect="1"/>
          </p:cNvPicPr>
          <p:nvPr/>
        </p:nvPicPr>
        <p:blipFill>
          <a:blip r:embed="rId18" cstate="print">
            <a:extLst>
              <a:ext uri="{28A0092B-C50C-407E-A947-70E740481C1C}">
                <a14:useLocalDpi xmlns:a14="http://schemas.microsoft.com/office/drawing/2010/main" val="0"/>
              </a:ext>
            </a:extLst>
          </a:blip>
          <a:stretch>
            <a:fillRect/>
          </a:stretch>
        </p:blipFill>
        <p:spPr>
          <a:xfrm>
            <a:off x="13704382" y="2361149"/>
            <a:ext cx="400420" cy="374904"/>
          </a:xfrm>
          <a:prstGeom prst="rect">
            <a:avLst/>
          </a:prstGeom>
        </p:spPr>
      </p:pic>
      <p:pic>
        <p:nvPicPr>
          <p:cNvPr id="81" name="Gold Coin 1">
            <a:extLst>
              <a:ext uri="{FF2B5EF4-FFF2-40B4-BE49-F238E27FC236}">
                <a16:creationId xmlns:a16="http://schemas.microsoft.com/office/drawing/2014/main" id="{60BD5144-73A1-F3B7-784A-28ABD0D4707A}"/>
              </a:ext>
            </a:extLst>
          </p:cNvPr>
          <p:cNvPicPr>
            <a:picLocks noChangeAspect="1"/>
          </p:cNvPicPr>
          <p:nvPr/>
        </p:nvPicPr>
        <p:blipFill>
          <a:blip r:embed="rId18" cstate="print">
            <a:extLst>
              <a:ext uri="{28A0092B-C50C-407E-A947-70E740481C1C}">
                <a14:useLocalDpi xmlns:a14="http://schemas.microsoft.com/office/drawing/2010/main" val="0"/>
              </a:ext>
            </a:extLst>
          </a:blip>
          <a:stretch>
            <a:fillRect/>
          </a:stretch>
        </p:blipFill>
        <p:spPr>
          <a:xfrm>
            <a:off x="13094499" y="4419851"/>
            <a:ext cx="400420" cy="374904"/>
          </a:xfrm>
          <a:prstGeom prst="rect">
            <a:avLst/>
          </a:prstGeom>
        </p:spPr>
      </p:pic>
      <p:pic>
        <p:nvPicPr>
          <p:cNvPr id="82" name="Gold Coin 2">
            <a:extLst>
              <a:ext uri="{FF2B5EF4-FFF2-40B4-BE49-F238E27FC236}">
                <a16:creationId xmlns:a16="http://schemas.microsoft.com/office/drawing/2014/main" id="{98CDDFE1-7228-7502-E4DE-EA53C5FF6C57}"/>
              </a:ext>
            </a:extLst>
          </p:cNvPr>
          <p:cNvPicPr>
            <a:picLocks noChangeAspect="1"/>
          </p:cNvPicPr>
          <p:nvPr/>
        </p:nvPicPr>
        <p:blipFill>
          <a:blip r:embed="rId18" cstate="print">
            <a:extLst>
              <a:ext uri="{28A0092B-C50C-407E-A947-70E740481C1C}">
                <a14:useLocalDpi xmlns:a14="http://schemas.microsoft.com/office/drawing/2010/main" val="0"/>
              </a:ext>
            </a:extLst>
          </a:blip>
          <a:stretch>
            <a:fillRect/>
          </a:stretch>
        </p:blipFill>
        <p:spPr>
          <a:xfrm>
            <a:off x="13822385" y="4425947"/>
            <a:ext cx="400420" cy="374904"/>
          </a:xfrm>
          <a:prstGeom prst="rect">
            <a:avLst/>
          </a:prstGeom>
        </p:spPr>
      </p:pic>
      <p:pic>
        <p:nvPicPr>
          <p:cNvPr id="88" name="Gold Coin 1">
            <a:extLst>
              <a:ext uri="{FF2B5EF4-FFF2-40B4-BE49-F238E27FC236}">
                <a16:creationId xmlns:a16="http://schemas.microsoft.com/office/drawing/2014/main" id="{99F11F17-3DDD-EC5A-F24E-8E4F673FE650}"/>
              </a:ext>
            </a:extLst>
          </p:cNvPr>
          <p:cNvPicPr>
            <a:picLocks noChangeAspect="1"/>
          </p:cNvPicPr>
          <p:nvPr/>
        </p:nvPicPr>
        <p:blipFill>
          <a:blip r:embed="rId18" cstate="print">
            <a:extLst>
              <a:ext uri="{28A0092B-C50C-407E-A947-70E740481C1C}">
                <a14:useLocalDpi xmlns:a14="http://schemas.microsoft.com/office/drawing/2010/main" val="0"/>
              </a:ext>
            </a:extLst>
          </a:blip>
          <a:stretch>
            <a:fillRect/>
          </a:stretch>
        </p:blipFill>
        <p:spPr>
          <a:xfrm>
            <a:off x="13201942" y="6483546"/>
            <a:ext cx="400420" cy="374904"/>
          </a:xfrm>
          <a:prstGeom prst="rect">
            <a:avLst/>
          </a:prstGeom>
        </p:spPr>
      </p:pic>
      <p:pic>
        <p:nvPicPr>
          <p:cNvPr id="89" name="Gold Coin 2">
            <a:extLst>
              <a:ext uri="{FF2B5EF4-FFF2-40B4-BE49-F238E27FC236}">
                <a16:creationId xmlns:a16="http://schemas.microsoft.com/office/drawing/2014/main" id="{84A56950-E01E-B3B1-F4C0-693CB5E68951}"/>
              </a:ext>
            </a:extLst>
          </p:cNvPr>
          <p:cNvPicPr>
            <a:picLocks noChangeAspect="1"/>
          </p:cNvPicPr>
          <p:nvPr/>
        </p:nvPicPr>
        <p:blipFill>
          <a:blip r:embed="rId18" cstate="print">
            <a:extLst>
              <a:ext uri="{28A0092B-C50C-407E-A947-70E740481C1C}">
                <a14:useLocalDpi xmlns:a14="http://schemas.microsoft.com/office/drawing/2010/main" val="0"/>
              </a:ext>
            </a:extLst>
          </a:blip>
          <a:stretch>
            <a:fillRect/>
          </a:stretch>
        </p:blipFill>
        <p:spPr>
          <a:xfrm>
            <a:off x="13929828" y="6489642"/>
            <a:ext cx="400420" cy="374904"/>
          </a:xfrm>
          <a:prstGeom prst="rect">
            <a:avLst/>
          </a:prstGeom>
        </p:spPr>
      </p:pic>
      <p:pic>
        <p:nvPicPr>
          <p:cNvPr id="90" name="Gold Coin 3">
            <a:extLst>
              <a:ext uri="{FF2B5EF4-FFF2-40B4-BE49-F238E27FC236}">
                <a16:creationId xmlns:a16="http://schemas.microsoft.com/office/drawing/2014/main" id="{84C15DDC-7F4B-84D2-0344-330AF045FFFA}"/>
              </a:ext>
            </a:extLst>
          </p:cNvPr>
          <p:cNvPicPr>
            <a:picLocks noChangeAspect="1"/>
          </p:cNvPicPr>
          <p:nvPr/>
        </p:nvPicPr>
        <p:blipFill>
          <a:blip r:embed="rId18" cstate="print">
            <a:extLst>
              <a:ext uri="{28A0092B-C50C-407E-A947-70E740481C1C}">
                <a14:useLocalDpi xmlns:a14="http://schemas.microsoft.com/office/drawing/2010/main" val="0"/>
              </a:ext>
            </a:extLst>
          </a:blip>
          <a:stretch>
            <a:fillRect/>
          </a:stretch>
        </p:blipFill>
        <p:spPr>
          <a:xfrm>
            <a:off x="13237424" y="7179793"/>
            <a:ext cx="400420" cy="374904"/>
          </a:xfrm>
          <a:prstGeom prst="rect">
            <a:avLst/>
          </a:prstGeom>
        </p:spPr>
      </p:pic>
      <p:pic>
        <p:nvPicPr>
          <p:cNvPr id="91" name="Gold Coin 4">
            <a:extLst>
              <a:ext uri="{FF2B5EF4-FFF2-40B4-BE49-F238E27FC236}">
                <a16:creationId xmlns:a16="http://schemas.microsoft.com/office/drawing/2014/main" id="{7E54ECFD-A833-6A11-B083-C027E026904D}"/>
              </a:ext>
            </a:extLst>
          </p:cNvPr>
          <p:cNvPicPr>
            <a:picLocks noChangeAspect="1"/>
          </p:cNvPicPr>
          <p:nvPr/>
        </p:nvPicPr>
        <p:blipFill>
          <a:blip r:embed="rId18" cstate="print">
            <a:extLst>
              <a:ext uri="{28A0092B-C50C-407E-A947-70E740481C1C}">
                <a14:useLocalDpi xmlns:a14="http://schemas.microsoft.com/office/drawing/2010/main" val="0"/>
              </a:ext>
            </a:extLst>
          </a:blip>
          <a:stretch>
            <a:fillRect/>
          </a:stretch>
        </p:blipFill>
        <p:spPr>
          <a:xfrm>
            <a:off x="13966404" y="7185889"/>
            <a:ext cx="400420" cy="374904"/>
          </a:xfrm>
          <a:prstGeom prst="rect">
            <a:avLst/>
          </a:prstGeom>
        </p:spPr>
      </p:pic>
      <p:pic>
        <p:nvPicPr>
          <p:cNvPr id="49" name="Points Reveal 1.mp3">
            <a:hlinkClick r:id="" action="ppaction://media"/>
          </p:cNvPr>
          <p:cNvPicPr>
            <a:picLocks noChangeAspect="1"/>
          </p:cNvPicPr>
          <p:nvPr>
            <a:audioFile r:link="rId2"/>
            <p:extLst>
              <p:ext uri="{DAA4B4D4-6D71-4841-9C94-3DE7FCFB9230}">
                <p14:media xmlns:p14="http://schemas.microsoft.com/office/powerpoint/2010/main" r:embed="rId1"/>
              </p:ext>
            </p:extLst>
          </p:nvPr>
        </p:nvPicPr>
        <p:blipFill>
          <a:blip r:embed="rId19"/>
          <a:stretch>
            <a:fillRect/>
          </a:stretch>
        </p:blipFill>
        <p:spPr>
          <a:xfrm>
            <a:off x="5925587" y="8521795"/>
            <a:ext cx="487363" cy="487363"/>
          </a:xfrm>
          <a:prstGeom prst="rect">
            <a:avLst/>
          </a:prstGeom>
        </p:spPr>
      </p:pic>
      <p:pic>
        <p:nvPicPr>
          <p:cNvPr id="50" name="Points Reveal 2.mp3">
            <a:hlinkClick r:id="" action="ppaction://media"/>
          </p:cNvPr>
          <p:cNvPicPr>
            <a:picLocks noChangeAspect="1"/>
          </p:cNvPicPr>
          <p:nvPr>
            <a:audioFile r:link="rId4"/>
            <p:extLst>
              <p:ext uri="{DAA4B4D4-6D71-4841-9C94-3DE7FCFB9230}">
                <p14:media xmlns:p14="http://schemas.microsoft.com/office/powerpoint/2010/main" r:embed="rId3"/>
              </p:ext>
            </p:extLst>
          </p:nvPr>
        </p:nvPicPr>
        <p:blipFill>
          <a:blip r:embed="rId19"/>
          <a:stretch>
            <a:fillRect/>
          </a:stretch>
        </p:blipFill>
        <p:spPr>
          <a:xfrm>
            <a:off x="6763787" y="8528097"/>
            <a:ext cx="487363" cy="487363"/>
          </a:xfrm>
          <a:prstGeom prst="rect">
            <a:avLst/>
          </a:prstGeom>
        </p:spPr>
      </p:pic>
      <p:pic>
        <p:nvPicPr>
          <p:cNvPr id="2" name="Aligned.mp3">
            <a:hlinkClick r:id="" action="ppaction://media"/>
          </p:cNvPr>
          <p:cNvPicPr>
            <a:picLocks noChangeAspect="1"/>
          </p:cNvPicPr>
          <p:nvPr>
            <a:audioFile r:link="rId6"/>
            <p:extLst>
              <p:ext uri="{DAA4B4D4-6D71-4841-9C94-3DE7FCFB9230}">
                <p14:media xmlns:p14="http://schemas.microsoft.com/office/powerpoint/2010/main" r:embed="rId5"/>
              </p:ext>
            </p:extLst>
          </p:nvPr>
        </p:nvPicPr>
        <p:blipFill>
          <a:blip r:embed="rId20"/>
          <a:stretch>
            <a:fillRect/>
          </a:stretch>
        </p:blipFill>
        <p:spPr>
          <a:xfrm>
            <a:off x="8815150" y="8528097"/>
            <a:ext cx="487363" cy="487363"/>
          </a:xfrm>
          <a:prstGeom prst="rect">
            <a:avLst/>
          </a:prstGeom>
        </p:spPr>
      </p:pic>
      <p:pic>
        <p:nvPicPr>
          <p:cNvPr id="3" name="gold piece sequence (4 pieces) 1 (leandri140029).mp3">
            <a:hlinkClick r:id="" action="ppaction://media"/>
          </p:cNvPr>
          <p:cNvPicPr>
            <a:picLocks noChangeAspect="1"/>
          </p:cNvPicPr>
          <p:nvPr>
            <a:audioFile r:link="rId8"/>
            <p:extLst>
              <p:ext uri="{DAA4B4D4-6D71-4841-9C94-3DE7FCFB9230}">
                <p14:media xmlns:p14="http://schemas.microsoft.com/office/powerpoint/2010/main" r:embed="rId7"/>
              </p:ext>
            </p:extLst>
          </p:nvPr>
        </p:nvPicPr>
        <p:blipFill>
          <a:blip r:embed="rId21"/>
          <a:stretch>
            <a:fillRect/>
          </a:stretch>
        </p:blipFill>
        <p:spPr>
          <a:xfrm>
            <a:off x="6062695" y="8528097"/>
            <a:ext cx="487363" cy="487363"/>
          </a:xfrm>
          <a:prstGeom prst="rect">
            <a:avLst/>
          </a:prstGeom>
        </p:spPr>
      </p:pic>
      <p:pic>
        <p:nvPicPr>
          <p:cNvPr id="4" name="gold piece sequence (4 pieces) 2 (leandri140029).mp3">
            <a:hlinkClick r:id="" action="ppaction://media"/>
          </p:cNvPr>
          <p:cNvPicPr>
            <a:picLocks noChangeAspect="1"/>
          </p:cNvPicPr>
          <p:nvPr>
            <a:audioFile r:link="rId10"/>
            <p:extLst>
              <p:ext uri="{DAA4B4D4-6D71-4841-9C94-3DE7FCFB9230}">
                <p14:media xmlns:p14="http://schemas.microsoft.com/office/powerpoint/2010/main" r:embed="rId9"/>
              </p:ext>
            </p:extLst>
          </p:nvPr>
        </p:nvPicPr>
        <p:blipFill>
          <a:blip r:embed="rId19"/>
          <a:stretch>
            <a:fillRect/>
          </a:stretch>
        </p:blipFill>
        <p:spPr>
          <a:xfrm>
            <a:off x="7227982" y="8539196"/>
            <a:ext cx="487363" cy="487363"/>
          </a:xfrm>
          <a:prstGeom prst="rect">
            <a:avLst/>
          </a:prstGeom>
        </p:spPr>
      </p:pic>
    </p:spTree>
    <p:extLst>
      <p:ext uri="{BB962C8B-B14F-4D97-AF65-F5344CB8AC3E}">
        <p14:creationId xmlns:p14="http://schemas.microsoft.com/office/powerpoint/2010/main" val="1388109410"/>
      </p:ext>
    </p:extLst>
  </p:cSld>
  <p:clrMapOvr>
    <a:masterClrMapping/>
  </p:clrMapOvr>
  <mc:AlternateContent xmlns:mc="http://schemas.openxmlformats.org/markup-compatibility/2006" xmlns:p14="http://schemas.microsoft.com/office/powerpoint/2010/main">
    <mc:Choice Requires="p14">
      <p:transition spd="slow" p14:dur="1300">
        <p14:pan/>
      </p:transition>
    </mc:Choice>
    <mc:Fallback xmlns="">
      <p:transition spd="slow">
        <p:fade/>
      </p:transition>
    </mc:Fallback>
  </mc:AlternateContent>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mediacall" presetSubtype="0" fill="hold" nodeType="clickEffect">
                                  <p:stCondLst>
                                    <p:cond delay="0"/>
                                  </p:stCondLst>
                                  <p:childTnLst>
                                    <p:cmd type="call" cmd="playFrom(0.0)">
                                      <p:cBhvr>
                                        <p:cTn id="6" dur="40124" fill="hold"/>
                                        <p:tgtEl>
                                          <p:spTgt spid="2"/>
                                        </p:tgtEl>
                                      </p:cBhvr>
                                    </p:cmd>
                                  </p:childTnLst>
                                </p:cTn>
                              </p:par>
                              <p:par>
                                <p:cTn id="7" presetID="0" presetClass="path" presetSubtype="0" fill="hold" nodeType="withEffect">
                                  <p:stCondLst>
                                    <p:cond delay="0"/>
                                  </p:stCondLst>
                                  <p:childTnLst>
                                    <p:animMotion origin="layout" path="M 0.00021 -0.00077 L 0.00021 -0.0216 L -0.02518 -0.0216 L -0.02518 0.00039 L -0.02518 -0.0216 L -0.04926 -0.0216 L -0.04992 -0.00077 L -0.04926 -0.0216 L -0.07466 -0.0216 L -0.07531 -0.00174 L -0.07531 -0.0216 L -0.0994 -0.0216 L -0.10005 -0.00174 L -0.10059 -0.0216 L -0.12424 -0.0216 L -0.12479 -0.00174 L -0.12479 -0.02045 L -0.14953 -0.0216 L -0.14953 -0.00289 L -0.14953 -0.0216 L -0.17426 -0.02276 L -0.17426 -0.00174 L -0.17492 -0.0216 L -0.19835 -0.02276 L -0.199 -0.00174 L -0.199 -0.02276 L -0.22385 -0.02276 L -0.22385 -0.00174 L -0.22385 -0.02276 L -0.24913 -0.02276 L -0.24848 -0.00289 L -0.24848 -0.02276 L -0.27387 -0.02276 L -0.27387 -0.00174 L -0.27387 -0.02276 L -0.29818 -0.02276 L -0.29818 -0.00174 L -0.29872 -0.02276 L -0.32346 -0.02276 L -0.32346 -0.00174 L -0.324 -0.02276 L -0.34755 -0.02276 L -0.34755 -0.00174 L -0.3469 -0.02392 L -0.37175 -0.02392 L -0.37229 -0.00289 L -0.37229 -0.02392 L -0.39768 -0.02392 L -0.39768 -0.00174 L -0.39703 -0.02488 L -0.42177 -0.02488 L -0.42242 -0.00174 L -0.42242 -0.02488 L -0.44662 -0.02488 L -0.44716 -0.00289 L -0.44716 -0.02488 L -0.4719 -0.02488 L -0.4719 -0.00289 L -0.47125 -0.02488 L -0.49664 -0.02488 L -0.49664 -0.00289 L -0.4961 -0.02604 L -0.52138 -0.02604 L -0.52138 -0.00174 L -0.52138 -0.02604 L -0.54623 -0.02604 L -0.54623 -0.00405 L -0.54623 -0.02604 L -0.57042 -0.02604 L -0.57042 -0.00289 L -0.57107 -0.02604 L -0.59571 -0.02604 L -0.59571 -0.00405 L -0.59505 -0.02604 L -0.61979 -0.02604 L -0.62045 -0.00405 L -0.62045 -0.02604 L -0.64594 -0.02604 L -0.64594 -0.00405 L -0.64594 -0.0272 L -0.67058 -0.0272 L -0.66992 -0.00289 L -0.67058 -0.02604 L -0.69532 -0.02604 L -0.69466 -0.00405 L -0.69597 -0.02604 L -0.72016 -0.02604 L -0.72081 -0.00405 L -0.72016 -0.0272 L -0.74414 -0.0272 L -0.7436 -0.00289 L -0.74414 -0.02604 L -0.76953 -0.02604 L -0.76953 -0.00405 L -0.76953 -0.02604 L -0.79373 -0.02604 L -0.79373 -0.00405 L -0.79373 -0.02488 L -0.81847 -0.02488 L -0.81912 -0.00521 L -0.81847 -0.02488 L -0.84386 -0.02488 L -0.84386 -0.00405 L -0.84386 -0.02488 L -0.8686 -0.02488 L -0.8686 -0.00405 L -0.8686 -0.02488 L -0.89334 -0.02488 L -0.89334 -0.00405 L -0.89334 -0.02488 L -0.91808 -0.02488 L -0.91808 -0.00521 L -0.91808 -0.02604 L -0.94282 -0.02604 L -0.94282 -0.00637 L -0.94282 -0.02604 L -0.96756 -0.02604 L -0.96756 -0.00521 L -0.96756 -0.02604 L -0.99176 -0.02604 L -0.9923 -0.00637 " pathEditMode="relative" ptsTypes="AAAAAAAAAAAAAAAAAAAAAAAAAAAAAAAAAAAAAAAAAAAAAAAAAAAAAAAAAAAAAAAAAAAAAAAAAAAAAAAAAAAAAAAAAAAAAAAAAAAAAAAAAAAAAAAAAAAAAAAAA">
                                      <p:cBhvr>
                                        <p:cTn id="8" dur="40000" fill="hold"/>
                                        <p:tgtEl>
                                          <p:spTgt spid="51"/>
                                        </p:tgtEl>
                                        <p:attrNameLst>
                                          <p:attrName>ppt_x</p:attrName>
                                          <p:attrName>ppt_y</p:attrName>
                                        </p:attrNameLst>
                                      </p:cBhvr>
                                    </p:animMotion>
                                  </p:childTnLst>
                                </p:cTn>
                              </p:par>
                            </p:childTnLst>
                          </p:cTn>
                        </p:par>
                      </p:childTnLst>
                    </p:cTn>
                  </p:par>
                  <p:par>
                    <p:cTn id="9" fill="hold">
                      <p:stCondLst>
                        <p:cond delay="indefinite"/>
                      </p:stCondLst>
                      <p:childTnLst>
                        <p:par>
                          <p:cTn id="10" fill="hold">
                            <p:stCondLst>
                              <p:cond delay="0"/>
                            </p:stCondLst>
                            <p:childTnLst>
                              <p:par>
                                <p:cTn id="11" presetID="1" presetClass="mediacall" presetSubtype="0" fill="hold" nodeType="clickEffect">
                                  <p:stCondLst>
                                    <p:cond delay="0"/>
                                  </p:stCondLst>
                                  <p:childTnLst>
                                    <p:cmd type="call" cmd="playFrom(0.0)">
                                      <p:cBhvr>
                                        <p:cTn id="12" dur="417" fill="hold"/>
                                        <p:tgtEl>
                                          <p:spTgt spid="49"/>
                                        </p:tgtEl>
                                      </p:cBhvr>
                                    </p:cmd>
                                  </p:childTnLst>
                                </p:cTn>
                              </p:par>
                            </p:childTnLst>
                          </p:cTn>
                        </p:par>
                        <p:par>
                          <p:cTn id="13" fill="hold">
                            <p:stCondLst>
                              <p:cond delay="417"/>
                            </p:stCondLst>
                            <p:childTnLst>
                              <p:par>
                                <p:cTn id="14" presetID="1" presetClass="mediacall" presetSubtype="0" fill="hold" nodeType="afterEffect">
                                  <p:stCondLst>
                                    <p:cond delay="0"/>
                                  </p:stCondLst>
                                  <p:childTnLst>
                                    <p:cmd type="call" cmd="playFrom(0.0)">
                                      <p:cBhvr>
                                        <p:cTn id="15" dur="912" fill="hold"/>
                                        <p:tgtEl>
                                          <p:spTgt spid="3"/>
                                        </p:tgtEl>
                                      </p:cBhvr>
                                    </p:cmd>
                                  </p:childTnLst>
                                </p:cTn>
                              </p:par>
                              <p:par>
                                <p:cTn id="16" presetID="2" presetClass="entr" presetSubtype="1" fill="hold" nodeType="withEffect">
                                  <p:stCondLst>
                                    <p:cond delay="0"/>
                                  </p:stCondLst>
                                  <p:childTnLst>
                                    <p:set>
                                      <p:cBhvr>
                                        <p:cTn id="17" dur="1" fill="hold">
                                          <p:stCondLst>
                                            <p:cond delay="0"/>
                                          </p:stCondLst>
                                        </p:cTn>
                                        <p:tgtEl>
                                          <p:spTgt spid="11"/>
                                        </p:tgtEl>
                                        <p:attrNameLst>
                                          <p:attrName>style.visibility</p:attrName>
                                        </p:attrNameLst>
                                      </p:cBhvr>
                                      <p:to>
                                        <p:strVal val="visible"/>
                                      </p:to>
                                    </p:set>
                                    <p:anim calcmode="lin" valueType="num">
                                      <p:cBhvr additive="base">
                                        <p:cTn id="18" dur="250" fill="hold"/>
                                        <p:tgtEl>
                                          <p:spTgt spid="11"/>
                                        </p:tgtEl>
                                        <p:attrNameLst>
                                          <p:attrName>ppt_x</p:attrName>
                                        </p:attrNameLst>
                                      </p:cBhvr>
                                      <p:tavLst>
                                        <p:tav tm="0">
                                          <p:val>
                                            <p:strVal val="#ppt_x"/>
                                          </p:val>
                                        </p:tav>
                                        <p:tav tm="100000">
                                          <p:val>
                                            <p:strVal val="#ppt_x"/>
                                          </p:val>
                                        </p:tav>
                                      </p:tavLst>
                                    </p:anim>
                                    <p:anim calcmode="lin" valueType="num">
                                      <p:cBhvr additive="base">
                                        <p:cTn id="19" dur="250" fill="hold"/>
                                        <p:tgtEl>
                                          <p:spTgt spid="11"/>
                                        </p:tgtEl>
                                        <p:attrNameLst>
                                          <p:attrName>ppt_y</p:attrName>
                                        </p:attrNameLst>
                                      </p:cBhvr>
                                      <p:tavLst>
                                        <p:tav tm="0">
                                          <p:val>
                                            <p:strVal val="0-#ppt_h/2"/>
                                          </p:val>
                                        </p:tav>
                                        <p:tav tm="100000">
                                          <p:val>
                                            <p:strVal val="#ppt_y"/>
                                          </p:val>
                                        </p:tav>
                                      </p:tavLst>
                                    </p:anim>
                                  </p:childTnLst>
                                </p:cTn>
                              </p:par>
                              <p:par>
                                <p:cTn id="20" presetID="2" presetClass="entr" presetSubtype="1" fill="hold" nodeType="withEffect">
                                  <p:stCondLst>
                                    <p:cond delay="0"/>
                                  </p:stCondLst>
                                  <p:childTnLst>
                                    <p:set>
                                      <p:cBhvr>
                                        <p:cTn id="21" dur="1" fill="hold">
                                          <p:stCondLst>
                                            <p:cond delay="0"/>
                                          </p:stCondLst>
                                        </p:cTn>
                                        <p:tgtEl>
                                          <p:spTgt spid="21"/>
                                        </p:tgtEl>
                                        <p:attrNameLst>
                                          <p:attrName>style.visibility</p:attrName>
                                        </p:attrNameLst>
                                      </p:cBhvr>
                                      <p:to>
                                        <p:strVal val="visible"/>
                                      </p:to>
                                    </p:set>
                                    <p:anim calcmode="lin" valueType="num">
                                      <p:cBhvr additive="base">
                                        <p:cTn id="22" dur="250" fill="hold"/>
                                        <p:tgtEl>
                                          <p:spTgt spid="21"/>
                                        </p:tgtEl>
                                        <p:attrNameLst>
                                          <p:attrName>ppt_x</p:attrName>
                                        </p:attrNameLst>
                                      </p:cBhvr>
                                      <p:tavLst>
                                        <p:tav tm="0">
                                          <p:val>
                                            <p:strVal val="#ppt_x"/>
                                          </p:val>
                                        </p:tav>
                                        <p:tav tm="100000">
                                          <p:val>
                                            <p:strVal val="#ppt_x"/>
                                          </p:val>
                                        </p:tav>
                                      </p:tavLst>
                                    </p:anim>
                                    <p:anim calcmode="lin" valueType="num">
                                      <p:cBhvr additive="base">
                                        <p:cTn id="23" dur="250" fill="hold"/>
                                        <p:tgtEl>
                                          <p:spTgt spid="21"/>
                                        </p:tgtEl>
                                        <p:attrNameLst>
                                          <p:attrName>ppt_y</p:attrName>
                                        </p:attrNameLst>
                                      </p:cBhvr>
                                      <p:tavLst>
                                        <p:tav tm="0">
                                          <p:val>
                                            <p:strVal val="0-#ppt_h/2"/>
                                          </p:val>
                                        </p:tav>
                                        <p:tav tm="100000">
                                          <p:val>
                                            <p:strVal val="#ppt_y"/>
                                          </p:val>
                                        </p:tav>
                                      </p:tavLst>
                                    </p:anim>
                                  </p:childTnLst>
                                </p:cTn>
                              </p:par>
                              <p:par>
                                <p:cTn id="24" presetID="2" presetClass="entr" presetSubtype="1" fill="hold" nodeType="withEffect">
                                  <p:stCondLst>
                                    <p:cond delay="0"/>
                                  </p:stCondLst>
                                  <p:childTnLst>
                                    <p:set>
                                      <p:cBhvr>
                                        <p:cTn id="25" dur="1" fill="hold">
                                          <p:stCondLst>
                                            <p:cond delay="0"/>
                                          </p:stCondLst>
                                        </p:cTn>
                                        <p:tgtEl>
                                          <p:spTgt spid="26"/>
                                        </p:tgtEl>
                                        <p:attrNameLst>
                                          <p:attrName>style.visibility</p:attrName>
                                        </p:attrNameLst>
                                      </p:cBhvr>
                                      <p:to>
                                        <p:strVal val="visible"/>
                                      </p:to>
                                    </p:set>
                                    <p:anim calcmode="lin" valueType="num">
                                      <p:cBhvr additive="base">
                                        <p:cTn id="26" dur="250" fill="hold"/>
                                        <p:tgtEl>
                                          <p:spTgt spid="26"/>
                                        </p:tgtEl>
                                        <p:attrNameLst>
                                          <p:attrName>ppt_x</p:attrName>
                                        </p:attrNameLst>
                                      </p:cBhvr>
                                      <p:tavLst>
                                        <p:tav tm="0">
                                          <p:val>
                                            <p:strVal val="#ppt_x"/>
                                          </p:val>
                                        </p:tav>
                                        <p:tav tm="100000">
                                          <p:val>
                                            <p:strVal val="#ppt_x"/>
                                          </p:val>
                                        </p:tav>
                                      </p:tavLst>
                                    </p:anim>
                                    <p:anim calcmode="lin" valueType="num">
                                      <p:cBhvr additive="base">
                                        <p:cTn id="27" dur="250" fill="hold"/>
                                        <p:tgtEl>
                                          <p:spTgt spid="26"/>
                                        </p:tgtEl>
                                        <p:attrNameLst>
                                          <p:attrName>ppt_y</p:attrName>
                                        </p:attrNameLst>
                                      </p:cBhvr>
                                      <p:tavLst>
                                        <p:tav tm="0">
                                          <p:val>
                                            <p:strVal val="0-#ppt_h/2"/>
                                          </p:val>
                                        </p:tav>
                                        <p:tav tm="100000">
                                          <p:val>
                                            <p:strVal val="#ppt_y"/>
                                          </p:val>
                                        </p:tav>
                                      </p:tavLst>
                                    </p:anim>
                                  </p:childTnLst>
                                </p:cTn>
                              </p:par>
                              <p:par>
                                <p:cTn id="28" presetID="2" presetClass="entr" presetSubtype="1" fill="hold" nodeType="withEffect">
                                  <p:stCondLst>
                                    <p:cond delay="0"/>
                                  </p:stCondLst>
                                  <p:childTnLst>
                                    <p:set>
                                      <p:cBhvr>
                                        <p:cTn id="29" dur="1" fill="hold">
                                          <p:stCondLst>
                                            <p:cond delay="0"/>
                                          </p:stCondLst>
                                        </p:cTn>
                                        <p:tgtEl>
                                          <p:spTgt spid="35"/>
                                        </p:tgtEl>
                                        <p:attrNameLst>
                                          <p:attrName>style.visibility</p:attrName>
                                        </p:attrNameLst>
                                      </p:cBhvr>
                                      <p:to>
                                        <p:strVal val="visible"/>
                                      </p:to>
                                    </p:set>
                                    <p:anim calcmode="lin" valueType="num">
                                      <p:cBhvr additive="base">
                                        <p:cTn id="30" dur="250" fill="hold"/>
                                        <p:tgtEl>
                                          <p:spTgt spid="35"/>
                                        </p:tgtEl>
                                        <p:attrNameLst>
                                          <p:attrName>ppt_x</p:attrName>
                                        </p:attrNameLst>
                                      </p:cBhvr>
                                      <p:tavLst>
                                        <p:tav tm="0">
                                          <p:val>
                                            <p:strVal val="#ppt_x"/>
                                          </p:val>
                                        </p:tav>
                                        <p:tav tm="100000">
                                          <p:val>
                                            <p:strVal val="#ppt_x"/>
                                          </p:val>
                                        </p:tav>
                                      </p:tavLst>
                                    </p:anim>
                                    <p:anim calcmode="lin" valueType="num">
                                      <p:cBhvr additive="base">
                                        <p:cTn id="31" dur="250" fill="hold"/>
                                        <p:tgtEl>
                                          <p:spTgt spid="35"/>
                                        </p:tgtEl>
                                        <p:attrNameLst>
                                          <p:attrName>ppt_y</p:attrName>
                                        </p:attrNameLst>
                                      </p:cBhvr>
                                      <p:tavLst>
                                        <p:tav tm="0">
                                          <p:val>
                                            <p:strVal val="0-#ppt_h/2"/>
                                          </p:val>
                                        </p:tav>
                                        <p:tav tm="100000">
                                          <p:val>
                                            <p:strVal val="#ppt_y"/>
                                          </p:val>
                                        </p:tav>
                                      </p:tavLst>
                                    </p:anim>
                                  </p:childTnLst>
                                </p:cTn>
                              </p:par>
                              <p:par>
                                <p:cTn id="32" presetID="2" presetClass="entr" presetSubtype="1" fill="hold" nodeType="withEffect">
                                  <p:stCondLst>
                                    <p:cond delay="250"/>
                                  </p:stCondLst>
                                  <p:childTnLst>
                                    <p:set>
                                      <p:cBhvr>
                                        <p:cTn id="33" dur="1" fill="hold">
                                          <p:stCondLst>
                                            <p:cond delay="0"/>
                                          </p:stCondLst>
                                        </p:cTn>
                                        <p:tgtEl>
                                          <p:spTgt spid="12"/>
                                        </p:tgtEl>
                                        <p:attrNameLst>
                                          <p:attrName>style.visibility</p:attrName>
                                        </p:attrNameLst>
                                      </p:cBhvr>
                                      <p:to>
                                        <p:strVal val="visible"/>
                                      </p:to>
                                    </p:set>
                                    <p:anim calcmode="lin" valueType="num">
                                      <p:cBhvr additive="base">
                                        <p:cTn id="34" dur="250" fill="hold"/>
                                        <p:tgtEl>
                                          <p:spTgt spid="12"/>
                                        </p:tgtEl>
                                        <p:attrNameLst>
                                          <p:attrName>ppt_x</p:attrName>
                                        </p:attrNameLst>
                                      </p:cBhvr>
                                      <p:tavLst>
                                        <p:tav tm="0">
                                          <p:val>
                                            <p:strVal val="#ppt_x"/>
                                          </p:val>
                                        </p:tav>
                                        <p:tav tm="100000">
                                          <p:val>
                                            <p:strVal val="#ppt_x"/>
                                          </p:val>
                                        </p:tav>
                                      </p:tavLst>
                                    </p:anim>
                                    <p:anim calcmode="lin" valueType="num">
                                      <p:cBhvr additive="base">
                                        <p:cTn id="35" dur="250" fill="hold"/>
                                        <p:tgtEl>
                                          <p:spTgt spid="12"/>
                                        </p:tgtEl>
                                        <p:attrNameLst>
                                          <p:attrName>ppt_y</p:attrName>
                                        </p:attrNameLst>
                                      </p:cBhvr>
                                      <p:tavLst>
                                        <p:tav tm="0">
                                          <p:val>
                                            <p:strVal val="0-#ppt_h/2"/>
                                          </p:val>
                                        </p:tav>
                                        <p:tav tm="100000">
                                          <p:val>
                                            <p:strVal val="#ppt_y"/>
                                          </p:val>
                                        </p:tav>
                                      </p:tavLst>
                                    </p:anim>
                                  </p:childTnLst>
                                </p:cTn>
                              </p:par>
                              <p:par>
                                <p:cTn id="36" presetID="2" presetClass="entr" presetSubtype="1" fill="hold" nodeType="withEffect">
                                  <p:stCondLst>
                                    <p:cond delay="250"/>
                                  </p:stCondLst>
                                  <p:childTnLst>
                                    <p:set>
                                      <p:cBhvr>
                                        <p:cTn id="37" dur="1" fill="hold">
                                          <p:stCondLst>
                                            <p:cond delay="0"/>
                                          </p:stCondLst>
                                        </p:cTn>
                                        <p:tgtEl>
                                          <p:spTgt spid="27"/>
                                        </p:tgtEl>
                                        <p:attrNameLst>
                                          <p:attrName>style.visibility</p:attrName>
                                        </p:attrNameLst>
                                      </p:cBhvr>
                                      <p:to>
                                        <p:strVal val="visible"/>
                                      </p:to>
                                    </p:set>
                                    <p:anim calcmode="lin" valueType="num">
                                      <p:cBhvr additive="base">
                                        <p:cTn id="38" dur="250" fill="hold"/>
                                        <p:tgtEl>
                                          <p:spTgt spid="27"/>
                                        </p:tgtEl>
                                        <p:attrNameLst>
                                          <p:attrName>ppt_x</p:attrName>
                                        </p:attrNameLst>
                                      </p:cBhvr>
                                      <p:tavLst>
                                        <p:tav tm="0">
                                          <p:val>
                                            <p:strVal val="#ppt_x"/>
                                          </p:val>
                                        </p:tav>
                                        <p:tav tm="100000">
                                          <p:val>
                                            <p:strVal val="#ppt_x"/>
                                          </p:val>
                                        </p:tav>
                                      </p:tavLst>
                                    </p:anim>
                                    <p:anim calcmode="lin" valueType="num">
                                      <p:cBhvr additive="base">
                                        <p:cTn id="39" dur="250" fill="hold"/>
                                        <p:tgtEl>
                                          <p:spTgt spid="27"/>
                                        </p:tgtEl>
                                        <p:attrNameLst>
                                          <p:attrName>ppt_y</p:attrName>
                                        </p:attrNameLst>
                                      </p:cBhvr>
                                      <p:tavLst>
                                        <p:tav tm="0">
                                          <p:val>
                                            <p:strVal val="0-#ppt_h/2"/>
                                          </p:val>
                                        </p:tav>
                                        <p:tav tm="100000">
                                          <p:val>
                                            <p:strVal val="#ppt_y"/>
                                          </p:val>
                                        </p:tav>
                                      </p:tavLst>
                                    </p:anim>
                                  </p:childTnLst>
                                </p:cTn>
                              </p:par>
                              <p:par>
                                <p:cTn id="40" presetID="2" presetClass="entr" presetSubtype="1" fill="hold" nodeType="withEffect">
                                  <p:stCondLst>
                                    <p:cond delay="250"/>
                                  </p:stCondLst>
                                  <p:childTnLst>
                                    <p:set>
                                      <p:cBhvr>
                                        <p:cTn id="41" dur="1" fill="hold">
                                          <p:stCondLst>
                                            <p:cond delay="0"/>
                                          </p:stCondLst>
                                        </p:cTn>
                                        <p:tgtEl>
                                          <p:spTgt spid="38"/>
                                        </p:tgtEl>
                                        <p:attrNameLst>
                                          <p:attrName>style.visibility</p:attrName>
                                        </p:attrNameLst>
                                      </p:cBhvr>
                                      <p:to>
                                        <p:strVal val="visible"/>
                                      </p:to>
                                    </p:set>
                                    <p:anim calcmode="lin" valueType="num">
                                      <p:cBhvr additive="base">
                                        <p:cTn id="42" dur="250" fill="hold"/>
                                        <p:tgtEl>
                                          <p:spTgt spid="38"/>
                                        </p:tgtEl>
                                        <p:attrNameLst>
                                          <p:attrName>ppt_x</p:attrName>
                                        </p:attrNameLst>
                                      </p:cBhvr>
                                      <p:tavLst>
                                        <p:tav tm="0">
                                          <p:val>
                                            <p:strVal val="#ppt_x"/>
                                          </p:val>
                                        </p:tav>
                                        <p:tav tm="100000">
                                          <p:val>
                                            <p:strVal val="#ppt_x"/>
                                          </p:val>
                                        </p:tav>
                                      </p:tavLst>
                                    </p:anim>
                                    <p:anim calcmode="lin" valueType="num">
                                      <p:cBhvr additive="base">
                                        <p:cTn id="43" dur="250" fill="hold"/>
                                        <p:tgtEl>
                                          <p:spTgt spid="38"/>
                                        </p:tgtEl>
                                        <p:attrNameLst>
                                          <p:attrName>ppt_y</p:attrName>
                                        </p:attrNameLst>
                                      </p:cBhvr>
                                      <p:tavLst>
                                        <p:tav tm="0">
                                          <p:val>
                                            <p:strVal val="0-#ppt_h/2"/>
                                          </p:val>
                                        </p:tav>
                                        <p:tav tm="100000">
                                          <p:val>
                                            <p:strVal val="#ppt_y"/>
                                          </p:val>
                                        </p:tav>
                                      </p:tavLst>
                                    </p:anim>
                                  </p:childTnLst>
                                </p:cTn>
                              </p:par>
                              <p:par>
                                <p:cTn id="44" presetID="2" presetClass="entr" presetSubtype="1" fill="hold" nodeType="withEffect">
                                  <p:stCondLst>
                                    <p:cond delay="500"/>
                                  </p:stCondLst>
                                  <p:childTnLst>
                                    <p:set>
                                      <p:cBhvr>
                                        <p:cTn id="45" dur="1" fill="hold">
                                          <p:stCondLst>
                                            <p:cond delay="0"/>
                                          </p:stCondLst>
                                        </p:cTn>
                                        <p:tgtEl>
                                          <p:spTgt spid="16"/>
                                        </p:tgtEl>
                                        <p:attrNameLst>
                                          <p:attrName>style.visibility</p:attrName>
                                        </p:attrNameLst>
                                      </p:cBhvr>
                                      <p:to>
                                        <p:strVal val="visible"/>
                                      </p:to>
                                    </p:set>
                                    <p:anim calcmode="lin" valueType="num">
                                      <p:cBhvr additive="base">
                                        <p:cTn id="46" dur="250" fill="hold"/>
                                        <p:tgtEl>
                                          <p:spTgt spid="16"/>
                                        </p:tgtEl>
                                        <p:attrNameLst>
                                          <p:attrName>ppt_x</p:attrName>
                                        </p:attrNameLst>
                                      </p:cBhvr>
                                      <p:tavLst>
                                        <p:tav tm="0">
                                          <p:val>
                                            <p:strVal val="#ppt_x"/>
                                          </p:val>
                                        </p:tav>
                                        <p:tav tm="100000">
                                          <p:val>
                                            <p:strVal val="#ppt_x"/>
                                          </p:val>
                                        </p:tav>
                                      </p:tavLst>
                                    </p:anim>
                                    <p:anim calcmode="lin" valueType="num">
                                      <p:cBhvr additive="base">
                                        <p:cTn id="47" dur="250" fill="hold"/>
                                        <p:tgtEl>
                                          <p:spTgt spid="16"/>
                                        </p:tgtEl>
                                        <p:attrNameLst>
                                          <p:attrName>ppt_y</p:attrName>
                                        </p:attrNameLst>
                                      </p:cBhvr>
                                      <p:tavLst>
                                        <p:tav tm="0">
                                          <p:val>
                                            <p:strVal val="0-#ppt_h/2"/>
                                          </p:val>
                                        </p:tav>
                                        <p:tav tm="100000">
                                          <p:val>
                                            <p:strVal val="#ppt_y"/>
                                          </p:val>
                                        </p:tav>
                                      </p:tavLst>
                                    </p:anim>
                                  </p:childTnLst>
                                </p:cTn>
                              </p:par>
                              <p:par>
                                <p:cTn id="48" presetID="2" presetClass="entr" presetSubtype="1" fill="hold" nodeType="withEffect">
                                  <p:stCondLst>
                                    <p:cond delay="500"/>
                                  </p:stCondLst>
                                  <p:childTnLst>
                                    <p:set>
                                      <p:cBhvr>
                                        <p:cTn id="49" dur="1" fill="hold">
                                          <p:stCondLst>
                                            <p:cond delay="0"/>
                                          </p:stCondLst>
                                        </p:cTn>
                                        <p:tgtEl>
                                          <p:spTgt spid="28"/>
                                        </p:tgtEl>
                                        <p:attrNameLst>
                                          <p:attrName>style.visibility</p:attrName>
                                        </p:attrNameLst>
                                      </p:cBhvr>
                                      <p:to>
                                        <p:strVal val="visible"/>
                                      </p:to>
                                    </p:set>
                                    <p:anim calcmode="lin" valueType="num">
                                      <p:cBhvr additive="base">
                                        <p:cTn id="50" dur="250" fill="hold"/>
                                        <p:tgtEl>
                                          <p:spTgt spid="28"/>
                                        </p:tgtEl>
                                        <p:attrNameLst>
                                          <p:attrName>ppt_x</p:attrName>
                                        </p:attrNameLst>
                                      </p:cBhvr>
                                      <p:tavLst>
                                        <p:tav tm="0">
                                          <p:val>
                                            <p:strVal val="#ppt_x"/>
                                          </p:val>
                                        </p:tav>
                                        <p:tav tm="100000">
                                          <p:val>
                                            <p:strVal val="#ppt_x"/>
                                          </p:val>
                                        </p:tav>
                                      </p:tavLst>
                                    </p:anim>
                                    <p:anim calcmode="lin" valueType="num">
                                      <p:cBhvr additive="base">
                                        <p:cTn id="51" dur="250" fill="hold"/>
                                        <p:tgtEl>
                                          <p:spTgt spid="28"/>
                                        </p:tgtEl>
                                        <p:attrNameLst>
                                          <p:attrName>ppt_y</p:attrName>
                                        </p:attrNameLst>
                                      </p:cBhvr>
                                      <p:tavLst>
                                        <p:tav tm="0">
                                          <p:val>
                                            <p:strVal val="0-#ppt_h/2"/>
                                          </p:val>
                                        </p:tav>
                                        <p:tav tm="100000">
                                          <p:val>
                                            <p:strVal val="#ppt_y"/>
                                          </p:val>
                                        </p:tav>
                                      </p:tavLst>
                                    </p:anim>
                                  </p:childTnLst>
                                </p:cTn>
                              </p:par>
                              <p:par>
                                <p:cTn id="52" presetID="2" presetClass="entr" presetSubtype="1" fill="hold" nodeType="withEffect">
                                  <p:stCondLst>
                                    <p:cond delay="500"/>
                                  </p:stCondLst>
                                  <p:childTnLst>
                                    <p:set>
                                      <p:cBhvr>
                                        <p:cTn id="53" dur="1" fill="hold">
                                          <p:stCondLst>
                                            <p:cond delay="0"/>
                                          </p:stCondLst>
                                        </p:cTn>
                                        <p:tgtEl>
                                          <p:spTgt spid="39"/>
                                        </p:tgtEl>
                                        <p:attrNameLst>
                                          <p:attrName>style.visibility</p:attrName>
                                        </p:attrNameLst>
                                      </p:cBhvr>
                                      <p:to>
                                        <p:strVal val="visible"/>
                                      </p:to>
                                    </p:set>
                                    <p:anim calcmode="lin" valueType="num">
                                      <p:cBhvr additive="base">
                                        <p:cTn id="54" dur="250" fill="hold"/>
                                        <p:tgtEl>
                                          <p:spTgt spid="39"/>
                                        </p:tgtEl>
                                        <p:attrNameLst>
                                          <p:attrName>ppt_x</p:attrName>
                                        </p:attrNameLst>
                                      </p:cBhvr>
                                      <p:tavLst>
                                        <p:tav tm="0">
                                          <p:val>
                                            <p:strVal val="#ppt_x"/>
                                          </p:val>
                                        </p:tav>
                                        <p:tav tm="100000">
                                          <p:val>
                                            <p:strVal val="#ppt_x"/>
                                          </p:val>
                                        </p:tav>
                                      </p:tavLst>
                                    </p:anim>
                                    <p:anim calcmode="lin" valueType="num">
                                      <p:cBhvr additive="base">
                                        <p:cTn id="55" dur="250" fill="hold"/>
                                        <p:tgtEl>
                                          <p:spTgt spid="39"/>
                                        </p:tgtEl>
                                        <p:attrNameLst>
                                          <p:attrName>ppt_y</p:attrName>
                                        </p:attrNameLst>
                                      </p:cBhvr>
                                      <p:tavLst>
                                        <p:tav tm="0">
                                          <p:val>
                                            <p:strVal val="0-#ppt_h/2"/>
                                          </p:val>
                                        </p:tav>
                                        <p:tav tm="100000">
                                          <p:val>
                                            <p:strVal val="#ppt_y"/>
                                          </p:val>
                                        </p:tav>
                                      </p:tavLst>
                                    </p:anim>
                                  </p:childTnLst>
                                </p:cTn>
                              </p:par>
                              <p:par>
                                <p:cTn id="56" presetID="2" presetClass="entr" presetSubtype="1" fill="hold" nodeType="withEffect">
                                  <p:stCondLst>
                                    <p:cond delay="750"/>
                                  </p:stCondLst>
                                  <p:childTnLst>
                                    <p:set>
                                      <p:cBhvr>
                                        <p:cTn id="57" dur="1" fill="hold">
                                          <p:stCondLst>
                                            <p:cond delay="0"/>
                                          </p:stCondLst>
                                        </p:cTn>
                                        <p:tgtEl>
                                          <p:spTgt spid="29"/>
                                        </p:tgtEl>
                                        <p:attrNameLst>
                                          <p:attrName>style.visibility</p:attrName>
                                        </p:attrNameLst>
                                      </p:cBhvr>
                                      <p:to>
                                        <p:strVal val="visible"/>
                                      </p:to>
                                    </p:set>
                                    <p:anim calcmode="lin" valueType="num">
                                      <p:cBhvr additive="base">
                                        <p:cTn id="58" dur="250" fill="hold"/>
                                        <p:tgtEl>
                                          <p:spTgt spid="29"/>
                                        </p:tgtEl>
                                        <p:attrNameLst>
                                          <p:attrName>ppt_x</p:attrName>
                                        </p:attrNameLst>
                                      </p:cBhvr>
                                      <p:tavLst>
                                        <p:tav tm="0">
                                          <p:val>
                                            <p:strVal val="#ppt_x"/>
                                          </p:val>
                                        </p:tav>
                                        <p:tav tm="100000">
                                          <p:val>
                                            <p:strVal val="#ppt_x"/>
                                          </p:val>
                                        </p:tav>
                                      </p:tavLst>
                                    </p:anim>
                                    <p:anim calcmode="lin" valueType="num">
                                      <p:cBhvr additive="base">
                                        <p:cTn id="59" dur="250" fill="hold"/>
                                        <p:tgtEl>
                                          <p:spTgt spid="29"/>
                                        </p:tgtEl>
                                        <p:attrNameLst>
                                          <p:attrName>ppt_y</p:attrName>
                                        </p:attrNameLst>
                                      </p:cBhvr>
                                      <p:tavLst>
                                        <p:tav tm="0">
                                          <p:val>
                                            <p:strVal val="0-#ppt_h/2"/>
                                          </p:val>
                                        </p:tav>
                                        <p:tav tm="100000">
                                          <p:val>
                                            <p:strVal val="#ppt_y"/>
                                          </p:val>
                                        </p:tav>
                                      </p:tavLst>
                                    </p:anim>
                                  </p:childTnLst>
                                </p:cTn>
                              </p:par>
                            </p:childTnLst>
                          </p:cTn>
                        </p:par>
                      </p:childTnLst>
                    </p:cTn>
                  </p:par>
                  <p:par>
                    <p:cTn id="60" fill="hold">
                      <p:stCondLst>
                        <p:cond delay="indefinite"/>
                      </p:stCondLst>
                      <p:childTnLst>
                        <p:par>
                          <p:cTn id="61" fill="hold">
                            <p:stCondLst>
                              <p:cond delay="0"/>
                            </p:stCondLst>
                            <p:childTnLst>
                              <p:par>
                                <p:cTn id="62" presetID="1" presetClass="mediacall" presetSubtype="0" fill="hold" nodeType="clickEffect">
                                  <p:stCondLst>
                                    <p:cond delay="0"/>
                                  </p:stCondLst>
                                  <p:childTnLst>
                                    <p:cmd type="call" cmd="playFrom(0.0)">
                                      <p:cBhvr>
                                        <p:cTn id="63" dur="417" fill="hold"/>
                                        <p:tgtEl>
                                          <p:spTgt spid="50"/>
                                        </p:tgtEl>
                                      </p:cBhvr>
                                    </p:cmd>
                                  </p:childTnLst>
                                </p:cTn>
                              </p:par>
                            </p:childTnLst>
                          </p:cTn>
                        </p:par>
                        <p:par>
                          <p:cTn id="64" fill="hold">
                            <p:stCondLst>
                              <p:cond delay="417"/>
                            </p:stCondLst>
                            <p:childTnLst>
                              <p:par>
                                <p:cTn id="65" presetID="1" presetClass="mediacall" presetSubtype="0" fill="hold" nodeType="afterEffect">
                                  <p:stCondLst>
                                    <p:cond delay="0"/>
                                  </p:stCondLst>
                                  <p:childTnLst>
                                    <p:cmd type="call" cmd="playFrom(0.0)">
                                      <p:cBhvr>
                                        <p:cTn id="66" dur="888" fill="hold"/>
                                        <p:tgtEl>
                                          <p:spTgt spid="4"/>
                                        </p:tgtEl>
                                      </p:cBhvr>
                                    </p:cmd>
                                  </p:childTnLst>
                                </p:cTn>
                              </p:par>
                              <p:par>
                                <p:cTn id="67" presetID="2" presetClass="entr" presetSubtype="1" fill="hold" nodeType="withEffect">
                                  <p:stCondLst>
                                    <p:cond delay="0"/>
                                  </p:stCondLst>
                                  <p:childTnLst>
                                    <p:set>
                                      <p:cBhvr>
                                        <p:cTn id="68" dur="1" fill="hold">
                                          <p:stCondLst>
                                            <p:cond delay="0"/>
                                          </p:stCondLst>
                                        </p:cTn>
                                        <p:tgtEl>
                                          <p:spTgt spid="42"/>
                                        </p:tgtEl>
                                        <p:attrNameLst>
                                          <p:attrName>style.visibility</p:attrName>
                                        </p:attrNameLst>
                                      </p:cBhvr>
                                      <p:to>
                                        <p:strVal val="visible"/>
                                      </p:to>
                                    </p:set>
                                    <p:anim calcmode="lin" valueType="num">
                                      <p:cBhvr additive="base">
                                        <p:cTn id="69" dur="250" fill="hold"/>
                                        <p:tgtEl>
                                          <p:spTgt spid="42"/>
                                        </p:tgtEl>
                                        <p:attrNameLst>
                                          <p:attrName>ppt_x</p:attrName>
                                        </p:attrNameLst>
                                      </p:cBhvr>
                                      <p:tavLst>
                                        <p:tav tm="0">
                                          <p:val>
                                            <p:strVal val="#ppt_x"/>
                                          </p:val>
                                        </p:tav>
                                        <p:tav tm="100000">
                                          <p:val>
                                            <p:strVal val="#ppt_x"/>
                                          </p:val>
                                        </p:tav>
                                      </p:tavLst>
                                    </p:anim>
                                    <p:anim calcmode="lin" valueType="num">
                                      <p:cBhvr additive="base">
                                        <p:cTn id="70" dur="250" fill="hold"/>
                                        <p:tgtEl>
                                          <p:spTgt spid="42"/>
                                        </p:tgtEl>
                                        <p:attrNameLst>
                                          <p:attrName>ppt_y</p:attrName>
                                        </p:attrNameLst>
                                      </p:cBhvr>
                                      <p:tavLst>
                                        <p:tav tm="0">
                                          <p:val>
                                            <p:strVal val="0-#ppt_h/2"/>
                                          </p:val>
                                        </p:tav>
                                        <p:tav tm="100000">
                                          <p:val>
                                            <p:strVal val="#ppt_y"/>
                                          </p:val>
                                        </p:tav>
                                      </p:tavLst>
                                    </p:anim>
                                  </p:childTnLst>
                                </p:cTn>
                              </p:par>
                              <p:par>
                                <p:cTn id="71" presetID="2" presetClass="entr" presetSubtype="1" fill="hold" nodeType="withEffect">
                                  <p:stCondLst>
                                    <p:cond delay="0"/>
                                  </p:stCondLst>
                                  <p:childTnLst>
                                    <p:set>
                                      <p:cBhvr>
                                        <p:cTn id="72" dur="1" fill="hold">
                                          <p:stCondLst>
                                            <p:cond delay="0"/>
                                          </p:stCondLst>
                                        </p:cTn>
                                        <p:tgtEl>
                                          <p:spTgt spid="47"/>
                                        </p:tgtEl>
                                        <p:attrNameLst>
                                          <p:attrName>style.visibility</p:attrName>
                                        </p:attrNameLst>
                                      </p:cBhvr>
                                      <p:to>
                                        <p:strVal val="visible"/>
                                      </p:to>
                                    </p:set>
                                    <p:anim calcmode="lin" valueType="num">
                                      <p:cBhvr additive="base">
                                        <p:cTn id="73" dur="250" fill="hold"/>
                                        <p:tgtEl>
                                          <p:spTgt spid="47"/>
                                        </p:tgtEl>
                                        <p:attrNameLst>
                                          <p:attrName>ppt_x</p:attrName>
                                        </p:attrNameLst>
                                      </p:cBhvr>
                                      <p:tavLst>
                                        <p:tav tm="0">
                                          <p:val>
                                            <p:strVal val="#ppt_x"/>
                                          </p:val>
                                        </p:tav>
                                        <p:tav tm="100000">
                                          <p:val>
                                            <p:strVal val="#ppt_x"/>
                                          </p:val>
                                        </p:tav>
                                      </p:tavLst>
                                    </p:anim>
                                    <p:anim calcmode="lin" valueType="num">
                                      <p:cBhvr additive="base">
                                        <p:cTn id="74" dur="250" fill="hold"/>
                                        <p:tgtEl>
                                          <p:spTgt spid="47"/>
                                        </p:tgtEl>
                                        <p:attrNameLst>
                                          <p:attrName>ppt_y</p:attrName>
                                        </p:attrNameLst>
                                      </p:cBhvr>
                                      <p:tavLst>
                                        <p:tav tm="0">
                                          <p:val>
                                            <p:strVal val="0-#ppt_h/2"/>
                                          </p:val>
                                        </p:tav>
                                        <p:tav tm="100000">
                                          <p:val>
                                            <p:strVal val="#ppt_y"/>
                                          </p:val>
                                        </p:tav>
                                      </p:tavLst>
                                    </p:anim>
                                  </p:childTnLst>
                                </p:cTn>
                              </p:par>
                              <p:par>
                                <p:cTn id="75" presetID="2" presetClass="entr" presetSubtype="1" fill="hold" nodeType="withEffect">
                                  <p:stCondLst>
                                    <p:cond delay="0"/>
                                  </p:stCondLst>
                                  <p:childTnLst>
                                    <p:set>
                                      <p:cBhvr>
                                        <p:cTn id="76" dur="1" fill="hold">
                                          <p:stCondLst>
                                            <p:cond delay="0"/>
                                          </p:stCondLst>
                                        </p:cTn>
                                        <p:tgtEl>
                                          <p:spTgt spid="81"/>
                                        </p:tgtEl>
                                        <p:attrNameLst>
                                          <p:attrName>style.visibility</p:attrName>
                                        </p:attrNameLst>
                                      </p:cBhvr>
                                      <p:to>
                                        <p:strVal val="visible"/>
                                      </p:to>
                                    </p:set>
                                    <p:anim calcmode="lin" valueType="num">
                                      <p:cBhvr additive="base">
                                        <p:cTn id="77" dur="250" fill="hold"/>
                                        <p:tgtEl>
                                          <p:spTgt spid="81"/>
                                        </p:tgtEl>
                                        <p:attrNameLst>
                                          <p:attrName>ppt_x</p:attrName>
                                        </p:attrNameLst>
                                      </p:cBhvr>
                                      <p:tavLst>
                                        <p:tav tm="0">
                                          <p:val>
                                            <p:strVal val="#ppt_x"/>
                                          </p:val>
                                        </p:tav>
                                        <p:tav tm="100000">
                                          <p:val>
                                            <p:strVal val="#ppt_x"/>
                                          </p:val>
                                        </p:tav>
                                      </p:tavLst>
                                    </p:anim>
                                    <p:anim calcmode="lin" valueType="num">
                                      <p:cBhvr additive="base">
                                        <p:cTn id="78" dur="250" fill="hold"/>
                                        <p:tgtEl>
                                          <p:spTgt spid="81"/>
                                        </p:tgtEl>
                                        <p:attrNameLst>
                                          <p:attrName>ppt_y</p:attrName>
                                        </p:attrNameLst>
                                      </p:cBhvr>
                                      <p:tavLst>
                                        <p:tav tm="0">
                                          <p:val>
                                            <p:strVal val="0-#ppt_h/2"/>
                                          </p:val>
                                        </p:tav>
                                        <p:tav tm="100000">
                                          <p:val>
                                            <p:strVal val="#ppt_y"/>
                                          </p:val>
                                        </p:tav>
                                      </p:tavLst>
                                    </p:anim>
                                  </p:childTnLst>
                                </p:cTn>
                              </p:par>
                              <p:par>
                                <p:cTn id="79" presetID="2" presetClass="entr" presetSubtype="1" fill="hold" nodeType="withEffect">
                                  <p:stCondLst>
                                    <p:cond delay="0"/>
                                  </p:stCondLst>
                                  <p:childTnLst>
                                    <p:set>
                                      <p:cBhvr>
                                        <p:cTn id="80" dur="1" fill="hold">
                                          <p:stCondLst>
                                            <p:cond delay="0"/>
                                          </p:stCondLst>
                                        </p:cTn>
                                        <p:tgtEl>
                                          <p:spTgt spid="88"/>
                                        </p:tgtEl>
                                        <p:attrNameLst>
                                          <p:attrName>style.visibility</p:attrName>
                                        </p:attrNameLst>
                                      </p:cBhvr>
                                      <p:to>
                                        <p:strVal val="visible"/>
                                      </p:to>
                                    </p:set>
                                    <p:anim calcmode="lin" valueType="num">
                                      <p:cBhvr additive="base">
                                        <p:cTn id="81" dur="250" fill="hold"/>
                                        <p:tgtEl>
                                          <p:spTgt spid="88"/>
                                        </p:tgtEl>
                                        <p:attrNameLst>
                                          <p:attrName>ppt_x</p:attrName>
                                        </p:attrNameLst>
                                      </p:cBhvr>
                                      <p:tavLst>
                                        <p:tav tm="0">
                                          <p:val>
                                            <p:strVal val="#ppt_x"/>
                                          </p:val>
                                        </p:tav>
                                        <p:tav tm="100000">
                                          <p:val>
                                            <p:strVal val="#ppt_x"/>
                                          </p:val>
                                        </p:tav>
                                      </p:tavLst>
                                    </p:anim>
                                    <p:anim calcmode="lin" valueType="num">
                                      <p:cBhvr additive="base">
                                        <p:cTn id="82" dur="250" fill="hold"/>
                                        <p:tgtEl>
                                          <p:spTgt spid="88"/>
                                        </p:tgtEl>
                                        <p:attrNameLst>
                                          <p:attrName>ppt_y</p:attrName>
                                        </p:attrNameLst>
                                      </p:cBhvr>
                                      <p:tavLst>
                                        <p:tav tm="0">
                                          <p:val>
                                            <p:strVal val="0-#ppt_h/2"/>
                                          </p:val>
                                        </p:tav>
                                        <p:tav tm="100000">
                                          <p:val>
                                            <p:strVal val="#ppt_y"/>
                                          </p:val>
                                        </p:tav>
                                      </p:tavLst>
                                    </p:anim>
                                  </p:childTnLst>
                                </p:cTn>
                              </p:par>
                              <p:par>
                                <p:cTn id="83" presetID="2" presetClass="entr" presetSubtype="1" fill="hold" nodeType="withEffect">
                                  <p:stCondLst>
                                    <p:cond delay="250"/>
                                  </p:stCondLst>
                                  <p:childTnLst>
                                    <p:set>
                                      <p:cBhvr>
                                        <p:cTn id="84" dur="1" fill="hold">
                                          <p:stCondLst>
                                            <p:cond delay="0"/>
                                          </p:stCondLst>
                                        </p:cTn>
                                        <p:tgtEl>
                                          <p:spTgt spid="43"/>
                                        </p:tgtEl>
                                        <p:attrNameLst>
                                          <p:attrName>style.visibility</p:attrName>
                                        </p:attrNameLst>
                                      </p:cBhvr>
                                      <p:to>
                                        <p:strVal val="visible"/>
                                      </p:to>
                                    </p:set>
                                    <p:anim calcmode="lin" valueType="num">
                                      <p:cBhvr additive="base">
                                        <p:cTn id="85" dur="250" fill="hold"/>
                                        <p:tgtEl>
                                          <p:spTgt spid="43"/>
                                        </p:tgtEl>
                                        <p:attrNameLst>
                                          <p:attrName>ppt_x</p:attrName>
                                        </p:attrNameLst>
                                      </p:cBhvr>
                                      <p:tavLst>
                                        <p:tav tm="0">
                                          <p:val>
                                            <p:strVal val="#ppt_x"/>
                                          </p:val>
                                        </p:tav>
                                        <p:tav tm="100000">
                                          <p:val>
                                            <p:strVal val="#ppt_x"/>
                                          </p:val>
                                        </p:tav>
                                      </p:tavLst>
                                    </p:anim>
                                    <p:anim calcmode="lin" valueType="num">
                                      <p:cBhvr additive="base">
                                        <p:cTn id="86" dur="250" fill="hold"/>
                                        <p:tgtEl>
                                          <p:spTgt spid="43"/>
                                        </p:tgtEl>
                                        <p:attrNameLst>
                                          <p:attrName>ppt_y</p:attrName>
                                        </p:attrNameLst>
                                      </p:cBhvr>
                                      <p:tavLst>
                                        <p:tav tm="0">
                                          <p:val>
                                            <p:strVal val="0-#ppt_h/2"/>
                                          </p:val>
                                        </p:tav>
                                        <p:tav tm="100000">
                                          <p:val>
                                            <p:strVal val="#ppt_y"/>
                                          </p:val>
                                        </p:tav>
                                      </p:tavLst>
                                    </p:anim>
                                  </p:childTnLst>
                                </p:cTn>
                              </p:par>
                              <p:par>
                                <p:cTn id="87" presetID="2" presetClass="entr" presetSubtype="1" fill="hold" nodeType="withEffect">
                                  <p:stCondLst>
                                    <p:cond delay="250"/>
                                  </p:stCondLst>
                                  <p:childTnLst>
                                    <p:set>
                                      <p:cBhvr>
                                        <p:cTn id="88" dur="1" fill="hold">
                                          <p:stCondLst>
                                            <p:cond delay="0"/>
                                          </p:stCondLst>
                                        </p:cTn>
                                        <p:tgtEl>
                                          <p:spTgt spid="48"/>
                                        </p:tgtEl>
                                        <p:attrNameLst>
                                          <p:attrName>style.visibility</p:attrName>
                                        </p:attrNameLst>
                                      </p:cBhvr>
                                      <p:to>
                                        <p:strVal val="visible"/>
                                      </p:to>
                                    </p:set>
                                    <p:anim calcmode="lin" valueType="num">
                                      <p:cBhvr additive="base">
                                        <p:cTn id="89" dur="250" fill="hold"/>
                                        <p:tgtEl>
                                          <p:spTgt spid="48"/>
                                        </p:tgtEl>
                                        <p:attrNameLst>
                                          <p:attrName>ppt_x</p:attrName>
                                        </p:attrNameLst>
                                      </p:cBhvr>
                                      <p:tavLst>
                                        <p:tav tm="0">
                                          <p:val>
                                            <p:strVal val="#ppt_x"/>
                                          </p:val>
                                        </p:tav>
                                        <p:tav tm="100000">
                                          <p:val>
                                            <p:strVal val="#ppt_x"/>
                                          </p:val>
                                        </p:tav>
                                      </p:tavLst>
                                    </p:anim>
                                    <p:anim calcmode="lin" valueType="num">
                                      <p:cBhvr additive="base">
                                        <p:cTn id="90" dur="250" fill="hold"/>
                                        <p:tgtEl>
                                          <p:spTgt spid="48"/>
                                        </p:tgtEl>
                                        <p:attrNameLst>
                                          <p:attrName>ppt_y</p:attrName>
                                        </p:attrNameLst>
                                      </p:cBhvr>
                                      <p:tavLst>
                                        <p:tav tm="0">
                                          <p:val>
                                            <p:strVal val="0-#ppt_h/2"/>
                                          </p:val>
                                        </p:tav>
                                        <p:tav tm="100000">
                                          <p:val>
                                            <p:strVal val="#ppt_y"/>
                                          </p:val>
                                        </p:tav>
                                      </p:tavLst>
                                    </p:anim>
                                  </p:childTnLst>
                                </p:cTn>
                              </p:par>
                              <p:par>
                                <p:cTn id="91" presetID="2" presetClass="entr" presetSubtype="1" fill="hold" nodeType="withEffect">
                                  <p:stCondLst>
                                    <p:cond delay="250"/>
                                  </p:stCondLst>
                                  <p:childTnLst>
                                    <p:set>
                                      <p:cBhvr>
                                        <p:cTn id="92" dur="1" fill="hold">
                                          <p:stCondLst>
                                            <p:cond delay="0"/>
                                          </p:stCondLst>
                                        </p:cTn>
                                        <p:tgtEl>
                                          <p:spTgt spid="82"/>
                                        </p:tgtEl>
                                        <p:attrNameLst>
                                          <p:attrName>style.visibility</p:attrName>
                                        </p:attrNameLst>
                                      </p:cBhvr>
                                      <p:to>
                                        <p:strVal val="visible"/>
                                      </p:to>
                                    </p:set>
                                    <p:anim calcmode="lin" valueType="num">
                                      <p:cBhvr additive="base">
                                        <p:cTn id="93" dur="250" fill="hold"/>
                                        <p:tgtEl>
                                          <p:spTgt spid="82"/>
                                        </p:tgtEl>
                                        <p:attrNameLst>
                                          <p:attrName>ppt_x</p:attrName>
                                        </p:attrNameLst>
                                      </p:cBhvr>
                                      <p:tavLst>
                                        <p:tav tm="0">
                                          <p:val>
                                            <p:strVal val="#ppt_x"/>
                                          </p:val>
                                        </p:tav>
                                        <p:tav tm="100000">
                                          <p:val>
                                            <p:strVal val="#ppt_x"/>
                                          </p:val>
                                        </p:tav>
                                      </p:tavLst>
                                    </p:anim>
                                    <p:anim calcmode="lin" valueType="num">
                                      <p:cBhvr additive="base">
                                        <p:cTn id="94" dur="250" fill="hold"/>
                                        <p:tgtEl>
                                          <p:spTgt spid="82"/>
                                        </p:tgtEl>
                                        <p:attrNameLst>
                                          <p:attrName>ppt_y</p:attrName>
                                        </p:attrNameLst>
                                      </p:cBhvr>
                                      <p:tavLst>
                                        <p:tav tm="0">
                                          <p:val>
                                            <p:strVal val="0-#ppt_h/2"/>
                                          </p:val>
                                        </p:tav>
                                        <p:tav tm="100000">
                                          <p:val>
                                            <p:strVal val="#ppt_y"/>
                                          </p:val>
                                        </p:tav>
                                      </p:tavLst>
                                    </p:anim>
                                  </p:childTnLst>
                                </p:cTn>
                              </p:par>
                              <p:par>
                                <p:cTn id="95" presetID="2" presetClass="entr" presetSubtype="1" fill="hold" nodeType="withEffect">
                                  <p:stCondLst>
                                    <p:cond delay="250"/>
                                  </p:stCondLst>
                                  <p:childTnLst>
                                    <p:set>
                                      <p:cBhvr>
                                        <p:cTn id="96" dur="1" fill="hold">
                                          <p:stCondLst>
                                            <p:cond delay="0"/>
                                          </p:stCondLst>
                                        </p:cTn>
                                        <p:tgtEl>
                                          <p:spTgt spid="89"/>
                                        </p:tgtEl>
                                        <p:attrNameLst>
                                          <p:attrName>style.visibility</p:attrName>
                                        </p:attrNameLst>
                                      </p:cBhvr>
                                      <p:to>
                                        <p:strVal val="visible"/>
                                      </p:to>
                                    </p:set>
                                    <p:anim calcmode="lin" valueType="num">
                                      <p:cBhvr additive="base">
                                        <p:cTn id="97" dur="250" fill="hold"/>
                                        <p:tgtEl>
                                          <p:spTgt spid="89"/>
                                        </p:tgtEl>
                                        <p:attrNameLst>
                                          <p:attrName>ppt_x</p:attrName>
                                        </p:attrNameLst>
                                      </p:cBhvr>
                                      <p:tavLst>
                                        <p:tav tm="0">
                                          <p:val>
                                            <p:strVal val="#ppt_x"/>
                                          </p:val>
                                        </p:tav>
                                        <p:tav tm="100000">
                                          <p:val>
                                            <p:strVal val="#ppt_x"/>
                                          </p:val>
                                        </p:tav>
                                      </p:tavLst>
                                    </p:anim>
                                    <p:anim calcmode="lin" valueType="num">
                                      <p:cBhvr additive="base">
                                        <p:cTn id="98" dur="250" fill="hold"/>
                                        <p:tgtEl>
                                          <p:spTgt spid="89"/>
                                        </p:tgtEl>
                                        <p:attrNameLst>
                                          <p:attrName>ppt_y</p:attrName>
                                        </p:attrNameLst>
                                      </p:cBhvr>
                                      <p:tavLst>
                                        <p:tav tm="0">
                                          <p:val>
                                            <p:strVal val="0-#ppt_h/2"/>
                                          </p:val>
                                        </p:tav>
                                        <p:tav tm="100000">
                                          <p:val>
                                            <p:strVal val="#ppt_y"/>
                                          </p:val>
                                        </p:tav>
                                      </p:tavLst>
                                    </p:anim>
                                  </p:childTnLst>
                                </p:cTn>
                              </p:par>
                              <p:par>
                                <p:cTn id="99" presetID="2" presetClass="entr" presetSubtype="1" fill="hold" nodeType="withEffect">
                                  <p:stCondLst>
                                    <p:cond delay="500"/>
                                  </p:stCondLst>
                                  <p:childTnLst>
                                    <p:set>
                                      <p:cBhvr>
                                        <p:cTn id="100" dur="1" fill="hold">
                                          <p:stCondLst>
                                            <p:cond delay="0"/>
                                          </p:stCondLst>
                                        </p:cTn>
                                        <p:tgtEl>
                                          <p:spTgt spid="44"/>
                                        </p:tgtEl>
                                        <p:attrNameLst>
                                          <p:attrName>style.visibility</p:attrName>
                                        </p:attrNameLst>
                                      </p:cBhvr>
                                      <p:to>
                                        <p:strVal val="visible"/>
                                      </p:to>
                                    </p:set>
                                    <p:anim calcmode="lin" valueType="num">
                                      <p:cBhvr additive="base">
                                        <p:cTn id="101" dur="250" fill="hold"/>
                                        <p:tgtEl>
                                          <p:spTgt spid="44"/>
                                        </p:tgtEl>
                                        <p:attrNameLst>
                                          <p:attrName>ppt_x</p:attrName>
                                        </p:attrNameLst>
                                      </p:cBhvr>
                                      <p:tavLst>
                                        <p:tav tm="0">
                                          <p:val>
                                            <p:strVal val="#ppt_x"/>
                                          </p:val>
                                        </p:tav>
                                        <p:tav tm="100000">
                                          <p:val>
                                            <p:strVal val="#ppt_x"/>
                                          </p:val>
                                        </p:tav>
                                      </p:tavLst>
                                    </p:anim>
                                    <p:anim calcmode="lin" valueType="num">
                                      <p:cBhvr additive="base">
                                        <p:cTn id="102" dur="250" fill="hold"/>
                                        <p:tgtEl>
                                          <p:spTgt spid="44"/>
                                        </p:tgtEl>
                                        <p:attrNameLst>
                                          <p:attrName>ppt_y</p:attrName>
                                        </p:attrNameLst>
                                      </p:cBhvr>
                                      <p:tavLst>
                                        <p:tav tm="0">
                                          <p:val>
                                            <p:strVal val="0-#ppt_h/2"/>
                                          </p:val>
                                        </p:tav>
                                        <p:tav tm="100000">
                                          <p:val>
                                            <p:strVal val="#ppt_y"/>
                                          </p:val>
                                        </p:tav>
                                      </p:tavLst>
                                    </p:anim>
                                  </p:childTnLst>
                                </p:cTn>
                              </p:par>
                              <p:par>
                                <p:cTn id="103" presetID="2" presetClass="entr" presetSubtype="1" fill="hold" nodeType="withEffect">
                                  <p:stCondLst>
                                    <p:cond delay="500"/>
                                  </p:stCondLst>
                                  <p:childTnLst>
                                    <p:set>
                                      <p:cBhvr>
                                        <p:cTn id="104" dur="1" fill="hold">
                                          <p:stCondLst>
                                            <p:cond delay="0"/>
                                          </p:stCondLst>
                                        </p:cTn>
                                        <p:tgtEl>
                                          <p:spTgt spid="90"/>
                                        </p:tgtEl>
                                        <p:attrNameLst>
                                          <p:attrName>style.visibility</p:attrName>
                                        </p:attrNameLst>
                                      </p:cBhvr>
                                      <p:to>
                                        <p:strVal val="visible"/>
                                      </p:to>
                                    </p:set>
                                    <p:anim calcmode="lin" valueType="num">
                                      <p:cBhvr additive="base">
                                        <p:cTn id="105" dur="250" fill="hold"/>
                                        <p:tgtEl>
                                          <p:spTgt spid="90"/>
                                        </p:tgtEl>
                                        <p:attrNameLst>
                                          <p:attrName>ppt_x</p:attrName>
                                        </p:attrNameLst>
                                      </p:cBhvr>
                                      <p:tavLst>
                                        <p:tav tm="0">
                                          <p:val>
                                            <p:strVal val="#ppt_x"/>
                                          </p:val>
                                        </p:tav>
                                        <p:tav tm="100000">
                                          <p:val>
                                            <p:strVal val="#ppt_x"/>
                                          </p:val>
                                        </p:tav>
                                      </p:tavLst>
                                    </p:anim>
                                    <p:anim calcmode="lin" valueType="num">
                                      <p:cBhvr additive="base">
                                        <p:cTn id="106" dur="250" fill="hold"/>
                                        <p:tgtEl>
                                          <p:spTgt spid="90"/>
                                        </p:tgtEl>
                                        <p:attrNameLst>
                                          <p:attrName>ppt_y</p:attrName>
                                        </p:attrNameLst>
                                      </p:cBhvr>
                                      <p:tavLst>
                                        <p:tav tm="0">
                                          <p:val>
                                            <p:strVal val="0-#ppt_h/2"/>
                                          </p:val>
                                        </p:tav>
                                        <p:tav tm="100000">
                                          <p:val>
                                            <p:strVal val="#ppt_y"/>
                                          </p:val>
                                        </p:tav>
                                      </p:tavLst>
                                    </p:anim>
                                  </p:childTnLst>
                                </p:cTn>
                              </p:par>
                              <p:par>
                                <p:cTn id="107" presetID="2" presetClass="entr" presetSubtype="1" fill="hold" nodeType="withEffect">
                                  <p:stCondLst>
                                    <p:cond delay="750"/>
                                  </p:stCondLst>
                                  <p:childTnLst>
                                    <p:set>
                                      <p:cBhvr>
                                        <p:cTn id="108" dur="1" fill="hold">
                                          <p:stCondLst>
                                            <p:cond delay="0"/>
                                          </p:stCondLst>
                                        </p:cTn>
                                        <p:tgtEl>
                                          <p:spTgt spid="45"/>
                                        </p:tgtEl>
                                        <p:attrNameLst>
                                          <p:attrName>style.visibility</p:attrName>
                                        </p:attrNameLst>
                                      </p:cBhvr>
                                      <p:to>
                                        <p:strVal val="visible"/>
                                      </p:to>
                                    </p:set>
                                    <p:anim calcmode="lin" valueType="num">
                                      <p:cBhvr additive="base">
                                        <p:cTn id="109" dur="250" fill="hold"/>
                                        <p:tgtEl>
                                          <p:spTgt spid="45"/>
                                        </p:tgtEl>
                                        <p:attrNameLst>
                                          <p:attrName>ppt_x</p:attrName>
                                        </p:attrNameLst>
                                      </p:cBhvr>
                                      <p:tavLst>
                                        <p:tav tm="0">
                                          <p:val>
                                            <p:strVal val="#ppt_x"/>
                                          </p:val>
                                        </p:tav>
                                        <p:tav tm="100000">
                                          <p:val>
                                            <p:strVal val="#ppt_x"/>
                                          </p:val>
                                        </p:tav>
                                      </p:tavLst>
                                    </p:anim>
                                    <p:anim calcmode="lin" valueType="num">
                                      <p:cBhvr additive="base">
                                        <p:cTn id="110" dur="250" fill="hold"/>
                                        <p:tgtEl>
                                          <p:spTgt spid="45"/>
                                        </p:tgtEl>
                                        <p:attrNameLst>
                                          <p:attrName>ppt_y</p:attrName>
                                        </p:attrNameLst>
                                      </p:cBhvr>
                                      <p:tavLst>
                                        <p:tav tm="0">
                                          <p:val>
                                            <p:strVal val="0-#ppt_h/2"/>
                                          </p:val>
                                        </p:tav>
                                        <p:tav tm="100000">
                                          <p:val>
                                            <p:strVal val="#ppt_y"/>
                                          </p:val>
                                        </p:tav>
                                      </p:tavLst>
                                    </p:anim>
                                  </p:childTnLst>
                                </p:cTn>
                              </p:par>
                              <p:par>
                                <p:cTn id="111" presetID="2" presetClass="entr" presetSubtype="1" fill="hold" nodeType="withEffect">
                                  <p:stCondLst>
                                    <p:cond delay="750"/>
                                  </p:stCondLst>
                                  <p:childTnLst>
                                    <p:set>
                                      <p:cBhvr>
                                        <p:cTn id="112" dur="1" fill="hold">
                                          <p:stCondLst>
                                            <p:cond delay="0"/>
                                          </p:stCondLst>
                                        </p:cTn>
                                        <p:tgtEl>
                                          <p:spTgt spid="91"/>
                                        </p:tgtEl>
                                        <p:attrNameLst>
                                          <p:attrName>style.visibility</p:attrName>
                                        </p:attrNameLst>
                                      </p:cBhvr>
                                      <p:to>
                                        <p:strVal val="visible"/>
                                      </p:to>
                                    </p:set>
                                    <p:anim calcmode="lin" valueType="num">
                                      <p:cBhvr additive="base">
                                        <p:cTn id="113" dur="250" fill="hold"/>
                                        <p:tgtEl>
                                          <p:spTgt spid="91"/>
                                        </p:tgtEl>
                                        <p:attrNameLst>
                                          <p:attrName>ppt_x</p:attrName>
                                        </p:attrNameLst>
                                      </p:cBhvr>
                                      <p:tavLst>
                                        <p:tav tm="0">
                                          <p:val>
                                            <p:strVal val="#ppt_x"/>
                                          </p:val>
                                        </p:tav>
                                        <p:tav tm="100000">
                                          <p:val>
                                            <p:strVal val="#ppt_x"/>
                                          </p:val>
                                        </p:tav>
                                      </p:tavLst>
                                    </p:anim>
                                    <p:anim calcmode="lin" valueType="num">
                                      <p:cBhvr additive="base">
                                        <p:cTn id="114" dur="250" fill="hold"/>
                                        <p:tgtEl>
                                          <p:spTgt spid="91"/>
                                        </p:tgtEl>
                                        <p:attrNameLst>
                                          <p:attrName>ppt_y</p:attrName>
                                        </p:attrNameLst>
                                      </p:cBhvr>
                                      <p:tavLst>
                                        <p:tav tm="0">
                                          <p:val>
                                            <p:strVal val="0-#ppt_h/2"/>
                                          </p:val>
                                        </p:tav>
                                        <p:tav tm="100000">
                                          <p:val>
                                            <p:strVal val="#ppt_y"/>
                                          </p:val>
                                        </p:tav>
                                      </p:tavLst>
                                    </p:anim>
                                  </p:childTnLst>
                                </p:cTn>
                              </p:par>
                            </p:childTnLst>
                          </p:cTn>
                        </p:par>
                      </p:childTnLst>
                    </p:cTn>
                  </p:par>
                </p:childTnLst>
              </p:cTn>
              <p:prevCondLst>
                <p:cond evt="onPrev" delay="0">
                  <p:tgtEl>
                    <p:sldTgt/>
                  </p:tgtEl>
                </p:cond>
              </p:prevCondLst>
              <p:nextCondLst>
                <p:cond evt="onNext" delay="0">
                  <p:tgtEl>
                    <p:sldTgt/>
                  </p:tgtEl>
                </p:cond>
              </p:nextCondLst>
            </p:seq>
            <p:audio>
              <p:cMediaNode vol="100000">
                <p:cTn id="115" fill="hold" display="0">
                  <p:stCondLst>
                    <p:cond delay="indefinite"/>
                  </p:stCondLst>
                  <p:endCondLst>
                    <p:cond evt="onStopAudio" delay="0">
                      <p:tgtEl>
                        <p:sldTgt/>
                      </p:tgtEl>
                    </p:cond>
                  </p:endCondLst>
                </p:cTn>
                <p:tgtEl>
                  <p:spTgt spid="49"/>
                </p:tgtEl>
              </p:cMediaNode>
            </p:audio>
            <p:audio>
              <p:cMediaNode vol="100000">
                <p:cTn id="116" fill="hold" display="0">
                  <p:stCondLst>
                    <p:cond delay="indefinite"/>
                  </p:stCondLst>
                  <p:endCondLst>
                    <p:cond evt="onStopAudio" delay="0">
                      <p:tgtEl>
                        <p:sldTgt/>
                      </p:tgtEl>
                    </p:cond>
                  </p:endCondLst>
                </p:cTn>
                <p:tgtEl>
                  <p:spTgt spid="50"/>
                </p:tgtEl>
              </p:cMediaNode>
            </p:audio>
            <p:audio>
              <p:cMediaNode vol="80303">
                <p:cTn id="117" fill="hold" display="0">
                  <p:stCondLst>
                    <p:cond delay="indefinite"/>
                  </p:stCondLst>
                  <p:endCondLst>
                    <p:cond evt="onStopAudio" delay="0">
                      <p:tgtEl>
                        <p:sldTgt/>
                      </p:tgtEl>
                    </p:cond>
                    <p:cond evt="onNext" delay="0">
                      <p:tgtEl>
                        <p:sldTgt/>
                      </p:tgtEl>
                    </p:cond>
                  </p:endCondLst>
                </p:cTn>
                <p:tgtEl>
                  <p:spTgt spid="2"/>
                </p:tgtEl>
              </p:cMediaNode>
            </p:audio>
            <p:audio>
              <p:cMediaNode vol="80000">
                <p:cTn id="118" fill="hold" display="0">
                  <p:stCondLst>
                    <p:cond delay="indefinite"/>
                  </p:stCondLst>
                  <p:endCondLst>
                    <p:cond evt="onStopAudio" delay="0">
                      <p:tgtEl>
                        <p:sldTgt/>
                      </p:tgtEl>
                    </p:cond>
                  </p:endCondLst>
                </p:cTn>
                <p:tgtEl>
                  <p:spTgt spid="3"/>
                </p:tgtEl>
              </p:cMediaNode>
            </p:audio>
            <p:audio>
              <p:cMediaNode vol="80000">
                <p:cTn id="119" fill="hold" display="0">
                  <p:stCondLst>
                    <p:cond delay="indefinite"/>
                  </p:stCondLst>
                  <p:endCondLst>
                    <p:cond evt="onStopAudio" delay="0">
                      <p:tgtEl>
                        <p:sldTgt/>
                      </p:tgtEl>
                    </p:cond>
                  </p:endCondLst>
                </p:cTn>
                <p:tgtEl>
                  <p:spTgt spid="4"/>
                </p:tgtEl>
              </p:cMediaNode>
            </p:audio>
          </p:childTnLst>
        </p:cTn>
      </p:par>
    </p:tnLst>
  </p:timing>
</p:sld>
</file>

<file path=ppt/slides/slide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14" name="Baseplate"/>
          <p:cNvPicPr>
            <a:picLocks noChangeAspect="1"/>
          </p:cNvPicPr>
          <p:nvPr/>
        </p:nvPicPr>
        <p:blipFill>
          <a:blip r:embed="rId7" cstate="print">
            <a:extLst>
              <a:ext uri="{28A0092B-C50C-407E-A947-70E740481C1C}">
                <a14:useLocalDpi xmlns:a14="http://schemas.microsoft.com/office/drawing/2010/main" val="0"/>
              </a:ext>
            </a:extLst>
          </a:blip>
          <a:stretch>
            <a:fillRect/>
          </a:stretch>
        </p:blipFill>
        <p:spPr>
          <a:xfrm>
            <a:off x="-594469" y="-54465"/>
            <a:ext cx="15819338" cy="8503919"/>
          </a:xfrm>
          <a:prstGeom prst="rect">
            <a:avLst/>
          </a:prstGeom>
        </p:spPr>
      </p:pic>
      <p:pic>
        <p:nvPicPr>
          <p:cNvPr id="51" name="Timer 1x2"/>
          <p:cNvPicPr>
            <a:picLocks/>
          </p:cNvPicPr>
          <p:nvPr/>
        </p:nvPicPr>
        <p:blipFill>
          <a:blip r:embed="rId8" cstate="print">
            <a:extLst>
              <a:ext uri="{28A0092B-C50C-407E-A947-70E740481C1C}">
                <a14:useLocalDpi xmlns:a14="http://schemas.microsoft.com/office/drawing/2010/main" val="0"/>
              </a:ext>
            </a:extLst>
          </a:blip>
          <a:stretch>
            <a:fillRect/>
          </a:stretch>
        </p:blipFill>
        <p:spPr>
          <a:xfrm>
            <a:off x="13929822" y="-203906"/>
            <a:ext cx="832104" cy="529163"/>
          </a:xfrm>
          <a:prstGeom prst="rect">
            <a:avLst/>
          </a:prstGeom>
        </p:spPr>
      </p:pic>
      <p:pic>
        <p:nvPicPr>
          <p:cNvPr id="62" name="Blue Bricks 1"/>
          <p:cNvPicPr>
            <a:picLocks noChangeAspect="1"/>
          </p:cNvPicPr>
          <p:nvPr/>
        </p:nvPicPr>
        <p:blipFill>
          <a:blip r:embed="rId9" cstate="print">
            <a:extLst>
              <a:ext uri="{28A0092B-C50C-407E-A947-70E740481C1C}">
                <a14:useLocalDpi xmlns:a14="http://schemas.microsoft.com/office/drawing/2010/main" val="0"/>
              </a:ext>
            </a:extLst>
          </a:blip>
          <a:stretch>
            <a:fillRect/>
          </a:stretch>
        </p:blipFill>
        <p:spPr>
          <a:xfrm>
            <a:off x="4737100" y="3059476"/>
            <a:ext cx="3302000" cy="1724155"/>
          </a:xfrm>
          <a:prstGeom prst="rect">
            <a:avLst/>
          </a:prstGeom>
        </p:spPr>
      </p:pic>
      <p:pic>
        <p:nvPicPr>
          <p:cNvPr id="13" name="Green Bricks 1"/>
          <p:cNvPicPr>
            <a:picLocks noChangeAspect="1"/>
          </p:cNvPicPr>
          <p:nvPr/>
        </p:nvPicPr>
        <p:blipFill>
          <a:blip r:embed="rId10" cstate="print">
            <a:extLst>
              <a:ext uri="{28A0092B-C50C-407E-A947-70E740481C1C}">
                <a14:useLocalDpi xmlns:a14="http://schemas.microsoft.com/office/drawing/2010/main" val="0"/>
              </a:ext>
            </a:extLst>
          </a:blip>
          <a:stretch>
            <a:fillRect/>
          </a:stretch>
        </p:blipFill>
        <p:spPr>
          <a:xfrm>
            <a:off x="9286304" y="312925"/>
            <a:ext cx="3456007" cy="1724155"/>
          </a:xfrm>
          <a:prstGeom prst="rect">
            <a:avLst/>
          </a:prstGeom>
        </p:spPr>
      </p:pic>
      <p:sp>
        <p:nvSpPr>
          <p:cNvPr id="15" name="Green Cap 1"/>
          <p:cNvSpPr>
            <a:spLocks noChangeAspect="1"/>
          </p:cNvSpPr>
          <p:nvPr/>
        </p:nvSpPr>
        <p:spPr>
          <a:xfrm>
            <a:off x="9850629" y="204722"/>
            <a:ext cx="2907791" cy="1453896"/>
          </a:xfrm>
          <a:prstGeom prst="rect">
            <a:avLst/>
          </a:prstGeom>
          <a:solidFill>
            <a:srgbClr val="F4F4F4"/>
          </a:solidFill>
          <a:ln>
            <a:noFill/>
          </a:ln>
          <a:scene3d>
            <a:camera prst="orthographicFront">
              <a:rot lat="20400000" lon="21000000" rev="198000"/>
            </a:camera>
            <a:lightRig rig="balanced" dir="t"/>
          </a:scene3d>
          <a:sp3d extrusionH="165100" prstMaterial="metal">
            <a:bevelT w="19050" h="12700"/>
            <a:extrusionClr>
              <a:srgbClr val="F4F4F4"/>
            </a:extrusionClr>
          </a:sp3d>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sz="4400" spc="-200" dirty="0">
                <a:ln>
                  <a:solidFill>
                    <a:schemeClr val="tx1">
                      <a:lumMod val="85000"/>
                      <a:lumOff val="15000"/>
                    </a:schemeClr>
                  </a:solidFill>
                </a:ln>
                <a:solidFill>
                  <a:srgbClr val="04A043"/>
                </a:solidFill>
                <a:latin typeface="Poppins Medium" panose="00000600000000000000" pitchFamily="2" charset="0"/>
                <a:ea typeface="ZCOOL QingKe HuangYou" panose="00000500000000000000" pitchFamily="2" charset="0"/>
                <a:cs typeface="Poppins Medium" panose="00000600000000000000" pitchFamily="2" charset="0"/>
              </a:rPr>
              <a:t>have dinner</a:t>
            </a:r>
          </a:p>
        </p:txBody>
      </p:sp>
      <p:pic>
        <p:nvPicPr>
          <p:cNvPr id="30" name="Green Bricks 2"/>
          <p:cNvPicPr>
            <a:picLocks noChangeAspect="1"/>
          </p:cNvPicPr>
          <p:nvPr/>
        </p:nvPicPr>
        <p:blipFill>
          <a:blip r:embed="rId10" cstate="print">
            <a:extLst>
              <a:ext uri="{28A0092B-C50C-407E-A947-70E740481C1C}">
                <a14:useLocalDpi xmlns:a14="http://schemas.microsoft.com/office/drawing/2010/main" val="0"/>
              </a:ext>
            </a:extLst>
          </a:blip>
          <a:stretch>
            <a:fillRect/>
          </a:stretch>
        </p:blipFill>
        <p:spPr>
          <a:xfrm>
            <a:off x="9405482" y="2380201"/>
            <a:ext cx="3456007" cy="1724155"/>
          </a:xfrm>
          <a:prstGeom prst="rect">
            <a:avLst/>
          </a:prstGeom>
        </p:spPr>
      </p:pic>
      <p:sp>
        <p:nvSpPr>
          <p:cNvPr id="31" name="Green Cap 2"/>
          <p:cNvSpPr>
            <a:spLocks noChangeAspect="1"/>
          </p:cNvSpPr>
          <p:nvPr/>
        </p:nvSpPr>
        <p:spPr>
          <a:xfrm>
            <a:off x="9968739" y="2271998"/>
            <a:ext cx="2907791" cy="1453896"/>
          </a:xfrm>
          <a:prstGeom prst="rect">
            <a:avLst/>
          </a:prstGeom>
          <a:solidFill>
            <a:srgbClr val="F4F4F4"/>
          </a:solidFill>
          <a:ln>
            <a:noFill/>
          </a:ln>
          <a:scene3d>
            <a:camera prst="orthographicFront">
              <a:rot lat="20400000" lon="21000000" rev="198000"/>
            </a:camera>
            <a:lightRig rig="balanced" dir="t"/>
          </a:scene3d>
          <a:sp3d extrusionH="165100" prstMaterial="metal">
            <a:bevelT w="19050" h="12700"/>
            <a:extrusionClr>
              <a:srgbClr val="F4F4F4"/>
            </a:extrusionClr>
          </a:sp3d>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sz="4400" spc="-200" dirty="0">
                <a:ln>
                  <a:solidFill>
                    <a:schemeClr val="tx1">
                      <a:lumMod val="85000"/>
                      <a:lumOff val="15000"/>
                    </a:schemeClr>
                  </a:solidFill>
                </a:ln>
                <a:solidFill>
                  <a:srgbClr val="04A043"/>
                </a:solidFill>
                <a:latin typeface="Poppins Medium" panose="00000600000000000000" pitchFamily="2" charset="0"/>
                <a:ea typeface="ZCOOL QingKe HuangYou" panose="00000500000000000000" pitchFamily="2" charset="0"/>
                <a:cs typeface="Poppins Medium" panose="00000600000000000000" pitchFamily="2" charset="0"/>
              </a:rPr>
              <a:t>take a bath</a:t>
            </a:r>
          </a:p>
        </p:txBody>
      </p:sp>
      <p:pic>
        <p:nvPicPr>
          <p:cNvPr id="33" name="Green Bricks 3"/>
          <p:cNvPicPr>
            <a:picLocks noChangeAspect="1"/>
          </p:cNvPicPr>
          <p:nvPr/>
        </p:nvPicPr>
        <p:blipFill>
          <a:blip r:embed="rId10" cstate="print">
            <a:extLst>
              <a:ext uri="{28A0092B-C50C-407E-A947-70E740481C1C}">
                <a14:useLocalDpi xmlns:a14="http://schemas.microsoft.com/office/drawing/2010/main" val="0"/>
              </a:ext>
            </a:extLst>
          </a:blip>
          <a:stretch>
            <a:fillRect/>
          </a:stretch>
        </p:blipFill>
        <p:spPr>
          <a:xfrm>
            <a:off x="9526095" y="4456170"/>
            <a:ext cx="3456007" cy="1724155"/>
          </a:xfrm>
          <a:prstGeom prst="rect">
            <a:avLst/>
          </a:prstGeom>
        </p:spPr>
      </p:pic>
      <p:sp>
        <p:nvSpPr>
          <p:cNvPr id="34" name="Green Cap 3"/>
          <p:cNvSpPr>
            <a:spLocks noChangeAspect="1"/>
          </p:cNvSpPr>
          <p:nvPr/>
        </p:nvSpPr>
        <p:spPr>
          <a:xfrm>
            <a:off x="10091929" y="4347967"/>
            <a:ext cx="2907791" cy="1453896"/>
          </a:xfrm>
          <a:prstGeom prst="rect">
            <a:avLst/>
          </a:prstGeom>
          <a:solidFill>
            <a:srgbClr val="F4F4F4"/>
          </a:solidFill>
          <a:ln>
            <a:noFill/>
          </a:ln>
          <a:scene3d>
            <a:camera prst="orthographicFront">
              <a:rot lat="20400000" lon="21000000" rev="198000"/>
            </a:camera>
            <a:lightRig rig="balanced" dir="t"/>
          </a:scene3d>
          <a:sp3d extrusionH="165100" prstMaterial="metal">
            <a:bevelT w="19050" h="12700"/>
            <a:extrusionClr>
              <a:srgbClr val="F4F4F4"/>
            </a:extrusionClr>
          </a:sp3d>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sz="4400" spc="-200" dirty="0">
                <a:ln>
                  <a:solidFill>
                    <a:schemeClr val="tx1">
                      <a:lumMod val="85000"/>
                      <a:lumOff val="15000"/>
                    </a:schemeClr>
                  </a:solidFill>
                </a:ln>
                <a:solidFill>
                  <a:srgbClr val="04A043"/>
                </a:solidFill>
                <a:latin typeface="Poppins Medium" panose="00000600000000000000" pitchFamily="2" charset="0"/>
                <a:ea typeface="ZCOOL QingKe HuangYou" panose="00000500000000000000" pitchFamily="2" charset="0"/>
                <a:cs typeface="Poppins Medium" panose="00000600000000000000" pitchFamily="2" charset="0"/>
              </a:rPr>
              <a:t>exercise</a:t>
            </a:r>
          </a:p>
        </p:txBody>
      </p:sp>
      <p:pic>
        <p:nvPicPr>
          <p:cNvPr id="36" name="Green Bricks 4"/>
          <p:cNvPicPr>
            <a:picLocks noChangeAspect="1"/>
          </p:cNvPicPr>
          <p:nvPr/>
        </p:nvPicPr>
        <p:blipFill>
          <a:blip r:embed="rId10" cstate="print">
            <a:extLst>
              <a:ext uri="{28A0092B-C50C-407E-A947-70E740481C1C}">
                <a14:useLocalDpi xmlns:a14="http://schemas.microsoft.com/office/drawing/2010/main" val="0"/>
              </a:ext>
            </a:extLst>
          </a:blip>
          <a:stretch>
            <a:fillRect/>
          </a:stretch>
        </p:blipFill>
        <p:spPr>
          <a:xfrm>
            <a:off x="9635113" y="6523446"/>
            <a:ext cx="3456007" cy="1724155"/>
          </a:xfrm>
          <a:prstGeom prst="rect">
            <a:avLst/>
          </a:prstGeom>
        </p:spPr>
      </p:pic>
      <p:sp>
        <p:nvSpPr>
          <p:cNvPr id="37" name="Green Cap 4"/>
          <p:cNvSpPr>
            <a:spLocks noChangeAspect="1"/>
          </p:cNvSpPr>
          <p:nvPr/>
        </p:nvSpPr>
        <p:spPr>
          <a:xfrm>
            <a:off x="10201149" y="6415243"/>
            <a:ext cx="2907791" cy="1453896"/>
          </a:xfrm>
          <a:prstGeom prst="rect">
            <a:avLst/>
          </a:prstGeom>
          <a:solidFill>
            <a:srgbClr val="F4F4F4"/>
          </a:solidFill>
          <a:ln>
            <a:noFill/>
          </a:ln>
          <a:scene3d>
            <a:camera prst="orthographicFront">
              <a:rot lat="20400000" lon="21000000" rev="198000"/>
            </a:camera>
            <a:lightRig rig="balanced" dir="t"/>
          </a:scene3d>
          <a:sp3d extrusionH="165100" prstMaterial="metal">
            <a:bevelT w="19050" h="12700"/>
            <a:extrusionClr>
              <a:srgbClr val="F4F4F4"/>
            </a:extrusionClr>
          </a:sp3d>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sz="4400" spc="-200" dirty="0">
                <a:ln>
                  <a:solidFill>
                    <a:schemeClr val="tx1">
                      <a:lumMod val="85000"/>
                      <a:lumOff val="15000"/>
                    </a:schemeClr>
                  </a:solidFill>
                </a:ln>
                <a:solidFill>
                  <a:srgbClr val="04A043"/>
                </a:solidFill>
                <a:latin typeface="Poppins Medium" panose="00000600000000000000" pitchFamily="2" charset="0"/>
                <a:ea typeface="ZCOOL QingKe HuangYou" panose="00000500000000000000" pitchFamily="2" charset="0"/>
                <a:cs typeface="Poppins Medium" panose="00000600000000000000" pitchFamily="2" charset="0"/>
              </a:rPr>
              <a:t>walk the dog</a:t>
            </a:r>
          </a:p>
        </p:txBody>
      </p:sp>
      <p:pic>
        <p:nvPicPr>
          <p:cNvPr id="60" name="Gold Coin 1">
            <a:extLst>
              <a:ext uri="{FF2B5EF4-FFF2-40B4-BE49-F238E27FC236}">
                <a16:creationId xmlns:a16="http://schemas.microsoft.com/office/drawing/2014/main" id="{33F162D1-96A8-A648-FF33-7753F93BBEDB}"/>
              </a:ext>
            </a:extLst>
          </p:cNvPr>
          <p:cNvPicPr>
            <a:picLocks noChangeAspect="1"/>
          </p:cNvPicPr>
          <p:nvPr/>
        </p:nvPicPr>
        <p:blipFill>
          <a:blip r:embed="rId11" cstate="print">
            <a:extLst>
              <a:ext uri="{28A0092B-C50C-407E-A947-70E740481C1C}">
                <a14:useLocalDpi xmlns:a14="http://schemas.microsoft.com/office/drawing/2010/main" val="0"/>
              </a:ext>
            </a:extLst>
          </a:blip>
          <a:stretch>
            <a:fillRect/>
          </a:stretch>
        </p:blipFill>
        <p:spPr>
          <a:xfrm>
            <a:off x="12861981" y="279730"/>
            <a:ext cx="400420" cy="374904"/>
          </a:xfrm>
          <a:prstGeom prst="rect">
            <a:avLst/>
          </a:prstGeom>
        </p:spPr>
      </p:pic>
      <p:pic>
        <p:nvPicPr>
          <p:cNvPr id="66" name="Gold Coin 2">
            <a:extLst>
              <a:ext uri="{FF2B5EF4-FFF2-40B4-BE49-F238E27FC236}">
                <a16:creationId xmlns:a16="http://schemas.microsoft.com/office/drawing/2014/main" id="{4368B9A9-122A-8CBA-384D-DFD6E78E620C}"/>
              </a:ext>
            </a:extLst>
          </p:cNvPr>
          <p:cNvPicPr>
            <a:picLocks noChangeAspect="1"/>
          </p:cNvPicPr>
          <p:nvPr/>
        </p:nvPicPr>
        <p:blipFill>
          <a:blip r:embed="rId11" cstate="print">
            <a:extLst>
              <a:ext uri="{28A0092B-C50C-407E-A947-70E740481C1C}">
                <a14:useLocalDpi xmlns:a14="http://schemas.microsoft.com/office/drawing/2010/main" val="0"/>
              </a:ext>
            </a:extLst>
          </a:blip>
          <a:stretch>
            <a:fillRect/>
          </a:stretch>
        </p:blipFill>
        <p:spPr>
          <a:xfrm>
            <a:off x="13589867" y="285826"/>
            <a:ext cx="400420" cy="374904"/>
          </a:xfrm>
          <a:prstGeom prst="rect">
            <a:avLst/>
          </a:prstGeom>
        </p:spPr>
      </p:pic>
      <p:pic>
        <p:nvPicPr>
          <p:cNvPr id="70" name="Gold Coin 1">
            <a:extLst>
              <a:ext uri="{FF2B5EF4-FFF2-40B4-BE49-F238E27FC236}">
                <a16:creationId xmlns:a16="http://schemas.microsoft.com/office/drawing/2014/main" id="{3B7D0744-80A8-1FC2-442C-222189E5278B}"/>
              </a:ext>
            </a:extLst>
          </p:cNvPr>
          <p:cNvPicPr>
            <a:picLocks noChangeAspect="1"/>
          </p:cNvPicPr>
          <p:nvPr/>
        </p:nvPicPr>
        <p:blipFill>
          <a:blip r:embed="rId11" cstate="print">
            <a:extLst>
              <a:ext uri="{28A0092B-C50C-407E-A947-70E740481C1C}">
                <a14:useLocalDpi xmlns:a14="http://schemas.microsoft.com/office/drawing/2010/main" val="0"/>
              </a:ext>
            </a:extLst>
          </a:blip>
          <a:stretch>
            <a:fillRect/>
          </a:stretch>
        </p:blipFill>
        <p:spPr>
          <a:xfrm>
            <a:off x="12976496" y="2355053"/>
            <a:ext cx="400420" cy="374904"/>
          </a:xfrm>
          <a:prstGeom prst="rect">
            <a:avLst/>
          </a:prstGeom>
        </p:spPr>
      </p:pic>
      <p:pic>
        <p:nvPicPr>
          <p:cNvPr id="86" name="Gold Coin 1">
            <a:extLst>
              <a:ext uri="{FF2B5EF4-FFF2-40B4-BE49-F238E27FC236}">
                <a16:creationId xmlns:a16="http://schemas.microsoft.com/office/drawing/2014/main" id="{00EB5791-C116-5603-3196-58CCC7D8FB8B}"/>
              </a:ext>
            </a:extLst>
          </p:cNvPr>
          <p:cNvPicPr>
            <a:picLocks noChangeAspect="1"/>
          </p:cNvPicPr>
          <p:nvPr/>
        </p:nvPicPr>
        <p:blipFill>
          <a:blip r:embed="rId11" cstate="print">
            <a:extLst>
              <a:ext uri="{28A0092B-C50C-407E-A947-70E740481C1C}">
                <a14:useLocalDpi xmlns:a14="http://schemas.microsoft.com/office/drawing/2010/main" val="0"/>
              </a:ext>
            </a:extLst>
          </a:blip>
          <a:stretch>
            <a:fillRect/>
          </a:stretch>
        </p:blipFill>
        <p:spPr>
          <a:xfrm>
            <a:off x="13094499" y="4419851"/>
            <a:ext cx="400420" cy="374904"/>
          </a:xfrm>
          <a:prstGeom prst="rect">
            <a:avLst/>
          </a:prstGeom>
        </p:spPr>
      </p:pic>
      <p:pic>
        <p:nvPicPr>
          <p:cNvPr id="87" name="Gold Coin 2">
            <a:extLst>
              <a:ext uri="{FF2B5EF4-FFF2-40B4-BE49-F238E27FC236}">
                <a16:creationId xmlns:a16="http://schemas.microsoft.com/office/drawing/2014/main" id="{04EE849F-B259-3214-96DE-E0857E35694A}"/>
              </a:ext>
            </a:extLst>
          </p:cNvPr>
          <p:cNvPicPr>
            <a:picLocks noChangeAspect="1"/>
          </p:cNvPicPr>
          <p:nvPr/>
        </p:nvPicPr>
        <p:blipFill>
          <a:blip r:embed="rId11" cstate="print">
            <a:extLst>
              <a:ext uri="{28A0092B-C50C-407E-A947-70E740481C1C}">
                <a14:useLocalDpi xmlns:a14="http://schemas.microsoft.com/office/drawing/2010/main" val="0"/>
              </a:ext>
            </a:extLst>
          </a:blip>
          <a:stretch>
            <a:fillRect/>
          </a:stretch>
        </p:blipFill>
        <p:spPr>
          <a:xfrm>
            <a:off x="13822385" y="4425947"/>
            <a:ext cx="400420" cy="374904"/>
          </a:xfrm>
          <a:prstGeom prst="rect">
            <a:avLst/>
          </a:prstGeom>
        </p:spPr>
      </p:pic>
      <p:pic>
        <p:nvPicPr>
          <p:cNvPr id="94" name="Gold Coin 3">
            <a:extLst>
              <a:ext uri="{FF2B5EF4-FFF2-40B4-BE49-F238E27FC236}">
                <a16:creationId xmlns:a16="http://schemas.microsoft.com/office/drawing/2014/main" id="{86EEADDC-F81E-7EDF-ED12-EFB1099C80FD}"/>
              </a:ext>
            </a:extLst>
          </p:cNvPr>
          <p:cNvPicPr>
            <a:picLocks noChangeAspect="1"/>
          </p:cNvPicPr>
          <p:nvPr/>
        </p:nvPicPr>
        <p:blipFill>
          <a:blip r:embed="rId11" cstate="print">
            <a:extLst>
              <a:ext uri="{28A0092B-C50C-407E-A947-70E740481C1C}">
                <a14:useLocalDpi xmlns:a14="http://schemas.microsoft.com/office/drawing/2010/main" val="0"/>
              </a:ext>
            </a:extLst>
          </a:blip>
          <a:stretch>
            <a:fillRect/>
          </a:stretch>
        </p:blipFill>
        <p:spPr>
          <a:xfrm>
            <a:off x="13129981" y="5116098"/>
            <a:ext cx="400420" cy="374904"/>
          </a:xfrm>
          <a:prstGeom prst="rect">
            <a:avLst/>
          </a:prstGeom>
        </p:spPr>
      </p:pic>
      <p:pic>
        <p:nvPicPr>
          <p:cNvPr id="97" name="Gold Coin 4">
            <a:extLst>
              <a:ext uri="{FF2B5EF4-FFF2-40B4-BE49-F238E27FC236}">
                <a16:creationId xmlns:a16="http://schemas.microsoft.com/office/drawing/2014/main" id="{E32DF5E5-4592-7BD1-9418-B0FFBDCC2AD6}"/>
              </a:ext>
            </a:extLst>
          </p:cNvPr>
          <p:cNvPicPr>
            <a:picLocks noChangeAspect="1"/>
          </p:cNvPicPr>
          <p:nvPr/>
        </p:nvPicPr>
        <p:blipFill>
          <a:blip r:embed="rId11" cstate="print">
            <a:extLst>
              <a:ext uri="{28A0092B-C50C-407E-A947-70E740481C1C}">
                <a14:useLocalDpi xmlns:a14="http://schemas.microsoft.com/office/drawing/2010/main" val="0"/>
              </a:ext>
            </a:extLst>
          </a:blip>
          <a:stretch>
            <a:fillRect/>
          </a:stretch>
        </p:blipFill>
        <p:spPr>
          <a:xfrm>
            <a:off x="13858961" y="5122194"/>
            <a:ext cx="400420" cy="374904"/>
          </a:xfrm>
          <a:prstGeom prst="rect">
            <a:avLst/>
          </a:prstGeom>
        </p:spPr>
      </p:pic>
      <p:pic>
        <p:nvPicPr>
          <p:cNvPr id="99" name="Gold Coin 1">
            <a:extLst>
              <a:ext uri="{FF2B5EF4-FFF2-40B4-BE49-F238E27FC236}">
                <a16:creationId xmlns:a16="http://schemas.microsoft.com/office/drawing/2014/main" id="{26C7DEF5-57B1-7E4E-AA37-5710E70C47CB}"/>
              </a:ext>
            </a:extLst>
          </p:cNvPr>
          <p:cNvPicPr>
            <a:picLocks noChangeAspect="1"/>
          </p:cNvPicPr>
          <p:nvPr/>
        </p:nvPicPr>
        <p:blipFill>
          <a:blip r:embed="rId11" cstate="print">
            <a:extLst>
              <a:ext uri="{28A0092B-C50C-407E-A947-70E740481C1C}">
                <a14:useLocalDpi xmlns:a14="http://schemas.microsoft.com/office/drawing/2010/main" val="0"/>
              </a:ext>
            </a:extLst>
          </a:blip>
          <a:stretch>
            <a:fillRect/>
          </a:stretch>
        </p:blipFill>
        <p:spPr>
          <a:xfrm>
            <a:off x="13201942" y="6483546"/>
            <a:ext cx="400420" cy="374904"/>
          </a:xfrm>
          <a:prstGeom prst="rect">
            <a:avLst/>
          </a:prstGeom>
        </p:spPr>
      </p:pic>
      <p:pic>
        <p:nvPicPr>
          <p:cNvPr id="100" name="Gold Coin 2">
            <a:extLst>
              <a:ext uri="{FF2B5EF4-FFF2-40B4-BE49-F238E27FC236}">
                <a16:creationId xmlns:a16="http://schemas.microsoft.com/office/drawing/2014/main" id="{0A1D69C2-2E70-A424-E49E-54013EACCB18}"/>
              </a:ext>
            </a:extLst>
          </p:cNvPr>
          <p:cNvPicPr>
            <a:picLocks noChangeAspect="1"/>
          </p:cNvPicPr>
          <p:nvPr/>
        </p:nvPicPr>
        <p:blipFill>
          <a:blip r:embed="rId11" cstate="print">
            <a:extLst>
              <a:ext uri="{28A0092B-C50C-407E-A947-70E740481C1C}">
                <a14:useLocalDpi xmlns:a14="http://schemas.microsoft.com/office/drawing/2010/main" val="0"/>
              </a:ext>
            </a:extLst>
          </a:blip>
          <a:stretch>
            <a:fillRect/>
          </a:stretch>
        </p:blipFill>
        <p:spPr>
          <a:xfrm>
            <a:off x="13929828" y="6489642"/>
            <a:ext cx="400420" cy="374904"/>
          </a:xfrm>
          <a:prstGeom prst="rect">
            <a:avLst/>
          </a:prstGeom>
        </p:spPr>
      </p:pic>
      <p:pic>
        <p:nvPicPr>
          <p:cNvPr id="101" name="Gold Coin 3">
            <a:extLst>
              <a:ext uri="{FF2B5EF4-FFF2-40B4-BE49-F238E27FC236}">
                <a16:creationId xmlns:a16="http://schemas.microsoft.com/office/drawing/2014/main" id="{97A89C44-7688-60B7-E71C-4DF20EE50994}"/>
              </a:ext>
            </a:extLst>
          </p:cNvPr>
          <p:cNvPicPr>
            <a:picLocks noChangeAspect="1"/>
          </p:cNvPicPr>
          <p:nvPr/>
        </p:nvPicPr>
        <p:blipFill>
          <a:blip r:embed="rId11" cstate="print">
            <a:extLst>
              <a:ext uri="{28A0092B-C50C-407E-A947-70E740481C1C}">
                <a14:useLocalDpi xmlns:a14="http://schemas.microsoft.com/office/drawing/2010/main" val="0"/>
              </a:ext>
            </a:extLst>
          </a:blip>
          <a:stretch>
            <a:fillRect/>
          </a:stretch>
        </p:blipFill>
        <p:spPr>
          <a:xfrm>
            <a:off x="13237424" y="7179793"/>
            <a:ext cx="400420" cy="374904"/>
          </a:xfrm>
          <a:prstGeom prst="rect">
            <a:avLst/>
          </a:prstGeom>
        </p:spPr>
      </p:pic>
      <p:pic>
        <p:nvPicPr>
          <p:cNvPr id="5" name="Points Reveal 1.mp3">
            <a:hlinkClick r:id="" action="ppaction://media"/>
          </p:cNvPr>
          <p:cNvPicPr>
            <a:picLocks noChangeAspect="1"/>
          </p:cNvPicPr>
          <p:nvPr>
            <a:audioFile r:link="rId2"/>
            <p:extLst>
              <p:ext uri="{DAA4B4D4-6D71-4841-9C94-3DE7FCFB9230}">
                <p14:media xmlns:p14="http://schemas.microsoft.com/office/powerpoint/2010/main" r:embed="rId1"/>
              </p:ext>
            </p:extLst>
          </p:nvPr>
        </p:nvPicPr>
        <p:blipFill>
          <a:blip r:embed="rId12"/>
          <a:stretch>
            <a:fillRect/>
          </a:stretch>
        </p:blipFill>
        <p:spPr>
          <a:xfrm>
            <a:off x="1905000" y="8528098"/>
            <a:ext cx="487363" cy="487363"/>
          </a:xfrm>
          <a:prstGeom prst="rect">
            <a:avLst/>
          </a:prstGeom>
        </p:spPr>
      </p:pic>
      <p:pic>
        <p:nvPicPr>
          <p:cNvPr id="7" name="Points Reveal 2.mp3">
            <a:hlinkClick r:id="" action="ppaction://media"/>
          </p:cNvPr>
          <p:cNvPicPr>
            <a:picLocks noChangeAspect="1"/>
          </p:cNvPicPr>
          <p:nvPr>
            <a:audioFile r:link="rId4"/>
            <p:extLst>
              <p:ext uri="{DAA4B4D4-6D71-4841-9C94-3DE7FCFB9230}">
                <p14:media xmlns:p14="http://schemas.microsoft.com/office/powerpoint/2010/main" r:embed="rId3"/>
              </p:ext>
            </p:extLst>
          </p:nvPr>
        </p:nvPicPr>
        <p:blipFill>
          <a:blip r:embed="rId12"/>
          <a:stretch>
            <a:fillRect/>
          </a:stretch>
        </p:blipFill>
        <p:spPr>
          <a:xfrm>
            <a:off x="2743200" y="8534400"/>
            <a:ext cx="487363" cy="487363"/>
          </a:xfrm>
          <a:prstGeom prst="rect">
            <a:avLst/>
          </a:prstGeom>
        </p:spPr>
      </p:pic>
      <p:pic>
        <p:nvPicPr>
          <p:cNvPr id="8" name="Blue Bricks 1">
            <a:extLst>
              <a:ext uri="{FF2B5EF4-FFF2-40B4-BE49-F238E27FC236}">
                <a16:creationId xmlns:a16="http://schemas.microsoft.com/office/drawing/2014/main" id="{F3E2273C-7D1A-64BA-9A06-46173C48F56C}"/>
              </a:ext>
            </a:extLst>
          </p:cNvPr>
          <p:cNvPicPr>
            <a:picLocks noChangeAspect="1"/>
          </p:cNvPicPr>
          <p:nvPr/>
        </p:nvPicPr>
        <p:blipFill>
          <a:blip r:embed="rId9" cstate="print">
            <a:extLst>
              <a:ext uri="{28A0092B-C50C-407E-A947-70E740481C1C}">
                <a14:useLocalDpi xmlns:a14="http://schemas.microsoft.com/office/drawing/2010/main" val="0"/>
              </a:ext>
            </a:extLst>
          </a:blip>
          <a:stretch>
            <a:fillRect/>
          </a:stretch>
        </p:blipFill>
        <p:spPr>
          <a:xfrm>
            <a:off x="2059686" y="3059475"/>
            <a:ext cx="3302000" cy="1724155"/>
          </a:xfrm>
          <a:prstGeom prst="rect">
            <a:avLst/>
          </a:prstGeom>
        </p:spPr>
      </p:pic>
      <p:pic>
        <p:nvPicPr>
          <p:cNvPr id="18" name="Blue Bricks 1">
            <a:extLst>
              <a:ext uri="{FF2B5EF4-FFF2-40B4-BE49-F238E27FC236}">
                <a16:creationId xmlns:a16="http://schemas.microsoft.com/office/drawing/2014/main" id="{79F3CE2F-FECB-DE64-E2B0-E1FA6F98EFCF}"/>
              </a:ext>
            </a:extLst>
          </p:cNvPr>
          <p:cNvPicPr>
            <a:picLocks noChangeAspect="1"/>
          </p:cNvPicPr>
          <p:nvPr/>
        </p:nvPicPr>
        <p:blipFill>
          <a:blip r:embed="rId9" cstate="print">
            <a:extLst>
              <a:ext uri="{28A0092B-C50C-407E-A947-70E740481C1C}">
                <a14:useLocalDpi xmlns:a14="http://schemas.microsoft.com/office/drawing/2010/main" val="0"/>
              </a:ext>
            </a:extLst>
          </a:blip>
          <a:stretch>
            <a:fillRect/>
          </a:stretch>
        </p:blipFill>
        <p:spPr>
          <a:xfrm>
            <a:off x="236366" y="3057900"/>
            <a:ext cx="3302000" cy="1724155"/>
          </a:xfrm>
          <a:prstGeom prst="rect">
            <a:avLst/>
          </a:prstGeom>
        </p:spPr>
      </p:pic>
      <p:sp>
        <p:nvSpPr>
          <p:cNvPr id="79" name="Blue Cap 1"/>
          <p:cNvSpPr>
            <a:spLocks noChangeAspect="1"/>
          </p:cNvSpPr>
          <p:nvPr/>
        </p:nvSpPr>
        <p:spPr>
          <a:xfrm>
            <a:off x="404311" y="2951273"/>
            <a:ext cx="7652969" cy="1453896"/>
          </a:xfrm>
          <a:prstGeom prst="rect">
            <a:avLst/>
          </a:prstGeom>
          <a:solidFill>
            <a:srgbClr val="F4F4F4"/>
          </a:solidFill>
          <a:ln>
            <a:noFill/>
          </a:ln>
          <a:scene3d>
            <a:camera prst="orthographicFront">
              <a:rot lat="20400000" lon="21000000" rev="198000"/>
            </a:camera>
            <a:lightRig rig="balanced" dir="t"/>
          </a:scene3d>
          <a:sp3d extrusionH="165100" prstMaterial="metal">
            <a:bevelT w="19050" h="12700"/>
            <a:extrusionClr>
              <a:srgbClr val="F4F4F4"/>
            </a:extrusionClr>
          </a:sp3d>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sz="4400" spc="-200" dirty="0">
                <a:ln>
                  <a:solidFill>
                    <a:schemeClr val="tx1">
                      <a:lumMod val="85000"/>
                      <a:lumOff val="15000"/>
                    </a:schemeClr>
                  </a:solidFill>
                </a:ln>
                <a:solidFill>
                  <a:srgbClr val="106DDE"/>
                </a:solidFill>
                <a:latin typeface="Poppins Medium" panose="00000600000000000000" pitchFamily="2" charset="0"/>
                <a:ea typeface="ZCOOL QingKe HuangYou" panose="00000500000000000000" pitchFamily="2" charset="0"/>
                <a:cs typeface="Poppins Medium" panose="00000600000000000000" pitchFamily="2" charset="0"/>
              </a:rPr>
              <a:t>What time do you</a:t>
            </a:r>
          </a:p>
        </p:txBody>
      </p:sp>
    </p:spTree>
    <p:extLst>
      <p:ext uri="{BB962C8B-B14F-4D97-AF65-F5344CB8AC3E}">
        <p14:creationId xmlns:p14="http://schemas.microsoft.com/office/powerpoint/2010/main" val="2613181465"/>
      </p:ext>
    </p:extLst>
  </p:cSld>
  <p:clrMapOvr>
    <a:masterClrMapping/>
  </p:clrMapOvr>
  <mc:AlternateContent xmlns:mc="http://schemas.openxmlformats.org/markup-compatibility/2006" xmlns:p14="http://schemas.microsoft.com/office/powerpoint/2010/main">
    <mc:Choice Requires="p14">
      <p:transition spd="slow" p14:dur="1300">
        <p14:pan/>
      </p:transition>
    </mc:Choice>
    <mc:Fallback xmlns="">
      <p:transition spd="slow">
        <p:fade/>
      </p:transition>
    </mc:Fallback>
  </mc:AlternateContent>
  <p:timing>
    <p:tnLst>
      <p:par>
        <p:cTn id="1" dur="indefinite" restart="never" nodeType="tmRoot">
          <p:childTnLst>
            <p:seq concurrent="1" nextAc="seek">
              <p:cTn id="2" dur="indefinite" nodeType="mainSeq">
                <p:childTnLst>
                  <p:par>
                    <p:cTn id="3" fill="hold">
                      <p:stCondLst>
                        <p:cond delay="indefinite"/>
                        <p:cond evt="onBegin" delay="0">
                          <p:tn val="2"/>
                        </p:cond>
                      </p:stCondLst>
                      <p:childTnLst>
                        <p:par>
                          <p:cTn id="4" fill="hold">
                            <p:stCondLst>
                              <p:cond delay="0"/>
                            </p:stCondLst>
                            <p:childTnLst>
                              <p:par>
                                <p:cTn id="5" presetID="0" presetClass="path" presetSubtype="0" fill="hold" nodeType="withEffect">
                                  <p:stCondLst>
                                    <p:cond delay="0"/>
                                  </p:stCondLst>
                                  <p:childTnLst>
                                    <p:animMotion origin="layout" path="M 0.00021 -0.00077 L 0.00021 -0.0216 L -0.02518 -0.0216 L -0.02518 0.00039 L -0.02518 -0.0216 L -0.04926 -0.0216 L -0.04992 -0.00077 L -0.04926 -0.0216 L -0.07466 -0.0216 L -0.07531 -0.00174 L -0.07531 -0.0216 L -0.0994 -0.0216 L -0.10005 -0.00174 L -0.10059 -0.0216 L -0.12424 -0.0216 L -0.12479 -0.00174 L -0.12479 -0.02045 L -0.14953 -0.0216 L -0.14953 -0.00289 L -0.14953 -0.0216 L -0.17426 -0.02276 L -0.17426 -0.00174 L -0.17492 -0.0216 L -0.19835 -0.02276 L -0.199 -0.00174 L -0.199 -0.02276 L -0.22385 -0.02276 L -0.22385 -0.00174 L -0.22385 -0.02276 L -0.24913 -0.02276 L -0.24848 -0.00289 L -0.24848 -0.02276 L -0.27387 -0.02276 L -0.27387 -0.00174 L -0.27387 -0.02276 L -0.29818 -0.02276 L -0.29818 -0.00174 L -0.29872 -0.02276 L -0.32346 -0.02276 L -0.32346 -0.00174 L -0.324 -0.02276 L -0.34755 -0.02276 L -0.34755 -0.00174 L -0.3469 -0.02392 L -0.37175 -0.02392 L -0.37229 -0.00289 L -0.37229 -0.02392 L -0.39768 -0.02392 L -0.39768 -0.00174 L -0.39703 -0.02488 L -0.42177 -0.02488 L -0.42242 -0.00174 L -0.42242 -0.02488 L -0.44662 -0.02488 L -0.44716 -0.00289 L -0.44716 -0.02488 L -0.4719 -0.02488 L -0.4719 -0.00289 L -0.47125 -0.02488 L -0.49664 -0.02488 L -0.49664 -0.00289 L -0.4961 -0.02604 L -0.52138 -0.02604 L -0.52138 -0.00174 L -0.52138 -0.02604 L -0.54623 -0.02604 L -0.54623 -0.00405 L -0.54623 -0.02604 L -0.57042 -0.02604 L -0.57042 -0.00289 L -0.57107 -0.02604 L -0.59571 -0.02604 L -0.59571 -0.00405 L -0.59505 -0.02604 L -0.61979 -0.02604 L -0.62045 -0.00405 L -0.62045 -0.02604 L -0.64594 -0.02604 L -0.64594 -0.00405 L -0.64594 -0.0272 L -0.67058 -0.0272 L -0.66992 -0.00289 L -0.67058 -0.02604 L -0.69532 -0.02604 L -0.69466 -0.00405 L -0.69597 -0.02604 L -0.72016 -0.02604 L -0.72081 -0.00405 L -0.72016 -0.0272 L -0.74414 -0.0272 L -0.7436 -0.00289 L -0.74414 -0.02604 L -0.76953 -0.02604 L -0.76953 -0.00405 L -0.76953 -0.02604 L -0.79373 -0.02604 L -0.79373 -0.00405 L -0.79373 -0.02488 L -0.81847 -0.02488 L -0.81912 -0.00521 L -0.81847 -0.02488 L -0.84386 -0.02488 L -0.84386 -0.00405 L -0.84386 -0.02488 L -0.8686 -0.02488 L -0.8686 -0.00405 L -0.8686 -0.02488 L -0.89334 -0.02488 L -0.89334 -0.00405 L -0.89334 -0.02488 L -0.91808 -0.02488 L -0.91808 -0.00521 L -0.91808 -0.02604 L -0.94282 -0.02604 L -0.94282 -0.00637 L -0.94282 -0.02604 L -0.96756 -0.02604 L -0.96756 -0.00521 L -0.96756 -0.02604 L -0.99176 -0.02604 L -0.9923 -0.00637 " pathEditMode="relative" ptsTypes="AAAAAAAAAAAAAAAAAAAAAAAAAAAAAAAAAAAAAAAAAAAAAAAAAAAAAAAAAAAAAAAAAAAAAAAAAAAAAAAAAAAAAAAAAAAAAAAAAAAAAAAAAAAAAAAAAAAAAAAAA">
                                      <p:cBhvr>
                                        <p:cTn id="6" dur="40000" fill="hold"/>
                                        <p:tgtEl>
                                          <p:spTgt spid="51"/>
                                        </p:tgtEl>
                                        <p:attrNameLst>
                                          <p:attrName>ppt_x</p:attrName>
                                          <p:attrName>ppt_y</p:attrName>
                                        </p:attrNameLst>
                                      </p:cBhvr>
                                    </p:animMotion>
                                  </p:childTnLst>
                                </p:cTn>
                              </p:par>
                            </p:childTnLst>
                          </p:cTn>
                        </p:par>
                      </p:childTnLst>
                    </p:cTn>
                  </p:par>
                  <p:par>
                    <p:cTn id="7" fill="hold">
                      <p:stCondLst>
                        <p:cond delay="indefinite"/>
                      </p:stCondLst>
                      <p:childTnLst>
                        <p:par>
                          <p:cTn id="8" fill="hold">
                            <p:stCondLst>
                              <p:cond delay="0"/>
                            </p:stCondLst>
                            <p:childTnLst>
                              <p:par>
                                <p:cTn id="9" presetID="1" presetClass="mediacall" presetSubtype="0" fill="hold" nodeType="clickEffect">
                                  <p:stCondLst>
                                    <p:cond delay="0"/>
                                  </p:stCondLst>
                                  <p:childTnLst>
                                    <p:cmd type="call" cmd="playFrom(0.0)">
                                      <p:cBhvr>
                                        <p:cTn id="10" dur="417" fill="hold"/>
                                        <p:tgtEl>
                                          <p:spTgt spid="5"/>
                                        </p:tgtEl>
                                      </p:cBhvr>
                                    </p:cmd>
                                  </p:childTnLst>
                                </p:cTn>
                              </p:par>
                            </p:childTnLst>
                          </p:cTn>
                        </p:par>
                      </p:childTnLst>
                    </p:cTn>
                  </p:par>
                  <p:par>
                    <p:cTn id="11" fill="hold">
                      <p:stCondLst>
                        <p:cond delay="indefinite"/>
                      </p:stCondLst>
                      <p:childTnLst>
                        <p:par>
                          <p:cTn id="12" fill="hold">
                            <p:stCondLst>
                              <p:cond delay="0"/>
                            </p:stCondLst>
                            <p:childTnLst>
                              <p:par>
                                <p:cTn id="13" presetID="1" presetClass="mediacall" presetSubtype="0" fill="hold" nodeType="clickEffect">
                                  <p:stCondLst>
                                    <p:cond delay="0"/>
                                  </p:stCondLst>
                                  <p:childTnLst>
                                    <p:cmd type="call" cmd="playFrom(0.0)">
                                      <p:cBhvr>
                                        <p:cTn id="14" dur="417" fill="hold"/>
                                        <p:tgtEl>
                                          <p:spTgt spid="7"/>
                                        </p:tgtEl>
                                      </p:cBhvr>
                                    </p:cmd>
                                  </p:childTnLst>
                                </p:cTn>
                              </p:par>
                              <p:par>
                                <p:cTn id="15" presetID="2" presetClass="entr" presetSubtype="1" fill="hold" nodeType="withEffect">
                                  <p:stCondLst>
                                    <p:cond delay="0"/>
                                  </p:stCondLst>
                                  <p:childTnLst>
                                    <p:set>
                                      <p:cBhvr>
                                        <p:cTn id="16" dur="1" fill="hold">
                                          <p:stCondLst>
                                            <p:cond delay="0"/>
                                          </p:stCondLst>
                                        </p:cTn>
                                        <p:tgtEl>
                                          <p:spTgt spid="60"/>
                                        </p:tgtEl>
                                        <p:attrNameLst>
                                          <p:attrName>style.visibility</p:attrName>
                                        </p:attrNameLst>
                                      </p:cBhvr>
                                      <p:to>
                                        <p:strVal val="visible"/>
                                      </p:to>
                                    </p:set>
                                    <p:anim calcmode="lin" valueType="num">
                                      <p:cBhvr additive="base">
                                        <p:cTn id="17" dur="250" fill="hold"/>
                                        <p:tgtEl>
                                          <p:spTgt spid="60"/>
                                        </p:tgtEl>
                                        <p:attrNameLst>
                                          <p:attrName>ppt_x</p:attrName>
                                        </p:attrNameLst>
                                      </p:cBhvr>
                                      <p:tavLst>
                                        <p:tav tm="0">
                                          <p:val>
                                            <p:strVal val="#ppt_x"/>
                                          </p:val>
                                        </p:tav>
                                        <p:tav tm="100000">
                                          <p:val>
                                            <p:strVal val="#ppt_x"/>
                                          </p:val>
                                        </p:tav>
                                      </p:tavLst>
                                    </p:anim>
                                    <p:anim calcmode="lin" valueType="num">
                                      <p:cBhvr additive="base">
                                        <p:cTn id="18" dur="250" fill="hold"/>
                                        <p:tgtEl>
                                          <p:spTgt spid="60"/>
                                        </p:tgtEl>
                                        <p:attrNameLst>
                                          <p:attrName>ppt_y</p:attrName>
                                        </p:attrNameLst>
                                      </p:cBhvr>
                                      <p:tavLst>
                                        <p:tav tm="0">
                                          <p:val>
                                            <p:strVal val="0-#ppt_h/2"/>
                                          </p:val>
                                        </p:tav>
                                        <p:tav tm="100000">
                                          <p:val>
                                            <p:strVal val="#ppt_y"/>
                                          </p:val>
                                        </p:tav>
                                      </p:tavLst>
                                    </p:anim>
                                  </p:childTnLst>
                                </p:cTn>
                              </p:par>
                              <p:par>
                                <p:cTn id="19" presetID="2" presetClass="entr" presetSubtype="1" fill="hold" nodeType="withEffect">
                                  <p:stCondLst>
                                    <p:cond delay="0"/>
                                  </p:stCondLst>
                                  <p:childTnLst>
                                    <p:set>
                                      <p:cBhvr>
                                        <p:cTn id="20" dur="1" fill="hold">
                                          <p:stCondLst>
                                            <p:cond delay="0"/>
                                          </p:stCondLst>
                                        </p:cTn>
                                        <p:tgtEl>
                                          <p:spTgt spid="70"/>
                                        </p:tgtEl>
                                        <p:attrNameLst>
                                          <p:attrName>style.visibility</p:attrName>
                                        </p:attrNameLst>
                                      </p:cBhvr>
                                      <p:to>
                                        <p:strVal val="visible"/>
                                      </p:to>
                                    </p:set>
                                    <p:anim calcmode="lin" valueType="num">
                                      <p:cBhvr additive="base">
                                        <p:cTn id="21" dur="250" fill="hold"/>
                                        <p:tgtEl>
                                          <p:spTgt spid="70"/>
                                        </p:tgtEl>
                                        <p:attrNameLst>
                                          <p:attrName>ppt_x</p:attrName>
                                        </p:attrNameLst>
                                      </p:cBhvr>
                                      <p:tavLst>
                                        <p:tav tm="0">
                                          <p:val>
                                            <p:strVal val="#ppt_x"/>
                                          </p:val>
                                        </p:tav>
                                        <p:tav tm="100000">
                                          <p:val>
                                            <p:strVal val="#ppt_x"/>
                                          </p:val>
                                        </p:tav>
                                      </p:tavLst>
                                    </p:anim>
                                    <p:anim calcmode="lin" valueType="num">
                                      <p:cBhvr additive="base">
                                        <p:cTn id="22" dur="250" fill="hold"/>
                                        <p:tgtEl>
                                          <p:spTgt spid="70"/>
                                        </p:tgtEl>
                                        <p:attrNameLst>
                                          <p:attrName>ppt_y</p:attrName>
                                        </p:attrNameLst>
                                      </p:cBhvr>
                                      <p:tavLst>
                                        <p:tav tm="0">
                                          <p:val>
                                            <p:strVal val="0-#ppt_h/2"/>
                                          </p:val>
                                        </p:tav>
                                        <p:tav tm="100000">
                                          <p:val>
                                            <p:strVal val="#ppt_y"/>
                                          </p:val>
                                        </p:tav>
                                      </p:tavLst>
                                    </p:anim>
                                  </p:childTnLst>
                                </p:cTn>
                              </p:par>
                              <p:par>
                                <p:cTn id="23" presetID="2" presetClass="entr" presetSubtype="1" fill="hold" nodeType="withEffect">
                                  <p:stCondLst>
                                    <p:cond delay="0"/>
                                  </p:stCondLst>
                                  <p:childTnLst>
                                    <p:set>
                                      <p:cBhvr>
                                        <p:cTn id="24" dur="1" fill="hold">
                                          <p:stCondLst>
                                            <p:cond delay="0"/>
                                          </p:stCondLst>
                                        </p:cTn>
                                        <p:tgtEl>
                                          <p:spTgt spid="86"/>
                                        </p:tgtEl>
                                        <p:attrNameLst>
                                          <p:attrName>style.visibility</p:attrName>
                                        </p:attrNameLst>
                                      </p:cBhvr>
                                      <p:to>
                                        <p:strVal val="visible"/>
                                      </p:to>
                                    </p:set>
                                    <p:anim calcmode="lin" valueType="num">
                                      <p:cBhvr additive="base">
                                        <p:cTn id="25" dur="250" fill="hold"/>
                                        <p:tgtEl>
                                          <p:spTgt spid="86"/>
                                        </p:tgtEl>
                                        <p:attrNameLst>
                                          <p:attrName>ppt_x</p:attrName>
                                        </p:attrNameLst>
                                      </p:cBhvr>
                                      <p:tavLst>
                                        <p:tav tm="0">
                                          <p:val>
                                            <p:strVal val="#ppt_x"/>
                                          </p:val>
                                        </p:tav>
                                        <p:tav tm="100000">
                                          <p:val>
                                            <p:strVal val="#ppt_x"/>
                                          </p:val>
                                        </p:tav>
                                      </p:tavLst>
                                    </p:anim>
                                    <p:anim calcmode="lin" valueType="num">
                                      <p:cBhvr additive="base">
                                        <p:cTn id="26" dur="250" fill="hold"/>
                                        <p:tgtEl>
                                          <p:spTgt spid="86"/>
                                        </p:tgtEl>
                                        <p:attrNameLst>
                                          <p:attrName>ppt_y</p:attrName>
                                        </p:attrNameLst>
                                      </p:cBhvr>
                                      <p:tavLst>
                                        <p:tav tm="0">
                                          <p:val>
                                            <p:strVal val="0-#ppt_h/2"/>
                                          </p:val>
                                        </p:tav>
                                        <p:tav tm="100000">
                                          <p:val>
                                            <p:strVal val="#ppt_y"/>
                                          </p:val>
                                        </p:tav>
                                      </p:tavLst>
                                    </p:anim>
                                  </p:childTnLst>
                                </p:cTn>
                              </p:par>
                              <p:par>
                                <p:cTn id="27" presetID="2" presetClass="entr" presetSubtype="1" fill="hold" nodeType="withEffect">
                                  <p:stCondLst>
                                    <p:cond delay="0"/>
                                  </p:stCondLst>
                                  <p:childTnLst>
                                    <p:set>
                                      <p:cBhvr>
                                        <p:cTn id="28" dur="1" fill="hold">
                                          <p:stCondLst>
                                            <p:cond delay="0"/>
                                          </p:stCondLst>
                                        </p:cTn>
                                        <p:tgtEl>
                                          <p:spTgt spid="99"/>
                                        </p:tgtEl>
                                        <p:attrNameLst>
                                          <p:attrName>style.visibility</p:attrName>
                                        </p:attrNameLst>
                                      </p:cBhvr>
                                      <p:to>
                                        <p:strVal val="visible"/>
                                      </p:to>
                                    </p:set>
                                    <p:anim calcmode="lin" valueType="num">
                                      <p:cBhvr additive="base">
                                        <p:cTn id="29" dur="250" fill="hold"/>
                                        <p:tgtEl>
                                          <p:spTgt spid="99"/>
                                        </p:tgtEl>
                                        <p:attrNameLst>
                                          <p:attrName>ppt_x</p:attrName>
                                        </p:attrNameLst>
                                      </p:cBhvr>
                                      <p:tavLst>
                                        <p:tav tm="0">
                                          <p:val>
                                            <p:strVal val="#ppt_x"/>
                                          </p:val>
                                        </p:tav>
                                        <p:tav tm="100000">
                                          <p:val>
                                            <p:strVal val="#ppt_x"/>
                                          </p:val>
                                        </p:tav>
                                      </p:tavLst>
                                    </p:anim>
                                    <p:anim calcmode="lin" valueType="num">
                                      <p:cBhvr additive="base">
                                        <p:cTn id="30" dur="250" fill="hold"/>
                                        <p:tgtEl>
                                          <p:spTgt spid="99"/>
                                        </p:tgtEl>
                                        <p:attrNameLst>
                                          <p:attrName>ppt_y</p:attrName>
                                        </p:attrNameLst>
                                      </p:cBhvr>
                                      <p:tavLst>
                                        <p:tav tm="0">
                                          <p:val>
                                            <p:strVal val="0-#ppt_h/2"/>
                                          </p:val>
                                        </p:tav>
                                        <p:tav tm="100000">
                                          <p:val>
                                            <p:strVal val="#ppt_y"/>
                                          </p:val>
                                        </p:tav>
                                      </p:tavLst>
                                    </p:anim>
                                  </p:childTnLst>
                                </p:cTn>
                              </p:par>
                              <p:par>
                                <p:cTn id="31" presetID="2" presetClass="entr" presetSubtype="1" fill="hold" nodeType="withEffect">
                                  <p:stCondLst>
                                    <p:cond delay="250"/>
                                  </p:stCondLst>
                                  <p:childTnLst>
                                    <p:set>
                                      <p:cBhvr>
                                        <p:cTn id="32" dur="1" fill="hold">
                                          <p:stCondLst>
                                            <p:cond delay="0"/>
                                          </p:stCondLst>
                                        </p:cTn>
                                        <p:tgtEl>
                                          <p:spTgt spid="66"/>
                                        </p:tgtEl>
                                        <p:attrNameLst>
                                          <p:attrName>style.visibility</p:attrName>
                                        </p:attrNameLst>
                                      </p:cBhvr>
                                      <p:to>
                                        <p:strVal val="visible"/>
                                      </p:to>
                                    </p:set>
                                    <p:anim calcmode="lin" valueType="num">
                                      <p:cBhvr additive="base">
                                        <p:cTn id="33" dur="250" fill="hold"/>
                                        <p:tgtEl>
                                          <p:spTgt spid="66"/>
                                        </p:tgtEl>
                                        <p:attrNameLst>
                                          <p:attrName>ppt_x</p:attrName>
                                        </p:attrNameLst>
                                      </p:cBhvr>
                                      <p:tavLst>
                                        <p:tav tm="0">
                                          <p:val>
                                            <p:strVal val="#ppt_x"/>
                                          </p:val>
                                        </p:tav>
                                        <p:tav tm="100000">
                                          <p:val>
                                            <p:strVal val="#ppt_x"/>
                                          </p:val>
                                        </p:tav>
                                      </p:tavLst>
                                    </p:anim>
                                    <p:anim calcmode="lin" valueType="num">
                                      <p:cBhvr additive="base">
                                        <p:cTn id="34" dur="250" fill="hold"/>
                                        <p:tgtEl>
                                          <p:spTgt spid="66"/>
                                        </p:tgtEl>
                                        <p:attrNameLst>
                                          <p:attrName>ppt_y</p:attrName>
                                        </p:attrNameLst>
                                      </p:cBhvr>
                                      <p:tavLst>
                                        <p:tav tm="0">
                                          <p:val>
                                            <p:strVal val="0-#ppt_h/2"/>
                                          </p:val>
                                        </p:tav>
                                        <p:tav tm="100000">
                                          <p:val>
                                            <p:strVal val="#ppt_y"/>
                                          </p:val>
                                        </p:tav>
                                      </p:tavLst>
                                    </p:anim>
                                  </p:childTnLst>
                                </p:cTn>
                              </p:par>
                              <p:par>
                                <p:cTn id="35" presetID="2" presetClass="entr" presetSubtype="1" fill="hold" nodeType="withEffect">
                                  <p:stCondLst>
                                    <p:cond delay="250"/>
                                  </p:stCondLst>
                                  <p:childTnLst>
                                    <p:set>
                                      <p:cBhvr>
                                        <p:cTn id="36" dur="1" fill="hold">
                                          <p:stCondLst>
                                            <p:cond delay="0"/>
                                          </p:stCondLst>
                                        </p:cTn>
                                        <p:tgtEl>
                                          <p:spTgt spid="87"/>
                                        </p:tgtEl>
                                        <p:attrNameLst>
                                          <p:attrName>style.visibility</p:attrName>
                                        </p:attrNameLst>
                                      </p:cBhvr>
                                      <p:to>
                                        <p:strVal val="visible"/>
                                      </p:to>
                                    </p:set>
                                    <p:anim calcmode="lin" valueType="num">
                                      <p:cBhvr additive="base">
                                        <p:cTn id="37" dur="250" fill="hold"/>
                                        <p:tgtEl>
                                          <p:spTgt spid="87"/>
                                        </p:tgtEl>
                                        <p:attrNameLst>
                                          <p:attrName>ppt_x</p:attrName>
                                        </p:attrNameLst>
                                      </p:cBhvr>
                                      <p:tavLst>
                                        <p:tav tm="0">
                                          <p:val>
                                            <p:strVal val="#ppt_x"/>
                                          </p:val>
                                        </p:tav>
                                        <p:tav tm="100000">
                                          <p:val>
                                            <p:strVal val="#ppt_x"/>
                                          </p:val>
                                        </p:tav>
                                      </p:tavLst>
                                    </p:anim>
                                    <p:anim calcmode="lin" valueType="num">
                                      <p:cBhvr additive="base">
                                        <p:cTn id="38" dur="250" fill="hold"/>
                                        <p:tgtEl>
                                          <p:spTgt spid="87"/>
                                        </p:tgtEl>
                                        <p:attrNameLst>
                                          <p:attrName>ppt_y</p:attrName>
                                        </p:attrNameLst>
                                      </p:cBhvr>
                                      <p:tavLst>
                                        <p:tav tm="0">
                                          <p:val>
                                            <p:strVal val="0-#ppt_h/2"/>
                                          </p:val>
                                        </p:tav>
                                        <p:tav tm="100000">
                                          <p:val>
                                            <p:strVal val="#ppt_y"/>
                                          </p:val>
                                        </p:tav>
                                      </p:tavLst>
                                    </p:anim>
                                  </p:childTnLst>
                                </p:cTn>
                              </p:par>
                              <p:par>
                                <p:cTn id="39" presetID="2" presetClass="entr" presetSubtype="1" fill="hold" nodeType="withEffect">
                                  <p:stCondLst>
                                    <p:cond delay="250"/>
                                  </p:stCondLst>
                                  <p:childTnLst>
                                    <p:set>
                                      <p:cBhvr>
                                        <p:cTn id="40" dur="1" fill="hold">
                                          <p:stCondLst>
                                            <p:cond delay="0"/>
                                          </p:stCondLst>
                                        </p:cTn>
                                        <p:tgtEl>
                                          <p:spTgt spid="100"/>
                                        </p:tgtEl>
                                        <p:attrNameLst>
                                          <p:attrName>style.visibility</p:attrName>
                                        </p:attrNameLst>
                                      </p:cBhvr>
                                      <p:to>
                                        <p:strVal val="visible"/>
                                      </p:to>
                                    </p:set>
                                    <p:anim calcmode="lin" valueType="num">
                                      <p:cBhvr additive="base">
                                        <p:cTn id="41" dur="250" fill="hold"/>
                                        <p:tgtEl>
                                          <p:spTgt spid="100"/>
                                        </p:tgtEl>
                                        <p:attrNameLst>
                                          <p:attrName>ppt_x</p:attrName>
                                        </p:attrNameLst>
                                      </p:cBhvr>
                                      <p:tavLst>
                                        <p:tav tm="0">
                                          <p:val>
                                            <p:strVal val="#ppt_x"/>
                                          </p:val>
                                        </p:tav>
                                        <p:tav tm="100000">
                                          <p:val>
                                            <p:strVal val="#ppt_x"/>
                                          </p:val>
                                        </p:tav>
                                      </p:tavLst>
                                    </p:anim>
                                    <p:anim calcmode="lin" valueType="num">
                                      <p:cBhvr additive="base">
                                        <p:cTn id="42" dur="250" fill="hold"/>
                                        <p:tgtEl>
                                          <p:spTgt spid="100"/>
                                        </p:tgtEl>
                                        <p:attrNameLst>
                                          <p:attrName>ppt_y</p:attrName>
                                        </p:attrNameLst>
                                      </p:cBhvr>
                                      <p:tavLst>
                                        <p:tav tm="0">
                                          <p:val>
                                            <p:strVal val="0-#ppt_h/2"/>
                                          </p:val>
                                        </p:tav>
                                        <p:tav tm="100000">
                                          <p:val>
                                            <p:strVal val="#ppt_y"/>
                                          </p:val>
                                        </p:tav>
                                      </p:tavLst>
                                    </p:anim>
                                  </p:childTnLst>
                                </p:cTn>
                              </p:par>
                              <p:par>
                                <p:cTn id="43" presetID="2" presetClass="entr" presetSubtype="1" fill="hold" nodeType="withEffect">
                                  <p:stCondLst>
                                    <p:cond delay="500"/>
                                  </p:stCondLst>
                                  <p:childTnLst>
                                    <p:set>
                                      <p:cBhvr>
                                        <p:cTn id="44" dur="1" fill="hold">
                                          <p:stCondLst>
                                            <p:cond delay="0"/>
                                          </p:stCondLst>
                                        </p:cTn>
                                        <p:tgtEl>
                                          <p:spTgt spid="94"/>
                                        </p:tgtEl>
                                        <p:attrNameLst>
                                          <p:attrName>style.visibility</p:attrName>
                                        </p:attrNameLst>
                                      </p:cBhvr>
                                      <p:to>
                                        <p:strVal val="visible"/>
                                      </p:to>
                                    </p:set>
                                    <p:anim calcmode="lin" valueType="num">
                                      <p:cBhvr additive="base">
                                        <p:cTn id="45" dur="250" fill="hold"/>
                                        <p:tgtEl>
                                          <p:spTgt spid="94"/>
                                        </p:tgtEl>
                                        <p:attrNameLst>
                                          <p:attrName>ppt_x</p:attrName>
                                        </p:attrNameLst>
                                      </p:cBhvr>
                                      <p:tavLst>
                                        <p:tav tm="0">
                                          <p:val>
                                            <p:strVal val="#ppt_x"/>
                                          </p:val>
                                        </p:tav>
                                        <p:tav tm="100000">
                                          <p:val>
                                            <p:strVal val="#ppt_x"/>
                                          </p:val>
                                        </p:tav>
                                      </p:tavLst>
                                    </p:anim>
                                    <p:anim calcmode="lin" valueType="num">
                                      <p:cBhvr additive="base">
                                        <p:cTn id="46" dur="250" fill="hold"/>
                                        <p:tgtEl>
                                          <p:spTgt spid="94"/>
                                        </p:tgtEl>
                                        <p:attrNameLst>
                                          <p:attrName>ppt_y</p:attrName>
                                        </p:attrNameLst>
                                      </p:cBhvr>
                                      <p:tavLst>
                                        <p:tav tm="0">
                                          <p:val>
                                            <p:strVal val="0-#ppt_h/2"/>
                                          </p:val>
                                        </p:tav>
                                        <p:tav tm="100000">
                                          <p:val>
                                            <p:strVal val="#ppt_y"/>
                                          </p:val>
                                        </p:tav>
                                      </p:tavLst>
                                    </p:anim>
                                  </p:childTnLst>
                                </p:cTn>
                              </p:par>
                              <p:par>
                                <p:cTn id="47" presetID="2" presetClass="entr" presetSubtype="1" fill="hold" nodeType="withEffect">
                                  <p:stCondLst>
                                    <p:cond delay="500"/>
                                  </p:stCondLst>
                                  <p:childTnLst>
                                    <p:set>
                                      <p:cBhvr>
                                        <p:cTn id="48" dur="1" fill="hold">
                                          <p:stCondLst>
                                            <p:cond delay="0"/>
                                          </p:stCondLst>
                                        </p:cTn>
                                        <p:tgtEl>
                                          <p:spTgt spid="101"/>
                                        </p:tgtEl>
                                        <p:attrNameLst>
                                          <p:attrName>style.visibility</p:attrName>
                                        </p:attrNameLst>
                                      </p:cBhvr>
                                      <p:to>
                                        <p:strVal val="visible"/>
                                      </p:to>
                                    </p:set>
                                    <p:anim calcmode="lin" valueType="num">
                                      <p:cBhvr additive="base">
                                        <p:cTn id="49" dur="250" fill="hold"/>
                                        <p:tgtEl>
                                          <p:spTgt spid="101"/>
                                        </p:tgtEl>
                                        <p:attrNameLst>
                                          <p:attrName>ppt_x</p:attrName>
                                        </p:attrNameLst>
                                      </p:cBhvr>
                                      <p:tavLst>
                                        <p:tav tm="0">
                                          <p:val>
                                            <p:strVal val="#ppt_x"/>
                                          </p:val>
                                        </p:tav>
                                        <p:tav tm="100000">
                                          <p:val>
                                            <p:strVal val="#ppt_x"/>
                                          </p:val>
                                        </p:tav>
                                      </p:tavLst>
                                    </p:anim>
                                    <p:anim calcmode="lin" valueType="num">
                                      <p:cBhvr additive="base">
                                        <p:cTn id="50" dur="250" fill="hold"/>
                                        <p:tgtEl>
                                          <p:spTgt spid="101"/>
                                        </p:tgtEl>
                                        <p:attrNameLst>
                                          <p:attrName>ppt_y</p:attrName>
                                        </p:attrNameLst>
                                      </p:cBhvr>
                                      <p:tavLst>
                                        <p:tav tm="0">
                                          <p:val>
                                            <p:strVal val="0-#ppt_h/2"/>
                                          </p:val>
                                        </p:tav>
                                        <p:tav tm="100000">
                                          <p:val>
                                            <p:strVal val="#ppt_y"/>
                                          </p:val>
                                        </p:tav>
                                      </p:tavLst>
                                    </p:anim>
                                  </p:childTnLst>
                                </p:cTn>
                              </p:par>
                              <p:par>
                                <p:cTn id="51" presetID="2" presetClass="entr" presetSubtype="1" fill="hold" nodeType="withEffect">
                                  <p:stCondLst>
                                    <p:cond delay="750"/>
                                  </p:stCondLst>
                                  <p:childTnLst>
                                    <p:set>
                                      <p:cBhvr>
                                        <p:cTn id="52" dur="1" fill="hold">
                                          <p:stCondLst>
                                            <p:cond delay="0"/>
                                          </p:stCondLst>
                                        </p:cTn>
                                        <p:tgtEl>
                                          <p:spTgt spid="97"/>
                                        </p:tgtEl>
                                        <p:attrNameLst>
                                          <p:attrName>style.visibility</p:attrName>
                                        </p:attrNameLst>
                                      </p:cBhvr>
                                      <p:to>
                                        <p:strVal val="visible"/>
                                      </p:to>
                                    </p:set>
                                    <p:anim calcmode="lin" valueType="num">
                                      <p:cBhvr additive="base">
                                        <p:cTn id="53" dur="250" fill="hold"/>
                                        <p:tgtEl>
                                          <p:spTgt spid="97"/>
                                        </p:tgtEl>
                                        <p:attrNameLst>
                                          <p:attrName>ppt_x</p:attrName>
                                        </p:attrNameLst>
                                      </p:cBhvr>
                                      <p:tavLst>
                                        <p:tav tm="0">
                                          <p:val>
                                            <p:strVal val="#ppt_x"/>
                                          </p:val>
                                        </p:tav>
                                        <p:tav tm="100000">
                                          <p:val>
                                            <p:strVal val="#ppt_x"/>
                                          </p:val>
                                        </p:tav>
                                      </p:tavLst>
                                    </p:anim>
                                    <p:anim calcmode="lin" valueType="num">
                                      <p:cBhvr additive="base">
                                        <p:cTn id="54" dur="250" fill="hold"/>
                                        <p:tgtEl>
                                          <p:spTgt spid="97"/>
                                        </p:tgtEl>
                                        <p:attrNameLst>
                                          <p:attrName>ppt_y</p:attrName>
                                        </p:attrNameLst>
                                      </p:cBhvr>
                                      <p:tavLst>
                                        <p:tav tm="0">
                                          <p:val>
                                            <p:strVal val="0-#ppt_h/2"/>
                                          </p:val>
                                        </p:tav>
                                        <p:tav tm="100000">
                                          <p:val>
                                            <p:strVal val="#ppt_y"/>
                                          </p:val>
                                        </p:tav>
                                      </p:tavLst>
                                    </p:anim>
                                  </p:childTnLst>
                                </p:cTn>
                              </p:par>
                            </p:childTnLst>
                          </p:cTn>
                        </p:par>
                      </p:childTnLst>
                    </p:cTn>
                  </p:par>
                </p:childTnLst>
              </p:cTn>
              <p:prevCondLst>
                <p:cond evt="onPrev" delay="0">
                  <p:tgtEl>
                    <p:sldTgt/>
                  </p:tgtEl>
                </p:cond>
              </p:prevCondLst>
              <p:nextCondLst>
                <p:cond evt="onNext" delay="0">
                  <p:tgtEl>
                    <p:sldTgt/>
                  </p:tgtEl>
                </p:cond>
              </p:nextCondLst>
            </p:seq>
            <p:audio>
              <p:cMediaNode vol="100000">
                <p:cTn id="55" fill="hold" display="0">
                  <p:stCondLst>
                    <p:cond delay="indefinite"/>
                  </p:stCondLst>
                  <p:endCondLst>
                    <p:cond evt="onStopAudio" delay="0">
                      <p:tgtEl>
                        <p:sldTgt/>
                      </p:tgtEl>
                    </p:cond>
                  </p:endCondLst>
                </p:cTn>
                <p:tgtEl>
                  <p:spTgt spid="5"/>
                </p:tgtEl>
              </p:cMediaNode>
            </p:audio>
            <p:audio>
              <p:cMediaNode vol="100000">
                <p:cTn id="56" fill="hold" display="0">
                  <p:stCondLst>
                    <p:cond delay="indefinite"/>
                  </p:stCondLst>
                  <p:endCondLst>
                    <p:cond evt="onStopAudio" delay="0">
                      <p:tgtEl>
                        <p:sldTgt/>
                      </p:tgtEl>
                    </p:cond>
                  </p:endCondLst>
                </p:cTn>
                <p:tgtEl>
                  <p:spTgt spid="7"/>
                </p:tgtEl>
              </p:cMediaNode>
            </p:audio>
          </p:childTnLst>
        </p:cTn>
      </p:par>
    </p:tnLst>
  </p:timing>
</p:sld>
</file>

<file path=ppt/slides/slide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14" name="Baseplate"/>
          <p:cNvPicPr>
            <a:picLocks noChangeAspect="1"/>
          </p:cNvPicPr>
          <p:nvPr/>
        </p:nvPicPr>
        <p:blipFill>
          <a:blip r:embed="rId13" cstate="print">
            <a:extLst>
              <a:ext uri="{28A0092B-C50C-407E-A947-70E740481C1C}">
                <a14:useLocalDpi xmlns:a14="http://schemas.microsoft.com/office/drawing/2010/main" val="0"/>
              </a:ext>
            </a:extLst>
          </a:blip>
          <a:stretch>
            <a:fillRect/>
          </a:stretch>
        </p:blipFill>
        <p:spPr>
          <a:xfrm>
            <a:off x="-594469" y="-54465"/>
            <a:ext cx="15819338" cy="8503919"/>
          </a:xfrm>
          <a:prstGeom prst="rect">
            <a:avLst/>
          </a:prstGeom>
        </p:spPr>
      </p:pic>
      <p:pic>
        <p:nvPicPr>
          <p:cNvPr id="51" name="Timer 1x2"/>
          <p:cNvPicPr>
            <a:picLocks/>
          </p:cNvPicPr>
          <p:nvPr/>
        </p:nvPicPr>
        <p:blipFill>
          <a:blip r:embed="rId14" cstate="print">
            <a:extLst>
              <a:ext uri="{28A0092B-C50C-407E-A947-70E740481C1C}">
                <a14:useLocalDpi xmlns:a14="http://schemas.microsoft.com/office/drawing/2010/main" val="0"/>
              </a:ext>
            </a:extLst>
          </a:blip>
          <a:stretch>
            <a:fillRect/>
          </a:stretch>
        </p:blipFill>
        <p:spPr>
          <a:xfrm>
            <a:off x="13929822" y="-203906"/>
            <a:ext cx="832104" cy="529163"/>
          </a:xfrm>
          <a:prstGeom prst="rect">
            <a:avLst/>
          </a:prstGeom>
        </p:spPr>
      </p:pic>
      <p:pic>
        <p:nvPicPr>
          <p:cNvPr id="86" name="Blue Bricks 4"/>
          <p:cNvPicPr>
            <a:picLocks noChangeAspect="1"/>
          </p:cNvPicPr>
          <p:nvPr/>
        </p:nvPicPr>
        <p:blipFill>
          <a:blip r:embed="rId15" cstate="print">
            <a:extLst>
              <a:ext uri="{28A0092B-C50C-407E-A947-70E740481C1C}">
                <a14:useLocalDpi xmlns:a14="http://schemas.microsoft.com/office/drawing/2010/main" val="0"/>
              </a:ext>
            </a:extLst>
          </a:blip>
          <a:stretch>
            <a:fillRect/>
          </a:stretch>
        </p:blipFill>
        <p:spPr>
          <a:xfrm>
            <a:off x="4219498" y="6494387"/>
            <a:ext cx="3461795" cy="1724155"/>
          </a:xfrm>
          <a:prstGeom prst="rect">
            <a:avLst/>
          </a:prstGeom>
        </p:spPr>
      </p:pic>
      <p:sp>
        <p:nvSpPr>
          <p:cNvPr id="87" name="Blue Cap 4"/>
          <p:cNvSpPr>
            <a:spLocks noChangeAspect="1"/>
          </p:cNvSpPr>
          <p:nvPr/>
        </p:nvSpPr>
        <p:spPr>
          <a:xfrm>
            <a:off x="4433309" y="6386184"/>
            <a:ext cx="2907791" cy="1453896"/>
          </a:xfrm>
          <a:prstGeom prst="rect">
            <a:avLst/>
          </a:prstGeom>
          <a:solidFill>
            <a:srgbClr val="F4F4F4"/>
          </a:solidFill>
          <a:ln>
            <a:noFill/>
          </a:ln>
          <a:scene3d>
            <a:camera prst="orthographicFront">
              <a:rot lat="20400000" lon="21000000" rev="198000"/>
            </a:camera>
            <a:lightRig rig="balanced" dir="t"/>
          </a:scene3d>
          <a:sp3d extrusionH="165100" prstMaterial="metal">
            <a:bevelT w="19050" h="12700"/>
            <a:extrusionClr>
              <a:srgbClr val="F4F4F4"/>
            </a:extrusionClr>
          </a:sp3d>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sz="4400" spc="-200" dirty="0">
                <a:ln>
                  <a:solidFill>
                    <a:schemeClr val="tx1">
                      <a:lumMod val="85000"/>
                      <a:lumOff val="15000"/>
                    </a:schemeClr>
                  </a:solidFill>
                </a:ln>
                <a:solidFill>
                  <a:srgbClr val="106DDE"/>
                </a:solidFill>
                <a:latin typeface="Poppins Medium" panose="00000600000000000000" pitchFamily="2" charset="0"/>
                <a:ea typeface="ZCOOL QingKe HuangYou" panose="00000500000000000000" pitchFamily="2" charset="0"/>
                <a:cs typeface="Poppins Medium" panose="00000600000000000000" pitchFamily="2" charset="0"/>
              </a:rPr>
              <a:t>walk the dog</a:t>
            </a:r>
          </a:p>
        </p:txBody>
      </p:sp>
      <p:pic>
        <p:nvPicPr>
          <p:cNvPr id="17" name="Red Bricks 1"/>
          <p:cNvPicPr>
            <a:picLocks noChangeAspect="1"/>
          </p:cNvPicPr>
          <p:nvPr/>
        </p:nvPicPr>
        <p:blipFill>
          <a:blip r:embed="rId16" cstate="print">
            <a:extLst>
              <a:ext uri="{28A0092B-C50C-407E-A947-70E740481C1C}">
                <a14:useLocalDpi xmlns:a14="http://schemas.microsoft.com/office/drawing/2010/main" val="0"/>
              </a:ext>
            </a:extLst>
          </a:blip>
          <a:stretch>
            <a:fillRect/>
          </a:stretch>
        </p:blipFill>
        <p:spPr>
          <a:xfrm>
            <a:off x="93316" y="3110477"/>
            <a:ext cx="3461795" cy="1724154"/>
          </a:xfrm>
          <a:prstGeom prst="rect">
            <a:avLst/>
          </a:prstGeom>
        </p:spPr>
      </p:pic>
      <p:sp>
        <p:nvSpPr>
          <p:cNvPr id="18" name="Red Cap 1"/>
          <p:cNvSpPr>
            <a:spLocks noChangeAspect="1"/>
          </p:cNvSpPr>
          <p:nvPr/>
        </p:nvSpPr>
        <p:spPr>
          <a:xfrm>
            <a:off x="656817" y="3002274"/>
            <a:ext cx="2907791" cy="1453896"/>
          </a:xfrm>
          <a:prstGeom prst="rect">
            <a:avLst/>
          </a:prstGeom>
          <a:solidFill>
            <a:srgbClr val="F4F4F4"/>
          </a:solidFill>
          <a:ln>
            <a:noFill/>
          </a:ln>
          <a:scene3d>
            <a:camera prst="orthographicFront">
              <a:rot lat="20400000" lon="21000000" rev="198000"/>
            </a:camera>
            <a:lightRig rig="balanced" dir="t"/>
          </a:scene3d>
          <a:sp3d extrusionH="165100" prstMaterial="metal">
            <a:bevelT w="19050" h="12700"/>
            <a:extrusionClr>
              <a:srgbClr val="F4F4F4"/>
            </a:extrusionClr>
          </a:sp3d>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sz="4400" spc="-200" dirty="0">
                <a:ln>
                  <a:solidFill>
                    <a:schemeClr val="tx1">
                      <a:lumMod val="85000"/>
                      <a:lumOff val="15000"/>
                    </a:schemeClr>
                  </a:solidFill>
                </a:ln>
                <a:solidFill>
                  <a:srgbClr val="DD1A21"/>
                </a:solidFill>
                <a:latin typeface="Poppins Medium" panose="00000600000000000000" pitchFamily="2" charset="0"/>
                <a:ea typeface="ZCOOL QingKe HuangYou" panose="00000500000000000000" pitchFamily="2" charset="0"/>
                <a:cs typeface="Poppins Medium" panose="00000600000000000000" pitchFamily="2" charset="0"/>
              </a:rPr>
              <a:t>I</a:t>
            </a:r>
          </a:p>
        </p:txBody>
      </p:sp>
      <p:pic>
        <p:nvPicPr>
          <p:cNvPr id="13" name="Green Bricks 1"/>
          <p:cNvPicPr>
            <a:picLocks noChangeAspect="1"/>
          </p:cNvPicPr>
          <p:nvPr/>
        </p:nvPicPr>
        <p:blipFill>
          <a:blip r:embed="rId17" cstate="print">
            <a:extLst>
              <a:ext uri="{28A0092B-C50C-407E-A947-70E740481C1C}">
                <a14:useLocalDpi xmlns:a14="http://schemas.microsoft.com/office/drawing/2010/main" val="0"/>
              </a:ext>
            </a:extLst>
          </a:blip>
          <a:stretch>
            <a:fillRect/>
          </a:stretch>
        </p:blipFill>
        <p:spPr>
          <a:xfrm>
            <a:off x="9286304" y="312925"/>
            <a:ext cx="3456007" cy="1724155"/>
          </a:xfrm>
          <a:prstGeom prst="rect">
            <a:avLst/>
          </a:prstGeom>
        </p:spPr>
      </p:pic>
      <p:sp>
        <p:nvSpPr>
          <p:cNvPr id="15" name="Green Cap 1"/>
          <p:cNvSpPr>
            <a:spLocks noChangeAspect="1"/>
          </p:cNvSpPr>
          <p:nvPr/>
        </p:nvSpPr>
        <p:spPr>
          <a:xfrm>
            <a:off x="9850629" y="204722"/>
            <a:ext cx="2907791" cy="1453896"/>
          </a:xfrm>
          <a:prstGeom prst="rect">
            <a:avLst/>
          </a:prstGeom>
          <a:solidFill>
            <a:srgbClr val="F4F4F4"/>
          </a:solidFill>
          <a:ln>
            <a:noFill/>
          </a:ln>
          <a:scene3d>
            <a:camera prst="orthographicFront">
              <a:rot lat="20400000" lon="21000000" rev="198000"/>
            </a:camera>
            <a:lightRig rig="balanced" dir="t"/>
          </a:scene3d>
          <a:sp3d extrusionH="165100" prstMaterial="metal">
            <a:bevelT w="19050" h="12700"/>
            <a:extrusionClr>
              <a:srgbClr val="F4F4F4"/>
            </a:extrusionClr>
          </a:sp3d>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sz="4400" spc="-200" dirty="0">
                <a:ln>
                  <a:solidFill>
                    <a:schemeClr val="tx1">
                      <a:lumMod val="85000"/>
                      <a:lumOff val="15000"/>
                    </a:schemeClr>
                  </a:solidFill>
                </a:ln>
                <a:solidFill>
                  <a:srgbClr val="04A043"/>
                </a:solidFill>
                <a:latin typeface="Poppins Medium" panose="00000600000000000000" pitchFamily="2" charset="0"/>
                <a:ea typeface="ZCOOL QingKe HuangYou" panose="00000500000000000000" pitchFamily="2" charset="0"/>
                <a:cs typeface="Poppins Medium" panose="00000600000000000000" pitchFamily="2" charset="0"/>
              </a:rPr>
              <a:t>at 6:30</a:t>
            </a:r>
          </a:p>
        </p:txBody>
      </p:sp>
      <p:pic>
        <p:nvPicPr>
          <p:cNvPr id="30" name="Green Bricks 2"/>
          <p:cNvPicPr>
            <a:picLocks noChangeAspect="1"/>
          </p:cNvPicPr>
          <p:nvPr/>
        </p:nvPicPr>
        <p:blipFill>
          <a:blip r:embed="rId17" cstate="print">
            <a:extLst>
              <a:ext uri="{28A0092B-C50C-407E-A947-70E740481C1C}">
                <a14:useLocalDpi xmlns:a14="http://schemas.microsoft.com/office/drawing/2010/main" val="0"/>
              </a:ext>
            </a:extLst>
          </a:blip>
          <a:stretch>
            <a:fillRect/>
          </a:stretch>
        </p:blipFill>
        <p:spPr>
          <a:xfrm>
            <a:off x="9405482" y="2380201"/>
            <a:ext cx="3456007" cy="1724155"/>
          </a:xfrm>
          <a:prstGeom prst="rect">
            <a:avLst/>
          </a:prstGeom>
        </p:spPr>
      </p:pic>
      <p:sp>
        <p:nvSpPr>
          <p:cNvPr id="31" name="Green Cap 2"/>
          <p:cNvSpPr>
            <a:spLocks noChangeAspect="1"/>
          </p:cNvSpPr>
          <p:nvPr/>
        </p:nvSpPr>
        <p:spPr>
          <a:xfrm>
            <a:off x="9968739" y="2271998"/>
            <a:ext cx="2907791" cy="1453896"/>
          </a:xfrm>
          <a:prstGeom prst="rect">
            <a:avLst/>
          </a:prstGeom>
          <a:solidFill>
            <a:srgbClr val="F4F4F4"/>
          </a:solidFill>
          <a:ln>
            <a:noFill/>
          </a:ln>
          <a:scene3d>
            <a:camera prst="orthographicFront">
              <a:rot lat="20400000" lon="21000000" rev="198000"/>
            </a:camera>
            <a:lightRig rig="balanced" dir="t"/>
          </a:scene3d>
          <a:sp3d extrusionH="165100" prstMaterial="metal">
            <a:bevelT w="19050" h="12700"/>
            <a:extrusionClr>
              <a:srgbClr val="F4F4F4"/>
            </a:extrusionClr>
          </a:sp3d>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sz="4400" spc="-200" dirty="0">
                <a:ln>
                  <a:solidFill>
                    <a:schemeClr val="tx1">
                      <a:lumMod val="85000"/>
                      <a:lumOff val="15000"/>
                    </a:schemeClr>
                  </a:solidFill>
                </a:ln>
                <a:solidFill>
                  <a:srgbClr val="04A043"/>
                </a:solidFill>
                <a:latin typeface="Poppins Medium" panose="00000600000000000000" pitchFamily="2" charset="0"/>
                <a:ea typeface="ZCOOL QingKe HuangYou" panose="00000500000000000000" pitchFamily="2" charset="0"/>
                <a:cs typeface="Poppins Medium" panose="00000600000000000000" pitchFamily="2" charset="0"/>
              </a:rPr>
              <a:t>at 7:00</a:t>
            </a:r>
          </a:p>
        </p:txBody>
      </p:sp>
      <p:pic>
        <p:nvPicPr>
          <p:cNvPr id="33" name="Green Bricks 3"/>
          <p:cNvPicPr>
            <a:picLocks noChangeAspect="1"/>
          </p:cNvPicPr>
          <p:nvPr/>
        </p:nvPicPr>
        <p:blipFill>
          <a:blip r:embed="rId17" cstate="print">
            <a:extLst>
              <a:ext uri="{28A0092B-C50C-407E-A947-70E740481C1C}">
                <a14:useLocalDpi xmlns:a14="http://schemas.microsoft.com/office/drawing/2010/main" val="0"/>
              </a:ext>
            </a:extLst>
          </a:blip>
          <a:stretch>
            <a:fillRect/>
          </a:stretch>
        </p:blipFill>
        <p:spPr>
          <a:xfrm>
            <a:off x="9526095" y="4456170"/>
            <a:ext cx="3456007" cy="1724155"/>
          </a:xfrm>
          <a:prstGeom prst="rect">
            <a:avLst/>
          </a:prstGeom>
        </p:spPr>
      </p:pic>
      <p:sp>
        <p:nvSpPr>
          <p:cNvPr id="34" name="Green Cap 3"/>
          <p:cNvSpPr>
            <a:spLocks noChangeAspect="1"/>
          </p:cNvSpPr>
          <p:nvPr/>
        </p:nvSpPr>
        <p:spPr>
          <a:xfrm>
            <a:off x="10091929" y="4347967"/>
            <a:ext cx="2907791" cy="1453896"/>
          </a:xfrm>
          <a:prstGeom prst="rect">
            <a:avLst/>
          </a:prstGeom>
          <a:solidFill>
            <a:srgbClr val="F4F4F4"/>
          </a:solidFill>
          <a:ln>
            <a:noFill/>
          </a:ln>
          <a:scene3d>
            <a:camera prst="orthographicFront">
              <a:rot lat="20400000" lon="21000000" rev="198000"/>
            </a:camera>
            <a:lightRig rig="balanced" dir="t"/>
          </a:scene3d>
          <a:sp3d extrusionH="165100" prstMaterial="metal">
            <a:bevelT w="19050" h="12700"/>
            <a:extrusionClr>
              <a:srgbClr val="F4F4F4"/>
            </a:extrusionClr>
          </a:sp3d>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sz="4400" spc="-200" dirty="0">
                <a:ln>
                  <a:solidFill>
                    <a:schemeClr val="tx1">
                      <a:lumMod val="85000"/>
                      <a:lumOff val="15000"/>
                    </a:schemeClr>
                  </a:solidFill>
                </a:ln>
                <a:solidFill>
                  <a:srgbClr val="04A043"/>
                </a:solidFill>
                <a:latin typeface="Poppins Medium" panose="00000600000000000000" pitchFamily="2" charset="0"/>
                <a:ea typeface="ZCOOL QingKe HuangYou" panose="00000500000000000000" pitchFamily="2" charset="0"/>
                <a:cs typeface="Poppins Medium" panose="00000600000000000000" pitchFamily="2" charset="0"/>
              </a:rPr>
              <a:t>at 4:00</a:t>
            </a:r>
          </a:p>
        </p:txBody>
      </p:sp>
      <p:pic>
        <p:nvPicPr>
          <p:cNvPr id="36" name="Green Bricks 4"/>
          <p:cNvPicPr>
            <a:picLocks noChangeAspect="1"/>
          </p:cNvPicPr>
          <p:nvPr/>
        </p:nvPicPr>
        <p:blipFill>
          <a:blip r:embed="rId17" cstate="print">
            <a:extLst>
              <a:ext uri="{28A0092B-C50C-407E-A947-70E740481C1C}">
                <a14:useLocalDpi xmlns:a14="http://schemas.microsoft.com/office/drawing/2010/main" val="0"/>
              </a:ext>
            </a:extLst>
          </a:blip>
          <a:stretch>
            <a:fillRect/>
          </a:stretch>
        </p:blipFill>
        <p:spPr>
          <a:xfrm>
            <a:off x="9635113" y="6523446"/>
            <a:ext cx="3456007" cy="1724155"/>
          </a:xfrm>
          <a:prstGeom prst="rect">
            <a:avLst/>
          </a:prstGeom>
        </p:spPr>
      </p:pic>
      <p:sp>
        <p:nvSpPr>
          <p:cNvPr id="37" name="Green Cap 4"/>
          <p:cNvSpPr>
            <a:spLocks noChangeAspect="1"/>
          </p:cNvSpPr>
          <p:nvPr/>
        </p:nvSpPr>
        <p:spPr>
          <a:xfrm>
            <a:off x="10201149" y="6415243"/>
            <a:ext cx="2907791" cy="1453896"/>
          </a:xfrm>
          <a:prstGeom prst="rect">
            <a:avLst/>
          </a:prstGeom>
          <a:solidFill>
            <a:srgbClr val="F4F4F4"/>
          </a:solidFill>
          <a:ln>
            <a:noFill/>
          </a:ln>
          <a:scene3d>
            <a:camera prst="orthographicFront">
              <a:rot lat="20400000" lon="21000000" rev="198000"/>
            </a:camera>
            <a:lightRig rig="balanced" dir="t"/>
          </a:scene3d>
          <a:sp3d extrusionH="165100" prstMaterial="metal">
            <a:bevelT w="19050" h="12700"/>
            <a:extrusionClr>
              <a:srgbClr val="F4F4F4"/>
            </a:extrusionClr>
          </a:sp3d>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sz="4400" spc="-200" dirty="0">
                <a:ln>
                  <a:solidFill>
                    <a:schemeClr val="tx1">
                      <a:lumMod val="85000"/>
                      <a:lumOff val="15000"/>
                    </a:schemeClr>
                  </a:solidFill>
                </a:ln>
                <a:solidFill>
                  <a:srgbClr val="04A043"/>
                </a:solidFill>
                <a:latin typeface="Poppins Medium" panose="00000600000000000000" pitchFamily="2" charset="0"/>
                <a:ea typeface="ZCOOL QingKe HuangYou" panose="00000500000000000000" pitchFamily="2" charset="0"/>
                <a:cs typeface="Poppins Medium" panose="00000600000000000000" pitchFamily="2" charset="0"/>
              </a:rPr>
              <a:t>at 9:00</a:t>
            </a:r>
          </a:p>
        </p:txBody>
      </p:sp>
      <p:pic>
        <p:nvPicPr>
          <p:cNvPr id="66" name="Blue Bricks 1"/>
          <p:cNvPicPr>
            <a:picLocks noChangeAspect="1"/>
          </p:cNvPicPr>
          <p:nvPr/>
        </p:nvPicPr>
        <p:blipFill>
          <a:blip r:embed="rId15" cstate="print">
            <a:extLst>
              <a:ext uri="{28A0092B-C50C-407E-A947-70E740481C1C}">
                <a14:useLocalDpi xmlns:a14="http://schemas.microsoft.com/office/drawing/2010/main" val="0"/>
              </a:ext>
            </a:extLst>
          </a:blip>
          <a:stretch>
            <a:fillRect/>
          </a:stretch>
        </p:blipFill>
        <p:spPr>
          <a:xfrm>
            <a:off x="3884645" y="288406"/>
            <a:ext cx="3461795" cy="1724155"/>
          </a:xfrm>
          <a:prstGeom prst="rect">
            <a:avLst/>
          </a:prstGeom>
        </p:spPr>
      </p:pic>
      <p:sp>
        <p:nvSpPr>
          <p:cNvPr id="67" name="Blue Cap 1"/>
          <p:cNvSpPr>
            <a:spLocks noChangeAspect="1"/>
          </p:cNvSpPr>
          <p:nvPr/>
        </p:nvSpPr>
        <p:spPr>
          <a:xfrm>
            <a:off x="4098456" y="180203"/>
            <a:ext cx="2907791" cy="1453896"/>
          </a:xfrm>
          <a:prstGeom prst="rect">
            <a:avLst/>
          </a:prstGeom>
          <a:solidFill>
            <a:srgbClr val="F4F4F4"/>
          </a:solidFill>
          <a:ln>
            <a:noFill/>
          </a:ln>
          <a:scene3d>
            <a:camera prst="orthographicFront">
              <a:rot lat="20400000" lon="21000000" rev="198000"/>
            </a:camera>
            <a:lightRig rig="balanced" dir="t"/>
          </a:scene3d>
          <a:sp3d extrusionH="165100" prstMaterial="metal">
            <a:bevelT w="19050" h="12700"/>
            <a:extrusionClr>
              <a:srgbClr val="F4F4F4"/>
            </a:extrusionClr>
          </a:sp3d>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sz="4400" spc="-200" dirty="0">
                <a:ln>
                  <a:solidFill>
                    <a:schemeClr val="tx1">
                      <a:lumMod val="85000"/>
                      <a:lumOff val="15000"/>
                    </a:schemeClr>
                  </a:solidFill>
                </a:ln>
                <a:solidFill>
                  <a:srgbClr val="106DDE"/>
                </a:solidFill>
                <a:latin typeface="Poppins Medium" panose="00000600000000000000" pitchFamily="2" charset="0"/>
                <a:ea typeface="ZCOOL QingKe HuangYou" panose="00000500000000000000" pitchFamily="2" charset="0"/>
                <a:cs typeface="Poppins Medium" panose="00000600000000000000" pitchFamily="2" charset="0"/>
              </a:rPr>
              <a:t>have dinner</a:t>
            </a:r>
          </a:p>
        </p:txBody>
      </p:sp>
      <p:pic>
        <p:nvPicPr>
          <p:cNvPr id="68" name="Blue Bricks 2"/>
          <p:cNvPicPr>
            <a:picLocks noChangeAspect="1"/>
          </p:cNvPicPr>
          <p:nvPr/>
        </p:nvPicPr>
        <p:blipFill>
          <a:blip r:embed="rId15" cstate="print">
            <a:extLst>
              <a:ext uri="{28A0092B-C50C-407E-A947-70E740481C1C}">
                <a14:useLocalDpi xmlns:a14="http://schemas.microsoft.com/office/drawing/2010/main" val="0"/>
              </a:ext>
            </a:extLst>
          </a:blip>
          <a:stretch>
            <a:fillRect/>
          </a:stretch>
        </p:blipFill>
        <p:spPr>
          <a:xfrm>
            <a:off x="4005687" y="2356256"/>
            <a:ext cx="3461795" cy="1724155"/>
          </a:xfrm>
          <a:prstGeom prst="rect">
            <a:avLst/>
          </a:prstGeom>
        </p:spPr>
      </p:pic>
      <p:sp>
        <p:nvSpPr>
          <p:cNvPr id="69" name="Blue Cap 2"/>
          <p:cNvSpPr>
            <a:spLocks noChangeAspect="1"/>
          </p:cNvSpPr>
          <p:nvPr/>
        </p:nvSpPr>
        <p:spPr>
          <a:xfrm>
            <a:off x="4219498" y="2248053"/>
            <a:ext cx="2907791" cy="1453896"/>
          </a:xfrm>
          <a:prstGeom prst="rect">
            <a:avLst/>
          </a:prstGeom>
          <a:solidFill>
            <a:srgbClr val="F4F4F4"/>
          </a:solidFill>
          <a:ln>
            <a:noFill/>
          </a:ln>
          <a:scene3d>
            <a:camera prst="orthographicFront">
              <a:rot lat="20400000" lon="21000000" rev="198000"/>
            </a:camera>
            <a:lightRig rig="balanced" dir="t"/>
          </a:scene3d>
          <a:sp3d extrusionH="165100" prstMaterial="metal">
            <a:bevelT w="19050" h="12700"/>
            <a:extrusionClr>
              <a:srgbClr val="F4F4F4"/>
            </a:extrusionClr>
          </a:sp3d>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sz="4400" spc="-200" dirty="0">
                <a:ln>
                  <a:solidFill>
                    <a:schemeClr val="tx1">
                      <a:lumMod val="85000"/>
                      <a:lumOff val="15000"/>
                    </a:schemeClr>
                  </a:solidFill>
                </a:ln>
                <a:solidFill>
                  <a:srgbClr val="106DDE"/>
                </a:solidFill>
                <a:latin typeface="Poppins Medium" panose="00000600000000000000" pitchFamily="2" charset="0"/>
                <a:ea typeface="ZCOOL QingKe HuangYou" panose="00000500000000000000" pitchFamily="2" charset="0"/>
                <a:cs typeface="Poppins Medium" panose="00000600000000000000" pitchFamily="2" charset="0"/>
              </a:rPr>
              <a:t>take a bath</a:t>
            </a:r>
          </a:p>
        </p:txBody>
      </p:sp>
      <p:pic>
        <p:nvPicPr>
          <p:cNvPr id="77" name="Blue Bricks 3"/>
          <p:cNvPicPr>
            <a:picLocks noChangeAspect="1"/>
          </p:cNvPicPr>
          <p:nvPr/>
        </p:nvPicPr>
        <p:blipFill>
          <a:blip r:embed="rId15" cstate="print">
            <a:extLst>
              <a:ext uri="{28A0092B-C50C-407E-A947-70E740481C1C}">
                <a14:useLocalDpi xmlns:a14="http://schemas.microsoft.com/office/drawing/2010/main" val="0"/>
              </a:ext>
            </a:extLst>
          </a:blip>
          <a:stretch>
            <a:fillRect/>
          </a:stretch>
        </p:blipFill>
        <p:spPr>
          <a:xfrm>
            <a:off x="4112367" y="4429547"/>
            <a:ext cx="3461795" cy="1724155"/>
          </a:xfrm>
          <a:prstGeom prst="rect">
            <a:avLst/>
          </a:prstGeom>
        </p:spPr>
      </p:pic>
      <p:sp>
        <p:nvSpPr>
          <p:cNvPr id="78" name="Blue Cap 3"/>
          <p:cNvSpPr>
            <a:spLocks noChangeAspect="1"/>
          </p:cNvSpPr>
          <p:nvPr/>
        </p:nvSpPr>
        <p:spPr>
          <a:xfrm>
            <a:off x="4326178" y="4321344"/>
            <a:ext cx="2907791" cy="1453896"/>
          </a:xfrm>
          <a:prstGeom prst="rect">
            <a:avLst/>
          </a:prstGeom>
          <a:solidFill>
            <a:srgbClr val="F4F4F4"/>
          </a:solidFill>
          <a:ln>
            <a:noFill/>
          </a:ln>
          <a:scene3d>
            <a:camera prst="orthographicFront">
              <a:rot lat="20400000" lon="21000000" rev="198000"/>
            </a:camera>
            <a:lightRig rig="balanced" dir="t"/>
          </a:scene3d>
          <a:sp3d extrusionH="165100" prstMaterial="metal">
            <a:bevelT w="19050" h="12700"/>
            <a:extrusionClr>
              <a:srgbClr val="F4F4F4"/>
            </a:extrusionClr>
          </a:sp3d>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sz="4400" spc="-200" dirty="0">
                <a:ln>
                  <a:solidFill>
                    <a:schemeClr val="tx1">
                      <a:lumMod val="85000"/>
                      <a:lumOff val="15000"/>
                    </a:schemeClr>
                  </a:solidFill>
                </a:ln>
                <a:solidFill>
                  <a:srgbClr val="106DDE"/>
                </a:solidFill>
                <a:latin typeface="Poppins Medium" panose="00000600000000000000" pitchFamily="2" charset="0"/>
                <a:ea typeface="ZCOOL QingKe HuangYou" panose="00000500000000000000" pitchFamily="2" charset="0"/>
                <a:cs typeface="Poppins Medium" panose="00000600000000000000" pitchFamily="2" charset="0"/>
              </a:rPr>
              <a:t>exercise</a:t>
            </a:r>
          </a:p>
        </p:txBody>
      </p:sp>
      <p:pic>
        <p:nvPicPr>
          <p:cNvPr id="11" name="Gold Coin 1">
            <a:extLst>
              <a:ext uri="{FF2B5EF4-FFF2-40B4-BE49-F238E27FC236}">
                <a16:creationId xmlns:a16="http://schemas.microsoft.com/office/drawing/2014/main" id="{2944527D-9841-8E40-BC73-5D484850BFF1}"/>
              </a:ext>
            </a:extLst>
          </p:cNvPr>
          <p:cNvPicPr>
            <a:picLocks noChangeAspect="1"/>
          </p:cNvPicPr>
          <p:nvPr/>
        </p:nvPicPr>
        <p:blipFill>
          <a:blip r:embed="rId18" cstate="print">
            <a:extLst>
              <a:ext uri="{28A0092B-C50C-407E-A947-70E740481C1C}">
                <a14:useLocalDpi xmlns:a14="http://schemas.microsoft.com/office/drawing/2010/main" val="0"/>
              </a:ext>
            </a:extLst>
          </a:blip>
          <a:stretch>
            <a:fillRect/>
          </a:stretch>
        </p:blipFill>
        <p:spPr>
          <a:xfrm>
            <a:off x="7454326" y="249484"/>
            <a:ext cx="400420" cy="374904"/>
          </a:xfrm>
          <a:prstGeom prst="rect">
            <a:avLst/>
          </a:prstGeom>
        </p:spPr>
      </p:pic>
      <p:pic>
        <p:nvPicPr>
          <p:cNvPr id="12" name="Gold Coin 2">
            <a:extLst>
              <a:ext uri="{FF2B5EF4-FFF2-40B4-BE49-F238E27FC236}">
                <a16:creationId xmlns:a16="http://schemas.microsoft.com/office/drawing/2014/main" id="{2CE485D7-32DA-16B4-7367-0D233A189989}"/>
              </a:ext>
            </a:extLst>
          </p:cNvPr>
          <p:cNvPicPr>
            <a:picLocks noChangeAspect="1"/>
          </p:cNvPicPr>
          <p:nvPr/>
        </p:nvPicPr>
        <p:blipFill>
          <a:blip r:embed="rId18" cstate="print">
            <a:extLst>
              <a:ext uri="{28A0092B-C50C-407E-A947-70E740481C1C}">
                <a14:useLocalDpi xmlns:a14="http://schemas.microsoft.com/office/drawing/2010/main" val="0"/>
              </a:ext>
            </a:extLst>
          </a:blip>
          <a:stretch>
            <a:fillRect/>
          </a:stretch>
        </p:blipFill>
        <p:spPr>
          <a:xfrm>
            <a:off x="8182212" y="255580"/>
            <a:ext cx="400420" cy="374904"/>
          </a:xfrm>
          <a:prstGeom prst="rect">
            <a:avLst/>
          </a:prstGeom>
        </p:spPr>
      </p:pic>
      <p:pic>
        <p:nvPicPr>
          <p:cNvPr id="16" name="Gold Coin 3">
            <a:extLst>
              <a:ext uri="{FF2B5EF4-FFF2-40B4-BE49-F238E27FC236}">
                <a16:creationId xmlns:a16="http://schemas.microsoft.com/office/drawing/2014/main" id="{CF796C3F-B013-4551-DBAC-A175063F717D}"/>
              </a:ext>
            </a:extLst>
          </p:cNvPr>
          <p:cNvPicPr>
            <a:picLocks noChangeAspect="1"/>
          </p:cNvPicPr>
          <p:nvPr/>
        </p:nvPicPr>
        <p:blipFill>
          <a:blip r:embed="rId18" cstate="print">
            <a:extLst>
              <a:ext uri="{28A0092B-C50C-407E-A947-70E740481C1C}">
                <a14:useLocalDpi xmlns:a14="http://schemas.microsoft.com/office/drawing/2010/main" val="0"/>
              </a:ext>
            </a:extLst>
          </a:blip>
          <a:stretch>
            <a:fillRect/>
          </a:stretch>
        </p:blipFill>
        <p:spPr>
          <a:xfrm>
            <a:off x="7489808" y="945731"/>
            <a:ext cx="400420" cy="374904"/>
          </a:xfrm>
          <a:prstGeom prst="rect">
            <a:avLst/>
          </a:prstGeom>
        </p:spPr>
      </p:pic>
      <p:pic>
        <p:nvPicPr>
          <p:cNvPr id="21" name="Gold Coin 1">
            <a:extLst>
              <a:ext uri="{FF2B5EF4-FFF2-40B4-BE49-F238E27FC236}">
                <a16:creationId xmlns:a16="http://schemas.microsoft.com/office/drawing/2014/main" id="{01FCF8D1-6451-FEA2-04F0-46621B7889AB}"/>
              </a:ext>
            </a:extLst>
          </p:cNvPr>
          <p:cNvPicPr>
            <a:picLocks noChangeAspect="1"/>
          </p:cNvPicPr>
          <p:nvPr/>
        </p:nvPicPr>
        <p:blipFill>
          <a:blip r:embed="rId18" cstate="print">
            <a:extLst>
              <a:ext uri="{28A0092B-C50C-407E-A947-70E740481C1C}">
                <a14:useLocalDpi xmlns:a14="http://schemas.microsoft.com/office/drawing/2010/main" val="0"/>
              </a:ext>
            </a:extLst>
          </a:blip>
          <a:stretch>
            <a:fillRect/>
          </a:stretch>
        </p:blipFill>
        <p:spPr>
          <a:xfrm>
            <a:off x="7568841" y="2324807"/>
            <a:ext cx="400420" cy="374904"/>
          </a:xfrm>
          <a:prstGeom prst="rect">
            <a:avLst/>
          </a:prstGeom>
        </p:spPr>
      </p:pic>
      <p:pic>
        <p:nvPicPr>
          <p:cNvPr id="26" name="Gold Coin 1">
            <a:extLst>
              <a:ext uri="{FF2B5EF4-FFF2-40B4-BE49-F238E27FC236}">
                <a16:creationId xmlns:a16="http://schemas.microsoft.com/office/drawing/2014/main" id="{C635270D-6525-FA67-E555-83AFB8522276}"/>
              </a:ext>
            </a:extLst>
          </p:cNvPr>
          <p:cNvPicPr>
            <a:picLocks noChangeAspect="1"/>
          </p:cNvPicPr>
          <p:nvPr/>
        </p:nvPicPr>
        <p:blipFill>
          <a:blip r:embed="rId18" cstate="print">
            <a:extLst>
              <a:ext uri="{28A0092B-C50C-407E-A947-70E740481C1C}">
                <a14:useLocalDpi xmlns:a14="http://schemas.microsoft.com/office/drawing/2010/main" val="0"/>
              </a:ext>
            </a:extLst>
          </a:blip>
          <a:stretch>
            <a:fillRect/>
          </a:stretch>
        </p:blipFill>
        <p:spPr>
          <a:xfrm>
            <a:off x="7686844" y="4389605"/>
            <a:ext cx="400420" cy="374904"/>
          </a:xfrm>
          <a:prstGeom prst="rect">
            <a:avLst/>
          </a:prstGeom>
        </p:spPr>
      </p:pic>
      <p:pic>
        <p:nvPicPr>
          <p:cNvPr id="27" name="Gold Coin 2">
            <a:extLst>
              <a:ext uri="{FF2B5EF4-FFF2-40B4-BE49-F238E27FC236}">
                <a16:creationId xmlns:a16="http://schemas.microsoft.com/office/drawing/2014/main" id="{CC8643EA-715A-F723-CEAB-6DBEEFD719F4}"/>
              </a:ext>
            </a:extLst>
          </p:cNvPr>
          <p:cNvPicPr>
            <a:picLocks noChangeAspect="1"/>
          </p:cNvPicPr>
          <p:nvPr/>
        </p:nvPicPr>
        <p:blipFill>
          <a:blip r:embed="rId18" cstate="print">
            <a:extLst>
              <a:ext uri="{28A0092B-C50C-407E-A947-70E740481C1C}">
                <a14:useLocalDpi xmlns:a14="http://schemas.microsoft.com/office/drawing/2010/main" val="0"/>
              </a:ext>
            </a:extLst>
          </a:blip>
          <a:stretch>
            <a:fillRect/>
          </a:stretch>
        </p:blipFill>
        <p:spPr>
          <a:xfrm>
            <a:off x="8414730" y="4395701"/>
            <a:ext cx="400420" cy="374904"/>
          </a:xfrm>
          <a:prstGeom prst="rect">
            <a:avLst/>
          </a:prstGeom>
        </p:spPr>
      </p:pic>
      <p:pic>
        <p:nvPicPr>
          <p:cNvPr id="28" name="Gold Coin 3">
            <a:extLst>
              <a:ext uri="{FF2B5EF4-FFF2-40B4-BE49-F238E27FC236}">
                <a16:creationId xmlns:a16="http://schemas.microsoft.com/office/drawing/2014/main" id="{74DCE017-5A76-8C36-DB53-B63630C8BA0D}"/>
              </a:ext>
            </a:extLst>
          </p:cNvPr>
          <p:cNvPicPr>
            <a:picLocks noChangeAspect="1"/>
          </p:cNvPicPr>
          <p:nvPr/>
        </p:nvPicPr>
        <p:blipFill>
          <a:blip r:embed="rId18" cstate="print">
            <a:extLst>
              <a:ext uri="{28A0092B-C50C-407E-A947-70E740481C1C}">
                <a14:useLocalDpi xmlns:a14="http://schemas.microsoft.com/office/drawing/2010/main" val="0"/>
              </a:ext>
            </a:extLst>
          </a:blip>
          <a:stretch>
            <a:fillRect/>
          </a:stretch>
        </p:blipFill>
        <p:spPr>
          <a:xfrm>
            <a:off x="7722326" y="5085852"/>
            <a:ext cx="400420" cy="374904"/>
          </a:xfrm>
          <a:prstGeom prst="rect">
            <a:avLst/>
          </a:prstGeom>
        </p:spPr>
      </p:pic>
      <p:pic>
        <p:nvPicPr>
          <p:cNvPr id="29" name="Gold Coin 4">
            <a:extLst>
              <a:ext uri="{FF2B5EF4-FFF2-40B4-BE49-F238E27FC236}">
                <a16:creationId xmlns:a16="http://schemas.microsoft.com/office/drawing/2014/main" id="{BD8629A4-839A-A25B-03E8-0683E42D4BE7}"/>
              </a:ext>
            </a:extLst>
          </p:cNvPr>
          <p:cNvPicPr>
            <a:picLocks noChangeAspect="1"/>
          </p:cNvPicPr>
          <p:nvPr/>
        </p:nvPicPr>
        <p:blipFill>
          <a:blip r:embed="rId18" cstate="print">
            <a:extLst>
              <a:ext uri="{28A0092B-C50C-407E-A947-70E740481C1C}">
                <a14:useLocalDpi xmlns:a14="http://schemas.microsoft.com/office/drawing/2010/main" val="0"/>
              </a:ext>
            </a:extLst>
          </a:blip>
          <a:stretch>
            <a:fillRect/>
          </a:stretch>
        </p:blipFill>
        <p:spPr>
          <a:xfrm>
            <a:off x="8451306" y="5091948"/>
            <a:ext cx="400420" cy="374904"/>
          </a:xfrm>
          <a:prstGeom prst="rect">
            <a:avLst/>
          </a:prstGeom>
        </p:spPr>
      </p:pic>
      <p:pic>
        <p:nvPicPr>
          <p:cNvPr id="35" name="Gold Coin 1">
            <a:extLst>
              <a:ext uri="{FF2B5EF4-FFF2-40B4-BE49-F238E27FC236}">
                <a16:creationId xmlns:a16="http://schemas.microsoft.com/office/drawing/2014/main" id="{C84583A5-D49E-94E0-CB5E-C7E31590FCEA}"/>
              </a:ext>
            </a:extLst>
          </p:cNvPr>
          <p:cNvPicPr>
            <a:picLocks noChangeAspect="1"/>
          </p:cNvPicPr>
          <p:nvPr/>
        </p:nvPicPr>
        <p:blipFill>
          <a:blip r:embed="rId18" cstate="print">
            <a:extLst>
              <a:ext uri="{28A0092B-C50C-407E-A947-70E740481C1C}">
                <a14:useLocalDpi xmlns:a14="http://schemas.microsoft.com/office/drawing/2010/main" val="0"/>
              </a:ext>
            </a:extLst>
          </a:blip>
          <a:stretch>
            <a:fillRect/>
          </a:stretch>
        </p:blipFill>
        <p:spPr>
          <a:xfrm>
            <a:off x="7794287" y="6453300"/>
            <a:ext cx="400420" cy="374904"/>
          </a:xfrm>
          <a:prstGeom prst="rect">
            <a:avLst/>
          </a:prstGeom>
        </p:spPr>
      </p:pic>
      <p:pic>
        <p:nvPicPr>
          <p:cNvPr id="38" name="Gold Coin 2">
            <a:extLst>
              <a:ext uri="{FF2B5EF4-FFF2-40B4-BE49-F238E27FC236}">
                <a16:creationId xmlns:a16="http://schemas.microsoft.com/office/drawing/2014/main" id="{8471FBB4-0B6B-3F25-B147-D4BD47C4DF48}"/>
              </a:ext>
            </a:extLst>
          </p:cNvPr>
          <p:cNvPicPr>
            <a:picLocks noChangeAspect="1"/>
          </p:cNvPicPr>
          <p:nvPr/>
        </p:nvPicPr>
        <p:blipFill>
          <a:blip r:embed="rId18" cstate="print">
            <a:extLst>
              <a:ext uri="{28A0092B-C50C-407E-A947-70E740481C1C}">
                <a14:useLocalDpi xmlns:a14="http://schemas.microsoft.com/office/drawing/2010/main" val="0"/>
              </a:ext>
            </a:extLst>
          </a:blip>
          <a:stretch>
            <a:fillRect/>
          </a:stretch>
        </p:blipFill>
        <p:spPr>
          <a:xfrm>
            <a:off x="8522173" y="6459396"/>
            <a:ext cx="400420" cy="374904"/>
          </a:xfrm>
          <a:prstGeom prst="rect">
            <a:avLst/>
          </a:prstGeom>
        </p:spPr>
      </p:pic>
      <p:pic>
        <p:nvPicPr>
          <p:cNvPr id="39" name="Gold Coin 3">
            <a:extLst>
              <a:ext uri="{FF2B5EF4-FFF2-40B4-BE49-F238E27FC236}">
                <a16:creationId xmlns:a16="http://schemas.microsoft.com/office/drawing/2014/main" id="{85E79E38-8EA1-C01F-9DEF-7408A25E5596}"/>
              </a:ext>
            </a:extLst>
          </p:cNvPr>
          <p:cNvPicPr>
            <a:picLocks noChangeAspect="1"/>
          </p:cNvPicPr>
          <p:nvPr/>
        </p:nvPicPr>
        <p:blipFill>
          <a:blip r:embed="rId18" cstate="print">
            <a:extLst>
              <a:ext uri="{28A0092B-C50C-407E-A947-70E740481C1C}">
                <a14:useLocalDpi xmlns:a14="http://schemas.microsoft.com/office/drawing/2010/main" val="0"/>
              </a:ext>
            </a:extLst>
          </a:blip>
          <a:stretch>
            <a:fillRect/>
          </a:stretch>
        </p:blipFill>
        <p:spPr>
          <a:xfrm>
            <a:off x="7829769" y="7149547"/>
            <a:ext cx="400420" cy="374904"/>
          </a:xfrm>
          <a:prstGeom prst="rect">
            <a:avLst/>
          </a:prstGeom>
        </p:spPr>
      </p:pic>
      <p:pic>
        <p:nvPicPr>
          <p:cNvPr id="42" name="Gold Coin 1">
            <a:extLst>
              <a:ext uri="{FF2B5EF4-FFF2-40B4-BE49-F238E27FC236}">
                <a16:creationId xmlns:a16="http://schemas.microsoft.com/office/drawing/2014/main" id="{B519E1ED-137D-1E12-CE45-775BC3726AC6}"/>
              </a:ext>
            </a:extLst>
          </p:cNvPr>
          <p:cNvPicPr>
            <a:picLocks noChangeAspect="1"/>
          </p:cNvPicPr>
          <p:nvPr/>
        </p:nvPicPr>
        <p:blipFill>
          <a:blip r:embed="rId18" cstate="print">
            <a:extLst>
              <a:ext uri="{28A0092B-C50C-407E-A947-70E740481C1C}">
                <a14:useLocalDpi xmlns:a14="http://schemas.microsoft.com/office/drawing/2010/main" val="0"/>
              </a:ext>
            </a:extLst>
          </a:blip>
          <a:stretch>
            <a:fillRect/>
          </a:stretch>
        </p:blipFill>
        <p:spPr>
          <a:xfrm>
            <a:off x="12861981" y="279730"/>
            <a:ext cx="400420" cy="374904"/>
          </a:xfrm>
          <a:prstGeom prst="rect">
            <a:avLst/>
          </a:prstGeom>
        </p:spPr>
      </p:pic>
      <p:pic>
        <p:nvPicPr>
          <p:cNvPr id="43" name="Gold Coin 2">
            <a:extLst>
              <a:ext uri="{FF2B5EF4-FFF2-40B4-BE49-F238E27FC236}">
                <a16:creationId xmlns:a16="http://schemas.microsoft.com/office/drawing/2014/main" id="{582AA26C-68A8-31A4-1900-CBD9788D4894}"/>
              </a:ext>
            </a:extLst>
          </p:cNvPr>
          <p:cNvPicPr>
            <a:picLocks noChangeAspect="1"/>
          </p:cNvPicPr>
          <p:nvPr/>
        </p:nvPicPr>
        <p:blipFill>
          <a:blip r:embed="rId18" cstate="print">
            <a:extLst>
              <a:ext uri="{28A0092B-C50C-407E-A947-70E740481C1C}">
                <a14:useLocalDpi xmlns:a14="http://schemas.microsoft.com/office/drawing/2010/main" val="0"/>
              </a:ext>
            </a:extLst>
          </a:blip>
          <a:stretch>
            <a:fillRect/>
          </a:stretch>
        </p:blipFill>
        <p:spPr>
          <a:xfrm>
            <a:off x="13589867" y="285826"/>
            <a:ext cx="400420" cy="374904"/>
          </a:xfrm>
          <a:prstGeom prst="rect">
            <a:avLst/>
          </a:prstGeom>
        </p:spPr>
      </p:pic>
      <p:pic>
        <p:nvPicPr>
          <p:cNvPr id="44" name="Gold Coin 3">
            <a:extLst>
              <a:ext uri="{FF2B5EF4-FFF2-40B4-BE49-F238E27FC236}">
                <a16:creationId xmlns:a16="http://schemas.microsoft.com/office/drawing/2014/main" id="{C0268305-40AC-B2F4-F69E-4BCECEDCE8A3}"/>
              </a:ext>
            </a:extLst>
          </p:cNvPr>
          <p:cNvPicPr>
            <a:picLocks noChangeAspect="1"/>
          </p:cNvPicPr>
          <p:nvPr/>
        </p:nvPicPr>
        <p:blipFill>
          <a:blip r:embed="rId18" cstate="print">
            <a:extLst>
              <a:ext uri="{28A0092B-C50C-407E-A947-70E740481C1C}">
                <a14:useLocalDpi xmlns:a14="http://schemas.microsoft.com/office/drawing/2010/main" val="0"/>
              </a:ext>
            </a:extLst>
          </a:blip>
          <a:stretch>
            <a:fillRect/>
          </a:stretch>
        </p:blipFill>
        <p:spPr>
          <a:xfrm>
            <a:off x="12897463" y="975977"/>
            <a:ext cx="400420" cy="374904"/>
          </a:xfrm>
          <a:prstGeom prst="rect">
            <a:avLst/>
          </a:prstGeom>
        </p:spPr>
      </p:pic>
      <p:pic>
        <p:nvPicPr>
          <p:cNvPr id="45" name="Gold Coin 4">
            <a:extLst>
              <a:ext uri="{FF2B5EF4-FFF2-40B4-BE49-F238E27FC236}">
                <a16:creationId xmlns:a16="http://schemas.microsoft.com/office/drawing/2014/main" id="{F039EC81-57BC-98C8-937A-D249469FD44D}"/>
              </a:ext>
            </a:extLst>
          </p:cNvPr>
          <p:cNvPicPr>
            <a:picLocks noChangeAspect="1"/>
          </p:cNvPicPr>
          <p:nvPr/>
        </p:nvPicPr>
        <p:blipFill>
          <a:blip r:embed="rId18" cstate="print">
            <a:extLst>
              <a:ext uri="{28A0092B-C50C-407E-A947-70E740481C1C}">
                <a14:useLocalDpi xmlns:a14="http://schemas.microsoft.com/office/drawing/2010/main" val="0"/>
              </a:ext>
            </a:extLst>
          </a:blip>
          <a:stretch>
            <a:fillRect/>
          </a:stretch>
        </p:blipFill>
        <p:spPr>
          <a:xfrm>
            <a:off x="13626443" y="982073"/>
            <a:ext cx="400420" cy="374904"/>
          </a:xfrm>
          <a:prstGeom prst="rect">
            <a:avLst/>
          </a:prstGeom>
        </p:spPr>
      </p:pic>
      <p:pic>
        <p:nvPicPr>
          <p:cNvPr id="47" name="Gold Coin 1">
            <a:extLst>
              <a:ext uri="{FF2B5EF4-FFF2-40B4-BE49-F238E27FC236}">
                <a16:creationId xmlns:a16="http://schemas.microsoft.com/office/drawing/2014/main" id="{8B7A3FF4-DEED-AB40-0853-6A0CD696DD85}"/>
              </a:ext>
            </a:extLst>
          </p:cNvPr>
          <p:cNvPicPr>
            <a:picLocks noChangeAspect="1"/>
          </p:cNvPicPr>
          <p:nvPr/>
        </p:nvPicPr>
        <p:blipFill>
          <a:blip r:embed="rId18" cstate="print">
            <a:extLst>
              <a:ext uri="{28A0092B-C50C-407E-A947-70E740481C1C}">
                <a14:useLocalDpi xmlns:a14="http://schemas.microsoft.com/office/drawing/2010/main" val="0"/>
              </a:ext>
            </a:extLst>
          </a:blip>
          <a:stretch>
            <a:fillRect/>
          </a:stretch>
        </p:blipFill>
        <p:spPr>
          <a:xfrm>
            <a:off x="12976496" y="2355053"/>
            <a:ext cx="400420" cy="374904"/>
          </a:xfrm>
          <a:prstGeom prst="rect">
            <a:avLst/>
          </a:prstGeom>
        </p:spPr>
      </p:pic>
      <p:pic>
        <p:nvPicPr>
          <p:cNvPr id="48" name="Gold Coin 2">
            <a:extLst>
              <a:ext uri="{FF2B5EF4-FFF2-40B4-BE49-F238E27FC236}">
                <a16:creationId xmlns:a16="http://schemas.microsoft.com/office/drawing/2014/main" id="{5235CDF8-05A8-5A21-1AC4-5150C90AC0E8}"/>
              </a:ext>
            </a:extLst>
          </p:cNvPr>
          <p:cNvPicPr>
            <a:picLocks noChangeAspect="1"/>
          </p:cNvPicPr>
          <p:nvPr/>
        </p:nvPicPr>
        <p:blipFill>
          <a:blip r:embed="rId18" cstate="print">
            <a:extLst>
              <a:ext uri="{28A0092B-C50C-407E-A947-70E740481C1C}">
                <a14:useLocalDpi xmlns:a14="http://schemas.microsoft.com/office/drawing/2010/main" val="0"/>
              </a:ext>
            </a:extLst>
          </a:blip>
          <a:stretch>
            <a:fillRect/>
          </a:stretch>
        </p:blipFill>
        <p:spPr>
          <a:xfrm>
            <a:off x="13704382" y="2361149"/>
            <a:ext cx="400420" cy="374904"/>
          </a:xfrm>
          <a:prstGeom prst="rect">
            <a:avLst/>
          </a:prstGeom>
        </p:spPr>
      </p:pic>
      <p:pic>
        <p:nvPicPr>
          <p:cNvPr id="81" name="Gold Coin 1">
            <a:extLst>
              <a:ext uri="{FF2B5EF4-FFF2-40B4-BE49-F238E27FC236}">
                <a16:creationId xmlns:a16="http://schemas.microsoft.com/office/drawing/2014/main" id="{60BD5144-73A1-F3B7-784A-28ABD0D4707A}"/>
              </a:ext>
            </a:extLst>
          </p:cNvPr>
          <p:cNvPicPr>
            <a:picLocks noChangeAspect="1"/>
          </p:cNvPicPr>
          <p:nvPr/>
        </p:nvPicPr>
        <p:blipFill>
          <a:blip r:embed="rId18" cstate="print">
            <a:extLst>
              <a:ext uri="{28A0092B-C50C-407E-A947-70E740481C1C}">
                <a14:useLocalDpi xmlns:a14="http://schemas.microsoft.com/office/drawing/2010/main" val="0"/>
              </a:ext>
            </a:extLst>
          </a:blip>
          <a:stretch>
            <a:fillRect/>
          </a:stretch>
        </p:blipFill>
        <p:spPr>
          <a:xfrm>
            <a:off x="13094499" y="4419851"/>
            <a:ext cx="400420" cy="374904"/>
          </a:xfrm>
          <a:prstGeom prst="rect">
            <a:avLst/>
          </a:prstGeom>
        </p:spPr>
      </p:pic>
      <p:pic>
        <p:nvPicPr>
          <p:cNvPr id="82" name="Gold Coin 2">
            <a:extLst>
              <a:ext uri="{FF2B5EF4-FFF2-40B4-BE49-F238E27FC236}">
                <a16:creationId xmlns:a16="http://schemas.microsoft.com/office/drawing/2014/main" id="{98CDDFE1-7228-7502-E4DE-EA53C5FF6C57}"/>
              </a:ext>
            </a:extLst>
          </p:cNvPr>
          <p:cNvPicPr>
            <a:picLocks noChangeAspect="1"/>
          </p:cNvPicPr>
          <p:nvPr/>
        </p:nvPicPr>
        <p:blipFill>
          <a:blip r:embed="rId18" cstate="print">
            <a:extLst>
              <a:ext uri="{28A0092B-C50C-407E-A947-70E740481C1C}">
                <a14:useLocalDpi xmlns:a14="http://schemas.microsoft.com/office/drawing/2010/main" val="0"/>
              </a:ext>
            </a:extLst>
          </a:blip>
          <a:stretch>
            <a:fillRect/>
          </a:stretch>
        </p:blipFill>
        <p:spPr>
          <a:xfrm>
            <a:off x="13822385" y="4425947"/>
            <a:ext cx="400420" cy="374904"/>
          </a:xfrm>
          <a:prstGeom prst="rect">
            <a:avLst/>
          </a:prstGeom>
        </p:spPr>
      </p:pic>
      <p:pic>
        <p:nvPicPr>
          <p:cNvPr id="88" name="Gold Coin 1">
            <a:extLst>
              <a:ext uri="{FF2B5EF4-FFF2-40B4-BE49-F238E27FC236}">
                <a16:creationId xmlns:a16="http://schemas.microsoft.com/office/drawing/2014/main" id="{99F11F17-3DDD-EC5A-F24E-8E4F673FE650}"/>
              </a:ext>
            </a:extLst>
          </p:cNvPr>
          <p:cNvPicPr>
            <a:picLocks noChangeAspect="1"/>
          </p:cNvPicPr>
          <p:nvPr/>
        </p:nvPicPr>
        <p:blipFill>
          <a:blip r:embed="rId18" cstate="print">
            <a:extLst>
              <a:ext uri="{28A0092B-C50C-407E-A947-70E740481C1C}">
                <a14:useLocalDpi xmlns:a14="http://schemas.microsoft.com/office/drawing/2010/main" val="0"/>
              </a:ext>
            </a:extLst>
          </a:blip>
          <a:stretch>
            <a:fillRect/>
          </a:stretch>
        </p:blipFill>
        <p:spPr>
          <a:xfrm>
            <a:off x="13201942" y="6483546"/>
            <a:ext cx="400420" cy="374904"/>
          </a:xfrm>
          <a:prstGeom prst="rect">
            <a:avLst/>
          </a:prstGeom>
        </p:spPr>
      </p:pic>
      <p:pic>
        <p:nvPicPr>
          <p:cNvPr id="89" name="Gold Coin 2">
            <a:extLst>
              <a:ext uri="{FF2B5EF4-FFF2-40B4-BE49-F238E27FC236}">
                <a16:creationId xmlns:a16="http://schemas.microsoft.com/office/drawing/2014/main" id="{84A56950-E01E-B3B1-F4C0-693CB5E68951}"/>
              </a:ext>
            </a:extLst>
          </p:cNvPr>
          <p:cNvPicPr>
            <a:picLocks noChangeAspect="1"/>
          </p:cNvPicPr>
          <p:nvPr/>
        </p:nvPicPr>
        <p:blipFill>
          <a:blip r:embed="rId18" cstate="print">
            <a:extLst>
              <a:ext uri="{28A0092B-C50C-407E-A947-70E740481C1C}">
                <a14:useLocalDpi xmlns:a14="http://schemas.microsoft.com/office/drawing/2010/main" val="0"/>
              </a:ext>
            </a:extLst>
          </a:blip>
          <a:stretch>
            <a:fillRect/>
          </a:stretch>
        </p:blipFill>
        <p:spPr>
          <a:xfrm>
            <a:off x="13929828" y="6489642"/>
            <a:ext cx="400420" cy="374904"/>
          </a:xfrm>
          <a:prstGeom prst="rect">
            <a:avLst/>
          </a:prstGeom>
        </p:spPr>
      </p:pic>
      <p:pic>
        <p:nvPicPr>
          <p:cNvPr id="90" name="Gold Coin 3">
            <a:extLst>
              <a:ext uri="{FF2B5EF4-FFF2-40B4-BE49-F238E27FC236}">
                <a16:creationId xmlns:a16="http://schemas.microsoft.com/office/drawing/2014/main" id="{84C15DDC-7F4B-84D2-0344-330AF045FFFA}"/>
              </a:ext>
            </a:extLst>
          </p:cNvPr>
          <p:cNvPicPr>
            <a:picLocks noChangeAspect="1"/>
          </p:cNvPicPr>
          <p:nvPr/>
        </p:nvPicPr>
        <p:blipFill>
          <a:blip r:embed="rId18" cstate="print">
            <a:extLst>
              <a:ext uri="{28A0092B-C50C-407E-A947-70E740481C1C}">
                <a14:useLocalDpi xmlns:a14="http://schemas.microsoft.com/office/drawing/2010/main" val="0"/>
              </a:ext>
            </a:extLst>
          </a:blip>
          <a:stretch>
            <a:fillRect/>
          </a:stretch>
        </p:blipFill>
        <p:spPr>
          <a:xfrm>
            <a:off x="13237424" y="7179793"/>
            <a:ext cx="400420" cy="374904"/>
          </a:xfrm>
          <a:prstGeom prst="rect">
            <a:avLst/>
          </a:prstGeom>
        </p:spPr>
      </p:pic>
      <p:pic>
        <p:nvPicPr>
          <p:cNvPr id="91" name="Gold Coin 4">
            <a:extLst>
              <a:ext uri="{FF2B5EF4-FFF2-40B4-BE49-F238E27FC236}">
                <a16:creationId xmlns:a16="http://schemas.microsoft.com/office/drawing/2014/main" id="{7E54ECFD-A833-6A11-B083-C027E026904D}"/>
              </a:ext>
            </a:extLst>
          </p:cNvPr>
          <p:cNvPicPr>
            <a:picLocks noChangeAspect="1"/>
          </p:cNvPicPr>
          <p:nvPr/>
        </p:nvPicPr>
        <p:blipFill>
          <a:blip r:embed="rId18" cstate="print">
            <a:extLst>
              <a:ext uri="{28A0092B-C50C-407E-A947-70E740481C1C}">
                <a14:useLocalDpi xmlns:a14="http://schemas.microsoft.com/office/drawing/2010/main" val="0"/>
              </a:ext>
            </a:extLst>
          </a:blip>
          <a:stretch>
            <a:fillRect/>
          </a:stretch>
        </p:blipFill>
        <p:spPr>
          <a:xfrm>
            <a:off x="13966404" y="7185889"/>
            <a:ext cx="400420" cy="374904"/>
          </a:xfrm>
          <a:prstGeom prst="rect">
            <a:avLst/>
          </a:prstGeom>
        </p:spPr>
      </p:pic>
      <p:pic>
        <p:nvPicPr>
          <p:cNvPr id="49" name="Points Reveal 1.mp3">
            <a:hlinkClick r:id="" action="ppaction://media"/>
          </p:cNvPr>
          <p:cNvPicPr>
            <a:picLocks noChangeAspect="1"/>
          </p:cNvPicPr>
          <p:nvPr>
            <a:audioFile r:link="rId2"/>
            <p:extLst>
              <p:ext uri="{DAA4B4D4-6D71-4841-9C94-3DE7FCFB9230}">
                <p14:media xmlns:p14="http://schemas.microsoft.com/office/powerpoint/2010/main" r:embed="rId1"/>
              </p:ext>
            </p:extLst>
          </p:nvPr>
        </p:nvPicPr>
        <p:blipFill>
          <a:blip r:embed="rId19"/>
          <a:stretch>
            <a:fillRect/>
          </a:stretch>
        </p:blipFill>
        <p:spPr>
          <a:xfrm>
            <a:off x="5925587" y="8521795"/>
            <a:ext cx="487363" cy="487363"/>
          </a:xfrm>
          <a:prstGeom prst="rect">
            <a:avLst/>
          </a:prstGeom>
        </p:spPr>
      </p:pic>
      <p:pic>
        <p:nvPicPr>
          <p:cNvPr id="50" name="Points Reveal 2.mp3">
            <a:hlinkClick r:id="" action="ppaction://media"/>
          </p:cNvPr>
          <p:cNvPicPr>
            <a:picLocks noChangeAspect="1"/>
          </p:cNvPicPr>
          <p:nvPr>
            <a:audioFile r:link="rId4"/>
            <p:extLst>
              <p:ext uri="{DAA4B4D4-6D71-4841-9C94-3DE7FCFB9230}">
                <p14:media xmlns:p14="http://schemas.microsoft.com/office/powerpoint/2010/main" r:embed="rId3"/>
              </p:ext>
            </p:extLst>
          </p:nvPr>
        </p:nvPicPr>
        <p:blipFill>
          <a:blip r:embed="rId19"/>
          <a:stretch>
            <a:fillRect/>
          </a:stretch>
        </p:blipFill>
        <p:spPr>
          <a:xfrm>
            <a:off x="6763787" y="8528097"/>
            <a:ext cx="487363" cy="487363"/>
          </a:xfrm>
          <a:prstGeom prst="rect">
            <a:avLst/>
          </a:prstGeom>
        </p:spPr>
      </p:pic>
      <p:pic>
        <p:nvPicPr>
          <p:cNvPr id="2" name="Aligned.mp3">
            <a:hlinkClick r:id="" action="ppaction://media"/>
          </p:cNvPr>
          <p:cNvPicPr>
            <a:picLocks noChangeAspect="1"/>
          </p:cNvPicPr>
          <p:nvPr>
            <a:audioFile r:link="rId6"/>
            <p:extLst>
              <p:ext uri="{DAA4B4D4-6D71-4841-9C94-3DE7FCFB9230}">
                <p14:media xmlns:p14="http://schemas.microsoft.com/office/powerpoint/2010/main" r:embed="rId5"/>
              </p:ext>
            </p:extLst>
          </p:nvPr>
        </p:nvPicPr>
        <p:blipFill>
          <a:blip r:embed="rId20"/>
          <a:stretch>
            <a:fillRect/>
          </a:stretch>
        </p:blipFill>
        <p:spPr>
          <a:xfrm>
            <a:off x="8815150" y="8528097"/>
            <a:ext cx="487363" cy="487363"/>
          </a:xfrm>
          <a:prstGeom prst="rect">
            <a:avLst/>
          </a:prstGeom>
        </p:spPr>
      </p:pic>
      <p:pic>
        <p:nvPicPr>
          <p:cNvPr id="3" name="gold piece sequence (4 pieces) 1 (leandri140029).mp3">
            <a:hlinkClick r:id="" action="ppaction://media"/>
          </p:cNvPr>
          <p:cNvPicPr>
            <a:picLocks noChangeAspect="1"/>
          </p:cNvPicPr>
          <p:nvPr>
            <a:audioFile r:link="rId8"/>
            <p:extLst>
              <p:ext uri="{DAA4B4D4-6D71-4841-9C94-3DE7FCFB9230}">
                <p14:media xmlns:p14="http://schemas.microsoft.com/office/powerpoint/2010/main" r:embed="rId7"/>
              </p:ext>
            </p:extLst>
          </p:nvPr>
        </p:nvPicPr>
        <p:blipFill>
          <a:blip r:embed="rId21"/>
          <a:stretch>
            <a:fillRect/>
          </a:stretch>
        </p:blipFill>
        <p:spPr>
          <a:xfrm>
            <a:off x="6062695" y="8528097"/>
            <a:ext cx="487363" cy="487363"/>
          </a:xfrm>
          <a:prstGeom prst="rect">
            <a:avLst/>
          </a:prstGeom>
        </p:spPr>
      </p:pic>
      <p:pic>
        <p:nvPicPr>
          <p:cNvPr id="4" name="gold piece sequence (4 pieces) 2 (leandri140029).mp3">
            <a:hlinkClick r:id="" action="ppaction://media"/>
          </p:cNvPr>
          <p:cNvPicPr>
            <a:picLocks noChangeAspect="1"/>
          </p:cNvPicPr>
          <p:nvPr>
            <a:audioFile r:link="rId10"/>
            <p:extLst>
              <p:ext uri="{DAA4B4D4-6D71-4841-9C94-3DE7FCFB9230}">
                <p14:media xmlns:p14="http://schemas.microsoft.com/office/powerpoint/2010/main" r:embed="rId9"/>
              </p:ext>
            </p:extLst>
          </p:nvPr>
        </p:nvPicPr>
        <p:blipFill>
          <a:blip r:embed="rId19"/>
          <a:stretch>
            <a:fillRect/>
          </a:stretch>
        </p:blipFill>
        <p:spPr>
          <a:xfrm>
            <a:off x="7227982" y="8539196"/>
            <a:ext cx="487363" cy="487363"/>
          </a:xfrm>
          <a:prstGeom prst="rect">
            <a:avLst/>
          </a:prstGeom>
        </p:spPr>
      </p:pic>
    </p:spTree>
    <p:extLst>
      <p:ext uri="{BB962C8B-B14F-4D97-AF65-F5344CB8AC3E}">
        <p14:creationId xmlns:p14="http://schemas.microsoft.com/office/powerpoint/2010/main" val="3870290922"/>
      </p:ext>
    </p:extLst>
  </p:cSld>
  <p:clrMapOvr>
    <a:masterClrMapping/>
  </p:clrMapOvr>
  <mc:AlternateContent xmlns:mc="http://schemas.openxmlformats.org/markup-compatibility/2006" xmlns:p14="http://schemas.microsoft.com/office/powerpoint/2010/main">
    <mc:Choice Requires="p14">
      <p:transition spd="slow" p14:dur="1300">
        <p14:pan/>
      </p:transition>
    </mc:Choice>
    <mc:Fallback xmlns="">
      <p:transition spd="slow">
        <p:fade/>
      </p:transition>
    </mc:Fallback>
  </mc:AlternateContent>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mediacall" presetSubtype="0" fill="hold" nodeType="clickEffect">
                                  <p:stCondLst>
                                    <p:cond delay="0"/>
                                  </p:stCondLst>
                                  <p:childTnLst>
                                    <p:cmd type="call" cmd="playFrom(0.0)">
                                      <p:cBhvr>
                                        <p:cTn id="6" dur="40124" fill="hold"/>
                                        <p:tgtEl>
                                          <p:spTgt spid="2"/>
                                        </p:tgtEl>
                                      </p:cBhvr>
                                    </p:cmd>
                                  </p:childTnLst>
                                </p:cTn>
                              </p:par>
                              <p:par>
                                <p:cTn id="7" presetID="0" presetClass="path" presetSubtype="0" fill="hold" nodeType="withEffect">
                                  <p:stCondLst>
                                    <p:cond delay="0"/>
                                  </p:stCondLst>
                                  <p:childTnLst>
                                    <p:animMotion origin="layout" path="M 0.00021 -0.00077 L 0.00021 -0.0216 L -0.02518 -0.0216 L -0.02518 0.00039 L -0.02518 -0.0216 L -0.04926 -0.0216 L -0.04992 -0.00077 L -0.04926 -0.0216 L -0.07466 -0.0216 L -0.07531 -0.00174 L -0.07531 -0.0216 L -0.0994 -0.0216 L -0.10005 -0.00174 L -0.10059 -0.0216 L -0.12424 -0.0216 L -0.12479 -0.00174 L -0.12479 -0.02045 L -0.14953 -0.0216 L -0.14953 -0.00289 L -0.14953 -0.0216 L -0.17426 -0.02276 L -0.17426 -0.00174 L -0.17492 -0.0216 L -0.19835 -0.02276 L -0.199 -0.00174 L -0.199 -0.02276 L -0.22385 -0.02276 L -0.22385 -0.00174 L -0.22385 -0.02276 L -0.24913 -0.02276 L -0.24848 -0.00289 L -0.24848 -0.02276 L -0.27387 -0.02276 L -0.27387 -0.00174 L -0.27387 -0.02276 L -0.29818 -0.02276 L -0.29818 -0.00174 L -0.29872 -0.02276 L -0.32346 -0.02276 L -0.32346 -0.00174 L -0.324 -0.02276 L -0.34755 -0.02276 L -0.34755 -0.00174 L -0.3469 -0.02392 L -0.37175 -0.02392 L -0.37229 -0.00289 L -0.37229 -0.02392 L -0.39768 -0.02392 L -0.39768 -0.00174 L -0.39703 -0.02488 L -0.42177 -0.02488 L -0.42242 -0.00174 L -0.42242 -0.02488 L -0.44662 -0.02488 L -0.44716 -0.00289 L -0.44716 -0.02488 L -0.4719 -0.02488 L -0.4719 -0.00289 L -0.47125 -0.02488 L -0.49664 -0.02488 L -0.49664 -0.00289 L -0.4961 -0.02604 L -0.52138 -0.02604 L -0.52138 -0.00174 L -0.52138 -0.02604 L -0.54623 -0.02604 L -0.54623 -0.00405 L -0.54623 -0.02604 L -0.57042 -0.02604 L -0.57042 -0.00289 L -0.57107 -0.02604 L -0.59571 -0.02604 L -0.59571 -0.00405 L -0.59505 -0.02604 L -0.61979 -0.02604 L -0.62045 -0.00405 L -0.62045 -0.02604 L -0.64594 -0.02604 L -0.64594 -0.00405 L -0.64594 -0.0272 L -0.67058 -0.0272 L -0.66992 -0.00289 L -0.67058 -0.02604 L -0.69532 -0.02604 L -0.69466 -0.00405 L -0.69597 -0.02604 L -0.72016 -0.02604 L -0.72081 -0.00405 L -0.72016 -0.0272 L -0.74414 -0.0272 L -0.7436 -0.00289 L -0.74414 -0.02604 L -0.76953 -0.02604 L -0.76953 -0.00405 L -0.76953 -0.02604 L -0.79373 -0.02604 L -0.79373 -0.00405 L -0.79373 -0.02488 L -0.81847 -0.02488 L -0.81912 -0.00521 L -0.81847 -0.02488 L -0.84386 -0.02488 L -0.84386 -0.00405 L -0.84386 -0.02488 L -0.8686 -0.02488 L -0.8686 -0.00405 L -0.8686 -0.02488 L -0.89334 -0.02488 L -0.89334 -0.00405 L -0.89334 -0.02488 L -0.91808 -0.02488 L -0.91808 -0.00521 L -0.91808 -0.02604 L -0.94282 -0.02604 L -0.94282 -0.00637 L -0.94282 -0.02604 L -0.96756 -0.02604 L -0.96756 -0.00521 L -0.96756 -0.02604 L -0.99176 -0.02604 L -0.9923 -0.00637 " pathEditMode="relative" ptsTypes="AAAAAAAAAAAAAAAAAAAAAAAAAAAAAAAAAAAAAAAAAAAAAAAAAAAAAAAAAAAAAAAAAAAAAAAAAAAAAAAAAAAAAAAAAAAAAAAAAAAAAAAAAAAAAAAAAAAAAAAAA">
                                      <p:cBhvr>
                                        <p:cTn id="8" dur="40000" fill="hold"/>
                                        <p:tgtEl>
                                          <p:spTgt spid="51"/>
                                        </p:tgtEl>
                                        <p:attrNameLst>
                                          <p:attrName>ppt_x</p:attrName>
                                          <p:attrName>ppt_y</p:attrName>
                                        </p:attrNameLst>
                                      </p:cBhvr>
                                    </p:animMotion>
                                  </p:childTnLst>
                                </p:cTn>
                              </p:par>
                            </p:childTnLst>
                          </p:cTn>
                        </p:par>
                      </p:childTnLst>
                    </p:cTn>
                  </p:par>
                  <p:par>
                    <p:cTn id="9" fill="hold">
                      <p:stCondLst>
                        <p:cond delay="indefinite"/>
                      </p:stCondLst>
                      <p:childTnLst>
                        <p:par>
                          <p:cTn id="10" fill="hold">
                            <p:stCondLst>
                              <p:cond delay="0"/>
                            </p:stCondLst>
                            <p:childTnLst>
                              <p:par>
                                <p:cTn id="11" presetID="1" presetClass="mediacall" presetSubtype="0" fill="hold" nodeType="clickEffect">
                                  <p:stCondLst>
                                    <p:cond delay="0"/>
                                  </p:stCondLst>
                                  <p:childTnLst>
                                    <p:cmd type="call" cmd="playFrom(0.0)">
                                      <p:cBhvr>
                                        <p:cTn id="12" dur="417" fill="hold"/>
                                        <p:tgtEl>
                                          <p:spTgt spid="49"/>
                                        </p:tgtEl>
                                      </p:cBhvr>
                                    </p:cmd>
                                  </p:childTnLst>
                                </p:cTn>
                              </p:par>
                            </p:childTnLst>
                          </p:cTn>
                        </p:par>
                        <p:par>
                          <p:cTn id="13" fill="hold">
                            <p:stCondLst>
                              <p:cond delay="417"/>
                            </p:stCondLst>
                            <p:childTnLst>
                              <p:par>
                                <p:cTn id="14" presetID="1" presetClass="mediacall" presetSubtype="0" fill="hold" nodeType="afterEffect">
                                  <p:stCondLst>
                                    <p:cond delay="0"/>
                                  </p:stCondLst>
                                  <p:childTnLst>
                                    <p:cmd type="call" cmd="playFrom(0.0)">
                                      <p:cBhvr>
                                        <p:cTn id="15" dur="912" fill="hold"/>
                                        <p:tgtEl>
                                          <p:spTgt spid="3"/>
                                        </p:tgtEl>
                                      </p:cBhvr>
                                    </p:cmd>
                                  </p:childTnLst>
                                </p:cTn>
                              </p:par>
                              <p:par>
                                <p:cTn id="16" presetID="2" presetClass="entr" presetSubtype="1" fill="hold" nodeType="withEffect">
                                  <p:stCondLst>
                                    <p:cond delay="0"/>
                                  </p:stCondLst>
                                  <p:childTnLst>
                                    <p:set>
                                      <p:cBhvr>
                                        <p:cTn id="17" dur="1" fill="hold">
                                          <p:stCondLst>
                                            <p:cond delay="0"/>
                                          </p:stCondLst>
                                        </p:cTn>
                                        <p:tgtEl>
                                          <p:spTgt spid="11"/>
                                        </p:tgtEl>
                                        <p:attrNameLst>
                                          <p:attrName>style.visibility</p:attrName>
                                        </p:attrNameLst>
                                      </p:cBhvr>
                                      <p:to>
                                        <p:strVal val="visible"/>
                                      </p:to>
                                    </p:set>
                                    <p:anim calcmode="lin" valueType="num">
                                      <p:cBhvr additive="base">
                                        <p:cTn id="18" dur="250" fill="hold"/>
                                        <p:tgtEl>
                                          <p:spTgt spid="11"/>
                                        </p:tgtEl>
                                        <p:attrNameLst>
                                          <p:attrName>ppt_x</p:attrName>
                                        </p:attrNameLst>
                                      </p:cBhvr>
                                      <p:tavLst>
                                        <p:tav tm="0">
                                          <p:val>
                                            <p:strVal val="#ppt_x"/>
                                          </p:val>
                                        </p:tav>
                                        <p:tav tm="100000">
                                          <p:val>
                                            <p:strVal val="#ppt_x"/>
                                          </p:val>
                                        </p:tav>
                                      </p:tavLst>
                                    </p:anim>
                                    <p:anim calcmode="lin" valueType="num">
                                      <p:cBhvr additive="base">
                                        <p:cTn id="19" dur="250" fill="hold"/>
                                        <p:tgtEl>
                                          <p:spTgt spid="11"/>
                                        </p:tgtEl>
                                        <p:attrNameLst>
                                          <p:attrName>ppt_y</p:attrName>
                                        </p:attrNameLst>
                                      </p:cBhvr>
                                      <p:tavLst>
                                        <p:tav tm="0">
                                          <p:val>
                                            <p:strVal val="0-#ppt_h/2"/>
                                          </p:val>
                                        </p:tav>
                                        <p:tav tm="100000">
                                          <p:val>
                                            <p:strVal val="#ppt_y"/>
                                          </p:val>
                                        </p:tav>
                                      </p:tavLst>
                                    </p:anim>
                                  </p:childTnLst>
                                </p:cTn>
                              </p:par>
                              <p:par>
                                <p:cTn id="20" presetID="2" presetClass="entr" presetSubtype="1" fill="hold" nodeType="withEffect">
                                  <p:stCondLst>
                                    <p:cond delay="0"/>
                                  </p:stCondLst>
                                  <p:childTnLst>
                                    <p:set>
                                      <p:cBhvr>
                                        <p:cTn id="21" dur="1" fill="hold">
                                          <p:stCondLst>
                                            <p:cond delay="0"/>
                                          </p:stCondLst>
                                        </p:cTn>
                                        <p:tgtEl>
                                          <p:spTgt spid="21"/>
                                        </p:tgtEl>
                                        <p:attrNameLst>
                                          <p:attrName>style.visibility</p:attrName>
                                        </p:attrNameLst>
                                      </p:cBhvr>
                                      <p:to>
                                        <p:strVal val="visible"/>
                                      </p:to>
                                    </p:set>
                                    <p:anim calcmode="lin" valueType="num">
                                      <p:cBhvr additive="base">
                                        <p:cTn id="22" dur="250" fill="hold"/>
                                        <p:tgtEl>
                                          <p:spTgt spid="21"/>
                                        </p:tgtEl>
                                        <p:attrNameLst>
                                          <p:attrName>ppt_x</p:attrName>
                                        </p:attrNameLst>
                                      </p:cBhvr>
                                      <p:tavLst>
                                        <p:tav tm="0">
                                          <p:val>
                                            <p:strVal val="#ppt_x"/>
                                          </p:val>
                                        </p:tav>
                                        <p:tav tm="100000">
                                          <p:val>
                                            <p:strVal val="#ppt_x"/>
                                          </p:val>
                                        </p:tav>
                                      </p:tavLst>
                                    </p:anim>
                                    <p:anim calcmode="lin" valueType="num">
                                      <p:cBhvr additive="base">
                                        <p:cTn id="23" dur="250" fill="hold"/>
                                        <p:tgtEl>
                                          <p:spTgt spid="21"/>
                                        </p:tgtEl>
                                        <p:attrNameLst>
                                          <p:attrName>ppt_y</p:attrName>
                                        </p:attrNameLst>
                                      </p:cBhvr>
                                      <p:tavLst>
                                        <p:tav tm="0">
                                          <p:val>
                                            <p:strVal val="0-#ppt_h/2"/>
                                          </p:val>
                                        </p:tav>
                                        <p:tav tm="100000">
                                          <p:val>
                                            <p:strVal val="#ppt_y"/>
                                          </p:val>
                                        </p:tav>
                                      </p:tavLst>
                                    </p:anim>
                                  </p:childTnLst>
                                </p:cTn>
                              </p:par>
                              <p:par>
                                <p:cTn id="24" presetID="2" presetClass="entr" presetSubtype="1" fill="hold" nodeType="withEffect">
                                  <p:stCondLst>
                                    <p:cond delay="0"/>
                                  </p:stCondLst>
                                  <p:childTnLst>
                                    <p:set>
                                      <p:cBhvr>
                                        <p:cTn id="25" dur="1" fill="hold">
                                          <p:stCondLst>
                                            <p:cond delay="0"/>
                                          </p:stCondLst>
                                        </p:cTn>
                                        <p:tgtEl>
                                          <p:spTgt spid="26"/>
                                        </p:tgtEl>
                                        <p:attrNameLst>
                                          <p:attrName>style.visibility</p:attrName>
                                        </p:attrNameLst>
                                      </p:cBhvr>
                                      <p:to>
                                        <p:strVal val="visible"/>
                                      </p:to>
                                    </p:set>
                                    <p:anim calcmode="lin" valueType="num">
                                      <p:cBhvr additive="base">
                                        <p:cTn id="26" dur="250" fill="hold"/>
                                        <p:tgtEl>
                                          <p:spTgt spid="26"/>
                                        </p:tgtEl>
                                        <p:attrNameLst>
                                          <p:attrName>ppt_x</p:attrName>
                                        </p:attrNameLst>
                                      </p:cBhvr>
                                      <p:tavLst>
                                        <p:tav tm="0">
                                          <p:val>
                                            <p:strVal val="#ppt_x"/>
                                          </p:val>
                                        </p:tav>
                                        <p:tav tm="100000">
                                          <p:val>
                                            <p:strVal val="#ppt_x"/>
                                          </p:val>
                                        </p:tav>
                                      </p:tavLst>
                                    </p:anim>
                                    <p:anim calcmode="lin" valueType="num">
                                      <p:cBhvr additive="base">
                                        <p:cTn id="27" dur="250" fill="hold"/>
                                        <p:tgtEl>
                                          <p:spTgt spid="26"/>
                                        </p:tgtEl>
                                        <p:attrNameLst>
                                          <p:attrName>ppt_y</p:attrName>
                                        </p:attrNameLst>
                                      </p:cBhvr>
                                      <p:tavLst>
                                        <p:tav tm="0">
                                          <p:val>
                                            <p:strVal val="0-#ppt_h/2"/>
                                          </p:val>
                                        </p:tav>
                                        <p:tav tm="100000">
                                          <p:val>
                                            <p:strVal val="#ppt_y"/>
                                          </p:val>
                                        </p:tav>
                                      </p:tavLst>
                                    </p:anim>
                                  </p:childTnLst>
                                </p:cTn>
                              </p:par>
                              <p:par>
                                <p:cTn id="28" presetID="2" presetClass="entr" presetSubtype="1" fill="hold" nodeType="withEffect">
                                  <p:stCondLst>
                                    <p:cond delay="0"/>
                                  </p:stCondLst>
                                  <p:childTnLst>
                                    <p:set>
                                      <p:cBhvr>
                                        <p:cTn id="29" dur="1" fill="hold">
                                          <p:stCondLst>
                                            <p:cond delay="0"/>
                                          </p:stCondLst>
                                        </p:cTn>
                                        <p:tgtEl>
                                          <p:spTgt spid="35"/>
                                        </p:tgtEl>
                                        <p:attrNameLst>
                                          <p:attrName>style.visibility</p:attrName>
                                        </p:attrNameLst>
                                      </p:cBhvr>
                                      <p:to>
                                        <p:strVal val="visible"/>
                                      </p:to>
                                    </p:set>
                                    <p:anim calcmode="lin" valueType="num">
                                      <p:cBhvr additive="base">
                                        <p:cTn id="30" dur="250" fill="hold"/>
                                        <p:tgtEl>
                                          <p:spTgt spid="35"/>
                                        </p:tgtEl>
                                        <p:attrNameLst>
                                          <p:attrName>ppt_x</p:attrName>
                                        </p:attrNameLst>
                                      </p:cBhvr>
                                      <p:tavLst>
                                        <p:tav tm="0">
                                          <p:val>
                                            <p:strVal val="#ppt_x"/>
                                          </p:val>
                                        </p:tav>
                                        <p:tav tm="100000">
                                          <p:val>
                                            <p:strVal val="#ppt_x"/>
                                          </p:val>
                                        </p:tav>
                                      </p:tavLst>
                                    </p:anim>
                                    <p:anim calcmode="lin" valueType="num">
                                      <p:cBhvr additive="base">
                                        <p:cTn id="31" dur="250" fill="hold"/>
                                        <p:tgtEl>
                                          <p:spTgt spid="35"/>
                                        </p:tgtEl>
                                        <p:attrNameLst>
                                          <p:attrName>ppt_y</p:attrName>
                                        </p:attrNameLst>
                                      </p:cBhvr>
                                      <p:tavLst>
                                        <p:tav tm="0">
                                          <p:val>
                                            <p:strVal val="0-#ppt_h/2"/>
                                          </p:val>
                                        </p:tav>
                                        <p:tav tm="100000">
                                          <p:val>
                                            <p:strVal val="#ppt_y"/>
                                          </p:val>
                                        </p:tav>
                                      </p:tavLst>
                                    </p:anim>
                                  </p:childTnLst>
                                </p:cTn>
                              </p:par>
                              <p:par>
                                <p:cTn id="32" presetID="2" presetClass="entr" presetSubtype="1" fill="hold" nodeType="withEffect">
                                  <p:stCondLst>
                                    <p:cond delay="250"/>
                                  </p:stCondLst>
                                  <p:childTnLst>
                                    <p:set>
                                      <p:cBhvr>
                                        <p:cTn id="33" dur="1" fill="hold">
                                          <p:stCondLst>
                                            <p:cond delay="0"/>
                                          </p:stCondLst>
                                        </p:cTn>
                                        <p:tgtEl>
                                          <p:spTgt spid="12"/>
                                        </p:tgtEl>
                                        <p:attrNameLst>
                                          <p:attrName>style.visibility</p:attrName>
                                        </p:attrNameLst>
                                      </p:cBhvr>
                                      <p:to>
                                        <p:strVal val="visible"/>
                                      </p:to>
                                    </p:set>
                                    <p:anim calcmode="lin" valueType="num">
                                      <p:cBhvr additive="base">
                                        <p:cTn id="34" dur="250" fill="hold"/>
                                        <p:tgtEl>
                                          <p:spTgt spid="12"/>
                                        </p:tgtEl>
                                        <p:attrNameLst>
                                          <p:attrName>ppt_x</p:attrName>
                                        </p:attrNameLst>
                                      </p:cBhvr>
                                      <p:tavLst>
                                        <p:tav tm="0">
                                          <p:val>
                                            <p:strVal val="#ppt_x"/>
                                          </p:val>
                                        </p:tav>
                                        <p:tav tm="100000">
                                          <p:val>
                                            <p:strVal val="#ppt_x"/>
                                          </p:val>
                                        </p:tav>
                                      </p:tavLst>
                                    </p:anim>
                                    <p:anim calcmode="lin" valueType="num">
                                      <p:cBhvr additive="base">
                                        <p:cTn id="35" dur="250" fill="hold"/>
                                        <p:tgtEl>
                                          <p:spTgt spid="12"/>
                                        </p:tgtEl>
                                        <p:attrNameLst>
                                          <p:attrName>ppt_y</p:attrName>
                                        </p:attrNameLst>
                                      </p:cBhvr>
                                      <p:tavLst>
                                        <p:tav tm="0">
                                          <p:val>
                                            <p:strVal val="0-#ppt_h/2"/>
                                          </p:val>
                                        </p:tav>
                                        <p:tav tm="100000">
                                          <p:val>
                                            <p:strVal val="#ppt_y"/>
                                          </p:val>
                                        </p:tav>
                                      </p:tavLst>
                                    </p:anim>
                                  </p:childTnLst>
                                </p:cTn>
                              </p:par>
                              <p:par>
                                <p:cTn id="36" presetID="2" presetClass="entr" presetSubtype="1" fill="hold" nodeType="withEffect">
                                  <p:stCondLst>
                                    <p:cond delay="250"/>
                                  </p:stCondLst>
                                  <p:childTnLst>
                                    <p:set>
                                      <p:cBhvr>
                                        <p:cTn id="37" dur="1" fill="hold">
                                          <p:stCondLst>
                                            <p:cond delay="0"/>
                                          </p:stCondLst>
                                        </p:cTn>
                                        <p:tgtEl>
                                          <p:spTgt spid="27"/>
                                        </p:tgtEl>
                                        <p:attrNameLst>
                                          <p:attrName>style.visibility</p:attrName>
                                        </p:attrNameLst>
                                      </p:cBhvr>
                                      <p:to>
                                        <p:strVal val="visible"/>
                                      </p:to>
                                    </p:set>
                                    <p:anim calcmode="lin" valueType="num">
                                      <p:cBhvr additive="base">
                                        <p:cTn id="38" dur="250" fill="hold"/>
                                        <p:tgtEl>
                                          <p:spTgt spid="27"/>
                                        </p:tgtEl>
                                        <p:attrNameLst>
                                          <p:attrName>ppt_x</p:attrName>
                                        </p:attrNameLst>
                                      </p:cBhvr>
                                      <p:tavLst>
                                        <p:tav tm="0">
                                          <p:val>
                                            <p:strVal val="#ppt_x"/>
                                          </p:val>
                                        </p:tav>
                                        <p:tav tm="100000">
                                          <p:val>
                                            <p:strVal val="#ppt_x"/>
                                          </p:val>
                                        </p:tav>
                                      </p:tavLst>
                                    </p:anim>
                                    <p:anim calcmode="lin" valueType="num">
                                      <p:cBhvr additive="base">
                                        <p:cTn id="39" dur="250" fill="hold"/>
                                        <p:tgtEl>
                                          <p:spTgt spid="27"/>
                                        </p:tgtEl>
                                        <p:attrNameLst>
                                          <p:attrName>ppt_y</p:attrName>
                                        </p:attrNameLst>
                                      </p:cBhvr>
                                      <p:tavLst>
                                        <p:tav tm="0">
                                          <p:val>
                                            <p:strVal val="0-#ppt_h/2"/>
                                          </p:val>
                                        </p:tav>
                                        <p:tav tm="100000">
                                          <p:val>
                                            <p:strVal val="#ppt_y"/>
                                          </p:val>
                                        </p:tav>
                                      </p:tavLst>
                                    </p:anim>
                                  </p:childTnLst>
                                </p:cTn>
                              </p:par>
                              <p:par>
                                <p:cTn id="40" presetID="2" presetClass="entr" presetSubtype="1" fill="hold" nodeType="withEffect">
                                  <p:stCondLst>
                                    <p:cond delay="250"/>
                                  </p:stCondLst>
                                  <p:childTnLst>
                                    <p:set>
                                      <p:cBhvr>
                                        <p:cTn id="41" dur="1" fill="hold">
                                          <p:stCondLst>
                                            <p:cond delay="0"/>
                                          </p:stCondLst>
                                        </p:cTn>
                                        <p:tgtEl>
                                          <p:spTgt spid="38"/>
                                        </p:tgtEl>
                                        <p:attrNameLst>
                                          <p:attrName>style.visibility</p:attrName>
                                        </p:attrNameLst>
                                      </p:cBhvr>
                                      <p:to>
                                        <p:strVal val="visible"/>
                                      </p:to>
                                    </p:set>
                                    <p:anim calcmode="lin" valueType="num">
                                      <p:cBhvr additive="base">
                                        <p:cTn id="42" dur="250" fill="hold"/>
                                        <p:tgtEl>
                                          <p:spTgt spid="38"/>
                                        </p:tgtEl>
                                        <p:attrNameLst>
                                          <p:attrName>ppt_x</p:attrName>
                                        </p:attrNameLst>
                                      </p:cBhvr>
                                      <p:tavLst>
                                        <p:tav tm="0">
                                          <p:val>
                                            <p:strVal val="#ppt_x"/>
                                          </p:val>
                                        </p:tav>
                                        <p:tav tm="100000">
                                          <p:val>
                                            <p:strVal val="#ppt_x"/>
                                          </p:val>
                                        </p:tav>
                                      </p:tavLst>
                                    </p:anim>
                                    <p:anim calcmode="lin" valueType="num">
                                      <p:cBhvr additive="base">
                                        <p:cTn id="43" dur="250" fill="hold"/>
                                        <p:tgtEl>
                                          <p:spTgt spid="38"/>
                                        </p:tgtEl>
                                        <p:attrNameLst>
                                          <p:attrName>ppt_y</p:attrName>
                                        </p:attrNameLst>
                                      </p:cBhvr>
                                      <p:tavLst>
                                        <p:tav tm="0">
                                          <p:val>
                                            <p:strVal val="0-#ppt_h/2"/>
                                          </p:val>
                                        </p:tav>
                                        <p:tav tm="100000">
                                          <p:val>
                                            <p:strVal val="#ppt_y"/>
                                          </p:val>
                                        </p:tav>
                                      </p:tavLst>
                                    </p:anim>
                                  </p:childTnLst>
                                </p:cTn>
                              </p:par>
                              <p:par>
                                <p:cTn id="44" presetID="2" presetClass="entr" presetSubtype="1" fill="hold" nodeType="withEffect">
                                  <p:stCondLst>
                                    <p:cond delay="500"/>
                                  </p:stCondLst>
                                  <p:childTnLst>
                                    <p:set>
                                      <p:cBhvr>
                                        <p:cTn id="45" dur="1" fill="hold">
                                          <p:stCondLst>
                                            <p:cond delay="0"/>
                                          </p:stCondLst>
                                        </p:cTn>
                                        <p:tgtEl>
                                          <p:spTgt spid="16"/>
                                        </p:tgtEl>
                                        <p:attrNameLst>
                                          <p:attrName>style.visibility</p:attrName>
                                        </p:attrNameLst>
                                      </p:cBhvr>
                                      <p:to>
                                        <p:strVal val="visible"/>
                                      </p:to>
                                    </p:set>
                                    <p:anim calcmode="lin" valueType="num">
                                      <p:cBhvr additive="base">
                                        <p:cTn id="46" dur="250" fill="hold"/>
                                        <p:tgtEl>
                                          <p:spTgt spid="16"/>
                                        </p:tgtEl>
                                        <p:attrNameLst>
                                          <p:attrName>ppt_x</p:attrName>
                                        </p:attrNameLst>
                                      </p:cBhvr>
                                      <p:tavLst>
                                        <p:tav tm="0">
                                          <p:val>
                                            <p:strVal val="#ppt_x"/>
                                          </p:val>
                                        </p:tav>
                                        <p:tav tm="100000">
                                          <p:val>
                                            <p:strVal val="#ppt_x"/>
                                          </p:val>
                                        </p:tav>
                                      </p:tavLst>
                                    </p:anim>
                                    <p:anim calcmode="lin" valueType="num">
                                      <p:cBhvr additive="base">
                                        <p:cTn id="47" dur="250" fill="hold"/>
                                        <p:tgtEl>
                                          <p:spTgt spid="16"/>
                                        </p:tgtEl>
                                        <p:attrNameLst>
                                          <p:attrName>ppt_y</p:attrName>
                                        </p:attrNameLst>
                                      </p:cBhvr>
                                      <p:tavLst>
                                        <p:tav tm="0">
                                          <p:val>
                                            <p:strVal val="0-#ppt_h/2"/>
                                          </p:val>
                                        </p:tav>
                                        <p:tav tm="100000">
                                          <p:val>
                                            <p:strVal val="#ppt_y"/>
                                          </p:val>
                                        </p:tav>
                                      </p:tavLst>
                                    </p:anim>
                                  </p:childTnLst>
                                </p:cTn>
                              </p:par>
                              <p:par>
                                <p:cTn id="48" presetID="2" presetClass="entr" presetSubtype="1" fill="hold" nodeType="withEffect">
                                  <p:stCondLst>
                                    <p:cond delay="500"/>
                                  </p:stCondLst>
                                  <p:childTnLst>
                                    <p:set>
                                      <p:cBhvr>
                                        <p:cTn id="49" dur="1" fill="hold">
                                          <p:stCondLst>
                                            <p:cond delay="0"/>
                                          </p:stCondLst>
                                        </p:cTn>
                                        <p:tgtEl>
                                          <p:spTgt spid="28"/>
                                        </p:tgtEl>
                                        <p:attrNameLst>
                                          <p:attrName>style.visibility</p:attrName>
                                        </p:attrNameLst>
                                      </p:cBhvr>
                                      <p:to>
                                        <p:strVal val="visible"/>
                                      </p:to>
                                    </p:set>
                                    <p:anim calcmode="lin" valueType="num">
                                      <p:cBhvr additive="base">
                                        <p:cTn id="50" dur="250" fill="hold"/>
                                        <p:tgtEl>
                                          <p:spTgt spid="28"/>
                                        </p:tgtEl>
                                        <p:attrNameLst>
                                          <p:attrName>ppt_x</p:attrName>
                                        </p:attrNameLst>
                                      </p:cBhvr>
                                      <p:tavLst>
                                        <p:tav tm="0">
                                          <p:val>
                                            <p:strVal val="#ppt_x"/>
                                          </p:val>
                                        </p:tav>
                                        <p:tav tm="100000">
                                          <p:val>
                                            <p:strVal val="#ppt_x"/>
                                          </p:val>
                                        </p:tav>
                                      </p:tavLst>
                                    </p:anim>
                                    <p:anim calcmode="lin" valueType="num">
                                      <p:cBhvr additive="base">
                                        <p:cTn id="51" dur="250" fill="hold"/>
                                        <p:tgtEl>
                                          <p:spTgt spid="28"/>
                                        </p:tgtEl>
                                        <p:attrNameLst>
                                          <p:attrName>ppt_y</p:attrName>
                                        </p:attrNameLst>
                                      </p:cBhvr>
                                      <p:tavLst>
                                        <p:tav tm="0">
                                          <p:val>
                                            <p:strVal val="0-#ppt_h/2"/>
                                          </p:val>
                                        </p:tav>
                                        <p:tav tm="100000">
                                          <p:val>
                                            <p:strVal val="#ppt_y"/>
                                          </p:val>
                                        </p:tav>
                                      </p:tavLst>
                                    </p:anim>
                                  </p:childTnLst>
                                </p:cTn>
                              </p:par>
                              <p:par>
                                <p:cTn id="52" presetID="2" presetClass="entr" presetSubtype="1" fill="hold" nodeType="withEffect">
                                  <p:stCondLst>
                                    <p:cond delay="500"/>
                                  </p:stCondLst>
                                  <p:childTnLst>
                                    <p:set>
                                      <p:cBhvr>
                                        <p:cTn id="53" dur="1" fill="hold">
                                          <p:stCondLst>
                                            <p:cond delay="0"/>
                                          </p:stCondLst>
                                        </p:cTn>
                                        <p:tgtEl>
                                          <p:spTgt spid="39"/>
                                        </p:tgtEl>
                                        <p:attrNameLst>
                                          <p:attrName>style.visibility</p:attrName>
                                        </p:attrNameLst>
                                      </p:cBhvr>
                                      <p:to>
                                        <p:strVal val="visible"/>
                                      </p:to>
                                    </p:set>
                                    <p:anim calcmode="lin" valueType="num">
                                      <p:cBhvr additive="base">
                                        <p:cTn id="54" dur="250" fill="hold"/>
                                        <p:tgtEl>
                                          <p:spTgt spid="39"/>
                                        </p:tgtEl>
                                        <p:attrNameLst>
                                          <p:attrName>ppt_x</p:attrName>
                                        </p:attrNameLst>
                                      </p:cBhvr>
                                      <p:tavLst>
                                        <p:tav tm="0">
                                          <p:val>
                                            <p:strVal val="#ppt_x"/>
                                          </p:val>
                                        </p:tav>
                                        <p:tav tm="100000">
                                          <p:val>
                                            <p:strVal val="#ppt_x"/>
                                          </p:val>
                                        </p:tav>
                                      </p:tavLst>
                                    </p:anim>
                                    <p:anim calcmode="lin" valueType="num">
                                      <p:cBhvr additive="base">
                                        <p:cTn id="55" dur="250" fill="hold"/>
                                        <p:tgtEl>
                                          <p:spTgt spid="39"/>
                                        </p:tgtEl>
                                        <p:attrNameLst>
                                          <p:attrName>ppt_y</p:attrName>
                                        </p:attrNameLst>
                                      </p:cBhvr>
                                      <p:tavLst>
                                        <p:tav tm="0">
                                          <p:val>
                                            <p:strVal val="0-#ppt_h/2"/>
                                          </p:val>
                                        </p:tav>
                                        <p:tav tm="100000">
                                          <p:val>
                                            <p:strVal val="#ppt_y"/>
                                          </p:val>
                                        </p:tav>
                                      </p:tavLst>
                                    </p:anim>
                                  </p:childTnLst>
                                </p:cTn>
                              </p:par>
                              <p:par>
                                <p:cTn id="56" presetID="2" presetClass="entr" presetSubtype="1" fill="hold" nodeType="withEffect">
                                  <p:stCondLst>
                                    <p:cond delay="750"/>
                                  </p:stCondLst>
                                  <p:childTnLst>
                                    <p:set>
                                      <p:cBhvr>
                                        <p:cTn id="57" dur="1" fill="hold">
                                          <p:stCondLst>
                                            <p:cond delay="0"/>
                                          </p:stCondLst>
                                        </p:cTn>
                                        <p:tgtEl>
                                          <p:spTgt spid="29"/>
                                        </p:tgtEl>
                                        <p:attrNameLst>
                                          <p:attrName>style.visibility</p:attrName>
                                        </p:attrNameLst>
                                      </p:cBhvr>
                                      <p:to>
                                        <p:strVal val="visible"/>
                                      </p:to>
                                    </p:set>
                                    <p:anim calcmode="lin" valueType="num">
                                      <p:cBhvr additive="base">
                                        <p:cTn id="58" dur="250" fill="hold"/>
                                        <p:tgtEl>
                                          <p:spTgt spid="29"/>
                                        </p:tgtEl>
                                        <p:attrNameLst>
                                          <p:attrName>ppt_x</p:attrName>
                                        </p:attrNameLst>
                                      </p:cBhvr>
                                      <p:tavLst>
                                        <p:tav tm="0">
                                          <p:val>
                                            <p:strVal val="#ppt_x"/>
                                          </p:val>
                                        </p:tav>
                                        <p:tav tm="100000">
                                          <p:val>
                                            <p:strVal val="#ppt_x"/>
                                          </p:val>
                                        </p:tav>
                                      </p:tavLst>
                                    </p:anim>
                                    <p:anim calcmode="lin" valueType="num">
                                      <p:cBhvr additive="base">
                                        <p:cTn id="59" dur="250" fill="hold"/>
                                        <p:tgtEl>
                                          <p:spTgt spid="29"/>
                                        </p:tgtEl>
                                        <p:attrNameLst>
                                          <p:attrName>ppt_y</p:attrName>
                                        </p:attrNameLst>
                                      </p:cBhvr>
                                      <p:tavLst>
                                        <p:tav tm="0">
                                          <p:val>
                                            <p:strVal val="0-#ppt_h/2"/>
                                          </p:val>
                                        </p:tav>
                                        <p:tav tm="100000">
                                          <p:val>
                                            <p:strVal val="#ppt_y"/>
                                          </p:val>
                                        </p:tav>
                                      </p:tavLst>
                                    </p:anim>
                                  </p:childTnLst>
                                </p:cTn>
                              </p:par>
                            </p:childTnLst>
                          </p:cTn>
                        </p:par>
                      </p:childTnLst>
                    </p:cTn>
                  </p:par>
                  <p:par>
                    <p:cTn id="60" fill="hold">
                      <p:stCondLst>
                        <p:cond delay="indefinite"/>
                      </p:stCondLst>
                      <p:childTnLst>
                        <p:par>
                          <p:cTn id="61" fill="hold">
                            <p:stCondLst>
                              <p:cond delay="0"/>
                            </p:stCondLst>
                            <p:childTnLst>
                              <p:par>
                                <p:cTn id="62" presetID="1" presetClass="mediacall" presetSubtype="0" fill="hold" nodeType="clickEffect">
                                  <p:stCondLst>
                                    <p:cond delay="0"/>
                                  </p:stCondLst>
                                  <p:childTnLst>
                                    <p:cmd type="call" cmd="playFrom(0.0)">
                                      <p:cBhvr>
                                        <p:cTn id="63" dur="417" fill="hold"/>
                                        <p:tgtEl>
                                          <p:spTgt spid="50"/>
                                        </p:tgtEl>
                                      </p:cBhvr>
                                    </p:cmd>
                                  </p:childTnLst>
                                </p:cTn>
                              </p:par>
                            </p:childTnLst>
                          </p:cTn>
                        </p:par>
                        <p:par>
                          <p:cTn id="64" fill="hold">
                            <p:stCondLst>
                              <p:cond delay="417"/>
                            </p:stCondLst>
                            <p:childTnLst>
                              <p:par>
                                <p:cTn id="65" presetID="1" presetClass="mediacall" presetSubtype="0" fill="hold" nodeType="afterEffect">
                                  <p:stCondLst>
                                    <p:cond delay="0"/>
                                  </p:stCondLst>
                                  <p:childTnLst>
                                    <p:cmd type="call" cmd="playFrom(0.0)">
                                      <p:cBhvr>
                                        <p:cTn id="66" dur="888" fill="hold"/>
                                        <p:tgtEl>
                                          <p:spTgt spid="4"/>
                                        </p:tgtEl>
                                      </p:cBhvr>
                                    </p:cmd>
                                  </p:childTnLst>
                                </p:cTn>
                              </p:par>
                              <p:par>
                                <p:cTn id="67" presetID="2" presetClass="entr" presetSubtype="1" fill="hold" nodeType="withEffect">
                                  <p:stCondLst>
                                    <p:cond delay="0"/>
                                  </p:stCondLst>
                                  <p:childTnLst>
                                    <p:set>
                                      <p:cBhvr>
                                        <p:cTn id="68" dur="1" fill="hold">
                                          <p:stCondLst>
                                            <p:cond delay="0"/>
                                          </p:stCondLst>
                                        </p:cTn>
                                        <p:tgtEl>
                                          <p:spTgt spid="42"/>
                                        </p:tgtEl>
                                        <p:attrNameLst>
                                          <p:attrName>style.visibility</p:attrName>
                                        </p:attrNameLst>
                                      </p:cBhvr>
                                      <p:to>
                                        <p:strVal val="visible"/>
                                      </p:to>
                                    </p:set>
                                    <p:anim calcmode="lin" valueType="num">
                                      <p:cBhvr additive="base">
                                        <p:cTn id="69" dur="250" fill="hold"/>
                                        <p:tgtEl>
                                          <p:spTgt spid="42"/>
                                        </p:tgtEl>
                                        <p:attrNameLst>
                                          <p:attrName>ppt_x</p:attrName>
                                        </p:attrNameLst>
                                      </p:cBhvr>
                                      <p:tavLst>
                                        <p:tav tm="0">
                                          <p:val>
                                            <p:strVal val="#ppt_x"/>
                                          </p:val>
                                        </p:tav>
                                        <p:tav tm="100000">
                                          <p:val>
                                            <p:strVal val="#ppt_x"/>
                                          </p:val>
                                        </p:tav>
                                      </p:tavLst>
                                    </p:anim>
                                    <p:anim calcmode="lin" valueType="num">
                                      <p:cBhvr additive="base">
                                        <p:cTn id="70" dur="250" fill="hold"/>
                                        <p:tgtEl>
                                          <p:spTgt spid="42"/>
                                        </p:tgtEl>
                                        <p:attrNameLst>
                                          <p:attrName>ppt_y</p:attrName>
                                        </p:attrNameLst>
                                      </p:cBhvr>
                                      <p:tavLst>
                                        <p:tav tm="0">
                                          <p:val>
                                            <p:strVal val="0-#ppt_h/2"/>
                                          </p:val>
                                        </p:tav>
                                        <p:tav tm="100000">
                                          <p:val>
                                            <p:strVal val="#ppt_y"/>
                                          </p:val>
                                        </p:tav>
                                      </p:tavLst>
                                    </p:anim>
                                  </p:childTnLst>
                                </p:cTn>
                              </p:par>
                              <p:par>
                                <p:cTn id="71" presetID="2" presetClass="entr" presetSubtype="1" fill="hold" nodeType="withEffect">
                                  <p:stCondLst>
                                    <p:cond delay="0"/>
                                  </p:stCondLst>
                                  <p:childTnLst>
                                    <p:set>
                                      <p:cBhvr>
                                        <p:cTn id="72" dur="1" fill="hold">
                                          <p:stCondLst>
                                            <p:cond delay="0"/>
                                          </p:stCondLst>
                                        </p:cTn>
                                        <p:tgtEl>
                                          <p:spTgt spid="47"/>
                                        </p:tgtEl>
                                        <p:attrNameLst>
                                          <p:attrName>style.visibility</p:attrName>
                                        </p:attrNameLst>
                                      </p:cBhvr>
                                      <p:to>
                                        <p:strVal val="visible"/>
                                      </p:to>
                                    </p:set>
                                    <p:anim calcmode="lin" valueType="num">
                                      <p:cBhvr additive="base">
                                        <p:cTn id="73" dur="250" fill="hold"/>
                                        <p:tgtEl>
                                          <p:spTgt spid="47"/>
                                        </p:tgtEl>
                                        <p:attrNameLst>
                                          <p:attrName>ppt_x</p:attrName>
                                        </p:attrNameLst>
                                      </p:cBhvr>
                                      <p:tavLst>
                                        <p:tav tm="0">
                                          <p:val>
                                            <p:strVal val="#ppt_x"/>
                                          </p:val>
                                        </p:tav>
                                        <p:tav tm="100000">
                                          <p:val>
                                            <p:strVal val="#ppt_x"/>
                                          </p:val>
                                        </p:tav>
                                      </p:tavLst>
                                    </p:anim>
                                    <p:anim calcmode="lin" valueType="num">
                                      <p:cBhvr additive="base">
                                        <p:cTn id="74" dur="250" fill="hold"/>
                                        <p:tgtEl>
                                          <p:spTgt spid="47"/>
                                        </p:tgtEl>
                                        <p:attrNameLst>
                                          <p:attrName>ppt_y</p:attrName>
                                        </p:attrNameLst>
                                      </p:cBhvr>
                                      <p:tavLst>
                                        <p:tav tm="0">
                                          <p:val>
                                            <p:strVal val="0-#ppt_h/2"/>
                                          </p:val>
                                        </p:tav>
                                        <p:tav tm="100000">
                                          <p:val>
                                            <p:strVal val="#ppt_y"/>
                                          </p:val>
                                        </p:tav>
                                      </p:tavLst>
                                    </p:anim>
                                  </p:childTnLst>
                                </p:cTn>
                              </p:par>
                              <p:par>
                                <p:cTn id="75" presetID="2" presetClass="entr" presetSubtype="1" fill="hold" nodeType="withEffect">
                                  <p:stCondLst>
                                    <p:cond delay="0"/>
                                  </p:stCondLst>
                                  <p:childTnLst>
                                    <p:set>
                                      <p:cBhvr>
                                        <p:cTn id="76" dur="1" fill="hold">
                                          <p:stCondLst>
                                            <p:cond delay="0"/>
                                          </p:stCondLst>
                                        </p:cTn>
                                        <p:tgtEl>
                                          <p:spTgt spid="81"/>
                                        </p:tgtEl>
                                        <p:attrNameLst>
                                          <p:attrName>style.visibility</p:attrName>
                                        </p:attrNameLst>
                                      </p:cBhvr>
                                      <p:to>
                                        <p:strVal val="visible"/>
                                      </p:to>
                                    </p:set>
                                    <p:anim calcmode="lin" valueType="num">
                                      <p:cBhvr additive="base">
                                        <p:cTn id="77" dur="250" fill="hold"/>
                                        <p:tgtEl>
                                          <p:spTgt spid="81"/>
                                        </p:tgtEl>
                                        <p:attrNameLst>
                                          <p:attrName>ppt_x</p:attrName>
                                        </p:attrNameLst>
                                      </p:cBhvr>
                                      <p:tavLst>
                                        <p:tav tm="0">
                                          <p:val>
                                            <p:strVal val="#ppt_x"/>
                                          </p:val>
                                        </p:tav>
                                        <p:tav tm="100000">
                                          <p:val>
                                            <p:strVal val="#ppt_x"/>
                                          </p:val>
                                        </p:tav>
                                      </p:tavLst>
                                    </p:anim>
                                    <p:anim calcmode="lin" valueType="num">
                                      <p:cBhvr additive="base">
                                        <p:cTn id="78" dur="250" fill="hold"/>
                                        <p:tgtEl>
                                          <p:spTgt spid="81"/>
                                        </p:tgtEl>
                                        <p:attrNameLst>
                                          <p:attrName>ppt_y</p:attrName>
                                        </p:attrNameLst>
                                      </p:cBhvr>
                                      <p:tavLst>
                                        <p:tav tm="0">
                                          <p:val>
                                            <p:strVal val="0-#ppt_h/2"/>
                                          </p:val>
                                        </p:tav>
                                        <p:tav tm="100000">
                                          <p:val>
                                            <p:strVal val="#ppt_y"/>
                                          </p:val>
                                        </p:tav>
                                      </p:tavLst>
                                    </p:anim>
                                  </p:childTnLst>
                                </p:cTn>
                              </p:par>
                              <p:par>
                                <p:cTn id="79" presetID="2" presetClass="entr" presetSubtype="1" fill="hold" nodeType="withEffect">
                                  <p:stCondLst>
                                    <p:cond delay="0"/>
                                  </p:stCondLst>
                                  <p:childTnLst>
                                    <p:set>
                                      <p:cBhvr>
                                        <p:cTn id="80" dur="1" fill="hold">
                                          <p:stCondLst>
                                            <p:cond delay="0"/>
                                          </p:stCondLst>
                                        </p:cTn>
                                        <p:tgtEl>
                                          <p:spTgt spid="88"/>
                                        </p:tgtEl>
                                        <p:attrNameLst>
                                          <p:attrName>style.visibility</p:attrName>
                                        </p:attrNameLst>
                                      </p:cBhvr>
                                      <p:to>
                                        <p:strVal val="visible"/>
                                      </p:to>
                                    </p:set>
                                    <p:anim calcmode="lin" valueType="num">
                                      <p:cBhvr additive="base">
                                        <p:cTn id="81" dur="250" fill="hold"/>
                                        <p:tgtEl>
                                          <p:spTgt spid="88"/>
                                        </p:tgtEl>
                                        <p:attrNameLst>
                                          <p:attrName>ppt_x</p:attrName>
                                        </p:attrNameLst>
                                      </p:cBhvr>
                                      <p:tavLst>
                                        <p:tav tm="0">
                                          <p:val>
                                            <p:strVal val="#ppt_x"/>
                                          </p:val>
                                        </p:tav>
                                        <p:tav tm="100000">
                                          <p:val>
                                            <p:strVal val="#ppt_x"/>
                                          </p:val>
                                        </p:tav>
                                      </p:tavLst>
                                    </p:anim>
                                    <p:anim calcmode="lin" valueType="num">
                                      <p:cBhvr additive="base">
                                        <p:cTn id="82" dur="250" fill="hold"/>
                                        <p:tgtEl>
                                          <p:spTgt spid="88"/>
                                        </p:tgtEl>
                                        <p:attrNameLst>
                                          <p:attrName>ppt_y</p:attrName>
                                        </p:attrNameLst>
                                      </p:cBhvr>
                                      <p:tavLst>
                                        <p:tav tm="0">
                                          <p:val>
                                            <p:strVal val="0-#ppt_h/2"/>
                                          </p:val>
                                        </p:tav>
                                        <p:tav tm="100000">
                                          <p:val>
                                            <p:strVal val="#ppt_y"/>
                                          </p:val>
                                        </p:tav>
                                      </p:tavLst>
                                    </p:anim>
                                  </p:childTnLst>
                                </p:cTn>
                              </p:par>
                              <p:par>
                                <p:cTn id="83" presetID="2" presetClass="entr" presetSubtype="1" fill="hold" nodeType="withEffect">
                                  <p:stCondLst>
                                    <p:cond delay="250"/>
                                  </p:stCondLst>
                                  <p:childTnLst>
                                    <p:set>
                                      <p:cBhvr>
                                        <p:cTn id="84" dur="1" fill="hold">
                                          <p:stCondLst>
                                            <p:cond delay="0"/>
                                          </p:stCondLst>
                                        </p:cTn>
                                        <p:tgtEl>
                                          <p:spTgt spid="43"/>
                                        </p:tgtEl>
                                        <p:attrNameLst>
                                          <p:attrName>style.visibility</p:attrName>
                                        </p:attrNameLst>
                                      </p:cBhvr>
                                      <p:to>
                                        <p:strVal val="visible"/>
                                      </p:to>
                                    </p:set>
                                    <p:anim calcmode="lin" valueType="num">
                                      <p:cBhvr additive="base">
                                        <p:cTn id="85" dur="250" fill="hold"/>
                                        <p:tgtEl>
                                          <p:spTgt spid="43"/>
                                        </p:tgtEl>
                                        <p:attrNameLst>
                                          <p:attrName>ppt_x</p:attrName>
                                        </p:attrNameLst>
                                      </p:cBhvr>
                                      <p:tavLst>
                                        <p:tav tm="0">
                                          <p:val>
                                            <p:strVal val="#ppt_x"/>
                                          </p:val>
                                        </p:tav>
                                        <p:tav tm="100000">
                                          <p:val>
                                            <p:strVal val="#ppt_x"/>
                                          </p:val>
                                        </p:tav>
                                      </p:tavLst>
                                    </p:anim>
                                    <p:anim calcmode="lin" valueType="num">
                                      <p:cBhvr additive="base">
                                        <p:cTn id="86" dur="250" fill="hold"/>
                                        <p:tgtEl>
                                          <p:spTgt spid="43"/>
                                        </p:tgtEl>
                                        <p:attrNameLst>
                                          <p:attrName>ppt_y</p:attrName>
                                        </p:attrNameLst>
                                      </p:cBhvr>
                                      <p:tavLst>
                                        <p:tav tm="0">
                                          <p:val>
                                            <p:strVal val="0-#ppt_h/2"/>
                                          </p:val>
                                        </p:tav>
                                        <p:tav tm="100000">
                                          <p:val>
                                            <p:strVal val="#ppt_y"/>
                                          </p:val>
                                        </p:tav>
                                      </p:tavLst>
                                    </p:anim>
                                  </p:childTnLst>
                                </p:cTn>
                              </p:par>
                              <p:par>
                                <p:cTn id="87" presetID="2" presetClass="entr" presetSubtype="1" fill="hold" nodeType="withEffect">
                                  <p:stCondLst>
                                    <p:cond delay="250"/>
                                  </p:stCondLst>
                                  <p:childTnLst>
                                    <p:set>
                                      <p:cBhvr>
                                        <p:cTn id="88" dur="1" fill="hold">
                                          <p:stCondLst>
                                            <p:cond delay="0"/>
                                          </p:stCondLst>
                                        </p:cTn>
                                        <p:tgtEl>
                                          <p:spTgt spid="48"/>
                                        </p:tgtEl>
                                        <p:attrNameLst>
                                          <p:attrName>style.visibility</p:attrName>
                                        </p:attrNameLst>
                                      </p:cBhvr>
                                      <p:to>
                                        <p:strVal val="visible"/>
                                      </p:to>
                                    </p:set>
                                    <p:anim calcmode="lin" valueType="num">
                                      <p:cBhvr additive="base">
                                        <p:cTn id="89" dur="250" fill="hold"/>
                                        <p:tgtEl>
                                          <p:spTgt spid="48"/>
                                        </p:tgtEl>
                                        <p:attrNameLst>
                                          <p:attrName>ppt_x</p:attrName>
                                        </p:attrNameLst>
                                      </p:cBhvr>
                                      <p:tavLst>
                                        <p:tav tm="0">
                                          <p:val>
                                            <p:strVal val="#ppt_x"/>
                                          </p:val>
                                        </p:tav>
                                        <p:tav tm="100000">
                                          <p:val>
                                            <p:strVal val="#ppt_x"/>
                                          </p:val>
                                        </p:tav>
                                      </p:tavLst>
                                    </p:anim>
                                    <p:anim calcmode="lin" valueType="num">
                                      <p:cBhvr additive="base">
                                        <p:cTn id="90" dur="250" fill="hold"/>
                                        <p:tgtEl>
                                          <p:spTgt spid="48"/>
                                        </p:tgtEl>
                                        <p:attrNameLst>
                                          <p:attrName>ppt_y</p:attrName>
                                        </p:attrNameLst>
                                      </p:cBhvr>
                                      <p:tavLst>
                                        <p:tav tm="0">
                                          <p:val>
                                            <p:strVal val="0-#ppt_h/2"/>
                                          </p:val>
                                        </p:tav>
                                        <p:tav tm="100000">
                                          <p:val>
                                            <p:strVal val="#ppt_y"/>
                                          </p:val>
                                        </p:tav>
                                      </p:tavLst>
                                    </p:anim>
                                  </p:childTnLst>
                                </p:cTn>
                              </p:par>
                              <p:par>
                                <p:cTn id="91" presetID="2" presetClass="entr" presetSubtype="1" fill="hold" nodeType="withEffect">
                                  <p:stCondLst>
                                    <p:cond delay="250"/>
                                  </p:stCondLst>
                                  <p:childTnLst>
                                    <p:set>
                                      <p:cBhvr>
                                        <p:cTn id="92" dur="1" fill="hold">
                                          <p:stCondLst>
                                            <p:cond delay="0"/>
                                          </p:stCondLst>
                                        </p:cTn>
                                        <p:tgtEl>
                                          <p:spTgt spid="82"/>
                                        </p:tgtEl>
                                        <p:attrNameLst>
                                          <p:attrName>style.visibility</p:attrName>
                                        </p:attrNameLst>
                                      </p:cBhvr>
                                      <p:to>
                                        <p:strVal val="visible"/>
                                      </p:to>
                                    </p:set>
                                    <p:anim calcmode="lin" valueType="num">
                                      <p:cBhvr additive="base">
                                        <p:cTn id="93" dur="250" fill="hold"/>
                                        <p:tgtEl>
                                          <p:spTgt spid="82"/>
                                        </p:tgtEl>
                                        <p:attrNameLst>
                                          <p:attrName>ppt_x</p:attrName>
                                        </p:attrNameLst>
                                      </p:cBhvr>
                                      <p:tavLst>
                                        <p:tav tm="0">
                                          <p:val>
                                            <p:strVal val="#ppt_x"/>
                                          </p:val>
                                        </p:tav>
                                        <p:tav tm="100000">
                                          <p:val>
                                            <p:strVal val="#ppt_x"/>
                                          </p:val>
                                        </p:tav>
                                      </p:tavLst>
                                    </p:anim>
                                    <p:anim calcmode="lin" valueType="num">
                                      <p:cBhvr additive="base">
                                        <p:cTn id="94" dur="250" fill="hold"/>
                                        <p:tgtEl>
                                          <p:spTgt spid="82"/>
                                        </p:tgtEl>
                                        <p:attrNameLst>
                                          <p:attrName>ppt_y</p:attrName>
                                        </p:attrNameLst>
                                      </p:cBhvr>
                                      <p:tavLst>
                                        <p:tav tm="0">
                                          <p:val>
                                            <p:strVal val="0-#ppt_h/2"/>
                                          </p:val>
                                        </p:tav>
                                        <p:tav tm="100000">
                                          <p:val>
                                            <p:strVal val="#ppt_y"/>
                                          </p:val>
                                        </p:tav>
                                      </p:tavLst>
                                    </p:anim>
                                  </p:childTnLst>
                                </p:cTn>
                              </p:par>
                              <p:par>
                                <p:cTn id="95" presetID="2" presetClass="entr" presetSubtype="1" fill="hold" nodeType="withEffect">
                                  <p:stCondLst>
                                    <p:cond delay="250"/>
                                  </p:stCondLst>
                                  <p:childTnLst>
                                    <p:set>
                                      <p:cBhvr>
                                        <p:cTn id="96" dur="1" fill="hold">
                                          <p:stCondLst>
                                            <p:cond delay="0"/>
                                          </p:stCondLst>
                                        </p:cTn>
                                        <p:tgtEl>
                                          <p:spTgt spid="89"/>
                                        </p:tgtEl>
                                        <p:attrNameLst>
                                          <p:attrName>style.visibility</p:attrName>
                                        </p:attrNameLst>
                                      </p:cBhvr>
                                      <p:to>
                                        <p:strVal val="visible"/>
                                      </p:to>
                                    </p:set>
                                    <p:anim calcmode="lin" valueType="num">
                                      <p:cBhvr additive="base">
                                        <p:cTn id="97" dur="250" fill="hold"/>
                                        <p:tgtEl>
                                          <p:spTgt spid="89"/>
                                        </p:tgtEl>
                                        <p:attrNameLst>
                                          <p:attrName>ppt_x</p:attrName>
                                        </p:attrNameLst>
                                      </p:cBhvr>
                                      <p:tavLst>
                                        <p:tav tm="0">
                                          <p:val>
                                            <p:strVal val="#ppt_x"/>
                                          </p:val>
                                        </p:tav>
                                        <p:tav tm="100000">
                                          <p:val>
                                            <p:strVal val="#ppt_x"/>
                                          </p:val>
                                        </p:tav>
                                      </p:tavLst>
                                    </p:anim>
                                    <p:anim calcmode="lin" valueType="num">
                                      <p:cBhvr additive="base">
                                        <p:cTn id="98" dur="250" fill="hold"/>
                                        <p:tgtEl>
                                          <p:spTgt spid="89"/>
                                        </p:tgtEl>
                                        <p:attrNameLst>
                                          <p:attrName>ppt_y</p:attrName>
                                        </p:attrNameLst>
                                      </p:cBhvr>
                                      <p:tavLst>
                                        <p:tav tm="0">
                                          <p:val>
                                            <p:strVal val="0-#ppt_h/2"/>
                                          </p:val>
                                        </p:tav>
                                        <p:tav tm="100000">
                                          <p:val>
                                            <p:strVal val="#ppt_y"/>
                                          </p:val>
                                        </p:tav>
                                      </p:tavLst>
                                    </p:anim>
                                  </p:childTnLst>
                                </p:cTn>
                              </p:par>
                              <p:par>
                                <p:cTn id="99" presetID="2" presetClass="entr" presetSubtype="1" fill="hold" nodeType="withEffect">
                                  <p:stCondLst>
                                    <p:cond delay="500"/>
                                  </p:stCondLst>
                                  <p:childTnLst>
                                    <p:set>
                                      <p:cBhvr>
                                        <p:cTn id="100" dur="1" fill="hold">
                                          <p:stCondLst>
                                            <p:cond delay="0"/>
                                          </p:stCondLst>
                                        </p:cTn>
                                        <p:tgtEl>
                                          <p:spTgt spid="44"/>
                                        </p:tgtEl>
                                        <p:attrNameLst>
                                          <p:attrName>style.visibility</p:attrName>
                                        </p:attrNameLst>
                                      </p:cBhvr>
                                      <p:to>
                                        <p:strVal val="visible"/>
                                      </p:to>
                                    </p:set>
                                    <p:anim calcmode="lin" valueType="num">
                                      <p:cBhvr additive="base">
                                        <p:cTn id="101" dur="250" fill="hold"/>
                                        <p:tgtEl>
                                          <p:spTgt spid="44"/>
                                        </p:tgtEl>
                                        <p:attrNameLst>
                                          <p:attrName>ppt_x</p:attrName>
                                        </p:attrNameLst>
                                      </p:cBhvr>
                                      <p:tavLst>
                                        <p:tav tm="0">
                                          <p:val>
                                            <p:strVal val="#ppt_x"/>
                                          </p:val>
                                        </p:tav>
                                        <p:tav tm="100000">
                                          <p:val>
                                            <p:strVal val="#ppt_x"/>
                                          </p:val>
                                        </p:tav>
                                      </p:tavLst>
                                    </p:anim>
                                    <p:anim calcmode="lin" valueType="num">
                                      <p:cBhvr additive="base">
                                        <p:cTn id="102" dur="250" fill="hold"/>
                                        <p:tgtEl>
                                          <p:spTgt spid="44"/>
                                        </p:tgtEl>
                                        <p:attrNameLst>
                                          <p:attrName>ppt_y</p:attrName>
                                        </p:attrNameLst>
                                      </p:cBhvr>
                                      <p:tavLst>
                                        <p:tav tm="0">
                                          <p:val>
                                            <p:strVal val="0-#ppt_h/2"/>
                                          </p:val>
                                        </p:tav>
                                        <p:tav tm="100000">
                                          <p:val>
                                            <p:strVal val="#ppt_y"/>
                                          </p:val>
                                        </p:tav>
                                      </p:tavLst>
                                    </p:anim>
                                  </p:childTnLst>
                                </p:cTn>
                              </p:par>
                              <p:par>
                                <p:cTn id="103" presetID="2" presetClass="entr" presetSubtype="1" fill="hold" nodeType="withEffect">
                                  <p:stCondLst>
                                    <p:cond delay="500"/>
                                  </p:stCondLst>
                                  <p:childTnLst>
                                    <p:set>
                                      <p:cBhvr>
                                        <p:cTn id="104" dur="1" fill="hold">
                                          <p:stCondLst>
                                            <p:cond delay="0"/>
                                          </p:stCondLst>
                                        </p:cTn>
                                        <p:tgtEl>
                                          <p:spTgt spid="90"/>
                                        </p:tgtEl>
                                        <p:attrNameLst>
                                          <p:attrName>style.visibility</p:attrName>
                                        </p:attrNameLst>
                                      </p:cBhvr>
                                      <p:to>
                                        <p:strVal val="visible"/>
                                      </p:to>
                                    </p:set>
                                    <p:anim calcmode="lin" valueType="num">
                                      <p:cBhvr additive="base">
                                        <p:cTn id="105" dur="250" fill="hold"/>
                                        <p:tgtEl>
                                          <p:spTgt spid="90"/>
                                        </p:tgtEl>
                                        <p:attrNameLst>
                                          <p:attrName>ppt_x</p:attrName>
                                        </p:attrNameLst>
                                      </p:cBhvr>
                                      <p:tavLst>
                                        <p:tav tm="0">
                                          <p:val>
                                            <p:strVal val="#ppt_x"/>
                                          </p:val>
                                        </p:tav>
                                        <p:tav tm="100000">
                                          <p:val>
                                            <p:strVal val="#ppt_x"/>
                                          </p:val>
                                        </p:tav>
                                      </p:tavLst>
                                    </p:anim>
                                    <p:anim calcmode="lin" valueType="num">
                                      <p:cBhvr additive="base">
                                        <p:cTn id="106" dur="250" fill="hold"/>
                                        <p:tgtEl>
                                          <p:spTgt spid="90"/>
                                        </p:tgtEl>
                                        <p:attrNameLst>
                                          <p:attrName>ppt_y</p:attrName>
                                        </p:attrNameLst>
                                      </p:cBhvr>
                                      <p:tavLst>
                                        <p:tav tm="0">
                                          <p:val>
                                            <p:strVal val="0-#ppt_h/2"/>
                                          </p:val>
                                        </p:tav>
                                        <p:tav tm="100000">
                                          <p:val>
                                            <p:strVal val="#ppt_y"/>
                                          </p:val>
                                        </p:tav>
                                      </p:tavLst>
                                    </p:anim>
                                  </p:childTnLst>
                                </p:cTn>
                              </p:par>
                              <p:par>
                                <p:cTn id="107" presetID="2" presetClass="entr" presetSubtype="1" fill="hold" nodeType="withEffect">
                                  <p:stCondLst>
                                    <p:cond delay="750"/>
                                  </p:stCondLst>
                                  <p:childTnLst>
                                    <p:set>
                                      <p:cBhvr>
                                        <p:cTn id="108" dur="1" fill="hold">
                                          <p:stCondLst>
                                            <p:cond delay="0"/>
                                          </p:stCondLst>
                                        </p:cTn>
                                        <p:tgtEl>
                                          <p:spTgt spid="45"/>
                                        </p:tgtEl>
                                        <p:attrNameLst>
                                          <p:attrName>style.visibility</p:attrName>
                                        </p:attrNameLst>
                                      </p:cBhvr>
                                      <p:to>
                                        <p:strVal val="visible"/>
                                      </p:to>
                                    </p:set>
                                    <p:anim calcmode="lin" valueType="num">
                                      <p:cBhvr additive="base">
                                        <p:cTn id="109" dur="250" fill="hold"/>
                                        <p:tgtEl>
                                          <p:spTgt spid="45"/>
                                        </p:tgtEl>
                                        <p:attrNameLst>
                                          <p:attrName>ppt_x</p:attrName>
                                        </p:attrNameLst>
                                      </p:cBhvr>
                                      <p:tavLst>
                                        <p:tav tm="0">
                                          <p:val>
                                            <p:strVal val="#ppt_x"/>
                                          </p:val>
                                        </p:tav>
                                        <p:tav tm="100000">
                                          <p:val>
                                            <p:strVal val="#ppt_x"/>
                                          </p:val>
                                        </p:tav>
                                      </p:tavLst>
                                    </p:anim>
                                    <p:anim calcmode="lin" valueType="num">
                                      <p:cBhvr additive="base">
                                        <p:cTn id="110" dur="250" fill="hold"/>
                                        <p:tgtEl>
                                          <p:spTgt spid="45"/>
                                        </p:tgtEl>
                                        <p:attrNameLst>
                                          <p:attrName>ppt_y</p:attrName>
                                        </p:attrNameLst>
                                      </p:cBhvr>
                                      <p:tavLst>
                                        <p:tav tm="0">
                                          <p:val>
                                            <p:strVal val="0-#ppt_h/2"/>
                                          </p:val>
                                        </p:tav>
                                        <p:tav tm="100000">
                                          <p:val>
                                            <p:strVal val="#ppt_y"/>
                                          </p:val>
                                        </p:tav>
                                      </p:tavLst>
                                    </p:anim>
                                  </p:childTnLst>
                                </p:cTn>
                              </p:par>
                              <p:par>
                                <p:cTn id="111" presetID="2" presetClass="entr" presetSubtype="1" fill="hold" nodeType="withEffect">
                                  <p:stCondLst>
                                    <p:cond delay="750"/>
                                  </p:stCondLst>
                                  <p:childTnLst>
                                    <p:set>
                                      <p:cBhvr>
                                        <p:cTn id="112" dur="1" fill="hold">
                                          <p:stCondLst>
                                            <p:cond delay="0"/>
                                          </p:stCondLst>
                                        </p:cTn>
                                        <p:tgtEl>
                                          <p:spTgt spid="91"/>
                                        </p:tgtEl>
                                        <p:attrNameLst>
                                          <p:attrName>style.visibility</p:attrName>
                                        </p:attrNameLst>
                                      </p:cBhvr>
                                      <p:to>
                                        <p:strVal val="visible"/>
                                      </p:to>
                                    </p:set>
                                    <p:anim calcmode="lin" valueType="num">
                                      <p:cBhvr additive="base">
                                        <p:cTn id="113" dur="250" fill="hold"/>
                                        <p:tgtEl>
                                          <p:spTgt spid="91"/>
                                        </p:tgtEl>
                                        <p:attrNameLst>
                                          <p:attrName>ppt_x</p:attrName>
                                        </p:attrNameLst>
                                      </p:cBhvr>
                                      <p:tavLst>
                                        <p:tav tm="0">
                                          <p:val>
                                            <p:strVal val="#ppt_x"/>
                                          </p:val>
                                        </p:tav>
                                        <p:tav tm="100000">
                                          <p:val>
                                            <p:strVal val="#ppt_x"/>
                                          </p:val>
                                        </p:tav>
                                      </p:tavLst>
                                    </p:anim>
                                    <p:anim calcmode="lin" valueType="num">
                                      <p:cBhvr additive="base">
                                        <p:cTn id="114" dur="250" fill="hold"/>
                                        <p:tgtEl>
                                          <p:spTgt spid="91"/>
                                        </p:tgtEl>
                                        <p:attrNameLst>
                                          <p:attrName>ppt_y</p:attrName>
                                        </p:attrNameLst>
                                      </p:cBhvr>
                                      <p:tavLst>
                                        <p:tav tm="0">
                                          <p:val>
                                            <p:strVal val="0-#ppt_h/2"/>
                                          </p:val>
                                        </p:tav>
                                        <p:tav tm="100000">
                                          <p:val>
                                            <p:strVal val="#ppt_y"/>
                                          </p:val>
                                        </p:tav>
                                      </p:tavLst>
                                    </p:anim>
                                  </p:childTnLst>
                                </p:cTn>
                              </p:par>
                            </p:childTnLst>
                          </p:cTn>
                        </p:par>
                      </p:childTnLst>
                    </p:cTn>
                  </p:par>
                </p:childTnLst>
              </p:cTn>
              <p:prevCondLst>
                <p:cond evt="onPrev" delay="0">
                  <p:tgtEl>
                    <p:sldTgt/>
                  </p:tgtEl>
                </p:cond>
              </p:prevCondLst>
              <p:nextCondLst>
                <p:cond evt="onNext" delay="0">
                  <p:tgtEl>
                    <p:sldTgt/>
                  </p:tgtEl>
                </p:cond>
              </p:nextCondLst>
            </p:seq>
            <p:audio>
              <p:cMediaNode vol="100000">
                <p:cTn id="115" fill="hold" display="0">
                  <p:stCondLst>
                    <p:cond delay="indefinite"/>
                  </p:stCondLst>
                  <p:endCondLst>
                    <p:cond evt="onStopAudio" delay="0">
                      <p:tgtEl>
                        <p:sldTgt/>
                      </p:tgtEl>
                    </p:cond>
                  </p:endCondLst>
                </p:cTn>
                <p:tgtEl>
                  <p:spTgt spid="49"/>
                </p:tgtEl>
              </p:cMediaNode>
            </p:audio>
            <p:audio>
              <p:cMediaNode vol="100000">
                <p:cTn id="116" fill="hold" display="0">
                  <p:stCondLst>
                    <p:cond delay="indefinite"/>
                  </p:stCondLst>
                  <p:endCondLst>
                    <p:cond evt="onStopAudio" delay="0">
                      <p:tgtEl>
                        <p:sldTgt/>
                      </p:tgtEl>
                    </p:cond>
                  </p:endCondLst>
                </p:cTn>
                <p:tgtEl>
                  <p:spTgt spid="50"/>
                </p:tgtEl>
              </p:cMediaNode>
            </p:audio>
            <p:audio>
              <p:cMediaNode vol="80303">
                <p:cTn id="117" fill="hold" display="0">
                  <p:stCondLst>
                    <p:cond delay="indefinite"/>
                  </p:stCondLst>
                  <p:endCondLst>
                    <p:cond evt="onStopAudio" delay="0">
                      <p:tgtEl>
                        <p:sldTgt/>
                      </p:tgtEl>
                    </p:cond>
                    <p:cond evt="onNext" delay="0">
                      <p:tgtEl>
                        <p:sldTgt/>
                      </p:tgtEl>
                    </p:cond>
                  </p:endCondLst>
                </p:cTn>
                <p:tgtEl>
                  <p:spTgt spid="2"/>
                </p:tgtEl>
              </p:cMediaNode>
            </p:audio>
            <p:audio>
              <p:cMediaNode vol="80000">
                <p:cTn id="118" fill="hold" display="0">
                  <p:stCondLst>
                    <p:cond delay="indefinite"/>
                  </p:stCondLst>
                  <p:endCondLst>
                    <p:cond evt="onStopAudio" delay="0">
                      <p:tgtEl>
                        <p:sldTgt/>
                      </p:tgtEl>
                    </p:cond>
                  </p:endCondLst>
                </p:cTn>
                <p:tgtEl>
                  <p:spTgt spid="3"/>
                </p:tgtEl>
              </p:cMediaNode>
            </p:audio>
            <p:audio>
              <p:cMediaNode vol="80000">
                <p:cTn id="119" fill="hold" display="0">
                  <p:stCondLst>
                    <p:cond delay="indefinite"/>
                  </p:stCondLst>
                  <p:endCondLst>
                    <p:cond evt="onStopAudio" delay="0">
                      <p:tgtEl>
                        <p:sldTgt/>
                      </p:tgtEl>
                    </p:cond>
                  </p:endCondLst>
                </p:cTn>
                <p:tgtEl>
                  <p:spTgt spid="4"/>
                </p:tgtEl>
              </p:cMediaNode>
            </p:audio>
          </p:childTnLst>
        </p:cTn>
      </p:par>
    </p:tnLst>
  </p:timing>
</p:sld>
</file>

<file path=ppt/slides/slide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14" name="Baseplate"/>
          <p:cNvPicPr>
            <a:picLocks noChangeAspect="1"/>
          </p:cNvPicPr>
          <p:nvPr/>
        </p:nvPicPr>
        <p:blipFill>
          <a:blip r:embed="rId7" cstate="print">
            <a:extLst>
              <a:ext uri="{28A0092B-C50C-407E-A947-70E740481C1C}">
                <a14:useLocalDpi xmlns:a14="http://schemas.microsoft.com/office/drawing/2010/main" val="0"/>
              </a:ext>
            </a:extLst>
          </a:blip>
          <a:stretch>
            <a:fillRect/>
          </a:stretch>
        </p:blipFill>
        <p:spPr>
          <a:xfrm>
            <a:off x="-594469" y="-54465"/>
            <a:ext cx="15819338" cy="8503919"/>
          </a:xfrm>
          <a:prstGeom prst="rect">
            <a:avLst/>
          </a:prstGeom>
        </p:spPr>
      </p:pic>
      <p:pic>
        <p:nvPicPr>
          <p:cNvPr id="51" name="Timer 1x2"/>
          <p:cNvPicPr>
            <a:picLocks/>
          </p:cNvPicPr>
          <p:nvPr/>
        </p:nvPicPr>
        <p:blipFill>
          <a:blip r:embed="rId8" cstate="print">
            <a:extLst>
              <a:ext uri="{28A0092B-C50C-407E-A947-70E740481C1C}">
                <a14:useLocalDpi xmlns:a14="http://schemas.microsoft.com/office/drawing/2010/main" val="0"/>
              </a:ext>
            </a:extLst>
          </a:blip>
          <a:stretch>
            <a:fillRect/>
          </a:stretch>
        </p:blipFill>
        <p:spPr>
          <a:xfrm>
            <a:off x="13929822" y="-203906"/>
            <a:ext cx="832104" cy="529163"/>
          </a:xfrm>
          <a:prstGeom prst="rect">
            <a:avLst/>
          </a:prstGeom>
        </p:spPr>
      </p:pic>
      <p:pic>
        <p:nvPicPr>
          <p:cNvPr id="62" name="Blue Bricks 1"/>
          <p:cNvPicPr>
            <a:picLocks noChangeAspect="1"/>
          </p:cNvPicPr>
          <p:nvPr/>
        </p:nvPicPr>
        <p:blipFill>
          <a:blip r:embed="rId9" cstate="print">
            <a:extLst>
              <a:ext uri="{28A0092B-C50C-407E-A947-70E740481C1C}">
                <a14:useLocalDpi xmlns:a14="http://schemas.microsoft.com/office/drawing/2010/main" val="0"/>
              </a:ext>
            </a:extLst>
          </a:blip>
          <a:stretch>
            <a:fillRect/>
          </a:stretch>
        </p:blipFill>
        <p:spPr>
          <a:xfrm>
            <a:off x="4737100" y="3059476"/>
            <a:ext cx="3302000" cy="1724155"/>
          </a:xfrm>
          <a:prstGeom prst="rect">
            <a:avLst/>
          </a:prstGeom>
        </p:spPr>
      </p:pic>
      <p:pic>
        <p:nvPicPr>
          <p:cNvPr id="13" name="Green Bricks 1"/>
          <p:cNvPicPr>
            <a:picLocks noChangeAspect="1"/>
          </p:cNvPicPr>
          <p:nvPr/>
        </p:nvPicPr>
        <p:blipFill>
          <a:blip r:embed="rId10" cstate="print">
            <a:extLst>
              <a:ext uri="{28A0092B-C50C-407E-A947-70E740481C1C}">
                <a14:useLocalDpi xmlns:a14="http://schemas.microsoft.com/office/drawing/2010/main" val="0"/>
              </a:ext>
            </a:extLst>
          </a:blip>
          <a:stretch>
            <a:fillRect/>
          </a:stretch>
        </p:blipFill>
        <p:spPr>
          <a:xfrm>
            <a:off x="9286304" y="312925"/>
            <a:ext cx="3456007" cy="1724155"/>
          </a:xfrm>
          <a:prstGeom prst="rect">
            <a:avLst/>
          </a:prstGeom>
        </p:spPr>
      </p:pic>
      <p:sp>
        <p:nvSpPr>
          <p:cNvPr id="15" name="Green Cap 1"/>
          <p:cNvSpPr>
            <a:spLocks noChangeAspect="1"/>
          </p:cNvSpPr>
          <p:nvPr/>
        </p:nvSpPr>
        <p:spPr>
          <a:xfrm>
            <a:off x="9850629" y="204722"/>
            <a:ext cx="2907791" cy="1453896"/>
          </a:xfrm>
          <a:prstGeom prst="rect">
            <a:avLst/>
          </a:prstGeom>
          <a:solidFill>
            <a:srgbClr val="F4F4F4"/>
          </a:solidFill>
          <a:ln>
            <a:noFill/>
          </a:ln>
          <a:scene3d>
            <a:camera prst="orthographicFront">
              <a:rot lat="20400000" lon="21000000" rev="198000"/>
            </a:camera>
            <a:lightRig rig="balanced" dir="t"/>
          </a:scene3d>
          <a:sp3d extrusionH="165100" prstMaterial="metal">
            <a:bevelT w="19050" h="12700"/>
            <a:extrusionClr>
              <a:srgbClr val="F4F4F4"/>
            </a:extrusionClr>
          </a:sp3d>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sz="4400" spc="-200" dirty="0">
                <a:ln>
                  <a:solidFill>
                    <a:schemeClr val="tx1">
                      <a:lumMod val="85000"/>
                      <a:lumOff val="15000"/>
                    </a:schemeClr>
                  </a:solidFill>
                </a:ln>
                <a:solidFill>
                  <a:srgbClr val="04A043"/>
                </a:solidFill>
                <a:latin typeface="Poppins Medium" panose="00000600000000000000" pitchFamily="2" charset="0"/>
                <a:ea typeface="ZCOOL QingKe HuangYou" panose="00000500000000000000" pitchFamily="2" charset="0"/>
                <a:cs typeface="Poppins Medium" panose="00000600000000000000" pitchFamily="2" charset="0"/>
              </a:rPr>
              <a:t>have a soccer lesson</a:t>
            </a:r>
          </a:p>
        </p:txBody>
      </p:sp>
      <p:pic>
        <p:nvPicPr>
          <p:cNvPr id="30" name="Green Bricks 2"/>
          <p:cNvPicPr>
            <a:picLocks noChangeAspect="1"/>
          </p:cNvPicPr>
          <p:nvPr/>
        </p:nvPicPr>
        <p:blipFill>
          <a:blip r:embed="rId10" cstate="print">
            <a:extLst>
              <a:ext uri="{28A0092B-C50C-407E-A947-70E740481C1C}">
                <a14:useLocalDpi xmlns:a14="http://schemas.microsoft.com/office/drawing/2010/main" val="0"/>
              </a:ext>
            </a:extLst>
          </a:blip>
          <a:stretch>
            <a:fillRect/>
          </a:stretch>
        </p:blipFill>
        <p:spPr>
          <a:xfrm>
            <a:off x="9405482" y="2380201"/>
            <a:ext cx="3456007" cy="1724155"/>
          </a:xfrm>
          <a:prstGeom prst="rect">
            <a:avLst/>
          </a:prstGeom>
        </p:spPr>
      </p:pic>
      <p:sp>
        <p:nvSpPr>
          <p:cNvPr id="31" name="Green Cap 2"/>
          <p:cNvSpPr>
            <a:spLocks noChangeAspect="1"/>
          </p:cNvSpPr>
          <p:nvPr/>
        </p:nvSpPr>
        <p:spPr>
          <a:xfrm>
            <a:off x="9968739" y="2271998"/>
            <a:ext cx="2907791" cy="1453896"/>
          </a:xfrm>
          <a:prstGeom prst="rect">
            <a:avLst/>
          </a:prstGeom>
          <a:solidFill>
            <a:srgbClr val="F4F4F4"/>
          </a:solidFill>
          <a:ln>
            <a:noFill/>
          </a:ln>
          <a:scene3d>
            <a:camera prst="orthographicFront">
              <a:rot lat="20400000" lon="21000000" rev="198000"/>
            </a:camera>
            <a:lightRig rig="balanced" dir="t"/>
          </a:scene3d>
          <a:sp3d extrusionH="165100" prstMaterial="metal">
            <a:bevelT w="19050" h="12700"/>
            <a:extrusionClr>
              <a:srgbClr val="F4F4F4"/>
            </a:extrusionClr>
          </a:sp3d>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sz="4400" spc="-200" dirty="0">
                <a:ln>
                  <a:solidFill>
                    <a:schemeClr val="tx1">
                      <a:lumMod val="85000"/>
                      <a:lumOff val="15000"/>
                    </a:schemeClr>
                  </a:solidFill>
                </a:ln>
                <a:solidFill>
                  <a:srgbClr val="04A043"/>
                </a:solidFill>
                <a:latin typeface="Poppins Medium" panose="00000600000000000000" pitchFamily="2" charset="0"/>
                <a:ea typeface="ZCOOL QingKe HuangYou" panose="00000500000000000000" pitchFamily="2" charset="0"/>
                <a:cs typeface="Poppins Medium" panose="00000600000000000000" pitchFamily="2" charset="0"/>
              </a:rPr>
              <a:t>have a guitar lesson</a:t>
            </a:r>
          </a:p>
        </p:txBody>
      </p:sp>
      <p:pic>
        <p:nvPicPr>
          <p:cNvPr id="33" name="Green Bricks 3"/>
          <p:cNvPicPr>
            <a:picLocks noChangeAspect="1"/>
          </p:cNvPicPr>
          <p:nvPr/>
        </p:nvPicPr>
        <p:blipFill>
          <a:blip r:embed="rId10" cstate="print">
            <a:extLst>
              <a:ext uri="{28A0092B-C50C-407E-A947-70E740481C1C}">
                <a14:useLocalDpi xmlns:a14="http://schemas.microsoft.com/office/drawing/2010/main" val="0"/>
              </a:ext>
            </a:extLst>
          </a:blip>
          <a:stretch>
            <a:fillRect/>
          </a:stretch>
        </p:blipFill>
        <p:spPr>
          <a:xfrm>
            <a:off x="9526095" y="4456170"/>
            <a:ext cx="3456007" cy="1724155"/>
          </a:xfrm>
          <a:prstGeom prst="rect">
            <a:avLst/>
          </a:prstGeom>
        </p:spPr>
      </p:pic>
      <p:sp>
        <p:nvSpPr>
          <p:cNvPr id="34" name="Green Cap 3"/>
          <p:cNvSpPr>
            <a:spLocks noChangeAspect="1"/>
          </p:cNvSpPr>
          <p:nvPr/>
        </p:nvSpPr>
        <p:spPr>
          <a:xfrm>
            <a:off x="10091929" y="4347967"/>
            <a:ext cx="2907791" cy="1453896"/>
          </a:xfrm>
          <a:prstGeom prst="rect">
            <a:avLst/>
          </a:prstGeom>
          <a:solidFill>
            <a:srgbClr val="F4F4F4"/>
          </a:solidFill>
          <a:ln>
            <a:noFill/>
          </a:ln>
          <a:scene3d>
            <a:camera prst="orthographicFront">
              <a:rot lat="20400000" lon="21000000" rev="198000"/>
            </a:camera>
            <a:lightRig rig="balanced" dir="t"/>
          </a:scene3d>
          <a:sp3d extrusionH="165100" prstMaterial="metal">
            <a:bevelT w="19050" h="12700"/>
            <a:extrusionClr>
              <a:srgbClr val="F4F4F4"/>
            </a:extrusionClr>
          </a:sp3d>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sz="4400" spc="-200" dirty="0">
                <a:ln>
                  <a:solidFill>
                    <a:schemeClr val="tx1">
                      <a:lumMod val="85000"/>
                      <a:lumOff val="15000"/>
                    </a:schemeClr>
                  </a:solidFill>
                </a:ln>
                <a:solidFill>
                  <a:srgbClr val="04A043"/>
                </a:solidFill>
                <a:latin typeface="Poppins Medium" panose="00000600000000000000" pitchFamily="2" charset="0"/>
                <a:ea typeface="ZCOOL QingKe HuangYou" panose="00000500000000000000" pitchFamily="2" charset="0"/>
                <a:cs typeface="Poppins Medium" panose="00000600000000000000" pitchFamily="2" charset="0"/>
              </a:rPr>
              <a:t>have a dance lesson</a:t>
            </a:r>
          </a:p>
        </p:txBody>
      </p:sp>
      <p:pic>
        <p:nvPicPr>
          <p:cNvPr id="36" name="Green Bricks 4"/>
          <p:cNvPicPr>
            <a:picLocks noChangeAspect="1"/>
          </p:cNvPicPr>
          <p:nvPr/>
        </p:nvPicPr>
        <p:blipFill>
          <a:blip r:embed="rId10" cstate="print">
            <a:extLst>
              <a:ext uri="{28A0092B-C50C-407E-A947-70E740481C1C}">
                <a14:useLocalDpi xmlns:a14="http://schemas.microsoft.com/office/drawing/2010/main" val="0"/>
              </a:ext>
            </a:extLst>
          </a:blip>
          <a:stretch>
            <a:fillRect/>
          </a:stretch>
        </p:blipFill>
        <p:spPr>
          <a:xfrm>
            <a:off x="9635113" y="6523446"/>
            <a:ext cx="3456007" cy="1724155"/>
          </a:xfrm>
          <a:prstGeom prst="rect">
            <a:avLst/>
          </a:prstGeom>
        </p:spPr>
      </p:pic>
      <p:sp>
        <p:nvSpPr>
          <p:cNvPr id="37" name="Green Cap 4"/>
          <p:cNvSpPr>
            <a:spLocks noChangeAspect="1"/>
          </p:cNvSpPr>
          <p:nvPr/>
        </p:nvSpPr>
        <p:spPr>
          <a:xfrm>
            <a:off x="10201149" y="6415243"/>
            <a:ext cx="2907791" cy="1453896"/>
          </a:xfrm>
          <a:prstGeom prst="rect">
            <a:avLst/>
          </a:prstGeom>
          <a:solidFill>
            <a:srgbClr val="F4F4F4"/>
          </a:solidFill>
          <a:ln>
            <a:noFill/>
          </a:ln>
          <a:scene3d>
            <a:camera prst="orthographicFront">
              <a:rot lat="20400000" lon="21000000" rev="198000"/>
            </a:camera>
            <a:lightRig rig="balanced" dir="t"/>
          </a:scene3d>
          <a:sp3d extrusionH="165100" prstMaterial="metal">
            <a:bevelT w="19050" h="12700"/>
            <a:extrusionClr>
              <a:srgbClr val="F4F4F4"/>
            </a:extrusionClr>
          </a:sp3d>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sz="4400" spc="-200" dirty="0">
                <a:ln>
                  <a:solidFill>
                    <a:schemeClr val="tx1">
                      <a:lumMod val="85000"/>
                      <a:lumOff val="15000"/>
                    </a:schemeClr>
                  </a:solidFill>
                </a:ln>
                <a:solidFill>
                  <a:srgbClr val="04A043"/>
                </a:solidFill>
                <a:latin typeface="Poppins Medium" panose="00000600000000000000" pitchFamily="2" charset="0"/>
                <a:ea typeface="ZCOOL QingKe HuangYou" panose="00000500000000000000" pitchFamily="2" charset="0"/>
                <a:cs typeface="Poppins Medium" panose="00000600000000000000" pitchFamily="2" charset="0"/>
              </a:rPr>
              <a:t>play basketball</a:t>
            </a:r>
          </a:p>
        </p:txBody>
      </p:sp>
      <p:pic>
        <p:nvPicPr>
          <p:cNvPr id="60" name="Gold Coin 1">
            <a:extLst>
              <a:ext uri="{FF2B5EF4-FFF2-40B4-BE49-F238E27FC236}">
                <a16:creationId xmlns:a16="http://schemas.microsoft.com/office/drawing/2014/main" id="{33F162D1-96A8-A648-FF33-7753F93BBEDB}"/>
              </a:ext>
            </a:extLst>
          </p:cNvPr>
          <p:cNvPicPr>
            <a:picLocks noChangeAspect="1"/>
          </p:cNvPicPr>
          <p:nvPr/>
        </p:nvPicPr>
        <p:blipFill>
          <a:blip r:embed="rId11" cstate="print">
            <a:extLst>
              <a:ext uri="{28A0092B-C50C-407E-A947-70E740481C1C}">
                <a14:useLocalDpi xmlns:a14="http://schemas.microsoft.com/office/drawing/2010/main" val="0"/>
              </a:ext>
            </a:extLst>
          </a:blip>
          <a:stretch>
            <a:fillRect/>
          </a:stretch>
        </p:blipFill>
        <p:spPr>
          <a:xfrm>
            <a:off x="12861981" y="279730"/>
            <a:ext cx="400420" cy="374904"/>
          </a:xfrm>
          <a:prstGeom prst="rect">
            <a:avLst/>
          </a:prstGeom>
        </p:spPr>
      </p:pic>
      <p:pic>
        <p:nvPicPr>
          <p:cNvPr id="66" name="Gold Coin 2">
            <a:extLst>
              <a:ext uri="{FF2B5EF4-FFF2-40B4-BE49-F238E27FC236}">
                <a16:creationId xmlns:a16="http://schemas.microsoft.com/office/drawing/2014/main" id="{4368B9A9-122A-8CBA-384D-DFD6E78E620C}"/>
              </a:ext>
            </a:extLst>
          </p:cNvPr>
          <p:cNvPicPr>
            <a:picLocks noChangeAspect="1"/>
          </p:cNvPicPr>
          <p:nvPr/>
        </p:nvPicPr>
        <p:blipFill>
          <a:blip r:embed="rId11" cstate="print">
            <a:extLst>
              <a:ext uri="{28A0092B-C50C-407E-A947-70E740481C1C}">
                <a14:useLocalDpi xmlns:a14="http://schemas.microsoft.com/office/drawing/2010/main" val="0"/>
              </a:ext>
            </a:extLst>
          </a:blip>
          <a:stretch>
            <a:fillRect/>
          </a:stretch>
        </p:blipFill>
        <p:spPr>
          <a:xfrm>
            <a:off x="13589867" y="285826"/>
            <a:ext cx="400420" cy="374904"/>
          </a:xfrm>
          <a:prstGeom prst="rect">
            <a:avLst/>
          </a:prstGeom>
        </p:spPr>
      </p:pic>
      <p:pic>
        <p:nvPicPr>
          <p:cNvPr id="70" name="Gold Coin 1">
            <a:extLst>
              <a:ext uri="{FF2B5EF4-FFF2-40B4-BE49-F238E27FC236}">
                <a16:creationId xmlns:a16="http://schemas.microsoft.com/office/drawing/2014/main" id="{3B7D0744-80A8-1FC2-442C-222189E5278B}"/>
              </a:ext>
            </a:extLst>
          </p:cNvPr>
          <p:cNvPicPr>
            <a:picLocks noChangeAspect="1"/>
          </p:cNvPicPr>
          <p:nvPr/>
        </p:nvPicPr>
        <p:blipFill>
          <a:blip r:embed="rId11" cstate="print">
            <a:extLst>
              <a:ext uri="{28A0092B-C50C-407E-A947-70E740481C1C}">
                <a14:useLocalDpi xmlns:a14="http://schemas.microsoft.com/office/drawing/2010/main" val="0"/>
              </a:ext>
            </a:extLst>
          </a:blip>
          <a:stretch>
            <a:fillRect/>
          </a:stretch>
        </p:blipFill>
        <p:spPr>
          <a:xfrm>
            <a:off x="12976496" y="2355053"/>
            <a:ext cx="400420" cy="374904"/>
          </a:xfrm>
          <a:prstGeom prst="rect">
            <a:avLst/>
          </a:prstGeom>
        </p:spPr>
      </p:pic>
      <p:pic>
        <p:nvPicPr>
          <p:cNvPr id="86" name="Gold Coin 1">
            <a:extLst>
              <a:ext uri="{FF2B5EF4-FFF2-40B4-BE49-F238E27FC236}">
                <a16:creationId xmlns:a16="http://schemas.microsoft.com/office/drawing/2014/main" id="{00EB5791-C116-5603-3196-58CCC7D8FB8B}"/>
              </a:ext>
            </a:extLst>
          </p:cNvPr>
          <p:cNvPicPr>
            <a:picLocks noChangeAspect="1"/>
          </p:cNvPicPr>
          <p:nvPr/>
        </p:nvPicPr>
        <p:blipFill>
          <a:blip r:embed="rId11" cstate="print">
            <a:extLst>
              <a:ext uri="{28A0092B-C50C-407E-A947-70E740481C1C}">
                <a14:useLocalDpi xmlns:a14="http://schemas.microsoft.com/office/drawing/2010/main" val="0"/>
              </a:ext>
            </a:extLst>
          </a:blip>
          <a:stretch>
            <a:fillRect/>
          </a:stretch>
        </p:blipFill>
        <p:spPr>
          <a:xfrm>
            <a:off x="13094499" y="4419851"/>
            <a:ext cx="400420" cy="374904"/>
          </a:xfrm>
          <a:prstGeom prst="rect">
            <a:avLst/>
          </a:prstGeom>
        </p:spPr>
      </p:pic>
      <p:pic>
        <p:nvPicPr>
          <p:cNvPr id="87" name="Gold Coin 2">
            <a:extLst>
              <a:ext uri="{FF2B5EF4-FFF2-40B4-BE49-F238E27FC236}">
                <a16:creationId xmlns:a16="http://schemas.microsoft.com/office/drawing/2014/main" id="{04EE849F-B259-3214-96DE-E0857E35694A}"/>
              </a:ext>
            </a:extLst>
          </p:cNvPr>
          <p:cNvPicPr>
            <a:picLocks noChangeAspect="1"/>
          </p:cNvPicPr>
          <p:nvPr/>
        </p:nvPicPr>
        <p:blipFill>
          <a:blip r:embed="rId11" cstate="print">
            <a:extLst>
              <a:ext uri="{28A0092B-C50C-407E-A947-70E740481C1C}">
                <a14:useLocalDpi xmlns:a14="http://schemas.microsoft.com/office/drawing/2010/main" val="0"/>
              </a:ext>
            </a:extLst>
          </a:blip>
          <a:stretch>
            <a:fillRect/>
          </a:stretch>
        </p:blipFill>
        <p:spPr>
          <a:xfrm>
            <a:off x="13822385" y="4425947"/>
            <a:ext cx="400420" cy="374904"/>
          </a:xfrm>
          <a:prstGeom prst="rect">
            <a:avLst/>
          </a:prstGeom>
        </p:spPr>
      </p:pic>
      <p:pic>
        <p:nvPicPr>
          <p:cNvPr id="94" name="Gold Coin 3">
            <a:extLst>
              <a:ext uri="{FF2B5EF4-FFF2-40B4-BE49-F238E27FC236}">
                <a16:creationId xmlns:a16="http://schemas.microsoft.com/office/drawing/2014/main" id="{86EEADDC-F81E-7EDF-ED12-EFB1099C80FD}"/>
              </a:ext>
            </a:extLst>
          </p:cNvPr>
          <p:cNvPicPr>
            <a:picLocks noChangeAspect="1"/>
          </p:cNvPicPr>
          <p:nvPr/>
        </p:nvPicPr>
        <p:blipFill>
          <a:blip r:embed="rId11" cstate="print">
            <a:extLst>
              <a:ext uri="{28A0092B-C50C-407E-A947-70E740481C1C}">
                <a14:useLocalDpi xmlns:a14="http://schemas.microsoft.com/office/drawing/2010/main" val="0"/>
              </a:ext>
            </a:extLst>
          </a:blip>
          <a:stretch>
            <a:fillRect/>
          </a:stretch>
        </p:blipFill>
        <p:spPr>
          <a:xfrm>
            <a:off x="13129981" y="5116098"/>
            <a:ext cx="400420" cy="374904"/>
          </a:xfrm>
          <a:prstGeom prst="rect">
            <a:avLst/>
          </a:prstGeom>
        </p:spPr>
      </p:pic>
      <p:pic>
        <p:nvPicPr>
          <p:cNvPr id="97" name="Gold Coin 4">
            <a:extLst>
              <a:ext uri="{FF2B5EF4-FFF2-40B4-BE49-F238E27FC236}">
                <a16:creationId xmlns:a16="http://schemas.microsoft.com/office/drawing/2014/main" id="{E32DF5E5-4592-7BD1-9418-B0FFBDCC2AD6}"/>
              </a:ext>
            </a:extLst>
          </p:cNvPr>
          <p:cNvPicPr>
            <a:picLocks noChangeAspect="1"/>
          </p:cNvPicPr>
          <p:nvPr/>
        </p:nvPicPr>
        <p:blipFill>
          <a:blip r:embed="rId11" cstate="print">
            <a:extLst>
              <a:ext uri="{28A0092B-C50C-407E-A947-70E740481C1C}">
                <a14:useLocalDpi xmlns:a14="http://schemas.microsoft.com/office/drawing/2010/main" val="0"/>
              </a:ext>
            </a:extLst>
          </a:blip>
          <a:stretch>
            <a:fillRect/>
          </a:stretch>
        </p:blipFill>
        <p:spPr>
          <a:xfrm>
            <a:off x="13858961" y="5122194"/>
            <a:ext cx="400420" cy="374904"/>
          </a:xfrm>
          <a:prstGeom prst="rect">
            <a:avLst/>
          </a:prstGeom>
        </p:spPr>
      </p:pic>
      <p:pic>
        <p:nvPicPr>
          <p:cNvPr id="99" name="Gold Coin 1">
            <a:extLst>
              <a:ext uri="{FF2B5EF4-FFF2-40B4-BE49-F238E27FC236}">
                <a16:creationId xmlns:a16="http://schemas.microsoft.com/office/drawing/2014/main" id="{26C7DEF5-57B1-7E4E-AA37-5710E70C47CB}"/>
              </a:ext>
            </a:extLst>
          </p:cNvPr>
          <p:cNvPicPr>
            <a:picLocks noChangeAspect="1"/>
          </p:cNvPicPr>
          <p:nvPr/>
        </p:nvPicPr>
        <p:blipFill>
          <a:blip r:embed="rId11" cstate="print">
            <a:extLst>
              <a:ext uri="{28A0092B-C50C-407E-A947-70E740481C1C}">
                <a14:useLocalDpi xmlns:a14="http://schemas.microsoft.com/office/drawing/2010/main" val="0"/>
              </a:ext>
            </a:extLst>
          </a:blip>
          <a:stretch>
            <a:fillRect/>
          </a:stretch>
        </p:blipFill>
        <p:spPr>
          <a:xfrm>
            <a:off x="13201942" y="6483546"/>
            <a:ext cx="400420" cy="374904"/>
          </a:xfrm>
          <a:prstGeom prst="rect">
            <a:avLst/>
          </a:prstGeom>
        </p:spPr>
      </p:pic>
      <p:pic>
        <p:nvPicPr>
          <p:cNvPr id="100" name="Gold Coin 2">
            <a:extLst>
              <a:ext uri="{FF2B5EF4-FFF2-40B4-BE49-F238E27FC236}">
                <a16:creationId xmlns:a16="http://schemas.microsoft.com/office/drawing/2014/main" id="{0A1D69C2-2E70-A424-E49E-54013EACCB18}"/>
              </a:ext>
            </a:extLst>
          </p:cNvPr>
          <p:cNvPicPr>
            <a:picLocks noChangeAspect="1"/>
          </p:cNvPicPr>
          <p:nvPr/>
        </p:nvPicPr>
        <p:blipFill>
          <a:blip r:embed="rId11" cstate="print">
            <a:extLst>
              <a:ext uri="{28A0092B-C50C-407E-A947-70E740481C1C}">
                <a14:useLocalDpi xmlns:a14="http://schemas.microsoft.com/office/drawing/2010/main" val="0"/>
              </a:ext>
            </a:extLst>
          </a:blip>
          <a:stretch>
            <a:fillRect/>
          </a:stretch>
        </p:blipFill>
        <p:spPr>
          <a:xfrm>
            <a:off x="13929828" y="6489642"/>
            <a:ext cx="400420" cy="374904"/>
          </a:xfrm>
          <a:prstGeom prst="rect">
            <a:avLst/>
          </a:prstGeom>
        </p:spPr>
      </p:pic>
      <p:pic>
        <p:nvPicPr>
          <p:cNvPr id="101" name="Gold Coin 3">
            <a:extLst>
              <a:ext uri="{FF2B5EF4-FFF2-40B4-BE49-F238E27FC236}">
                <a16:creationId xmlns:a16="http://schemas.microsoft.com/office/drawing/2014/main" id="{97A89C44-7688-60B7-E71C-4DF20EE50994}"/>
              </a:ext>
            </a:extLst>
          </p:cNvPr>
          <p:cNvPicPr>
            <a:picLocks noChangeAspect="1"/>
          </p:cNvPicPr>
          <p:nvPr/>
        </p:nvPicPr>
        <p:blipFill>
          <a:blip r:embed="rId11" cstate="print">
            <a:extLst>
              <a:ext uri="{28A0092B-C50C-407E-A947-70E740481C1C}">
                <a14:useLocalDpi xmlns:a14="http://schemas.microsoft.com/office/drawing/2010/main" val="0"/>
              </a:ext>
            </a:extLst>
          </a:blip>
          <a:stretch>
            <a:fillRect/>
          </a:stretch>
        </p:blipFill>
        <p:spPr>
          <a:xfrm>
            <a:off x="13237424" y="7179793"/>
            <a:ext cx="400420" cy="374904"/>
          </a:xfrm>
          <a:prstGeom prst="rect">
            <a:avLst/>
          </a:prstGeom>
        </p:spPr>
      </p:pic>
      <p:pic>
        <p:nvPicPr>
          <p:cNvPr id="5" name="Points Reveal 1.mp3">
            <a:hlinkClick r:id="" action="ppaction://media"/>
          </p:cNvPr>
          <p:cNvPicPr>
            <a:picLocks noChangeAspect="1"/>
          </p:cNvPicPr>
          <p:nvPr>
            <a:audioFile r:link="rId2"/>
            <p:extLst>
              <p:ext uri="{DAA4B4D4-6D71-4841-9C94-3DE7FCFB9230}">
                <p14:media xmlns:p14="http://schemas.microsoft.com/office/powerpoint/2010/main" r:embed="rId1"/>
              </p:ext>
            </p:extLst>
          </p:nvPr>
        </p:nvPicPr>
        <p:blipFill>
          <a:blip r:embed="rId12"/>
          <a:stretch>
            <a:fillRect/>
          </a:stretch>
        </p:blipFill>
        <p:spPr>
          <a:xfrm>
            <a:off x="1905000" y="8528098"/>
            <a:ext cx="487363" cy="487363"/>
          </a:xfrm>
          <a:prstGeom prst="rect">
            <a:avLst/>
          </a:prstGeom>
        </p:spPr>
      </p:pic>
      <p:pic>
        <p:nvPicPr>
          <p:cNvPr id="7" name="Points Reveal 2.mp3">
            <a:hlinkClick r:id="" action="ppaction://media"/>
          </p:cNvPr>
          <p:cNvPicPr>
            <a:picLocks noChangeAspect="1"/>
          </p:cNvPicPr>
          <p:nvPr>
            <a:audioFile r:link="rId4"/>
            <p:extLst>
              <p:ext uri="{DAA4B4D4-6D71-4841-9C94-3DE7FCFB9230}">
                <p14:media xmlns:p14="http://schemas.microsoft.com/office/powerpoint/2010/main" r:embed="rId3"/>
              </p:ext>
            </p:extLst>
          </p:nvPr>
        </p:nvPicPr>
        <p:blipFill>
          <a:blip r:embed="rId12"/>
          <a:stretch>
            <a:fillRect/>
          </a:stretch>
        </p:blipFill>
        <p:spPr>
          <a:xfrm>
            <a:off x="2743200" y="8534400"/>
            <a:ext cx="487363" cy="487363"/>
          </a:xfrm>
          <a:prstGeom prst="rect">
            <a:avLst/>
          </a:prstGeom>
        </p:spPr>
      </p:pic>
      <p:pic>
        <p:nvPicPr>
          <p:cNvPr id="8" name="Blue Bricks 1">
            <a:extLst>
              <a:ext uri="{FF2B5EF4-FFF2-40B4-BE49-F238E27FC236}">
                <a16:creationId xmlns:a16="http://schemas.microsoft.com/office/drawing/2014/main" id="{F3E2273C-7D1A-64BA-9A06-46173C48F56C}"/>
              </a:ext>
            </a:extLst>
          </p:cNvPr>
          <p:cNvPicPr>
            <a:picLocks noChangeAspect="1"/>
          </p:cNvPicPr>
          <p:nvPr/>
        </p:nvPicPr>
        <p:blipFill>
          <a:blip r:embed="rId9" cstate="print">
            <a:extLst>
              <a:ext uri="{28A0092B-C50C-407E-A947-70E740481C1C}">
                <a14:useLocalDpi xmlns:a14="http://schemas.microsoft.com/office/drawing/2010/main" val="0"/>
              </a:ext>
            </a:extLst>
          </a:blip>
          <a:stretch>
            <a:fillRect/>
          </a:stretch>
        </p:blipFill>
        <p:spPr>
          <a:xfrm>
            <a:off x="2059686" y="3059475"/>
            <a:ext cx="3302000" cy="1724155"/>
          </a:xfrm>
          <a:prstGeom prst="rect">
            <a:avLst/>
          </a:prstGeom>
        </p:spPr>
      </p:pic>
      <p:pic>
        <p:nvPicPr>
          <p:cNvPr id="18" name="Blue Bricks 1">
            <a:extLst>
              <a:ext uri="{FF2B5EF4-FFF2-40B4-BE49-F238E27FC236}">
                <a16:creationId xmlns:a16="http://schemas.microsoft.com/office/drawing/2014/main" id="{79F3CE2F-FECB-DE64-E2B0-E1FA6F98EFCF}"/>
              </a:ext>
            </a:extLst>
          </p:cNvPr>
          <p:cNvPicPr>
            <a:picLocks noChangeAspect="1"/>
          </p:cNvPicPr>
          <p:nvPr/>
        </p:nvPicPr>
        <p:blipFill>
          <a:blip r:embed="rId9" cstate="print">
            <a:extLst>
              <a:ext uri="{28A0092B-C50C-407E-A947-70E740481C1C}">
                <a14:useLocalDpi xmlns:a14="http://schemas.microsoft.com/office/drawing/2010/main" val="0"/>
              </a:ext>
            </a:extLst>
          </a:blip>
          <a:stretch>
            <a:fillRect/>
          </a:stretch>
        </p:blipFill>
        <p:spPr>
          <a:xfrm>
            <a:off x="236366" y="3057900"/>
            <a:ext cx="3302000" cy="1724155"/>
          </a:xfrm>
          <a:prstGeom prst="rect">
            <a:avLst/>
          </a:prstGeom>
        </p:spPr>
      </p:pic>
      <p:sp>
        <p:nvSpPr>
          <p:cNvPr id="79" name="Blue Cap 1"/>
          <p:cNvSpPr>
            <a:spLocks noChangeAspect="1"/>
          </p:cNvSpPr>
          <p:nvPr/>
        </p:nvSpPr>
        <p:spPr>
          <a:xfrm>
            <a:off x="404311" y="2951273"/>
            <a:ext cx="7652969" cy="1453896"/>
          </a:xfrm>
          <a:prstGeom prst="rect">
            <a:avLst/>
          </a:prstGeom>
          <a:solidFill>
            <a:srgbClr val="F4F4F4"/>
          </a:solidFill>
          <a:ln>
            <a:noFill/>
          </a:ln>
          <a:scene3d>
            <a:camera prst="orthographicFront">
              <a:rot lat="20400000" lon="21000000" rev="198000"/>
            </a:camera>
            <a:lightRig rig="balanced" dir="t"/>
          </a:scene3d>
          <a:sp3d extrusionH="165100" prstMaterial="metal">
            <a:bevelT w="19050" h="12700"/>
            <a:extrusionClr>
              <a:srgbClr val="F4F4F4"/>
            </a:extrusionClr>
          </a:sp3d>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sz="4400" spc="-200" dirty="0">
                <a:ln>
                  <a:solidFill>
                    <a:schemeClr val="tx1">
                      <a:lumMod val="85000"/>
                      <a:lumOff val="15000"/>
                    </a:schemeClr>
                  </a:solidFill>
                </a:ln>
                <a:solidFill>
                  <a:srgbClr val="106DDE"/>
                </a:solidFill>
                <a:latin typeface="Poppins Medium" panose="00000600000000000000" pitchFamily="2" charset="0"/>
                <a:ea typeface="ZCOOL QingKe HuangYou" panose="00000500000000000000" pitchFamily="2" charset="0"/>
                <a:cs typeface="Poppins Medium" panose="00000600000000000000" pitchFamily="2" charset="0"/>
              </a:rPr>
              <a:t>What time do you</a:t>
            </a:r>
          </a:p>
        </p:txBody>
      </p:sp>
    </p:spTree>
    <p:extLst>
      <p:ext uri="{BB962C8B-B14F-4D97-AF65-F5344CB8AC3E}">
        <p14:creationId xmlns:p14="http://schemas.microsoft.com/office/powerpoint/2010/main" val="236878416"/>
      </p:ext>
    </p:extLst>
  </p:cSld>
  <p:clrMapOvr>
    <a:masterClrMapping/>
  </p:clrMapOvr>
  <mc:AlternateContent xmlns:mc="http://schemas.openxmlformats.org/markup-compatibility/2006" xmlns:p14="http://schemas.microsoft.com/office/powerpoint/2010/main">
    <mc:Choice Requires="p14">
      <p:transition spd="slow" p14:dur="1300">
        <p14:pan/>
      </p:transition>
    </mc:Choice>
    <mc:Fallback xmlns="">
      <p:transition spd="slow">
        <p:fade/>
      </p:transition>
    </mc:Fallback>
  </mc:AlternateContent>
  <p:timing>
    <p:tnLst>
      <p:par>
        <p:cTn id="1" dur="indefinite" restart="never" nodeType="tmRoot">
          <p:childTnLst>
            <p:seq concurrent="1" nextAc="seek">
              <p:cTn id="2" dur="indefinite" nodeType="mainSeq">
                <p:childTnLst>
                  <p:par>
                    <p:cTn id="3" fill="hold">
                      <p:stCondLst>
                        <p:cond delay="indefinite"/>
                        <p:cond evt="onBegin" delay="0">
                          <p:tn val="2"/>
                        </p:cond>
                      </p:stCondLst>
                      <p:childTnLst>
                        <p:par>
                          <p:cTn id="4" fill="hold">
                            <p:stCondLst>
                              <p:cond delay="0"/>
                            </p:stCondLst>
                            <p:childTnLst>
                              <p:par>
                                <p:cTn id="5" presetID="0" presetClass="path" presetSubtype="0" fill="hold" nodeType="withEffect">
                                  <p:stCondLst>
                                    <p:cond delay="0"/>
                                  </p:stCondLst>
                                  <p:childTnLst>
                                    <p:animMotion origin="layout" path="M 0.00021 -0.00077 L 0.00021 -0.0216 L -0.02518 -0.0216 L -0.02518 0.00039 L -0.02518 -0.0216 L -0.04926 -0.0216 L -0.04992 -0.00077 L -0.04926 -0.0216 L -0.07466 -0.0216 L -0.07531 -0.00174 L -0.07531 -0.0216 L -0.0994 -0.0216 L -0.10005 -0.00174 L -0.10059 -0.0216 L -0.12424 -0.0216 L -0.12479 -0.00174 L -0.12479 -0.02045 L -0.14953 -0.0216 L -0.14953 -0.00289 L -0.14953 -0.0216 L -0.17426 -0.02276 L -0.17426 -0.00174 L -0.17492 -0.0216 L -0.19835 -0.02276 L -0.199 -0.00174 L -0.199 -0.02276 L -0.22385 -0.02276 L -0.22385 -0.00174 L -0.22385 -0.02276 L -0.24913 -0.02276 L -0.24848 -0.00289 L -0.24848 -0.02276 L -0.27387 -0.02276 L -0.27387 -0.00174 L -0.27387 -0.02276 L -0.29818 -0.02276 L -0.29818 -0.00174 L -0.29872 -0.02276 L -0.32346 -0.02276 L -0.32346 -0.00174 L -0.324 -0.02276 L -0.34755 -0.02276 L -0.34755 -0.00174 L -0.3469 -0.02392 L -0.37175 -0.02392 L -0.37229 -0.00289 L -0.37229 -0.02392 L -0.39768 -0.02392 L -0.39768 -0.00174 L -0.39703 -0.02488 L -0.42177 -0.02488 L -0.42242 -0.00174 L -0.42242 -0.02488 L -0.44662 -0.02488 L -0.44716 -0.00289 L -0.44716 -0.02488 L -0.4719 -0.02488 L -0.4719 -0.00289 L -0.47125 -0.02488 L -0.49664 -0.02488 L -0.49664 -0.00289 L -0.4961 -0.02604 L -0.52138 -0.02604 L -0.52138 -0.00174 L -0.52138 -0.02604 L -0.54623 -0.02604 L -0.54623 -0.00405 L -0.54623 -0.02604 L -0.57042 -0.02604 L -0.57042 -0.00289 L -0.57107 -0.02604 L -0.59571 -0.02604 L -0.59571 -0.00405 L -0.59505 -0.02604 L -0.61979 -0.02604 L -0.62045 -0.00405 L -0.62045 -0.02604 L -0.64594 -0.02604 L -0.64594 -0.00405 L -0.64594 -0.0272 L -0.67058 -0.0272 L -0.66992 -0.00289 L -0.67058 -0.02604 L -0.69532 -0.02604 L -0.69466 -0.00405 L -0.69597 -0.02604 L -0.72016 -0.02604 L -0.72081 -0.00405 L -0.72016 -0.0272 L -0.74414 -0.0272 L -0.7436 -0.00289 L -0.74414 -0.02604 L -0.76953 -0.02604 L -0.76953 -0.00405 L -0.76953 -0.02604 L -0.79373 -0.02604 L -0.79373 -0.00405 L -0.79373 -0.02488 L -0.81847 -0.02488 L -0.81912 -0.00521 L -0.81847 -0.02488 L -0.84386 -0.02488 L -0.84386 -0.00405 L -0.84386 -0.02488 L -0.8686 -0.02488 L -0.8686 -0.00405 L -0.8686 -0.02488 L -0.89334 -0.02488 L -0.89334 -0.00405 L -0.89334 -0.02488 L -0.91808 -0.02488 L -0.91808 -0.00521 L -0.91808 -0.02604 L -0.94282 -0.02604 L -0.94282 -0.00637 L -0.94282 -0.02604 L -0.96756 -0.02604 L -0.96756 -0.00521 L -0.96756 -0.02604 L -0.99176 -0.02604 L -0.9923 -0.00637 " pathEditMode="relative" ptsTypes="AAAAAAAAAAAAAAAAAAAAAAAAAAAAAAAAAAAAAAAAAAAAAAAAAAAAAAAAAAAAAAAAAAAAAAAAAAAAAAAAAAAAAAAAAAAAAAAAAAAAAAAAAAAAAAAAAAAAAAAAA">
                                      <p:cBhvr>
                                        <p:cTn id="6" dur="40000" fill="hold"/>
                                        <p:tgtEl>
                                          <p:spTgt spid="51"/>
                                        </p:tgtEl>
                                        <p:attrNameLst>
                                          <p:attrName>ppt_x</p:attrName>
                                          <p:attrName>ppt_y</p:attrName>
                                        </p:attrNameLst>
                                      </p:cBhvr>
                                    </p:animMotion>
                                  </p:childTnLst>
                                </p:cTn>
                              </p:par>
                            </p:childTnLst>
                          </p:cTn>
                        </p:par>
                      </p:childTnLst>
                    </p:cTn>
                  </p:par>
                  <p:par>
                    <p:cTn id="7" fill="hold">
                      <p:stCondLst>
                        <p:cond delay="indefinite"/>
                      </p:stCondLst>
                      <p:childTnLst>
                        <p:par>
                          <p:cTn id="8" fill="hold">
                            <p:stCondLst>
                              <p:cond delay="0"/>
                            </p:stCondLst>
                            <p:childTnLst>
                              <p:par>
                                <p:cTn id="9" presetID="1" presetClass="mediacall" presetSubtype="0" fill="hold" nodeType="clickEffect">
                                  <p:stCondLst>
                                    <p:cond delay="0"/>
                                  </p:stCondLst>
                                  <p:childTnLst>
                                    <p:cmd type="call" cmd="playFrom(0.0)">
                                      <p:cBhvr>
                                        <p:cTn id="10" dur="417" fill="hold"/>
                                        <p:tgtEl>
                                          <p:spTgt spid="5"/>
                                        </p:tgtEl>
                                      </p:cBhvr>
                                    </p:cmd>
                                  </p:childTnLst>
                                </p:cTn>
                              </p:par>
                            </p:childTnLst>
                          </p:cTn>
                        </p:par>
                      </p:childTnLst>
                    </p:cTn>
                  </p:par>
                  <p:par>
                    <p:cTn id="11" fill="hold">
                      <p:stCondLst>
                        <p:cond delay="indefinite"/>
                      </p:stCondLst>
                      <p:childTnLst>
                        <p:par>
                          <p:cTn id="12" fill="hold">
                            <p:stCondLst>
                              <p:cond delay="0"/>
                            </p:stCondLst>
                            <p:childTnLst>
                              <p:par>
                                <p:cTn id="13" presetID="1" presetClass="mediacall" presetSubtype="0" fill="hold" nodeType="clickEffect">
                                  <p:stCondLst>
                                    <p:cond delay="0"/>
                                  </p:stCondLst>
                                  <p:childTnLst>
                                    <p:cmd type="call" cmd="playFrom(0.0)">
                                      <p:cBhvr>
                                        <p:cTn id="14" dur="417" fill="hold"/>
                                        <p:tgtEl>
                                          <p:spTgt spid="7"/>
                                        </p:tgtEl>
                                      </p:cBhvr>
                                    </p:cmd>
                                  </p:childTnLst>
                                </p:cTn>
                              </p:par>
                              <p:par>
                                <p:cTn id="15" presetID="2" presetClass="entr" presetSubtype="1" fill="hold" nodeType="withEffect">
                                  <p:stCondLst>
                                    <p:cond delay="0"/>
                                  </p:stCondLst>
                                  <p:childTnLst>
                                    <p:set>
                                      <p:cBhvr>
                                        <p:cTn id="16" dur="1" fill="hold">
                                          <p:stCondLst>
                                            <p:cond delay="0"/>
                                          </p:stCondLst>
                                        </p:cTn>
                                        <p:tgtEl>
                                          <p:spTgt spid="60"/>
                                        </p:tgtEl>
                                        <p:attrNameLst>
                                          <p:attrName>style.visibility</p:attrName>
                                        </p:attrNameLst>
                                      </p:cBhvr>
                                      <p:to>
                                        <p:strVal val="visible"/>
                                      </p:to>
                                    </p:set>
                                    <p:anim calcmode="lin" valueType="num">
                                      <p:cBhvr additive="base">
                                        <p:cTn id="17" dur="250" fill="hold"/>
                                        <p:tgtEl>
                                          <p:spTgt spid="60"/>
                                        </p:tgtEl>
                                        <p:attrNameLst>
                                          <p:attrName>ppt_x</p:attrName>
                                        </p:attrNameLst>
                                      </p:cBhvr>
                                      <p:tavLst>
                                        <p:tav tm="0">
                                          <p:val>
                                            <p:strVal val="#ppt_x"/>
                                          </p:val>
                                        </p:tav>
                                        <p:tav tm="100000">
                                          <p:val>
                                            <p:strVal val="#ppt_x"/>
                                          </p:val>
                                        </p:tav>
                                      </p:tavLst>
                                    </p:anim>
                                    <p:anim calcmode="lin" valueType="num">
                                      <p:cBhvr additive="base">
                                        <p:cTn id="18" dur="250" fill="hold"/>
                                        <p:tgtEl>
                                          <p:spTgt spid="60"/>
                                        </p:tgtEl>
                                        <p:attrNameLst>
                                          <p:attrName>ppt_y</p:attrName>
                                        </p:attrNameLst>
                                      </p:cBhvr>
                                      <p:tavLst>
                                        <p:tav tm="0">
                                          <p:val>
                                            <p:strVal val="0-#ppt_h/2"/>
                                          </p:val>
                                        </p:tav>
                                        <p:tav tm="100000">
                                          <p:val>
                                            <p:strVal val="#ppt_y"/>
                                          </p:val>
                                        </p:tav>
                                      </p:tavLst>
                                    </p:anim>
                                  </p:childTnLst>
                                </p:cTn>
                              </p:par>
                              <p:par>
                                <p:cTn id="19" presetID="2" presetClass="entr" presetSubtype="1" fill="hold" nodeType="withEffect">
                                  <p:stCondLst>
                                    <p:cond delay="0"/>
                                  </p:stCondLst>
                                  <p:childTnLst>
                                    <p:set>
                                      <p:cBhvr>
                                        <p:cTn id="20" dur="1" fill="hold">
                                          <p:stCondLst>
                                            <p:cond delay="0"/>
                                          </p:stCondLst>
                                        </p:cTn>
                                        <p:tgtEl>
                                          <p:spTgt spid="70"/>
                                        </p:tgtEl>
                                        <p:attrNameLst>
                                          <p:attrName>style.visibility</p:attrName>
                                        </p:attrNameLst>
                                      </p:cBhvr>
                                      <p:to>
                                        <p:strVal val="visible"/>
                                      </p:to>
                                    </p:set>
                                    <p:anim calcmode="lin" valueType="num">
                                      <p:cBhvr additive="base">
                                        <p:cTn id="21" dur="250" fill="hold"/>
                                        <p:tgtEl>
                                          <p:spTgt spid="70"/>
                                        </p:tgtEl>
                                        <p:attrNameLst>
                                          <p:attrName>ppt_x</p:attrName>
                                        </p:attrNameLst>
                                      </p:cBhvr>
                                      <p:tavLst>
                                        <p:tav tm="0">
                                          <p:val>
                                            <p:strVal val="#ppt_x"/>
                                          </p:val>
                                        </p:tav>
                                        <p:tav tm="100000">
                                          <p:val>
                                            <p:strVal val="#ppt_x"/>
                                          </p:val>
                                        </p:tav>
                                      </p:tavLst>
                                    </p:anim>
                                    <p:anim calcmode="lin" valueType="num">
                                      <p:cBhvr additive="base">
                                        <p:cTn id="22" dur="250" fill="hold"/>
                                        <p:tgtEl>
                                          <p:spTgt spid="70"/>
                                        </p:tgtEl>
                                        <p:attrNameLst>
                                          <p:attrName>ppt_y</p:attrName>
                                        </p:attrNameLst>
                                      </p:cBhvr>
                                      <p:tavLst>
                                        <p:tav tm="0">
                                          <p:val>
                                            <p:strVal val="0-#ppt_h/2"/>
                                          </p:val>
                                        </p:tav>
                                        <p:tav tm="100000">
                                          <p:val>
                                            <p:strVal val="#ppt_y"/>
                                          </p:val>
                                        </p:tav>
                                      </p:tavLst>
                                    </p:anim>
                                  </p:childTnLst>
                                </p:cTn>
                              </p:par>
                              <p:par>
                                <p:cTn id="23" presetID="2" presetClass="entr" presetSubtype="1" fill="hold" nodeType="withEffect">
                                  <p:stCondLst>
                                    <p:cond delay="0"/>
                                  </p:stCondLst>
                                  <p:childTnLst>
                                    <p:set>
                                      <p:cBhvr>
                                        <p:cTn id="24" dur="1" fill="hold">
                                          <p:stCondLst>
                                            <p:cond delay="0"/>
                                          </p:stCondLst>
                                        </p:cTn>
                                        <p:tgtEl>
                                          <p:spTgt spid="86"/>
                                        </p:tgtEl>
                                        <p:attrNameLst>
                                          <p:attrName>style.visibility</p:attrName>
                                        </p:attrNameLst>
                                      </p:cBhvr>
                                      <p:to>
                                        <p:strVal val="visible"/>
                                      </p:to>
                                    </p:set>
                                    <p:anim calcmode="lin" valueType="num">
                                      <p:cBhvr additive="base">
                                        <p:cTn id="25" dur="250" fill="hold"/>
                                        <p:tgtEl>
                                          <p:spTgt spid="86"/>
                                        </p:tgtEl>
                                        <p:attrNameLst>
                                          <p:attrName>ppt_x</p:attrName>
                                        </p:attrNameLst>
                                      </p:cBhvr>
                                      <p:tavLst>
                                        <p:tav tm="0">
                                          <p:val>
                                            <p:strVal val="#ppt_x"/>
                                          </p:val>
                                        </p:tav>
                                        <p:tav tm="100000">
                                          <p:val>
                                            <p:strVal val="#ppt_x"/>
                                          </p:val>
                                        </p:tav>
                                      </p:tavLst>
                                    </p:anim>
                                    <p:anim calcmode="lin" valueType="num">
                                      <p:cBhvr additive="base">
                                        <p:cTn id="26" dur="250" fill="hold"/>
                                        <p:tgtEl>
                                          <p:spTgt spid="86"/>
                                        </p:tgtEl>
                                        <p:attrNameLst>
                                          <p:attrName>ppt_y</p:attrName>
                                        </p:attrNameLst>
                                      </p:cBhvr>
                                      <p:tavLst>
                                        <p:tav tm="0">
                                          <p:val>
                                            <p:strVal val="0-#ppt_h/2"/>
                                          </p:val>
                                        </p:tav>
                                        <p:tav tm="100000">
                                          <p:val>
                                            <p:strVal val="#ppt_y"/>
                                          </p:val>
                                        </p:tav>
                                      </p:tavLst>
                                    </p:anim>
                                  </p:childTnLst>
                                </p:cTn>
                              </p:par>
                              <p:par>
                                <p:cTn id="27" presetID="2" presetClass="entr" presetSubtype="1" fill="hold" nodeType="withEffect">
                                  <p:stCondLst>
                                    <p:cond delay="0"/>
                                  </p:stCondLst>
                                  <p:childTnLst>
                                    <p:set>
                                      <p:cBhvr>
                                        <p:cTn id="28" dur="1" fill="hold">
                                          <p:stCondLst>
                                            <p:cond delay="0"/>
                                          </p:stCondLst>
                                        </p:cTn>
                                        <p:tgtEl>
                                          <p:spTgt spid="99"/>
                                        </p:tgtEl>
                                        <p:attrNameLst>
                                          <p:attrName>style.visibility</p:attrName>
                                        </p:attrNameLst>
                                      </p:cBhvr>
                                      <p:to>
                                        <p:strVal val="visible"/>
                                      </p:to>
                                    </p:set>
                                    <p:anim calcmode="lin" valueType="num">
                                      <p:cBhvr additive="base">
                                        <p:cTn id="29" dur="250" fill="hold"/>
                                        <p:tgtEl>
                                          <p:spTgt spid="99"/>
                                        </p:tgtEl>
                                        <p:attrNameLst>
                                          <p:attrName>ppt_x</p:attrName>
                                        </p:attrNameLst>
                                      </p:cBhvr>
                                      <p:tavLst>
                                        <p:tav tm="0">
                                          <p:val>
                                            <p:strVal val="#ppt_x"/>
                                          </p:val>
                                        </p:tav>
                                        <p:tav tm="100000">
                                          <p:val>
                                            <p:strVal val="#ppt_x"/>
                                          </p:val>
                                        </p:tav>
                                      </p:tavLst>
                                    </p:anim>
                                    <p:anim calcmode="lin" valueType="num">
                                      <p:cBhvr additive="base">
                                        <p:cTn id="30" dur="250" fill="hold"/>
                                        <p:tgtEl>
                                          <p:spTgt spid="99"/>
                                        </p:tgtEl>
                                        <p:attrNameLst>
                                          <p:attrName>ppt_y</p:attrName>
                                        </p:attrNameLst>
                                      </p:cBhvr>
                                      <p:tavLst>
                                        <p:tav tm="0">
                                          <p:val>
                                            <p:strVal val="0-#ppt_h/2"/>
                                          </p:val>
                                        </p:tav>
                                        <p:tav tm="100000">
                                          <p:val>
                                            <p:strVal val="#ppt_y"/>
                                          </p:val>
                                        </p:tav>
                                      </p:tavLst>
                                    </p:anim>
                                  </p:childTnLst>
                                </p:cTn>
                              </p:par>
                              <p:par>
                                <p:cTn id="31" presetID="2" presetClass="entr" presetSubtype="1" fill="hold" nodeType="withEffect">
                                  <p:stCondLst>
                                    <p:cond delay="250"/>
                                  </p:stCondLst>
                                  <p:childTnLst>
                                    <p:set>
                                      <p:cBhvr>
                                        <p:cTn id="32" dur="1" fill="hold">
                                          <p:stCondLst>
                                            <p:cond delay="0"/>
                                          </p:stCondLst>
                                        </p:cTn>
                                        <p:tgtEl>
                                          <p:spTgt spid="66"/>
                                        </p:tgtEl>
                                        <p:attrNameLst>
                                          <p:attrName>style.visibility</p:attrName>
                                        </p:attrNameLst>
                                      </p:cBhvr>
                                      <p:to>
                                        <p:strVal val="visible"/>
                                      </p:to>
                                    </p:set>
                                    <p:anim calcmode="lin" valueType="num">
                                      <p:cBhvr additive="base">
                                        <p:cTn id="33" dur="250" fill="hold"/>
                                        <p:tgtEl>
                                          <p:spTgt spid="66"/>
                                        </p:tgtEl>
                                        <p:attrNameLst>
                                          <p:attrName>ppt_x</p:attrName>
                                        </p:attrNameLst>
                                      </p:cBhvr>
                                      <p:tavLst>
                                        <p:tav tm="0">
                                          <p:val>
                                            <p:strVal val="#ppt_x"/>
                                          </p:val>
                                        </p:tav>
                                        <p:tav tm="100000">
                                          <p:val>
                                            <p:strVal val="#ppt_x"/>
                                          </p:val>
                                        </p:tav>
                                      </p:tavLst>
                                    </p:anim>
                                    <p:anim calcmode="lin" valueType="num">
                                      <p:cBhvr additive="base">
                                        <p:cTn id="34" dur="250" fill="hold"/>
                                        <p:tgtEl>
                                          <p:spTgt spid="66"/>
                                        </p:tgtEl>
                                        <p:attrNameLst>
                                          <p:attrName>ppt_y</p:attrName>
                                        </p:attrNameLst>
                                      </p:cBhvr>
                                      <p:tavLst>
                                        <p:tav tm="0">
                                          <p:val>
                                            <p:strVal val="0-#ppt_h/2"/>
                                          </p:val>
                                        </p:tav>
                                        <p:tav tm="100000">
                                          <p:val>
                                            <p:strVal val="#ppt_y"/>
                                          </p:val>
                                        </p:tav>
                                      </p:tavLst>
                                    </p:anim>
                                  </p:childTnLst>
                                </p:cTn>
                              </p:par>
                              <p:par>
                                <p:cTn id="35" presetID="2" presetClass="entr" presetSubtype="1" fill="hold" nodeType="withEffect">
                                  <p:stCondLst>
                                    <p:cond delay="250"/>
                                  </p:stCondLst>
                                  <p:childTnLst>
                                    <p:set>
                                      <p:cBhvr>
                                        <p:cTn id="36" dur="1" fill="hold">
                                          <p:stCondLst>
                                            <p:cond delay="0"/>
                                          </p:stCondLst>
                                        </p:cTn>
                                        <p:tgtEl>
                                          <p:spTgt spid="87"/>
                                        </p:tgtEl>
                                        <p:attrNameLst>
                                          <p:attrName>style.visibility</p:attrName>
                                        </p:attrNameLst>
                                      </p:cBhvr>
                                      <p:to>
                                        <p:strVal val="visible"/>
                                      </p:to>
                                    </p:set>
                                    <p:anim calcmode="lin" valueType="num">
                                      <p:cBhvr additive="base">
                                        <p:cTn id="37" dur="250" fill="hold"/>
                                        <p:tgtEl>
                                          <p:spTgt spid="87"/>
                                        </p:tgtEl>
                                        <p:attrNameLst>
                                          <p:attrName>ppt_x</p:attrName>
                                        </p:attrNameLst>
                                      </p:cBhvr>
                                      <p:tavLst>
                                        <p:tav tm="0">
                                          <p:val>
                                            <p:strVal val="#ppt_x"/>
                                          </p:val>
                                        </p:tav>
                                        <p:tav tm="100000">
                                          <p:val>
                                            <p:strVal val="#ppt_x"/>
                                          </p:val>
                                        </p:tav>
                                      </p:tavLst>
                                    </p:anim>
                                    <p:anim calcmode="lin" valueType="num">
                                      <p:cBhvr additive="base">
                                        <p:cTn id="38" dur="250" fill="hold"/>
                                        <p:tgtEl>
                                          <p:spTgt spid="87"/>
                                        </p:tgtEl>
                                        <p:attrNameLst>
                                          <p:attrName>ppt_y</p:attrName>
                                        </p:attrNameLst>
                                      </p:cBhvr>
                                      <p:tavLst>
                                        <p:tav tm="0">
                                          <p:val>
                                            <p:strVal val="0-#ppt_h/2"/>
                                          </p:val>
                                        </p:tav>
                                        <p:tav tm="100000">
                                          <p:val>
                                            <p:strVal val="#ppt_y"/>
                                          </p:val>
                                        </p:tav>
                                      </p:tavLst>
                                    </p:anim>
                                  </p:childTnLst>
                                </p:cTn>
                              </p:par>
                              <p:par>
                                <p:cTn id="39" presetID="2" presetClass="entr" presetSubtype="1" fill="hold" nodeType="withEffect">
                                  <p:stCondLst>
                                    <p:cond delay="250"/>
                                  </p:stCondLst>
                                  <p:childTnLst>
                                    <p:set>
                                      <p:cBhvr>
                                        <p:cTn id="40" dur="1" fill="hold">
                                          <p:stCondLst>
                                            <p:cond delay="0"/>
                                          </p:stCondLst>
                                        </p:cTn>
                                        <p:tgtEl>
                                          <p:spTgt spid="100"/>
                                        </p:tgtEl>
                                        <p:attrNameLst>
                                          <p:attrName>style.visibility</p:attrName>
                                        </p:attrNameLst>
                                      </p:cBhvr>
                                      <p:to>
                                        <p:strVal val="visible"/>
                                      </p:to>
                                    </p:set>
                                    <p:anim calcmode="lin" valueType="num">
                                      <p:cBhvr additive="base">
                                        <p:cTn id="41" dur="250" fill="hold"/>
                                        <p:tgtEl>
                                          <p:spTgt spid="100"/>
                                        </p:tgtEl>
                                        <p:attrNameLst>
                                          <p:attrName>ppt_x</p:attrName>
                                        </p:attrNameLst>
                                      </p:cBhvr>
                                      <p:tavLst>
                                        <p:tav tm="0">
                                          <p:val>
                                            <p:strVal val="#ppt_x"/>
                                          </p:val>
                                        </p:tav>
                                        <p:tav tm="100000">
                                          <p:val>
                                            <p:strVal val="#ppt_x"/>
                                          </p:val>
                                        </p:tav>
                                      </p:tavLst>
                                    </p:anim>
                                    <p:anim calcmode="lin" valueType="num">
                                      <p:cBhvr additive="base">
                                        <p:cTn id="42" dur="250" fill="hold"/>
                                        <p:tgtEl>
                                          <p:spTgt spid="100"/>
                                        </p:tgtEl>
                                        <p:attrNameLst>
                                          <p:attrName>ppt_y</p:attrName>
                                        </p:attrNameLst>
                                      </p:cBhvr>
                                      <p:tavLst>
                                        <p:tav tm="0">
                                          <p:val>
                                            <p:strVal val="0-#ppt_h/2"/>
                                          </p:val>
                                        </p:tav>
                                        <p:tav tm="100000">
                                          <p:val>
                                            <p:strVal val="#ppt_y"/>
                                          </p:val>
                                        </p:tav>
                                      </p:tavLst>
                                    </p:anim>
                                  </p:childTnLst>
                                </p:cTn>
                              </p:par>
                              <p:par>
                                <p:cTn id="43" presetID="2" presetClass="entr" presetSubtype="1" fill="hold" nodeType="withEffect">
                                  <p:stCondLst>
                                    <p:cond delay="500"/>
                                  </p:stCondLst>
                                  <p:childTnLst>
                                    <p:set>
                                      <p:cBhvr>
                                        <p:cTn id="44" dur="1" fill="hold">
                                          <p:stCondLst>
                                            <p:cond delay="0"/>
                                          </p:stCondLst>
                                        </p:cTn>
                                        <p:tgtEl>
                                          <p:spTgt spid="94"/>
                                        </p:tgtEl>
                                        <p:attrNameLst>
                                          <p:attrName>style.visibility</p:attrName>
                                        </p:attrNameLst>
                                      </p:cBhvr>
                                      <p:to>
                                        <p:strVal val="visible"/>
                                      </p:to>
                                    </p:set>
                                    <p:anim calcmode="lin" valueType="num">
                                      <p:cBhvr additive="base">
                                        <p:cTn id="45" dur="250" fill="hold"/>
                                        <p:tgtEl>
                                          <p:spTgt spid="94"/>
                                        </p:tgtEl>
                                        <p:attrNameLst>
                                          <p:attrName>ppt_x</p:attrName>
                                        </p:attrNameLst>
                                      </p:cBhvr>
                                      <p:tavLst>
                                        <p:tav tm="0">
                                          <p:val>
                                            <p:strVal val="#ppt_x"/>
                                          </p:val>
                                        </p:tav>
                                        <p:tav tm="100000">
                                          <p:val>
                                            <p:strVal val="#ppt_x"/>
                                          </p:val>
                                        </p:tav>
                                      </p:tavLst>
                                    </p:anim>
                                    <p:anim calcmode="lin" valueType="num">
                                      <p:cBhvr additive="base">
                                        <p:cTn id="46" dur="250" fill="hold"/>
                                        <p:tgtEl>
                                          <p:spTgt spid="94"/>
                                        </p:tgtEl>
                                        <p:attrNameLst>
                                          <p:attrName>ppt_y</p:attrName>
                                        </p:attrNameLst>
                                      </p:cBhvr>
                                      <p:tavLst>
                                        <p:tav tm="0">
                                          <p:val>
                                            <p:strVal val="0-#ppt_h/2"/>
                                          </p:val>
                                        </p:tav>
                                        <p:tav tm="100000">
                                          <p:val>
                                            <p:strVal val="#ppt_y"/>
                                          </p:val>
                                        </p:tav>
                                      </p:tavLst>
                                    </p:anim>
                                  </p:childTnLst>
                                </p:cTn>
                              </p:par>
                              <p:par>
                                <p:cTn id="47" presetID="2" presetClass="entr" presetSubtype="1" fill="hold" nodeType="withEffect">
                                  <p:stCondLst>
                                    <p:cond delay="500"/>
                                  </p:stCondLst>
                                  <p:childTnLst>
                                    <p:set>
                                      <p:cBhvr>
                                        <p:cTn id="48" dur="1" fill="hold">
                                          <p:stCondLst>
                                            <p:cond delay="0"/>
                                          </p:stCondLst>
                                        </p:cTn>
                                        <p:tgtEl>
                                          <p:spTgt spid="101"/>
                                        </p:tgtEl>
                                        <p:attrNameLst>
                                          <p:attrName>style.visibility</p:attrName>
                                        </p:attrNameLst>
                                      </p:cBhvr>
                                      <p:to>
                                        <p:strVal val="visible"/>
                                      </p:to>
                                    </p:set>
                                    <p:anim calcmode="lin" valueType="num">
                                      <p:cBhvr additive="base">
                                        <p:cTn id="49" dur="250" fill="hold"/>
                                        <p:tgtEl>
                                          <p:spTgt spid="101"/>
                                        </p:tgtEl>
                                        <p:attrNameLst>
                                          <p:attrName>ppt_x</p:attrName>
                                        </p:attrNameLst>
                                      </p:cBhvr>
                                      <p:tavLst>
                                        <p:tav tm="0">
                                          <p:val>
                                            <p:strVal val="#ppt_x"/>
                                          </p:val>
                                        </p:tav>
                                        <p:tav tm="100000">
                                          <p:val>
                                            <p:strVal val="#ppt_x"/>
                                          </p:val>
                                        </p:tav>
                                      </p:tavLst>
                                    </p:anim>
                                    <p:anim calcmode="lin" valueType="num">
                                      <p:cBhvr additive="base">
                                        <p:cTn id="50" dur="250" fill="hold"/>
                                        <p:tgtEl>
                                          <p:spTgt spid="101"/>
                                        </p:tgtEl>
                                        <p:attrNameLst>
                                          <p:attrName>ppt_y</p:attrName>
                                        </p:attrNameLst>
                                      </p:cBhvr>
                                      <p:tavLst>
                                        <p:tav tm="0">
                                          <p:val>
                                            <p:strVal val="0-#ppt_h/2"/>
                                          </p:val>
                                        </p:tav>
                                        <p:tav tm="100000">
                                          <p:val>
                                            <p:strVal val="#ppt_y"/>
                                          </p:val>
                                        </p:tav>
                                      </p:tavLst>
                                    </p:anim>
                                  </p:childTnLst>
                                </p:cTn>
                              </p:par>
                              <p:par>
                                <p:cTn id="51" presetID="2" presetClass="entr" presetSubtype="1" fill="hold" nodeType="withEffect">
                                  <p:stCondLst>
                                    <p:cond delay="750"/>
                                  </p:stCondLst>
                                  <p:childTnLst>
                                    <p:set>
                                      <p:cBhvr>
                                        <p:cTn id="52" dur="1" fill="hold">
                                          <p:stCondLst>
                                            <p:cond delay="0"/>
                                          </p:stCondLst>
                                        </p:cTn>
                                        <p:tgtEl>
                                          <p:spTgt spid="97"/>
                                        </p:tgtEl>
                                        <p:attrNameLst>
                                          <p:attrName>style.visibility</p:attrName>
                                        </p:attrNameLst>
                                      </p:cBhvr>
                                      <p:to>
                                        <p:strVal val="visible"/>
                                      </p:to>
                                    </p:set>
                                    <p:anim calcmode="lin" valueType="num">
                                      <p:cBhvr additive="base">
                                        <p:cTn id="53" dur="250" fill="hold"/>
                                        <p:tgtEl>
                                          <p:spTgt spid="97"/>
                                        </p:tgtEl>
                                        <p:attrNameLst>
                                          <p:attrName>ppt_x</p:attrName>
                                        </p:attrNameLst>
                                      </p:cBhvr>
                                      <p:tavLst>
                                        <p:tav tm="0">
                                          <p:val>
                                            <p:strVal val="#ppt_x"/>
                                          </p:val>
                                        </p:tav>
                                        <p:tav tm="100000">
                                          <p:val>
                                            <p:strVal val="#ppt_x"/>
                                          </p:val>
                                        </p:tav>
                                      </p:tavLst>
                                    </p:anim>
                                    <p:anim calcmode="lin" valueType="num">
                                      <p:cBhvr additive="base">
                                        <p:cTn id="54" dur="250" fill="hold"/>
                                        <p:tgtEl>
                                          <p:spTgt spid="97"/>
                                        </p:tgtEl>
                                        <p:attrNameLst>
                                          <p:attrName>ppt_y</p:attrName>
                                        </p:attrNameLst>
                                      </p:cBhvr>
                                      <p:tavLst>
                                        <p:tav tm="0">
                                          <p:val>
                                            <p:strVal val="0-#ppt_h/2"/>
                                          </p:val>
                                        </p:tav>
                                        <p:tav tm="100000">
                                          <p:val>
                                            <p:strVal val="#ppt_y"/>
                                          </p:val>
                                        </p:tav>
                                      </p:tavLst>
                                    </p:anim>
                                  </p:childTnLst>
                                </p:cTn>
                              </p:par>
                            </p:childTnLst>
                          </p:cTn>
                        </p:par>
                      </p:childTnLst>
                    </p:cTn>
                  </p:par>
                </p:childTnLst>
              </p:cTn>
              <p:prevCondLst>
                <p:cond evt="onPrev" delay="0">
                  <p:tgtEl>
                    <p:sldTgt/>
                  </p:tgtEl>
                </p:cond>
              </p:prevCondLst>
              <p:nextCondLst>
                <p:cond evt="onNext" delay="0">
                  <p:tgtEl>
                    <p:sldTgt/>
                  </p:tgtEl>
                </p:cond>
              </p:nextCondLst>
            </p:seq>
            <p:audio>
              <p:cMediaNode vol="100000">
                <p:cTn id="55" fill="hold" display="0">
                  <p:stCondLst>
                    <p:cond delay="indefinite"/>
                  </p:stCondLst>
                  <p:endCondLst>
                    <p:cond evt="onStopAudio" delay="0">
                      <p:tgtEl>
                        <p:sldTgt/>
                      </p:tgtEl>
                    </p:cond>
                  </p:endCondLst>
                </p:cTn>
                <p:tgtEl>
                  <p:spTgt spid="5"/>
                </p:tgtEl>
              </p:cMediaNode>
            </p:audio>
            <p:audio>
              <p:cMediaNode vol="100000">
                <p:cTn id="56" fill="hold" display="0">
                  <p:stCondLst>
                    <p:cond delay="indefinite"/>
                  </p:stCondLst>
                  <p:endCondLst>
                    <p:cond evt="onStopAudio" delay="0">
                      <p:tgtEl>
                        <p:sldTgt/>
                      </p:tgtEl>
                    </p:cond>
                  </p:endCondLst>
                </p:cTn>
                <p:tgtEl>
                  <p:spTgt spid="7"/>
                </p:tgtEl>
              </p:cMediaNode>
            </p:audio>
          </p:childTnLst>
        </p:cTn>
      </p:par>
    </p:tnLst>
  </p:timing>
</p:sld>
</file>

<file path=ppt/slides/slide1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14" name="Baseplate"/>
          <p:cNvPicPr>
            <a:picLocks noChangeAspect="1"/>
          </p:cNvPicPr>
          <p:nvPr/>
        </p:nvPicPr>
        <p:blipFill>
          <a:blip r:embed="rId13" cstate="print">
            <a:extLst>
              <a:ext uri="{28A0092B-C50C-407E-A947-70E740481C1C}">
                <a14:useLocalDpi xmlns:a14="http://schemas.microsoft.com/office/drawing/2010/main" val="0"/>
              </a:ext>
            </a:extLst>
          </a:blip>
          <a:stretch>
            <a:fillRect/>
          </a:stretch>
        </p:blipFill>
        <p:spPr>
          <a:xfrm>
            <a:off x="-594469" y="-54465"/>
            <a:ext cx="15819338" cy="8503919"/>
          </a:xfrm>
          <a:prstGeom prst="rect">
            <a:avLst/>
          </a:prstGeom>
        </p:spPr>
      </p:pic>
      <p:pic>
        <p:nvPicPr>
          <p:cNvPr id="51" name="Timer 1x2"/>
          <p:cNvPicPr>
            <a:picLocks/>
          </p:cNvPicPr>
          <p:nvPr/>
        </p:nvPicPr>
        <p:blipFill>
          <a:blip r:embed="rId14" cstate="print">
            <a:extLst>
              <a:ext uri="{28A0092B-C50C-407E-A947-70E740481C1C}">
                <a14:useLocalDpi xmlns:a14="http://schemas.microsoft.com/office/drawing/2010/main" val="0"/>
              </a:ext>
            </a:extLst>
          </a:blip>
          <a:stretch>
            <a:fillRect/>
          </a:stretch>
        </p:blipFill>
        <p:spPr>
          <a:xfrm>
            <a:off x="13929822" y="-203906"/>
            <a:ext cx="832104" cy="529163"/>
          </a:xfrm>
          <a:prstGeom prst="rect">
            <a:avLst/>
          </a:prstGeom>
        </p:spPr>
      </p:pic>
      <p:pic>
        <p:nvPicPr>
          <p:cNvPr id="86" name="Blue Bricks 4"/>
          <p:cNvPicPr>
            <a:picLocks noChangeAspect="1"/>
          </p:cNvPicPr>
          <p:nvPr/>
        </p:nvPicPr>
        <p:blipFill>
          <a:blip r:embed="rId15" cstate="print">
            <a:extLst>
              <a:ext uri="{28A0092B-C50C-407E-A947-70E740481C1C}">
                <a14:useLocalDpi xmlns:a14="http://schemas.microsoft.com/office/drawing/2010/main" val="0"/>
              </a:ext>
            </a:extLst>
          </a:blip>
          <a:stretch>
            <a:fillRect/>
          </a:stretch>
        </p:blipFill>
        <p:spPr>
          <a:xfrm>
            <a:off x="4219498" y="6494387"/>
            <a:ext cx="3461795" cy="1724155"/>
          </a:xfrm>
          <a:prstGeom prst="rect">
            <a:avLst/>
          </a:prstGeom>
        </p:spPr>
      </p:pic>
      <p:sp>
        <p:nvSpPr>
          <p:cNvPr id="87" name="Blue Cap 4"/>
          <p:cNvSpPr>
            <a:spLocks noChangeAspect="1"/>
          </p:cNvSpPr>
          <p:nvPr/>
        </p:nvSpPr>
        <p:spPr>
          <a:xfrm>
            <a:off x="4433309" y="6386184"/>
            <a:ext cx="2907791" cy="1453896"/>
          </a:xfrm>
          <a:prstGeom prst="rect">
            <a:avLst/>
          </a:prstGeom>
          <a:solidFill>
            <a:srgbClr val="F4F4F4"/>
          </a:solidFill>
          <a:ln>
            <a:noFill/>
          </a:ln>
          <a:scene3d>
            <a:camera prst="orthographicFront">
              <a:rot lat="20400000" lon="21000000" rev="198000"/>
            </a:camera>
            <a:lightRig rig="balanced" dir="t"/>
          </a:scene3d>
          <a:sp3d extrusionH="165100" prstMaterial="metal">
            <a:bevelT w="19050" h="12700"/>
            <a:extrusionClr>
              <a:srgbClr val="F4F4F4"/>
            </a:extrusionClr>
          </a:sp3d>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sz="4400" spc="-200" dirty="0">
                <a:ln>
                  <a:solidFill>
                    <a:schemeClr val="tx1">
                      <a:lumMod val="85000"/>
                      <a:lumOff val="15000"/>
                    </a:schemeClr>
                  </a:solidFill>
                </a:ln>
                <a:solidFill>
                  <a:srgbClr val="106DDE"/>
                </a:solidFill>
                <a:latin typeface="Poppins Medium" panose="00000600000000000000" pitchFamily="2" charset="0"/>
                <a:ea typeface="ZCOOL QingKe HuangYou" panose="00000500000000000000" pitchFamily="2" charset="0"/>
                <a:cs typeface="Poppins Medium" panose="00000600000000000000" pitchFamily="2" charset="0"/>
              </a:rPr>
              <a:t>play basketball</a:t>
            </a:r>
          </a:p>
        </p:txBody>
      </p:sp>
      <p:pic>
        <p:nvPicPr>
          <p:cNvPr id="17" name="Red Bricks 1"/>
          <p:cNvPicPr>
            <a:picLocks noChangeAspect="1"/>
          </p:cNvPicPr>
          <p:nvPr/>
        </p:nvPicPr>
        <p:blipFill>
          <a:blip r:embed="rId16" cstate="print">
            <a:extLst>
              <a:ext uri="{28A0092B-C50C-407E-A947-70E740481C1C}">
                <a14:useLocalDpi xmlns:a14="http://schemas.microsoft.com/office/drawing/2010/main" val="0"/>
              </a:ext>
            </a:extLst>
          </a:blip>
          <a:stretch>
            <a:fillRect/>
          </a:stretch>
        </p:blipFill>
        <p:spPr>
          <a:xfrm>
            <a:off x="93316" y="3110477"/>
            <a:ext cx="3461795" cy="1724154"/>
          </a:xfrm>
          <a:prstGeom prst="rect">
            <a:avLst/>
          </a:prstGeom>
        </p:spPr>
      </p:pic>
      <p:sp>
        <p:nvSpPr>
          <p:cNvPr id="18" name="Red Cap 1"/>
          <p:cNvSpPr>
            <a:spLocks noChangeAspect="1"/>
          </p:cNvSpPr>
          <p:nvPr/>
        </p:nvSpPr>
        <p:spPr>
          <a:xfrm>
            <a:off x="656817" y="3002274"/>
            <a:ext cx="2907791" cy="1453896"/>
          </a:xfrm>
          <a:prstGeom prst="rect">
            <a:avLst/>
          </a:prstGeom>
          <a:solidFill>
            <a:srgbClr val="F4F4F4"/>
          </a:solidFill>
          <a:ln>
            <a:noFill/>
          </a:ln>
          <a:scene3d>
            <a:camera prst="orthographicFront">
              <a:rot lat="20400000" lon="21000000" rev="198000"/>
            </a:camera>
            <a:lightRig rig="balanced" dir="t"/>
          </a:scene3d>
          <a:sp3d extrusionH="165100" prstMaterial="metal">
            <a:bevelT w="19050" h="12700"/>
            <a:extrusionClr>
              <a:srgbClr val="F4F4F4"/>
            </a:extrusionClr>
          </a:sp3d>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sz="4400" spc="-200" dirty="0">
                <a:ln>
                  <a:solidFill>
                    <a:schemeClr val="tx1">
                      <a:lumMod val="85000"/>
                      <a:lumOff val="15000"/>
                    </a:schemeClr>
                  </a:solidFill>
                </a:ln>
                <a:solidFill>
                  <a:srgbClr val="DD1A21"/>
                </a:solidFill>
                <a:latin typeface="Poppins Medium" panose="00000600000000000000" pitchFamily="2" charset="0"/>
                <a:ea typeface="ZCOOL QingKe HuangYou" panose="00000500000000000000" pitchFamily="2" charset="0"/>
                <a:cs typeface="Poppins Medium" panose="00000600000000000000" pitchFamily="2" charset="0"/>
              </a:rPr>
              <a:t>I</a:t>
            </a:r>
          </a:p>
        </p:txBody>
      </p:sp>
      <p:pic>
        <p:nvPicPr>
          <p:cNvPr id="13" name="Green Bricks 1"/>
          <p:cNvPicPr>
            <a:picLocks noChangeAspect="1"/>
          </p:cNvPicPr>
          <p:nvPr/>
        </p:nvPicPr>
        <p:blipFill>
          <a:blip r:embed="rId17" cstate="print">
            <a:extLst>
              <a:ext uri="{28A0092B-C50C-407E-A947-70E740481C1C}">
                <a14:useLocalDpi xmlns:a14="http://schemas.microsoft.com/office/drawing/2010/main" val="0"/>
              </a:ext>
            </a:extLst>
          </a:blip>
          <a:stretch>
            <a:fillRect/>
          </a:stretch>
        </p:blipFill>
        <p:spPr>
          <a:xfrm>
            <a:off x="9286304" y="312925"/>
            <a:ext cx="3456007" cy="1724155"/>
          </a:xfrm>
          <a:prstGeom prst="rect">
            <a:avLst/>
          </a:prstGeom>
        </p:spPr>
      </p:pic>
      <p:sp>
        <p:nvSpPr>
          <p:cNvPr id="15" name="Green Cap 1"/>
          <p:cNvSpPr>
            <a:spLocks noChangeAspect="1"/>
          </p:cNvSpPr>
          <p:nvPr/>
        </p:nvSpPr>
        <p:spPr>
          <a:xfrm>
            <a:off x="9850629" y="204722"/>
            <a:ext cx="2907791" cy="1453896"/>
          </a:xfrm>
          <a:prstGeom prst="rect">
            <a:avLst/>
          </a:prstGeom>
          <a:solidFill>
            <a:srgbClr val="F4F4F4"/>
          </a:solidFill>
          <a:ln>
            <a:noFill/>
          </a:ln>
          <a:scene3d>
            <a:camera prst="orthographicFront">
              <a:rot lat="20400000" lon="21000000" rev="198000"/>
            </a:camera>
            <a:lightRig rig="balanced" dir="t"/>
          </a:scene3d>
          <a:sp3d extrusionH="165100" prstMaterial="metal">
            <a:bevelT w="19050" h="12700"/>
            <a:extrusionClr>
              <a:srgbClr val="F4F4F4"/>
            </a:extrusionClr>
          </a:sp3d>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sz="4400" spc="-200" dirty="0">
                <a:ln>
                  <a:solidFill>
                    <a:schemeClr val="tx1">
                      <a:lumMod val="85000"/>
                      <a:lumOff val="15000"/>
                    </a:schemeClr>
                  </a:solidFill>
                </a:ln>
                <a:solidFill>
                  <a:srgbClr val="04A043"/>
                </a:solidFill>
                <a:latin typeface="Poppins Medium" panose="00000600000000000000" pitchFamily="2" charset="0"/>
                <a:ea typeface="ZCOOL QingKe HuangYou" panose="00000500000000000000" pitchFamily="2" charset="0"/>
                <a:cs typeface="Poppins Medium" panose="00000600000000000000" pitchFamily="2" charset="0"/>
              </a:rPr>
              <a:t>at 3:20</a:t>
            </a:r>
          </a:p>
        </p:txBody>
      </p:sp>
      <p:pic>
        <p:nvPicPr>
          <p:cNvPr id="30" name="Green Bricks 2"/>
          <p:cNvPicPr>
            <a:picLocks noChangeAspect="1"/>
          </p:cNvPicPr>
          <p:nvPr/>
        </p:nvPicPr>
        <p:blipFill>
          <a:blip r:embed="rId17" cstate="print">
            <a:extLst>
              <a:ext uri="{28A0092B-C50C-407E-A947-70E740481C1C}">
                <a14:useLocalDpi xmlns:a14="http://schemas.microsoft.com/office/drawing/2010/main" val="0"/>
              </a:ext>
            </a:extLst>
          </a:blip>
          <a:stretch>
            <a:fillRect/>
          </a:stretch>
        </p:blipFill>
        <p:spPr>
          <a:xfrm>
            <a:off x="9405482" y="2380201"/>
            <a:ext cx="3456007" cy="1724155"/>
          </a:xfrm>
          <a:prstGeom prst="rect">
            <a:avLst/>
          </a:prstGeom>
        </p:spPr>
      </p:pic>
      <p:sp>
        <p:nvSpPr>
          <p:cNvPr id="31" name="Green Cap 2"/>
          <p:cNvSpPr>
            <a:spLocks noChangeAspect="1"/>
          </p:cNvSpPr>
          <p:nvPr/>
        </p:nvSpPr>
        <p:spPr>
          <a:xfrm>
            <a:off x="9968739" y="2271998"/>
            <a:ext cx="2907791" cy="1453896"/>
          </a:xfrm>
          <a:prstGeom prst="rect">
            <a:avLst/>
          </a:prstGeom>
          <a:solidFill>
            <a:srgbClr val="F4F4F4"/>
          </a:solidFill>
          <a:ln>
            <a:noFill/>
          </a:ln>
          <a:scene3d>
            <a:camera prst="orthographicFront">
              <a:rot lat="20400000" lon="21000000" rev="198000"/>
            </a:camera>
            <a:lightRig rig="balanced" dir="t"/>
          </a:scene3d>
          <a:sp3d extrusionH="165100" prstMaterial="metal">
            <a:bevelT w="19050" h="12700"/>
            <a:extrusionClr>
              <a:srgbClr val="F4F4F4"/>
            </a:extrusionClr>
          </a:sp3d>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sz="4400" spc="-200" dirty="0">
                <a:ln>
                  <a:solidFill>
                    <a:schemeClr val="tx1">
                      <a:lumMod val="85000"/>
                      <a:lumOff val="15000"/>
                    </a:schemeClr>
                  </a:solidFill>
                </a:ln>
                <a:solidFill>
                  <a:srgbClr val="04A043"/>
                </a:solidFill>
                <a:latin typeface="Poppins Medium" panose="00000600000000000000" pitchFamily="2" charset="0"/>
                <a:ea typeface="ZCOOL QingKe HuangYou" panose="00000500000000000000" pitchFamily="2" charset="0"/>
                <a:cs typeface="Poppins Medium" panose="00000600000000000000" pitchFamily="2" charset="0"/>
              </a:rPr>
              <a:t>at 4:00</a:t>
            </a:r>
          </a:p>
        </p:txBody>
      </p:sp>
      <p:pic>
        <p:nvPicPr>
          <p:cNvPr id="33" name="Green Bricks 3"/>
          <p:cNvPicPr>
            <a:picLocks noChangeAspect="1"/>
          </p:cNvPicPr>
          <p:nvPr/>
        </p:nvPicPr>
        <p:blipFill>
          <a:blip r:embed="rId17" cstate="print">
            <a:extLst>
              <a:ext uri="{28A0092B-C50C-407E-A947-70E740481C1C}">
                <a14:useLocalDpi xmlns:a14="http://schemas.microsoft.com/office/drawing/2010/main" val="0"/>
              </a:ext>
            </a:extLst>
          </a:blip>
          <a:stretch>
            <a:fillRect/>
          </a:stretch>
        </p:blipFill>
        <p:spPr>
          <a:xfrm>
            <a:off x="9526095" y="4456170"/>
            <a:ext cx="3456007" cy="1724155"/>
          </a:xfrm>
          <a:prstGeom prst="rect">
            <a:avLst/>
          </a:prstGeom>
        </p:spPr>
      </p:pic>
      <p:sp>
        <p:nvSpPr>
          <p:cNvPr id="34" name="Green Cap 3"/>
          <p:cNvSpPr>
            <a:spLocks noChangeAspect="1"/>
          </p:cNvSpPr>
          <p:nvPr/>
        </p:nvSpPr>
        <p:spPr>
          <a:xfrm>
            <a:off x="10091929" y="4347967"/>
            <a:ext cx="2907791" cy="1453896"/>
          </a:xfrm>
          <a:prstGeom prst="rect">
            <a:avLst/>
          </a:prstGeom>
          <a:solidFill>
            <a:srgbClr val="F4F4F4"/>
          </a:solidFill>
          <a:ln>
            <a:noFill/>
          </a:ln>
          <a:scene3d>
            <a:camera prst="orthographicFront">
              <a:rot lat="20400000" lon="21000000" rev="198000"/>
            </a:camera>
            <a:lightRig rig="balanced" dir="t"/>
          </a:scene3d>
          <a:sp3d extrusionH="165100" prstMaterial="metal">
            <a:bevelT w="19050" h="12700"/>
            <a:extrusionClr>
              <a:srgbClr val="F4F4F4"/>
            </a:extrusionClr>
          </a:sp3d>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sz="4400" spc="-200" dirty="0">
                <a:ln>
                  <a:solidFill>
                    <a:schemeClr val="tx1">
                      <a:lumMod val="85000"/>
                      <a:lumOff val="15000"/>
                    </a:schemeClr>
                  </a:solidFill>
                </a:ln>
                <a:solidFill>
                  <a:srgbClr val="04A043"/>
                </a:solidFill>
                <a:latin typeface="Poppins Medium" panose="00000600000000000000" pitchFamily="2" charset="0"/>
                <a:ea typeface="ZCOOL QingKe HuangYou" panose="00000500000000000000" pitchFamily="2" charset="0"/>
                <a:cs typeface="Poppins Medium" panose="00000600000000000000" pitchFamily="2" charset="0"/>
              </a:rPr>
              <a:t>at 5:00</a:t>
            </a:r>
          </a:p>
        </p:txBody>
      </p:sp>
      <p:pic>
        <p:nvPicPr>
          <p:cNvPr id="36" name="Green Bricks 4"/>
          <p:cNvPicPr>
            <a:picLocks noChangeAspect="1"/>
          </p:cNvPicPr>
          <p:nvPr/>
        </p:nvPicPr>
        <p:blipFill>
          <a:blip r:embed="rId17" cstate="print">
            <a:extLst>
              <a:ext uri="{28A0092B-C50C-407E-A947-70E740481C1C}">
                <a14:useLocalDpi xmlns:a14="http://schemas.microsoft.com/office/drawing/2010/main" val="0"/>
              </a:ext>
            </a:extLst>
          </a:blip>
          <a:stretch>
            <a:fillRect/>
          </a:stretch>
        </p:blipFill>
        <p:spPr>
          <a:xfrm>
            <a:off x="9635113" y="6523446"/>
            <a:ext cx="3456007" cy="1724155"/>
          </a:xfrm>
          <a:prstGeom prst="rect">
            <a:avLst/>
          </a:prstGeom>
        </p:spPr>
      </p:pic>
      <p:sp>
        <p:nvSpPr>
          <p:cNvPr id="37" name="Green Cap 4"/>
          <p:cNvSpPr>
            <a:spLocks noChangeAspect="1"/>
          </p:cNvSpPr>
          <p:nvPr/>
        </p:nvSpPr>
        <p:spPr>
          <a:xfrm>
            <a:off x="10201149" y="6415243"/>
            <a:ext cx="2907791" cy="1453896"/>
          </a:xfrm>
          <a:prstGeom prst="rect">
            <a:avLst/>
          </a:prstGeom>
          <a:solidFill>
            <a:srgbClr val="F4F4F4"/>
          </a:solidFill>
          <a:ln>
            <a:noFill/>
          </a:ln>
          <a:scene3d>
            <a:camera prst="orthographicFront">
              <a:rot lat="20400000" lon="21000000" rev="198000"/>
            </a:camera>
            <a:lightRig rig="balanced" dir="t"/>
          </a:scene3d>
          <a:sp3d extrusionH="165100" prstMaterial="metal">
            <a:bevelT w="19050" h="12700"/>
            <a:extrusionClr>
              <a:srgbClr val="F4F4F4"/>
            </a:extrusionClr>
          </a:sp3d>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sz="4400" spc="-200" dirty="0">
                <a:ln>
                  <a:solidFill>
                    <a:schemeClr val="tx1">
                      <a:lumMod val="85000"/>
                      <a:lumOff val="15000"/>
                    </a:schemeClr>
                  </a:solidFill>
                </a:ln>
                <a:solidFill>
                  <a:srgbClr val="04A043"/>
                </a:solidFill>
                <a:latin typeface="Poppins Medium" panose="00000600000000000000" pitchFamily="2" charset="0"/>
                <a:ea typeface="ZCOOL QingKe HuangYou" panose="00000500000000000000" pitchFamily="2" charset="0"/>
                <a:cs typeface="Poppins Medium" panose="00000600000000000000" pitchFamily="2" charset="0"/>
              </a:rPr>
              <a:t>at 6:00</a:t>
            </a:r>
          </a:p>
        </p:txBody>
      </p:sp>
      <p:pic>
        <p:nvPicPr>
          <p:cNvPr id="66" name="Blue Bricks 1"/>
          <p:cNvPicPr>
            <a:picLocks noChangeAspect="1"/>
          </p:cNvPicPr>
          <p:nvPr/>
        </p:nvPicPr>
        <p:blipFill>
          <a:blip r:embed="rId15" cstate="print">
            <a:extLst>
              <a:ext uri="{28A0092B-C50C-407E-A947-70E740481C1C}">
                <a14:useLocalDpi xmlns:a14="http://schemas.microsoft.com/office/drawing/2010/main" val="0"/>
              </a:ext>
            </a:extLst>
          </a:blip>
          <a:stretch>
            <a:fillRect/>
          </a:stretch>
        </p:blipFill>
        <p:spPr>
          <a:xfrm>
            <a:off x="3884645" y="288406"/>
            <a:ext cx="3461795" cy="1724155"/>
          </a:xfrm>
          <a:prstGeom prst="rect">
            <a:avLst/>
          </a:prstGeom>
        </p:spPr>
      </p:pic>
      <p:sp>
        <p:nvSpPr>
          <p:cNvPr id="67" name="Blue Cap 1"/>
          <p:cNvSpPr>
            <a:spLocks noChangeAspect="1"/>
          </p:cNvSpPr>
          <p:nvPr/>
        </p:nvSpPr>
        <p:spPr>
          <a:xfrm>
            <a:off x="4098456" y="180203"/>
            <a:ext cx="2907791" cy="1453896"/>
          </a:xfrm>
          <a:prstGeom prst="rect">
            <a:avLst/>
          </a:prstGeom>
          <a:solidFill>
            <a:srgbClr val="F4F4F4"/>
          </a:solidFill>
          <a:ln>
            <a:noFill/>
          </a:ln>
          <a:scene3d>
            <a:camera prst="orthographicFront">
              <a:rot lat="20400000" lon="21000000" rev="198000"/>
            </a:camera>
            <a:lightRig rig="balanced" dir="t"/>
          </a:scene3d>
          <a:sp3d extrusionH="165100" prstMaterial="metal">
            <a:bevelT w="19050" h="12700"/>
            <a:extrusionClr>
              <a:srgbClr val="F4F4F4"/>
            </a:extrusionClr>
          </a:sp3d>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sz="4400" spc="-200" dirty="0">
                <a:ln>
                  <a:solidFill>
                    <a:schemeClr val="tx1">
                      <a:lumMod val="85000"/>
                      <a:lumOff val="15000"/>
                    </a:schemeClr>
                  </a:solidFill>
                </a:ln>
                <a:solidFill>
                  <a:srgbClr val="106DDE"/>
                </a:solidFill>
                <a:latin typeface="Poppins Medium" panose="00000600000000000000" pitchFamily="2" charset="0"/>
                <a:ea typeface="ZCOOL QingKe HuangYou" panose="00000500000000000000" pitchFamily="2" charset="0"/>
                <a:cs typeface="Poppins Medium" panose="00000600000000000000" pitchFamily="2" charset="0"/>
              </a:rPr>
              <a:t>have a soccer lesson</a:t>
            </a:r>
          </a:p>
        </p:txBody>
      </p:sp>
      <p:pic>
        <p:nvPicPr>
          <p:cNvPr id="68" name="Blue Bricks 2"/>
          <p:cNvPicPr>
            <a:picLocks noChangeAspect="1"/>
          </p:cNvPicPr>
          <p:nvPr/>
        </p:nvPicPr>
        <p:blipFill>
          <a:blip r:embed="rId15" cstate="print">
            <a:extLst>
              <a:ext uri="{28A0092B-C50C-407E-A947-70E740481C1C}">
                <a14:useLocalDpi xmlns:a14="http://schemas.microsoft.com/office/drawing/2010/main" val="0"/>
              </a:ext>
            </a:extLst>
          </a:blip>
          <a:stretch>
            <a:fillRect/>
          </a:stretch>
        </p:blipFill>
        <p:spPr>
          <a:xfrm>
            <a:off x="4005687" y="2356256"/>
            <a:ext cx="3461795" cy="1724155"/>
          </a:xfrm>
          <a:prstGeom prst="rect">
            <a:avLst/>
          </a:prstGeom>
        </p:spPr>
      </p:pic>
      <p:sp>
        <p:nvSpPr>
          <p:cNvPr id="69" name="Blue Cap 2"/>
          <p:cNvSpPr>
            <a:spLocks noChangeAspect="1"/>
          </p:cNvSpPr>
          <p:nvPr/>
        </p:nvSpPr>
        <p:spPr>
          <a:xfrm>
            <a:off x="4219498" y="2248053"/>
            <a:ext cx="2907791" cy="1453896"/>
          </a:xfrm>
          <a:prstGeom prst="rect">
            <a:avLst/>
          </a:prstGeom>
          <a:solidFill>
            <a:srgbClr val="F4F4F4"/>
          </a:solidFill>
          <a:ln>
            <a:noFill/>
          </a:ln>
          <a:scene3d>
            <a:camera prst="orthographicFront">
              <a:rot lat="20400000" lon="21000000" rev="198000"/>
            </a:camera>
            <a:lightRig rig="balanced" dir="t"/>
          </a:scene3d>
          <a:sp3d extrusionH="165100" prstMaterial="metal">
            <a:bevelT w="19050" h="12700"/>
            <a:extrusionClr>
              <a:srgbClr val="F4F4F4"/>
            </a:extrusionClr>
          </a:sp3d>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sz="4400" spc="-200" dirty="0">
                <a:ln>
                  <a:solidFill>
                    <a:schemeClr val="tx1">
                      <a:lumMod val="85000"/>
                      <a:lumOff val="15000"/>
                    </a:schemeClr>
                  </a:solidFill>
                </a:ln>
                <a:solidFill>
                  <a:srgbClr val="106DDE"/>
                </a:solidFill>
                <a:latin typeface="Poppins Medium" panose="00000600000000000000" pitchFamily="2" charset="0"/>
                <a:ea typeface="ZCOOL QingKe HuangYou" panose="00000500000000000000" pitchFamily="2" charset="0"/>
                <a:cs typeface="Poppins Medium" panose="00000600000000000000" pitchFamily="2" charset="0"/>
              </a:rPr>
              <a:t>have a guitar lesson</a:t>
            </a:r>
          </a:p>
        </p:txBody>
      </p:sp>
      <p:pic>
        <p:nvPicPr>
          <p:cNvPr id="77" name="Blue Bricks 3"/>
          <p:cNvPicPr>
            <a:picLocks noChangeAspect="1"/>
          </p:cNvPicPr>
          <p:nvPr/>
        </p:nvPicPr>
        <p:blipFill>
          <a:blip r:embed="rId15" cstate="print">
            <a:extLst>
              <a:ext uri="{28A0092B-C50C-407E-A947-70E740481C1C}">
                <a14:useLocalDpi xmlns:a14="http://schemas.microsoft.com/office/drawing/2010/main" val="0"/>
              </a:ext>
            </a:extLst>
          </a:blip>
          <a:stretch>
            <a:fillRect/>
          </a:stretch>
        </p:blipFill>
        <p:spPr>
          <a:xfrm>
            <a:off x="4112367" y="4429547"/>
            <a:ext cx="3461795" cy="1724155"/>
          </a:xfrm>
          <a:prstGeom prst="rect">
            <a:avLst/>
          </a:prstGeom>
        </p:spPr>
      </p:pic>
      <p:sp>
        <p:nvSpPr>
          <p:cNvPr id="78" name="Blue Cap 3"/>
          <p:cNvSpPr>
            <a:spLocks noChangeAspect="1"/>
          </p:cNvSpPr>
          <p:nvPr/>
        </p:nvSpPr>
        <p:spPr>
          <a:xfrm>
            <a:off x="4326178" y="4321344"/>
            <a:ext cx="2907791" cy="1453896"/>
          </a:xfrm>
          <a:prstGeom prst="rect">
            <a:avLst/>
          </a:prstGeom>
          <a:solidFill>
            <a:srgbClr val="F4F4F4"/>
          </a:solidFill>
          <a:ln>
            <a:noFill/>
          </a:ln>
          <a:scene3d>
            <a:camera prst="orthographicFront">
              <a:rot lat="20400000" lon="21000000" rev="198000"/>
            </a:camera>
            <a:lightRig rig="balanced" dir="t"/>
          </a:scene3d>
          <a:sp3d extrusionH="165100" prstMaterial="metal">
            <a:bevelT w="19050" h="12700"/>
            <a:extrusionClr>
              <a:srgbClr val="F4F4F4"/>
            </a:extrusionClr>
          </a:sp3d>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sz="4400" spc="-200" dirty="0">
                <a:ln>
                  <a:solidFill>
                    <a:schemeClr val="tx1">
                      <a:lumMod val="85000"/>
                      <a:lumOff val="15000"/>
                    </a:schemeClr>
                  </a:solidFill>
                </a:ln>
                <a:solidFill>
                  <a:srgbClr val="106DDE"/>
                </a:solidFill>
                <a:latin typeface="Poppins Medium" panose="00000600000000000000" pitchFamily="2" charset="0"/>
                <a:ea typeface="ZCOOL QingKe HuangYou" panose="00000500000000000000" pitchFamily="2" charset="0"/>
                <a:cs typeface="Poppins Medium" panose="00000600000000000000" pitchFamily="2" charset="0"/>
              </a:rPr>
              <a:t>have a dance lesson</a:t>
            </a:r>
          </a:p>
        </p:txBody>
      </p:sp>
      <p:pic>
        <p:nvPicPr>
          <p:cNvPr id="11" name="Gold Coin 1">
            <a:extLst>
              <a:ext uri="{FF2B5EF4-FFF2-40B4-BE49-F238E27FC236}">
                <a16:creationId xmlns:a16="http://schemas.microsoft.com/office/drawing/2014/main" id="{2944527D-9841-8E40-BC73-5D484850BFF1}"/>
              </a:ext>
            </a:extLst>
          </p:cNvPr>
          <p:cNvPicPr>
            <a:picLocks noChangeAspect="1"/>
          </p:cNvPicPr>
          <p:nvPr/>
        </p:nvPicPr>
        <p:blipFill>
          <a:blip r:embed="rId18" cstate="print">
            <a:extLst>
              <a:ext uri="{28A0092B-C50C-407E-A947-70E740481C1C}">
                <a14:useLocalDpi xmlns:a14="http://schemas.microsoft.com/office/drawing/2010/main" val="0"/>
              </a:ext>
            </a:extLst>
          </a:blip>
          <a:stretch>
            <a:fillRect/>
          </a:stretch>
        </p:blipFill>
        <p:spPr>
          <a:xfrm>
            <a:off x="7454326" y="249484"/>
            <a:ext cx="400420" cy="374904"/>
          </a:xfrm>
          <a:prstGeom prst="rect">
            <a:avLst/>
          </a:prstGeom>
        </p:spPr>
      </p:pic>
      <p:pic>
        <p:nvPicPr>
          <p:cNvPr id="12" name="Gold Coin 2">
            <a:extLst>
              <a:ext uri="{FF2B5EF4-FFF2-40B4-BE49-F238E27FC236}">
                <a16:creationId xmlns:a16="http://schemas.microsoft.com/office/drawing/2014/main" id="{2CE485D7-32DA-16B4-7367-0D233A189989}"/>
              </a:ext>
            </a:extLst>
          </p:cNvPr>
          <p:cNvPicPr>
            <a:picLocks noChangeAspect="1"/>
          </p:cNvPicPr>
          <p:nvPr/>
        </p:nvPicPr>
        <p:blipFill>
          <a:blip r:embed="rId18" cstate="print">
            <a:extLst>
              <a:ext uri="{28A0092B-C50C-407E-A947-70E740481C1C}">
                <a14:useLocalDpi xmlns:a14="http://schemas.microsoft.com/office/drawing/2010/main" val="0"/>
              </a:ext>
            </a:extLst>
          </a:blip>
          <a:stretch>
            <a:fillRect/>
          </a:stretch>
        </p:blipFill>
        <p:spPr>
          <a:xfrm>
            <a:off x="8182212" y="255580"/>
            <a:ext cx="400420" cy="374904"/>
          </a:xfrm>
          <a:prstGeom prst="rect">
            <a:avLst/>
          </a:prstGeom>
        </p:spPr>
      </p:pic>
      <p:pic>
        <p:nvPicPr>
          <p:cNvPr id="16" name="Gold Coin 3">
            <a:extLst>
              <a:ext uri="{FF2B5EF4-FFF2-40B4-BE49-F238E27FC236}">
                <a16:creationId xmlns:a16="http://schemas.microsoft.com/office/drawing/2014/main" id="{CF796C3F-B013-4551-DBAC-A175063F717D}"/>
              </a:ext>
            </a:extLst>
          </p:cNvPr>
          <p:cNvPicPr>
            <a:picLocks noChangeAspect="1"/>
          </p:cNvPicPr>
          <p:nvPr/>
        </p:nvPicPr>
        <p:blipFill>
          <a:blip r:embed="rId18" cstate="print">
            <a:extLst>
              <a:ext uri="{28A0092B-C50C-407E-A947-70E740481C1C}">
                <a14:useLocalDpi xmlns:a14="http://schemas.microsoft.com/office/drawing/2010/main" val="0"/>
              </a:ext>
            </a:extLst>
          </a:blip>
          <a:stretch>
            <a:fillRect/>
          </a:stretch>
        </p:blipFill>
        <p:spPr>
          <a:xfrm>
            <a:off x="7489808" y="945731"/>
            <a:ext cx="400420" cy="374904"/>
          </a:xfrm>
          <a:prstGeom prst="rect">
            <a:avLst/>
          </a:prstGeom>
        </p:spPr>
      </p:pic>
      <p:pic>
        <p:nvPicPr>
          <p:cNvPr id="21" name="Gold Coin 1">
            <a:extLst>
              <a:ext uri="{FF2B5EF4-FFF2-40B4-BE49-F238E27FC236}">
                <a16:creationId xmlns:a16="http://schemas.microsoft.com/office/drawing/2014/main" id="{01FCF8D1-6451-FEA2-04F0-46621B7889AB}"/>
              </a:ext>
            </a:extLst>
          </p:cNvPr>
          <p:cNvPicPr>
            <a:picLocks noChangeAspect="1"/>
          </p:cNvPicPr>
          <p:nvPr/>
        </p:nvPicPr>
        <p:blipFill>
          <a:blip r:embed="rId18" cstate="print">
            <a:extLst>
              <a:ext uri="{28A0092B-C50C-407E-A947-70E740481C1C}">
                <a14:useLocalDpi xmlns:a14="http://schemas.microsoft.com/office/drawing/2010/main" val="0"/>
              </a:ext>
            </a:extLst>
          </a:blip>
          <a:stretch>
            <a:fillRect/>
          </a:stretch>
        </p:blipFill>
        <p:spPr>
          <a:xfrm>
            <a:off x="7568841" y="2324807"/>
            <a:ext cx="400420" cy="374904"/>
          </a:xfrm>
          <a:prstGeom prst="rect">
            <a:avLst/>
          </a:prstGeom>
        </p:spPr>
      </p:pic>
      <p:pic>
        <p:nvPicPr>
          <p:cNvPr id="26" name="Gold Coin 1">
            <a:extLst>
              <a:ext uri="{FF2B5EF4-FFF2-40B4-BE49-F238E27FC236}">
                <a16:creationId xmlns:a16="http://schemas.microsoft.com/office/drawing/2014/main" id="{C635270D-6525-FA67-E555-83AFB8522276}"/>
              </a:ext>
            </a:extLst>
          </p:cNvPr>
          <p:cNvPicPr>
            <a:picLocks noChangeAspect="1"/>
          </p:cNvPicPr>
          <p:nvPr/>
        </p:nvPicPr>
        <p:blipFill>
          <a:blip r:embed="rId18" cstate="print">
            <a:extLst>
              <a:ext uri="{28A0092B-C50C-407E-A947-70E740481C1C}">
                <a14:useLocalDpi xmlns:a14="http://schemas.microsoft.com/office/drawing/2010/main" val="0"/>
              </a:ext>
            </a:extLst>
          </a:blip>
          <a:stretch>
            <a:fillRect/>
          </a:stretch>
        </p:blipFill>
        <p:spPr>
          <a:xfrm>
            <a:off x="7686844" y="4389605"/>
            <a:ext cx="400420" cy="374904"/>
          </a:xfrm>
          <a:prstGeom prst="rect">
            <a:avLst/>
          </a:prstGeom>
        </p:spPr>
      </p:pic>
      <p:pic>
        <p:nvPicPr>
          <p:cNvPr id="27" name="Gold Coin 2">
            <a:extLst>
              <a:ext uri="{FF2B5EF4-FFF2-40B4-BE49-F238E27FC236}">
                <a16:creationId xmlns:a16="http://schemas.microsoft.com/office/drawing/2014/main" id="{CC8643EA-715A-F723-CEAB-6DBEEFD719F4}"/>
              </a:ext>
            </a:extLst>
          </p:cNvPr>
          <p:cNvPicPr>
            <a:picLocks noChangeAspect="1"/>
          </p:cNvPicPr>
          <p:nvPr/>
        </p:nvPicPr>
        <p:blipFill>
          <a:blip r:embed="rId18" cstate="print">
            <a:extLst>
              <a:ext uri="{28A0092B-C50C-407E-A947-70E740481C1C}">
                <a14:useLocalDpi xmlns:a14="http://schemas.microsoft.com/office/drawing/2010/main" val="0"/>
              </a:ext>
            </a:extLst>
          </a:blip>
          <a:stretch>
            <a:fillRect/>
          </a:stretch>
        </p:blipFill>
        <p:spPr>
          <a:xfrm>
            <a:off x="8414730" y="4395701"/>
            <a:ext cx="400420" cy="374904"/>
          </a:xfrm>
          <a:prstGeom prst="rect">
            <a:avLst/>
          </a:prstGeom>
        </p:spPr>
      </p:pic>
      <p:pic>
        <p:nvPicPr>
          <p:cNvPr id="28" name="Gold Coin 3">
            <a:extLst>
              <a:ext uri="{FF2B5EF4-FFF2-40B4-BE49-F238E27FC236}">
                <a16:creationId xmlns:a16="http://schemas.microsoft.com/office/drawing/2014/main" id="{74DCE017-5A76-8C36-DB53-B63630C8BA0D}"/>
              </a:ext>
            </a:extLst>
          </p:cNvPr>
          <p:cNvPicPr>
            <a:picLocks noChangeAspect="1"/>
          </p:cNvPicPr>
          <p:nvPr/>
        </p:nvPicPr>
        <p:blipFill>
          <a:blip r:embed="rId18" cstate="print">
            <a:extLst>
              <a:ext uri="{28A0092B-C50C-407E-A947-70E740481C1C}">
                <a14:useLocalDpi xmlns:a14="http://schemas.microsoft.com/office/drawing/2010/main" val="0"/>
              </a:ext>
            </a:extLst>
          </a:blip>
          <a:stretch>
            <a:fillRect/>
          </a:stretch>
        </p:blipFill>
        <p:spPr>
          <a:xfrm>
            <a:off x="7722326" y="5085852"/>
            <a:ext cx="400420" cy="374904"/>
          </a:xfrm>
          <a:prstGeom prst="rect">
            <a:avLst/>
          </a:prstGeom>
        </p:spPr>
      </p:pic>
      <p:pic>
        <p:nvPicPr>
          <p:cNvPr id="29" name="Gold Coin 4">
            <a:extLst>
              <a:ext uri="{FF2B5EF4-FFF2-40B4-BE49-F238E27FC236}">
                <a16:creationId xmlns:a16="http://schemas.microsoft.com/office/drawing/2014/main" id="{BD8629A4-839A-A25B-03E8-0683E42D4BE7}"/>
              </a:ext>
            </a:extLst>
          </p:cNvPr>
          <p:cNvPicPr>
            <a:picLocks noChangeAspect="1"/>
          </p:cNvPicPr>
          <p:nvPr/>
        </p:nvPicPr>
        <p:blipFill>
          <a:blip r:embed="rId18" cstate="print">
            <a:extLst>
              <a:ext uri="{28A0092B-C50C-407E-A947-70E740481C1C}">
                <a14:useLocalDpi xmlns:a14="http://schemas.microsoft.com/office/drawing/2010/main" val="0"/>
              </a:ext>
            </a:extLst>
          </a:blip>
          <a:stretch>
            <a:fillRect/>
          </a:stretch>
        </p:blipFill>
        <p:spPr>
          <a:xfrm>
            <a:off x="8451306" y="5091948"/>
            <a:ext cx="400420" cy="374904"/>
          </a:xfrm>
          <a:prstGeom prst="rect">
            <a:avLst/>
          </a:prstGeom>
        </p:spPr>
      </p:pic>
      <p:pic>
        <p:nvPicPr>
          <p:cNvPr id="35" name="Gold Coin 1">
            <a:extLst>
              <a:ext uri="{FF2B5EF4-FFF2-40B4-BE49-F238E27FC236}">
                <a16:creationId xmlns:a16="http://schemas.microsoft.com/office/drawing/2014/main" id="{C84583A5-D49E-94E0-CB5E-C7E31590FCEA}"/>
              </a:ext>
            </a:extLst>
          </p:cNvPr>
          <p:cNvPicPr>
            <a:picLocks noChangeAspect="1"/>
          </p:cNvPicPr>
          <p:nvPr/>
        </p:nvPicPr>
        <p:blipFill>
          <a:blip r:embed="rId18" cstate="print">
            <a:extLst>
              <a:ext uri="{28A0092B-C50C-407E-A947-70E740481C1C}">
                <a14:useLocalDpi xmlns:a14="http://schemas.microsoft.com/office/drawing/2010/main" val="0"/>
              </a:ext>
            </a:extLst>
          </a:blip>
          <a:stretch>
            <a:fillRect/>
          </a:stretch>
        </p:blipFill>
        <p:spPr>
          <a:xfrm>
            <a:off x="7794287" y="6453300"/>
            <a:ext cx="400420" cy="374904"/>
          </a:xfrm>
          <a:prstGeom prst="rect">
            <a:avLst/>
          </a:prstGeom>
        </p:spPr>
      </p:pic>
      <p:pic>
        <p:nvPicPr>
          <p:cNvPr id="38" name="Gold Coin 2">
            <a:extLst>
              <a:ext uri="{FF2B5EF4-FFF2-40B4-BE49-F238E27FC236}">
                <a16:creationId xmlns:a16="http://schemas.microsoft.com/office/drawing/2014/main" id="{8471FBB4-0B6B-3F25-B147-D4BD47C4DF48}"/>
              </a:ext>
            </a:extLst>
          </p:cNvPr>
          <p:cNvPicPr>
            <a:picLocks noChangeAspect="1"/>
          </p:cNvPicPr>
          <p:nvPr/>
        </p:nvPicPr>
        <p:blipFill>
          <a:blip r:embed="rId18" cstate="print">
            <a:extLst>
              <a:ext uri="{28A0092B-C50C-407E-A947-70E740481C1C}">
                <a14:useLocalDpi xmlns:a14="http://schemas.microsoft.com/office/drawing/2010/main" val="0"/>
              </a:ext>
            </a:extLst>
          </a:blip>
          <a:stretch>
            <a:fillRect/>
          </a:stretch>
        </p:blipFill>
        <p:spPr>
          <a:xfrm>
            <a:off x="8522173" y="6459396"/>
            <a:ext cx="400420" cy="374904"/>
          </a:xfrm>
          <a:prstGeom prst="rect">
            <a:avLst/>
          </a:prstGeom>
        </p:spPr>
      </p:pic>
      <p:pic>
        <p:nvPicPr>
          <p:cNvPr id="39" name="Gold Coin 3">
            <a:extLst>
              <a:ext uri="{FF2B5EF4-FFF2-40B4-BE49-F238E27FC236}">
                <a16:creationId xmlns:a16="http://schemas.microsoft.com/office/drawing/2014/main" id="{85E79E38-8EA1-C01F-9DEF-7408A25E5596}"/>
              </a:ext>
            </a:extLst>
          </p:cNvPr>
          <p:cNvPicPr>
            <a:picLocks noChangeAspect="1"/>
          </p:cNvPicPr>
          <p:nvPr/>
        </p:nvPicPr>
        <p:blipFill>
          <a:blip r:embed="rId18" cstate="print">
            <a:extLst>
              <a:ext uri="{28A0092B-C50C-407E-A947-70E740481C1C}">
                <a14:useLocalDpi xmlns:a14="http://schemas.microsoft.com/office/drawing/2010/main" val="0"/>
              </a:ext>
            </a:extLst>
          </a:blip>
          <a:stretch>
            <a:fillRect/>
          </a:stretch>
        </p:blipFill>
        <p:spPr>
          <a:xfrm>
            <a:off x="7829769" y="7149547"/>
            <a:ext cx="400420" cy="374904"/>
          </a:xfrm>
          <a:prstGeom prst="rect">
            <a:avLst/>
          </a:prstGeom>
        </p:spPr>
      </p:pic>
      <p:pic>
        <p:nvPicPr>
          <p:cNvPr id="42" name="Gold Coin 1">
            <a:extLst>
              <a:ext uri="{FF2B5EF4-FFF2-40B4-BE49-F238E27FC236}">
                <a16:creationId xmlns:a16="http://schemas.microsoft.com/office/drawing/2014/main" id="{B519E1ED-137D-1E12-CE45-775BC3726AC6}"/>
              </a:ext>
            </a:extLst>
          </p:cNvPr>
          <p:cNvPicPr>
            <a:picLocks noChangeAspect="1"/>
          </p:cNvPicPr>
          <p:nvPr/>
        </p:nvPicPr>
        <p:blipFill>
          <a:blip r:embed="rId18" cstate="print">
            <a:extLst>
              <a:ext uri="{28A0092B-C50C-407E-A947-70E740481C1C}">
                <a14:useLocalDpi xmlns:a14="http://schemas.microsoft.com/office/drawing/2010/main" val="0"/>
              </a:ext>
            </a:extLst>
          </a:blip>
          <a:stretch>
            <a:fillRect/>
          </a:stretch>
        </p:blipFill>
        <p:spPr>
          <a:xfrm>
            <a:off x="12861981" y="279730"/>
            <a:ext cx="400420" cy="374904"/>
          </a:xfrm>
          <a:prstGeom prst="rect">
            <a:avLst/>
          </a:prstGeom>
        </p:spPr>
      </p:pic>
      <p:pic>
        <p:nvPicPr>
          <p:cNvPr id="43" name="Gold Coin 2">
            <a:extLst>
              <a:ext uri="{FF2B5EF4-FFF2-40B4-BE49-F238E27FC236}">
                <a16:creationId xmlns:a16="http://schemas.microsoft.com/office/drawing/2014/main" id="{582AA26C-68A8-31A4-1900-CBD9788D4894}"/>
              </a:ext>
            </a:extLst>
          </p:cNvPr>
          <p:cNvPicPr>
            <a:picLocks noChangeAspect="1"/>
          </p:cNvPicPr>
          <p:nvPr/>
        </p:nvPicPr>
        <p:blipFill>
          <a:blip r:embed="rId18" cstate="print">
            <a:extLst>
              <a:ext uri="{28A0092B-C50C-407E-A947-70E740481C1C}">
                <a14:useLocalDpi xmlns:a14="http://schemas.microsoft.com/office/drawing/2010/main" val="0"/>
              </a:ext>
            </a:extLst>
          </a:blip>
          <a:stretch>
            <a:fillRect/>
          </a:stretch>
        </p:blipFill>
        <p:spPr>
          <a:xfrm>
            <a:off x="13589867" y="285826"/>
            <a:ext cx="400420" cy="374904"/>
          </a:xfrm>
          <a:prstGeom prst="rect">
            <a:avLst/>
          </a:prstGeom>
        </p:spPr>
      </p:pic>
      <p:pic>
        <p:nvPicPr>
          <p:cNvPr id="44" name="Gold Coin 3">
            <a:extLst>
              <a:ext uri="{FF2B5EF4-FFF2-40B4-BE49-F238E27FC236}">
                <a16:creationId xmlns:a16="http://schemas.microsoft.com/office/drawing/2014/main" id="{C0268305-40AC-B2F4-F69E-4BCECEDCE8A3}"/>
              </a:ext>
            </a:extLst>
          </p:cNvPr>
          <p:cNvPicPr>
            <a:picLocks noChangeAspect="1"/>
          </p:cNvPicPr>
          <p:nvPr/>
        </p:nvPicPr>
        <p:blipFill>
          <a:blip r:embed="rId18" cstate="print">
            <a:extLst>
              <a:ext uri="{28A0092B-C50C-407E-A947-70E740481C1C}">
                <a14:useLocalDpi xmlns:a14="http://schemas.microsoft.com/office/drawing/2010/main" val="0"/>
              </a:ext>
            </a:extLst>
          </a:blip>
          <a:stretch>
            <a:fillRect/>
          </a:stretch>
        </p:blipFill>
        <p:spPr>
          <a:xfrm>
            <a:off x="12897463" y="975977"/>
            <a:ext cx="400420" cy="374904"/>
          </a:xfrm>
          <a:prstGeom prst="rect">
            <a:avLst/>
          </a:prstGeom>
        </p:spPr>
      </p:pic>
      <p:pic>
        <p:nvPicPr>
          <p:cNvPr id="45" name="Gold Coin 4">
            <a:extLst>
              <a:ext uri="{FF2B5EF4-FFF2-40B4-BE49-F238E27FC236}">
                <a16:creationId xmlns:a16="http://schemas.microsoft.com/office/drawing/2014/main" id="{F039EC81-57BC-98C8-937A-D249469FD44D}"/>
              </a:ext>
            </a:extLst>
          </p:cNvPr>
          <p:cNvPicPr>
            <a:picLocks noChangeAspect="1"/>
          </p:cNvPicPr>
          <p:nvPr/>
        </p:nvPicPr>
        <p:blipFill>
          <a:blip r:embed="rId18" cstate="print">
            <a:extLst>
              <a:ext uri="{28A0092B-C50C-407E-A947-70E740481C1C}">
                <a14:useLocalDpi xmlns:a14="http://schemas.microsoft.com/office/drawing/2010/main" val="0"/>
              </a:ext>
            </a:extLst>
          </a:blip>
          <a:stretch>
            <a:fillRect/>
          </a:stretch>
        </p:blipFill>
        <p:spPr>
          <a:xfrm>
            <a:off x="13626443" y="982073"/>
            <a:ext cx="400420" cy="374904"/>
          </a:xfrm>
          <a:prstGeom prst="rect">
            <a:avLst/>
          </a:prstGeom>
        </p:spPr>
      </p:pic>
      <p:pic>
        <p:nvPicPr>
          <p:cNvPr id="47" name="Gold Coin 1">
            <a:extLst>
              <a:ext uri="{FF2B5EF4-FFF2-40B4-BE49-F238E27FC236}">
                <a16:creationId xmlns:a16="http://schemas.microsoft.com/office/drawing/2014/main" id="{8B7A3FF4-DEED-AB40-0853-6A0CD696DD85}"/>
              </a:ext>
            </a:extLst>
          </p:cNvPr>
          <p:cNvPicPr>
            <a:picLocks noChangeAspect="1"/>
          </p:cNvPicPr>
          <p:nvPr/>
        </p:nvPicPr>
        <p:blipFill>
          <a:blip r:embed="rId18" cstate="print">
            <a:extLst>
              <a:ext uri="{28A0092B-C50C-407E-A947-70E740481C1C}">
                <a14:useLocalDpi xmlns:a14="http://schemas.microsoft.com/office/drawing/2010/main" val="0"/>
              </a:ext>
            </a:extLst>
          </a:blip>
          <a:stretch>
            <a:fillRect/>
          </a:stretch>
        </p:blipFill>
        <p:spPr>
          <a:xfrm>
            <a:off x="12976496" y="2355053"/>
            <a:ext cx="400420" cy="374904"/>
          </a:xfrm>
          <a:prstGeom prst="rect">
            <a:avLst/>
          </a:prstGeom>
        </p:spPr>
      </p:pic>
      <p:pic>
        <p:nvPicPr>
          <p:cNvPr id="48" name="Gold Coin 2">
            <a:extLst>
              <a:ext uri="{FF2B5EF4-FFF2-40B4-BE49-F238E27FC236}">
                <a16:creationId xmlns:a16="http://schemas.microsoft.com/office/drawing/2014/main" id="{5235CDF8-05A8-5A21-1AC4-5150C90AC0E8}"/>
              </a:ext>
            </a:extLst>
          </p:cNvPr>
          <p:cNvPicPr>
            <a:picLocks noChangeAspect="1"/>
          </p:cNvPicPr>
          <p:nvPr/>
        </p:nvPicPr>
        <p:blipFill>
          <a:blip r:embed="rId18" cstate="print">
            <a:extLst>
              <a:ext uri="{28A0092B-C50C-407E-A947-70E740481C1C}">
                <a14:useLocalDpi xmlns:a14="http://schemas.microsoft.com/office/drawing/2010/main" val="0"/>
              </a:ext>
            </a:extLst>
          </a:blip>
          <a:stretch>
            <a:fillRect/>
          </a:stretch>
        </p:blipFill>
        <p:spPr>
          <a:xfrm>
            <a:off x="13704382" y="2361149"/>
            <a:ext cx="400420" cy="374904"/>
          </a:xfrm>
          <a:prstGeom prst="rect">
            <a:avLst/>
          </a:prstGeom>
        </p:spPr>
      </p:pic>
      <p:pic>
        <p:nvPicPr>
          <p:cNvPr id="81" name="Gold Coin 1">
            <a:extLst>
              <a:ext uri="{FF2B5EF4-FFF2-40B4-BE49-F238E27FC236}">
                <a16:creationId xmlns:a16="http://schemas.microsoft.com/office/drawing/2014/main" id="{60BD5144-73A1-F3B7-784A-28ABD0D4707A}"/>
              </a:ext>
            </a:extLst>
          </p:cNvPr>
          <p:cNvPicPr>
            <a:picLocks noChangeAspect="1"/>
          </p:cNvPicPr>
          <p:nvPr/>
        </p:nvPicPr>
        <p:blipFill>
          <a:blip r:embed="rId18" cstate="print">
            <a:extLst>
              <a:ext uri="{28A0092B-C50C-407E-A947-70E740481C1C}">
                <a14:useLocalDpi xmlns:a14="http://schemas.microsoft.com/office/drawing/2010/main" val="0"/>
              </a:ext>
            </a:extLst>
          </a:blip>
          <a:stretch>
            <a:fillRect/>
          </a:stretch>
        </p:blipFill>
        <p:spPr>
          <a:xfrm>
            <a:off x="13094499" y="4419851"/>
            <a:ext cx="400420" cy="374904"/>
          </a:xfrm>
          <a:prstGeom prst="rect">
            <a:avLst/>
          </a:prstGeom>
        </p:spPr>
      </p:pic>
      <p:pic>
        <p:nvPicPr>
          <p:cNvPr id="82" name="Gold Coin 2">
            <a:extLst>
              <a:ext uri="{FF2B5EF4-FFF2-40B4-BE49-F238E27FC236}">
                <a16:creationId xmlns:a16="http://schemas.microsoft.com/office/drawing/2014/main" id="{98CDDFE1-7228-7502-E4DE-EA53C5FF6C57}"/>
              </a:ext>
            </a:extLst>
          </p:cNvPr>
          <p:cNvPicPr>
            <a:picLocks noChangeAspect="1"/>
          </p:cNvPicPr>
          <p:nvPr/>
        </p:nvPicPr>
        <p:blipFill>
          <a:blip r:embed="rId18" cstate="print">
            <a:extLst>
              <a:ext uri="{28A0092B-C50C-407E-A947-70E740481C1C}">
                <a14:useLocalDpi xmlns:a14="http://schemas.microsoft.com/office/drawing/2010/main" val="0"/>
              </a:ext>
            </a:extLst>
          </a:blip>
          <a:stretch>
            <a:fillRect/>
          </a:stretch>
        </p:blipFill>
        <p:spPr>
          <a:xfrm>
            <a:off x="13822385" y="4425947"/>
            <a:ext cx="400420" cy="374904"/>
          </a:xfrm>
          <a:prstGeom prst="rect">
            <a:avLst/>
          </a:prstGeom>
        </p:spPr>
      </p:pic>
      <p:pic>
        <p:nvPicPr>
          <p:cNvPr id="88" name="Gold Coin 1">
            <a:extLst>
              <a:ext uri="{FF2B5EF4-FFF2-40B4-BE49-F238E27FC236}">
                <a16:creationId xmlns:a16="http://schemas.microsoft.com/office/drawing/2014/main" id="{99F11F17-3DDD-EC5A-F24E-8E4F673FE650}"/>
              </a:ext>
            </a:extLst>
          </p:cNvPr>
          <p:cNvPicPr>
            <a:picLocks noChangeAspect="1"/>
          </p:cNvPicPr>
          <p:nvPr/>
        </p:nvPicPr>
        <p:blipFill>
          <a:blip r:embed="rId18" cstate="print">
            <a:extLst>
              <a:ext uri="{28A0092B-C50C-407E-A947-70E740481C1C}">
                <a14:useLocalDpi xmlns:a14="http://schemas.microsoft.com/office/drawing/2010/main" val="0"/>
              </a:ext>
            </a:extLst>
          </a:blip>
          <a:stretch>
            <a:fillRect/>
          </a:stretch>
        </p:blipFill>
        <p:spPr>
          <a:xfrm>
            <a:off x="13201942" y="6483546"/>
            <a:ext cx="400420" cy="374904"/>
          </a:xfrm>
          <a:prstGeom prst="rect">
            <a:avLst/>
          </a:prstGeom>
        </p:spPr>
      </p:pic>
      <p:pic>
        <p:nvPicPr>
          <p:cNvPr id="89" name="Gold Coin 2">
            <a:extLst>
              <a:ext uri="{FF2B5EF4-FFF2-40B4-BE49-F238E27FC236}">
                <a16:creationId xmlns:a16="http://schemas.microsoft.com/office/drawing/2014/main" id="{84A56950-E01E-B3B1-F4C0-693CB5E68951}"/>
              </a:ext>
            </a:extLst>
          </p:cNvPr>
          <p:cNvPicPr>
            <a:picLocks noChangeAspect="1"/>
          </p:cNvPicPr>
          <p:nvPr/>
        </p:nvPicPr>
        <p:blipFill>
          <a:blip r:embed="rId18" cstate="print">
            <a:extLst>
              <a:ext uri="{28A0092B-C50C-407E-A947-70E740481C1C}">
                <a14:useLocalDpi xmlns:a14="http://schemas.microsoft.com/office/drawing/2010/main" val="0"/>
              </a:ext>
            </a:extLst>
          </a:blip>
          <a:stretch>
            <a:fillRect/>
          </a:stretch>
        </p:blipFill>
        <p:spPr>
          <a:xfrm>
            <a:off x="13929828" y="6489642"/>
            <a:ext cx="400420" cy="374904"/>
          </a:xfrm>
          <a:prstGeom prst="rect">
            <a:avLst/>
          </a:prstGeom>
        </p:spPr>
      </p:pic>
      <p:pic>
        <p:nvPicPr>
          <p:cNvPr id="90" name="Gold Coin 3">
            <a:extLst>
              <a:ext uri="{FF2B5EF4-FFF2-40B4-BE49-F238E27FC236}">
                <a16:creationId xmlns:a16="http://schemas.microsoft.com/office/drawing/2014/main" id="{84C15DDC-7F4B-84D2-0344-330AF045FFFA}"/>
              </a:ext>
            </a:extLst>
          </p:cNvPr>
          <p:cNvPicPr>
            <a:picLocks noChangeAspect="1"/>
          </p:cNvPicPr>
          <p:nvPr/>
        </p:nvPicPr>
        <p:blipFill>
          <a:blip r:embed="rId18" cstate="print">
            <a:extLst>
              <a:ext uri="{28A0092B-C50C-407E-A947-70E740481C1C}">
                <a14:useLocalDpi xmlns:a14="http://schemas.microsoft.com/office/drawing/2010/main" val="0"/>
              </a:ext>
            </a:extLst>
          </a:blip>
          <a:stretch>
            <a:fillRect/>
          </a:stretch>
        </p:blipFill>
        <p:spPr>
          <a:xfrm>
            <a:off x="13237424" y="7179793"/>
            <a:ext cx="400420" cy="374904"/>
          </a:xfrm>
          <a:prstGeom prst="rect">
            <a:avLst/>
          </a:prstGeom>
        </p:spPr>
      </p:pic>
      <p:pic>
        <p:nvPicPr>
          <p:cNvPr id="91" name="Gold Coin 4">
            <a:extLst>
              <a:ext uri="{FF2B5EF4-FFF2-40B4-BE49-F238E27FC236}">
                <a16:creationId xmlns:a16="http://schemas.microsoft.com/office/drawing/2014/main" id="{7E54ECFD-A833-6A11-B083-C027E026904D}"/>
              </a:ext>
            </a:extLst>
          </p:cNvPr>
          <p:cNvPicPr>
            <a:picLocks noChangeAspect="1"/>
          </p:cNvPicPr>
          <p:nvPr/>
        </p:nvPicPr>
        <p:blipFill>
          <a:blip r:embed="rId18" cstate="print">
            <a:extLst>
              <a:ext uri="{28A0092B-C50C-407E-A947-70E740481C1C}">
                <a14:useLocalDpi xmlns:a14="http://schemas.microsoft.com/office/drawing/2010/main" val="0"/>
              </a:ext>
            </a:extLst>
          </a:blip>
          <a:stretch>
            <a:fillRect/>
          </a:stretch>
        </p:blipFill>
        <p:spPr>
          <a:xfrm>
            <a:off x="13966404" y="7185889"/>
            <a:ext cx="400420" cy="374904"/>
          </a:xfrm>
          <a:prstGeom prst="rect">
            <a:avLst/>
          </a:prstGeom>
        </p:spPr>
      </p:pic>
      <p:pic>
        <p:nvPicPr>
          <p:cNvPr id="49" name="Points Reveal 1.mp3">
            <a:hlinkClick r:id="" action="ppaction://media"/>
          </p:cNvPr>
          <p:cNvPicPr>
            <a:picLocks noChangeAspect="1"/>
          </p:cNvPicPr>
          <p:nvPr>
            <a:audioFile r:link="rId2"/>
            <p:extLst>
              <p:ext uri="{DAA4B4D4-6D71-4841-9C94-3DE7FCFB9230}">
                <p14:media xmlns:p14="http://schemas.microsoft.com/office/powerpoint/2010/main" r:embed="rId1"/>
              </p:ext>
            </p:extLst>
          </p:nvPr>
        </p:nvPicPr>
        <p:blipFill>
          <a:blip r:embed="rId19"/>
          <a:stretch>
            <a:fillRect/>
          </a:stretch>
        </p:blipFill>
        <p:spPr>
          <a:xfrm>
            <a:off x="5925587" y="8521795"/>
            <a:ext cx="487363" cy="487363"/>
          </a:xfrm>
          <a:prstGeom prst="rect">
            <a:avLst/>
          </a:prstGeom>
        </p:spPr>
      </p:pic>
      <p:pic>
        <p:nvPicPr>
          <p:cNvPr id="50" name="Points Reveal 2.mp3">
            <a:hlinkClick r:id="" action="ppaction://media"/>
          </p:cNvPr>
          <p:cNvPicPr>
            <a:picLocks noChangeAspect="1"/>
          </p:cNvPicPr>
          <p:nvPr>
            <a:audioFile r:link="rId4"/>
            <p:extLst>
              <p:ext uri="{DAA4B4D4-6D71-4841-9C94-3DE7FCFB9230}">
                <p14:media xmlns:p14="http://schemas.microsoft.com/office/powerpoint/2010/main" r:embed="rId3"/>
              </p:ext>
            </p:extLst>
          </p:nvPr>
        </p:nvPicPr>
        <p:blipFill>
          <a:blip r:embed="rId19"/>
          <a:stretch>
            <a:fillRect/>
          </a:stretch>
        </p:blipFill>
        <p:spPr>
          <a:xfrm>
            <a:off x="6763787" y="8528097"/>
            <a:ext cx="487363" cy="487363"/>
          </a:xfrm>
          <a:prstGeom prst="rect">
            <a:avLst/>
          </a:prstGeom>
        </p:spPr>
      </p:pic>
      <p:pic>
        <p:nvPicPr>
          <p:cNvPr id="2" name="Aligned.mp3">
            <a:hlinkClick r:id="" action="ppaction://media"/>
          </p:cNvPr>
          <p:cNvPicPr>
            <a:picLocks noChangeAspect="1"/>
          </p:cNvPicPr>
          <p:nvPr>
            <a:audioFile r:link="rId6"/>
            <p:extLst>
              <p:ext uri="{DAA4B4D4-6D71-4841-9C94-3DE7FCFB9230}">
                <p14:media xmlns:p14="http://schemas.microsoft.com/office/powerpoint/2010/main" r:embed="rId5"/>
              </p:ext>
            </p:extLst>
          </p:nvPr>
        </p:nvPicPr>
        <p:blipFill>
          <a:blip r:embed="rId20"/>
          <a:stretch>
            <a:fillRect/>
          </a:stretch>
        </p:blipFill>
        <p:spPr>
          <a:xfrm>
            <a:off x="8815150" y="8528097"/>
            <a:ext cx="487363" cy="487363"/>
          </a:xfrm>
          <a:prstGeom prst="rect">
            <a:avLst/>
          </a:prstGeom>
        </p:spPr>
      </p:pic>
      <p:pic>
        <p:nvPicPr>
          <p:cNvPr id="3" name="gold piece sequence (4 pieces) 1 (leandri140029).mp3">
            <a:hlinkClick r:id="" action="ppaction://media"/>
          </p:cNvPr>
          <p:cNvPicPr>
            <a:picLocks noChangeAspect="1"/>
          </p:cNvPicPr>
          <p:nvPr>
            <a:audioFile r:link="rId8"/>
            <p:extLst>
              <p:ext uri="{DAA4B4D4-6D71-4841-9C94-3DE7FCFB9230}">
                <p14:media xmlns:p14="http://schemas.microsoft.com/office/powerpoint/2010/main" r:embed="rId7"/>
              </p:ext>
            </p:extLst>
          </p:nvPr>
        </p:nvPicPr>
        <p:blipFill>
          <a:blip r:embed="rId21"/>
          <a:stretch>
            <a:fillRect/>
          </a:stretch>
        </p:blipFill>
        <p:spPr>
          <a:xfrm>
            <a:off x="6062695" y="8528097"/>
            <a:ext cx="487363" cy="487363"/>
          </a:xfrm>
          <a:prstGeom prst="rect">
            <a:avLst/>
          </a:prstGeom>
        </p:spPr>
      </p:pic>
      <p:pic>
        <p:nvPicPr>
          <p:cNvPr id="4" name="gold piece sequence (4 pieces) 2 (leandri140029).mp3">
            <a:hlinkClick r:id="" action="ppaction://media"/>
          </p:cNvPr>
          <p:cNvPicPr>
            <a:picLocks noChangeAspect="1"/>
          </p:cNvPicPr>
          <p:nvPr>
            <a:audioFile r:link="rId10"/>
            <p:extLst>
              <p:ext uri="{DAA4B4D4-6D71-4841-9C94-3DE7FCFB9230}">
                <p14:media xmlns:p14="http://schemas.microsoft.com/office/powerpoint/2010/main" r:embed="rId9"/>
              </p:ext>
            </p:extLst>
          </p:nvPr>
        </p:nvPicPr>
        <p:blipFill>
          <a:blip r:embed="rId19"/>
          <a:stretch>
            <a:fillRect/>
          </a:stretch>
        </p:blipFill>
        <p:spPr>
          <a:xfrm>
            <a:off x="7227982" y="8539196"/>
            <a:ext cx="487363" cy="487363"/>
          </a:xfrm>
          <a:prstGeom prst="rect">
            <a:avLst/>
          </a:prstGeom>
        </p:spPr>
      </p:pic>
    </p:spTree>
    <p:extLst>
      <p:ext uri="{BB962C8B-B14F-4D97-AF65-F5344CB8AC3E}">
        <p14:creationId xmlns:p14="http://schemas.microsoft.com/office/powerpoint/2010/main" val="2750885037"/>
      </p:ext>
    </p:extLst>
  </p:cSld>
  <p:clrMapOvr>
    <a:masterClrMapping/>
  </p:clrMapOvr>
  <mc:AlternateContent xmlns:mc="http://schemas.openxmlformats.org/markup-compatibility/2006" xmlns:p14="http://schemas.microsoft.com/office/powerpoint/2010/main">
    <mc:Choice Requires="p14">
      <p:transition spd="slow" p14:dur="1300">
        <p14:pan/>
      </p:transition>
    </mc:Choice>
    <mc:Fallback xmlns="">
      <p:transition spd="slow">
        <p:fade/>
      </p:transition>
    </mc:Fallback>
  </mc:AlternateContent>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mediacall" presetSubtype="0" fill="hold" nodeType="clickEffect">
                                  <p:stCondLst>
                                    <p:cond delay="0"/>
                                  </p:stCondLst>
                                  <p:childTnLst>
                                    <p:cmd type="call" cmd="playFrom(0.0)">
                                      <p:cBhvr>
                                        <p:cTn id="6" dur="40124" fill="hold"/>
                                        <p:tgtEl>
                                          <p:spTgt spid="2"/>
                                        </p:tgtEl>
                                      </p:cBhvr>
                                    </p:cmd>
                                  </p:childTnLst>
                                </p:cTn>
                              </p:par>
                              <p:par>
                                <p:cTn id="7" presetID="0" presetClass="path" presetSubtype="0" fill="hold" nodeType="withEffect">
                                  <p:stCondLst>
                                    <p:cond delay="0"/>
                                  </p:stCondLst>
                                  <p:childTnLst>
                                    <p:animMotion origin="layout" path="M 0.00021 -0.00077 L 0.00021 -0.0216 L -0.02518 -0.0216 L -0.02518 0.00039 L -0.02518 -0.0216 L -0.04926 -0.0216 L -0.04992 -0.00077 L -0.04926 -0.0216 L -0.07466 -0.0216 L -0.07531 -0.00174 L -0.07531 -0.0216 L -0.0994 -0.0216 L -0.10005 -0.00174 L -0.10059 -0.0216 L -0.12424 -0.0216 L -0.12479 -0.00174 L -0.12479 -0.02045 L -0.14953 -0.0216 L -0.14953 -0.00289 L -0.14953 -0.0216 L -0.17426 -0.02276 L -0.17426 -0.00174 L -0.17492 -0.0216 L -0.19835 -0.02276 L -0.199 -0.00174 L -0.199 -0.02276 L -0.22385 -0.02276 L -0.22385 -0.00174 L -0.22385 -0.02276 L -0.24913 -0.02276 L -0.24848 -0.00289 L -0.24848 -0.02276 L -0.27387 -0.02276 L -0.27387 -0.00174 L -0.27387 -0.02276 L -0.29818 -0.02276 L -0.29818 -0.00174 L -0.29872 -0.02276 L -0.32346 -0.02276 L -0.32346 -0.00174 L -0.324 -0.02276 L -0.34755 -0.02276 L -0.34755 -0.00174 L -0.3469 -0.02392 L -0.37175 -0.02392 L -0.37229 -0.00289 L -0.37229 -0.02392 L -0.39768 -0.02392 L -0.39768 -0.00174 L -0.39703 -0.02488 L -0.42177 -0.02488 L -0.42242 -0.00174 L -0.42242 -0.02488 L -0.44662 -0.02488 L -0.44716 -0.00289 L -0.44716 -0.02488 L -0.4719 -0.02488 L -0.4719 -0.00289 L -0.47125 -0.02488 L -0.49664 -0.02488 L -0.49664 -0.00289 L -0.4961 -0.02604 L -0.52138 -0.02604 L -0.52138 -0.00174 L -0.52138 -0.02604 L -0.54623 -0.02604 L -0.54623 -0.00405 L -0.54623 -0.02604 L -0.57042 -0.02604 L -0.57042 -0.00289 L -0.57107 -0.02604 L -0.59571 -0.02604 L -0.59571 -0.00405 L -0.59505 -0.02604 L -0.61979 -0.02604 L -0.62045 -0.00405 L -0.62045 -0.02604 L -0.64594 -0.02604 L -0.64594 -0.00405 L -0.64594 -0.0272 L -0.67058 -0.0272 L -0.66992 -0.00289 L -0.67058 -0.02604 L -0.69532 -0.02604 L -0.69466 -0.00405 L -0.69597 -0.02604 L -0.72016 -0.02604 L -0.72081 -0.00405 L -0.72016 -0.0272 L -0.74414 -0.0272 L -0.7436 -0.00289 L -0.74414 -0.02604 L -0.76953 -0.02604 L -0.76953 -0.00405 L -0.76953 -0.02604 L -0.79373 -0.02604 L -0.79373 -0.00405 L -0.79373 -0.02488 L -0.81847 -0.02488 L -0.81912 -0.00521 L -0.81847 -0.02488 L -0.84386 -0.02488 L -0.84386 -0.00405 L -0.84386 -0.02488 L -0.8686 -0.02488 L -0.8686 -0.00405 L -0.8686 -0.02488 L -0.89334 -0.02488 L -0.89334 -0.00405 L -0.89334 -0.02488 L -0.91808 -0.02488 L -0.91808 -0.00521 L -0.91808 -0.02604 L -0.94282 -0.02604 L -0.94282 -0.00637 L -0.94282 -0.02604 L -0.96756 -0.02604 L -0.96756 -0.00521 L -0.96756 -0.02604 L -0.99176 -0.02604 L -0.9923 -0.00637 " pathEditMode="relative" ptsTypes="AAAAAAAAAAAAAAAAAAAAAAAAAAAAAAAAAAAAAAAAAAAAAAAAAAAAAAAAAAAAAAAAAAAAAAAAAAAAAAAAAAAAAAAAAAAAAAAAAAAAAAAAAAAAAAAAAAAAAAAAA">
                                      <p:cBhvr>
                                        <p:cTn id="8" dur="40000" fill="hold"/>
                                        <p:tgtEl>
                                          <p:spTgt spid="51"/>
                                        </p:tgtEl>
                                        <p:attrNameLst>
                                          <p:attrName>ppt_x</p:attrName>
                                          <p:attrName>ppt_y</p:attrName>
                                        </p:attrNameLst>
                                      </p:cBhvr>
                                    </p:animMotion>
                                  </p:childTnLst>
                                </p:cTn>
                              </p:par>
                            </p:childTnLst>
                          </p:cTn>
                        </p:par>
                      </p:childTnLst>
                    </p:cTn>
                  </p:par>
                  <p:par>
                    <p:cTn id="9" fill="hold">
                      <p:stCondLst>
                        <p:cond delay="indefinite"/>
                      </p:stCondLst>
                      <p:childTnLst>
                        <p:par>
                          <p:cTn id="10" fill="hold">
                            <p:stCondLst>
                              <p:cond delay="0"/>
                            </p:stCondLst>
                            <p:childTnLst>
                              <p:par>
                                <p:cTn id="11" presetID="1" presetClass="mediacall" presetSubtype="0" fill="hold" nodeType="clickEffect">
                                  <p:stCondLst>
                                    <p:cond delay="0"/>
                                  </p:stCondLst>
                                  <p:childTnLst>
                                    <p:cmd type="call" cmd="playFrom(0.0)">
                                      <p:cBhvr>
                                        <p:cTn id="12" dur="417" fill="hold"/>
                                        <p:tgtEl>
                                          <p:spTgt spid="49"/>
                                        </p:tgtEl>
                                      </p:cBhvr>
                                    </p:cmd>
                                  </p:childTnLst>
                                </p:cTn>
                              </p:par>
                            </p:childTnLst>
                          </p:cTn>
                        </p:par>
                        <p:par>
                          <p:cTn id="13" fill="hold">
                            <p:stCondLst>
                              <p:cond delay="417"/>
                            </p:stCondLst>
                            <p:childTnLst>
                              <p:par>
                                <p:cTn id="14" presetID="1" presetClass="mediacall" presetSubtype="0" fill="hold" nodeType="afterEffect">
                                  <p:stCondLst>
                                    <p:cond delay="0"/>
                                  </p:stCondLst>
                                  <p:childTnLst>
                                    <p:cmd type="call" cmd="playFrom(0.0)">
                                      <p:cBhvr>
                                        <p:cTn id="15" dur="912" fill="hold"/>
                                        <p:tgtEl>
                                          <p:spTgt spid="3"/>
                                        </p:tgtEl>
                                      </p:cBhvr>
                                    </p:cmd>
                                  </p:childTnLst>
                                </p:cTn>
                              </p:par>
                              <p:par>
                                <p:cTn id="16" presetID="2" presetClass="entr" presetSubtype="1" fill="hold" nodeType="withEffect">
                                  <p:stCondLst>
                                    <p:cond delay="0"/>
                                  </p:stCondLst>
                                  <p:childTnLst>
                                    <p:set>
                                      <p:cBhvr>
                                        <p:cTn id="17" dur="1" fill="hold">
                                          <p:stCondLst>
                                            <p:cond delay="0"/>
                                          </p:stCondLst>
                                        </p:cTn>
                                        <p:tgtEl>
                                          <p:spTgt spid="11"/>
                                        </p:tgtEl>
                                        <p:attrNameLst>
                                          <p:attrName>style.visibility</p:attrName>
                                        </p:attrNameLst>
                                      </p:cBhvr>
                                      <p:to>
                                        <p:strVal val="visible"/>
                                      </p:to>
                                    </p:set>
                                    <p:anim calcmode="lin" valueType="num">
                                      <p:cBhvr additive="base">
                                        <p:cTn id="18" dur="250" fill="hold"/>
                                        <p:tgtEl>
                                          <p:spTgt spid="11"/>
                                        </p:tgtEl>
                                        <p:attrNameLst>
                                          <p:attrName>ppt_x</p:attrName>
                                        </p:attrNameLst>
                                      </p:cBhvr>
                                      <p:tavLst>
                                        <p:tav tm="0">
                                          <p:val>
                                            <p:strVal val="#ppt_x"/>
                                          </p:val>
                                        </p:tav>
                                        <p:tav tm="100000">
                                          <p:val>
                                            <p:strVal val="#ppt_x"/>
                                          </p:val>
                                        </p:tav>
                                      </p:tavLst>
                                    </p:anim>
                                    <p:anim calcmode="lin" valueType="num">
                                      <p:cBhvr additive="base">
                                        <p:cTn id="19" dur="250" fill="hold"/>
                                        <p:tgtEl>
                                          <p:spTgt spid="11"/>
                                        </p:tgtEl>
                                        <p:attrNameLst>
                                          <p:attrName>ppt_y</p:attrName>
                                        </p:attrNameLst>
                                      </p:cBhvr>
                                      <p:tavLst>
                                        <p:tav tm="0">
                                          <p:val>
                                            <p:strVal val="0-#ppt_h/2"/>
                                          </p:val>
                                        </p:tav>
                                        <p:tav tm="100000">
                                          <p:val>
                                            <p:strVal val="#ppt_y"/>
                                          </p:val>
                                        </p:tav>
                                      </p:tavLst>
                                    </p:anim>
                                  </p:childTnLst>
                                </p:cTn>
                              </p:par>
                              <p:par>
                                <p:cTn id="20" presetID="2" presetClass="entr" presetSubtype="1" fill="hold" nodeType="withEffect">
                                  <p:stCondLst>
                                    <p:cond delay="0"/>
                                  </p:stCondLst>
                                  <p:childTnLst>
                                    <p:set>
                                      <p:cBhvr>
                                        <p:cTn id="21" dur="1" fill="hold">
                                          <p:stCondLst>
                                            <p:cond delay="0"/>
                                          </p:stCondLst>
                                        </p:cTn>
                                        <p:tgtEl>
                                          <p:spTgt spid="21"/>
                                        </p:tgtEl>
                                        <p:attrNameLst>
                                          <p:attrName>style.visibility</p:attrName>
                                        </p:attrNameLst>
                                      </p:cBhvr>
                                      <p:to>
                                        <p:strVal val="visible"/>
                                      </p:to>
                                    </p:set>
                                    <p:anim calcmode="lin" valueType="num">
                                      <p:cBhvr additive="base">
                                        <p:cTn id="22" dur="250" fill="hold"/>
                                        <p:tgtEl>
                                          <p:spTgt spid="21"/>
                                        </p:tgtEl>
                                        <p:attrNameLst>
                                          <p:attrName>ppt_x</p:attrName>
                                        </p:attrNameLst>
                                      </p:cBhvr>
                                      <p:tavLst>
                                        <p:tav tm="0">
                                          <p:val>
                                            <p:strVal val="#ppt_x"/>
                                          </p:val>
                                        </p:tav>
                                        <p:tav tm="100000">
                                          <p:val>
                                            <p:strVal val="#ppt_x"/>
                                          </p:val>
                                        </p:tav>
                                      </p:tavLst>
                                    </p:anim>
                                    <p:anim calcmode="lin" valueType="num">
                                      <p:cBhvr additive="base">
                                        <p:cTn id="23" dur="250" fill="hold"/>
                                        <p:tgtEl>
                                          <p:spTgt spid="21"/>
                                        </p:tgtEl>
                                        <p:attrNameLst>
                                          <p:attrName>ppt_y</p:attrName>
                                        </p:attrNameLst>
                                      </p:cBhvr>
                                      <p:tavLst>
                                        <p:tav tm="0">
                                          <p:val>
                                            <p:strVal val="0-#ppt_h/2"/>
                                          </p:val>
                                        </p:tav>
                                        <p:tav tm="100000">
                                          <p:val>
                                            <p:strVal val="#ppt_y"/>
                                          </p:val>
                                        </p:tav>
                                      </p:tavLst>
                                    </p:anim>
                                  </p:childTnLst>
                                </p:cTn>
                              </p:par>
                              <p:par>
                                <p:cTn id="24" presetID="2" presetClass="entr" presetSubtype="1" fill="hold" nodeType="withEffect">
                                  <p:stCondLst>
                                    <p:cond delay="0"/>
                                  </p:stCondLst>
                                  <p:childTnLst>
                                    <p:set>
                                      <p:cBhvr>
                                        <p:cTn id="25" dur="1" fill="hold">
                                          <p:stCondLst>
                                            <p:cond delay="0"/>
                                          </p:stCondLst>
                                        </p:cTn>
                                        <p:tgtEl>
                                          <p:spTgt spid="26"/>
                                        </p:tgtEl>
                                        <p:attrNameLst>
                                          <p:attrName>style.visibility</p:attrName>
                                        </p:attrNameLst>
                                      </p:cBhvr>
                                      <p:to>
                                        <p:strVal val="visible"/>
                                      </p:to>
                                    </p:set>
                                    <p:anim calcmode="lin" valueType="num">
                                      <p:cBhvr additive="base">
                                        <p:cTn id="26" dur="250" fill="hold"/>
                                        <p:tgtEl>
                                          <p:spTgt spid="26"/>
                                        </p:tgtEl>
                                        <p:attrNameLst>
                                          <p:attrName>ppt_x</p:attrName>
                                        </p:attrNameLst>
                                      </p:cBhvr>
                                      <p:tavLst>
                                        <p:tav tm="0">
                                          <p:val>
                                            <p:strVal val="#ppt_x"/>
                                          </p:val>
                                        </p:tav>
                                        <p:tav tm="100000">
                                          <p:val>
                                            <p:strVal val="#ppt_x"/>
                                          </p:val>
                                        </p:tav>
                                      </p:tavLst>
                                    </p:anim>
                                    <p:anim calcmode="lin" valueType="num">
                                      <p:cBhvr additive="base">
                                        <p:cTn id="27" dur="250" fill="hold"/>
                                        <p:tgtEl>
                                          <p:spTgt spid="26"/>
                                        </p:tgtEl>
                                        <p:attrNameLst>
                                          <p:attrName>ppt_y</p:attrName>
                                        </p:attrNameLst>
                                      </p:cBhvr>
                                      <p:tavLst>
                                        <p:tav tm="0">
                                          <p:val>
                                            <p:strVal val="0-#ppt_h/2"/>
                                          </p:val>
                                        </p:tav>
                                        <p:tav tm="100000">
                                          <p:val>
                                            <p:strVal val="#ppt_y"/>
                                          </p:val>
                                        </p:tav>
                                      </p:tavLst>
                                    </p:anim>
                                  </p:childTnLst>
                                </p:cTn>
                              </p:par>
                              <p:par>
                                <p:cTn id="28" presetID="2" presetClass="entr" presetSubtype="1" fill="hold" nodeType="withEffect">
                                  <p:stCondLst>
                                    <p:cond delay="0"/>
                                  </p:stCondLst>
                                  <p:childTnLst>
                                    <p:set>
                                      <p:cBhvr>
                                        <p:cTn id="29" dur="1" fill="hold">
                                          <p:stCondLst>
                                            <p:cond delay="0"/>
                                          </p:stCondLst>
                                        </p:cTn>
                                        <p:tgtEl>
                                          <p:spTgt spid="35"/>
                                        </p:tgtEl>
                                        <p:attrNameLst>
                                          <p:attrName>style.visibility</p:attrName>
                                        </p:attrNameLst>
                                      </p:cBhvr>
                                      <p:to>
                                        <p:strVal val="visible"/>
                                      </p:to>
                                    </p:set>
                                    <p:anim calcmode="lin" valueType="num">
                                      <p:cBhvr additive="base">
                                        <p:cTn id="30" dur="250" fill="hold"/>
                                        <p:tgtEl>
                                          <p:spTgt spid="35"/>
                                        </p:tgtEl>
                                        <p:attrNameLst>
                                          <p:attrName>ppt_x</p:attrName>
                                        </p:attrNameLst>
                                      </p:cBhvr>
                                      <p:tavLst>
                                        <p:tav tm="0">
                                          <p:val>
                                            <p:strVal val="#ppt_x"/>
                                          </p:val>
                                        </p:tav>
                                        <p:tav tm="100000">
                                          <p:val>
                                            <p:strVal val="#ppt_x"/>
                                          </p:val>
                                        </p:tav>
                                      </p:tavLst>
                                    </p:anim>
                                    <p:anim calcmode="lin" valueType="num">
                                      <p:cBhvr additive="base">
                                        <p:cTn id="31" dur="250" fill="hold"/>
                                        <p:tgtEl>
                                          <p:spTgt spid="35"/>
                                        </p:tgtEl>
                                        <p:attrNameLst>
                                          <p:attrName>ppt_y</p:attrName>
                                        </p:attrNameLst>
                                      </p:cBhvr>
                                      <p:tavLst>
                                        <p:tav tm="0">
                                          <p:val>
                                            <p:strVal val="0-#ppt_h/2"/>
                                          </p:val>
                                        </p:tav>
                                        <p:tav tm="100000">
                                          <p:val>
                                            <p:strVal val="#ppt_y"/>
                                          </p:val>
                                        </p:tav>
                                      </p:tavLst>
                                    </p:anim>
                                  </p:childTnLst>
                                </p:cTn>
                              </p:par>
                              <p:par>
                                <p:cTn id="32" presetID="2" presetClass="entr" presetSubtype="1" fill="hold" nodeType="withEffect">
                                  <p:stCondLst>
                                    <p:cond delay="250"/>
                                  </p:stCondLst>
                                  <p:childTnLst>
                                    <p:set>
                                      <p:cBhvr>
                                        <p:cTn id="33" dur="1" fill="hold">
                                          <p:stCondLst>
                                            <p:cond delay="0"/>
                                          </p:stCondLst>
                                        </p:cTn>
                                        <p:tgtEl>
                                          <p:spTgt spid="12"/>
                                        </p:tgtEl>
                                        <p:attrNameLst>
                                          <p:attrName>style.visibility</p:attrName>
                                        </p:attrNameLst>
                                      </p:cBhvr>
                                      <p:to>
                                        <p:strVal val="visible"/>
                                      </p:to>
                                    </p:set>
                                    <p:anim calcmode="lin" valueType="num">
                                      <p:cBhvr additive="base">
                                        <p:cTn id="34" dur="250" fill="hold"/>
                                        <p:tgtEl>
                                          <p:spTgt spid="12"/>
                                        </p:tgtEl>
                                        <p:attrNameLst>
                                          <p:attrName>ppt_x</p:attrName>
                                        </p:attrNameLst>
                                      </p:cBhvr>
                                      <p:tavLst>
                                        <p:tav tm="0">
                                          <p:val>
                                            <p:strVal val="#ppt_x"/>
                                          </p:val>
                                        </p:tav>
                                        <p:tav tm="100000">
                                          <p:val>
                                            <p:strVal val="#ppt_x"/>
                                          </p:val>
                                        </p:tav>
                                      </p:tavLst>
                                    </p:anim>
                                    <p:anim calcmode="lin" valueType="num">
                                      <p:cBhvr additive="base">
                                        <p:cTn id="35" dur="250" fill="hold"/>
                                        <p:tgtEl>
                                          <p:spTgt spid="12"/>
                                        </p:tgtEl>
                                        <p:attrNameLst>
                                          <p:attrName>ppt_y</p:attrName>
                                        </p:attrNameLst>
                                      </p:cBhvr>
                                      <p:tavLst>
                                        <p:tav tm="0">
                                          <p:val>
                                            <p:strVal val="0-#ppt_h/2"/>
                                          </p:val>
                                        </p:tav>
                                        <p:tav tm="100000">
                                          <p:val>
                                            <p:strVal val="#ppt_y"/>
                                          </p:val>
                                        </p:tav>
                                      </p:tavLst>
                                    </p:anim>
                                  </p:childTnLst>
                                </p:cTn>
                              </p:par>
                              <p:par>
                                <p:cTn id="36" presetID="2" presetClass="entr" presetSubtype="1" fill="hold" nodeType="withEffect">
                                  <p:stCondLst>
                                    <p:cond delay="250"/>
                                  </p:stCondLst>
                                  <p:childTnLst>
                                    <p:set>
                                      <p:cBhvr>
                                        <p:cTn id="37" dur="1" fill="hold">
                                          <p:stCondLst>
                                            <p:cond delay="0"/>
                                          </p:stCondLst>
                                        </p:cTn>
                                        <p:tgtEl>
                                          <p:spTgt spid="27"/>
                                        </p:tgtEl>
                                        <p:attrNameLst>
                                          <p:attrName>style.visibility</p:attrName>
                                        </p:attrNameLst>
                                      </p:cBhvr>
                                      <p:to>
                                        <p:strVal val="visible"/>
                                      </p:to>
                                    </p:set>
                                    <p:anim calcmode="lin" valueType="num">
                                      <p:cBhvr additive="base">
                                        <p:cTn id="38" dur="250" fill="hold"/>
                                        <p:tgtEl>
                                          <p:spTgt spid="27"/>
                                        </p:tgtEl>
                                        <p:attrNameLst>
                                          <p:attrName>ppt_x</p:attrName>
                                        </p:attrNameLst>
                                      </p:cBhvr>
                                      <p:tavLst>
                                        <p:tav tm="0">
                                          <p:val>
                                            <p:strVal val="#ppt_x"/>
                                          </p:val>
                                        </p:tav>
                                        <p:tav tm="100000">
                                          <p:val>
                                            <p:strVal val="#ppt_x"/>
                                          </p:val>
                                        </p:tav>
                                      </p:tavLst>
                                    </p:anim>
                                    <p:anim calcmode="lin" valueType="num">
                                      <p:cBhvr additive="base">
                                        <p:cTn id="39" dur="250" fill="hold"/>
                                        <p:tgtEl>
                                          <p:spTgt spid="27"/>
                                        </p:tgtEl>
                                        <p:attrNameLst>
                                          <p:attrName>ppt_y</p:attrName>
                                        </p:attrNameLst>
                                      </p:cBhvr>
                                      <p:tavLst>
                                        <p:tav tm="0">
                                          <p:val>
                                            <p:strVal val="0-#ppt_h/2"/>
                                          </p:val>
                                        </p:tav>
                                        <p:tav tm="100000">
                                          <p:val>
                                            <p:strVal val="#ppt_y"/>
                                          </p:val>
                                        </p:tav>
                                      </p:tavLst>
                                    </p:anim>
                                  </p:childTnLst>
                                </p:cTn>
                              </p:par>
                              <p:par>
                                <p:cTn id="40" presetID="2" presetClass="entr" presetSubtype="1" fill="hold" nodeType="withEffect">
                                  <p:stCondLst>
                                    <p:cond delay="250"/>
                                  </p:stCondLst>
                                  <p:childTnLst>
                                    <p:set>
                                      <p:cBhvr>
                                        <p:cTn id="41" dur="1" fill="hold">
                                          <p:stCondLst>
                                            <p:cond delay="0"/>
                                          </p:stCondLst>
                                        </p:cTn>
                                        <p:tgtEl>
                                          <p:spTgt spid="38"/>
                                        </p:tgtEl>
                                        <p:attrNameLst>
                                          <p:attrName>style.visibility</p:attrName>
                                        </p:attrNameLst>
                                      </p:cBhvr>
                                      <p:to>
                                        <p:strVal val="visible"/>
                                      </p:to>
                                    </p:set>
                                    <p:anim calcmode="lin" valueType="num">
                                      <p:cBhvr additive="base">
                                        <p:cTn id="42" dur="250" fill="hold"/>
                                        <p:tgtEl>
                                          <p:spTgt spid="38"/>
                                        </p:tgtEl>
                                        <p:attrNameLst>
                                          <p:attrName>ppt_x</p:attrName>
                                        </p:attrNameLst>
                                      </p:cBhvr>
                                      <p:tavLst>
                                        <p:tav tm="0">
                                          <p:val>
                                            <p:strVal val="#ppt_x"/>
                                          </p:val>
                                        </p:tav>
                                        <p:tav tm="100000">
                                          <p:val>
                                            <p:strVal val="#ppt_x"/>
                                          </p:val>
                                        </p:tav>
                                      </p:tavLst>
                                    </p:anim>
                                    <p:anim calcmode="lin" valueType="num">
                                      <p:cBhvr additive="base">
                                        <p:cTn id="43" dur="250" fill="hold"/>
                                        <p:tgtEl>
                                          <p:spTgt spid="38"/>
                                        </p:tgtEl>
                                        <p:attrNameLst>
                                          <p:attrName>ppt_y</p:attrName>
                                        </p:attrNameLst>
                                      </p:cBhvr>
                                      <p:tavLst>
                                        <p:tav tm="0">
                                          <p:val>
                                            <p:strVal val="0-#ppt_h/2"/>
                                          </p:val>
                                        </p:tav>
                                        <p:tav tm="100000">
                                          <p:val>
                                            <p:strVal val="#ppt_y"/>
                                          </p:val>
                                        </p:tav>
                                      </p:tavLst>
                                    </p:anim>
                                  </p:childTnLst>
                                </p:cTn>
                              </p:par>
                              <p:par>
                                <p:cTn id="44" presetID="2" presetClass="entr" presetSubtype="1" fill="hold" nodeType="withEffect">
                                  <p:stCondLst>
                                    <p:cond delay="500"/>
                                  </p:stCondLst>
                                  <p:childTnLst>
                                    <p:set>
                                      <p:cBhvr>
                                        <p:cTn id="45" dur="1" fill="hold">
                                          <p:stCondLst>
                                            <p:cond delay="0"/>
                                          </p:stCondLst>
                                        </p:cTn>
                                        <p:tgtEl>
                                          <p:spTgt spid="16"/>
                                        </p:tgtEl>
                                        <p:attrNameLst>
                                          <p:attrName>style.visibility</p:attrName>
                                        </p:attrNameLst>
                                      </p:cBhvr>
                                      <p:to>
                                        <p:strVal val="visible"/>
                                      </p:to>
                                    </p:set>
                                    <p:anim calcmode="lin" valueType="num">
                                      <p:cBhvr additive="base">
                                        <p:cTn id="46" dur="250" fill="hold"/>
                                        <p:tgtEl>
                                          <p:spTgt spid="16"/>
                                        </p:tgtEl>
                                        <p:attrNameLst>
                                          <p:attrName>ppt_x</p:attrName>
                                        </p:attrNameLst>
                                      </p:cBhvr>
                                      <p:tavLst>
                                        <p:tav tm="0">
                                          <p:val>
                                            <p:strVal val="#ppt_x"/>
                                          </p:val>
                                        </p:tav>
                                        <p:tav tm="100000">
                                          <p:val>
                                            <p:strVal val="#ppt_x"/>
                                          </p:val>
                                        </p:tav>
                                      </p:tavLst>
                                    </p:anim>
                                    <p:anim calcmode="lin" valueType="num">
                                      <p:cBhvr additive="base">
                                        <p:cTn id="47" dur="250" fill="hold"/>
                                        <p:tgtEl>
                                          <p:spTgt spid="16"/>
                                        </p:tgtEl>
                                        <p:attrNameLst>
                                          <p:attrName>ppt_y</p:attrName>
                                        </p:attrNameLst>
                                      </p:cBhvr>
                                      <p:tavLst>
                                        <p:tav tm="0">
                                          <p:val>
                                            <p:strVal val="0-#ppt_h/2"/>
                                          </p:val>
                                        </p:tav>
                                        <p:tav tm="100000">
                                          <p:val>
                                            <p:strVal val="#ppt_y"/>
                                          </p:val>
                                        </p:tav>
                                      </p:tavLst>
                                    </p:anim>
                                  </p:childTnLst>
                                </p:cTn>
                              </p:par>
                              <p:par>
                                <p:cTn id="48" presetID="2" presetClass="entr" presetSubtype="1" fill="hold" nodeType="withEffect">
                                  <p:stCondLst>
                                    <p:cond delay="500"/>
                                  </p:stCondLst>
                                  <p:childTnLst>
                                    <p:set>
                                      <p:cBhvr>
                                        <p:cTn id="49" dur="1" fill="hold">
                                          <p:stCondLst>
                                            <p:cond delay="0"/>
                                          </p:stCondLst>
                                        </p:cTn>
                                        <p:tgtEl>
                                          <p:spTgt spid="28"/>
                                        </p:tgtEl>
                                        <p:attrNameLst>
                                          <p:attrName>style.visibility</p:attrName>
                                        </p:attrNameLst>
                                      </p:cBhvr>
                                      <p:to>
                                        <p:strVal val="visible"/>
                                      </p:to>
                                    </p:set>
                                    <p:anim calcmode="lin" valueType="num">
                                      <p:cBhvr additive="base">
                                        <p:cTn id="50" dur="250" fill="hold"/>
                                        <p:tgtEl>
                                          <p:spTgt spid="28"/>
                                        </p:tgtEl>
                                        <p:attrNameLst>
                                          <p:attrName>ppt_x</p:attrName>
                                        </p:attrNameLst>
                                      </p:cBhvr>
                                      <p:tavLst>
                                        <p:tav tm="0">
                                          <p:val>
                                            <p:strVal val="#ppt_x"/>
                                          </p:val>
                                        </p:tav>
                                        <p:tav tm="100000">
                                          <p:val>
                                            <p:strVal val="#ppt_x"/>
                                          </p:val>
                                        </p:tav>
                                      </p:tavLst>
                                    </p:anim>
                                    <p:anim calcmode="lin" valueType="num">
                                      <p:cBhvr additive="base">
                                        <p:cTn id="51" dur="250" fill="hold"/>
                                        <p:tgtEl>
                                          <p:spTgt spid="28"/>
                                        </p:tgtEl>
                                        <p:attrNameLst>
                                          <p:attrName>ppt_y</p:attrName>
                                        </p:attrNameLst>
                                      </p:cBhvr>
                                      <p:tavLst>
                                        <p:tav tm="0">
                                          <p:val>
                                            <p:strVal val="0-#ppt_h/2"/>
                                          </p:val>
                                        </p:tav>
                                        <p:tav tm="100000">
                                          <p:val>
                                            <p:strVal val="#ppt_y"/>
                                          </p:val>
                                        </p:tav>
                                      </p:tavLst>
                                    </p:anim>
                                  </p:childTnLst>
                                </p:cTn>
                              </p:par>
                              <p:par>
                                <p:cTn id="52" presetID="2" presetClass="entr" presetSubtype="1" fill="hold" nodeType="withEffect">
                                  <p:stCondLst>
                                    <p:cond delay="500"/>
                                  </p:stCondLst>
                                  <p:childTnLst>
                                    <p:set>
                                      <p:cBhvr>
                                        <p:cTn id="53" dur="1" fill="hold">
                                          <p:stCondLst>
                                            <p:cond delay="0"/>
                                          </p:stCondLst>
                                        </p:cTn>
                                        <p:tgtEl>
                                          <p:spTgt spid="39"/>
                                        </p:tgtEl>
                                        <p:attrNameLst>
                                          <p:attrName>style.visibility</p:attrName>
                                        </p:attrNameLst>
                                      </p:cBhvr>
                                      <p:to>
                                        <p:strVal val="visible"/>
                                      </p:to>
                                    </p:set>
                                    <p:anim calcmode="lin" valueType="num">
                                      <p:cBhvr additive="base">
                                        <p:cTn id="54" dur="250" fill="hold"/>
                                        <p:tgtEl>
                                          <p:spTgt spid="39"/>
                                        </p:tgtEl>
                                        <p:attrNameLst>
                                          <p:attrName>ppt_x</p:attrName>
                                        </p:attrNameLst>
                                      </p:cBhvr>
                                      <p:tavLst>
                                        <p:tav tm="0">
                                          <p:val>
                                            <p:strVal val="#ppt_x"/>
                                          </p:val>
                                        </p:tav>
                                        <p:tav tm="100000">
                                          <p:val>
                                            <p:strVal val="#ppt_x"/>
                                          </p:val>
                                        </p:tav>
                                      </p:tavLst>
                                    </p:anim>
                                    <p:anim calcmode="lin" valueType="num">
                                      <p:cBhvr additive="base">
                                        <p:cTn id="55" dur="250" fill="hold"/>
                                        <p:tgtEl>
                                          <p:spTgt spid="39"/>
                                        </p:tgtEl>
                                        <p:attrNameLst>
                                          <p:attrName>ppt_y</p:attrName>
                                        </p:attrNameLst>
                                      </p:cBhvr>
                                      <p:tavLst>
                                        <p:tav tm="0">
                                          <p:val>
                                            <p:strVal val="0-#ppt_h/2"/>
                                          </p:val>
                                        </p:tav>
                                        <p:tav tm="100000">
                                          <p:val>
                                            <p:strVal val="#ppt_y"/>
                                          </p:val>
                                        </p:tav>
                                      </p:tavLst>
                                    </p:anim>
                                  </p:childTnLst>
                                </p:cTn>
                              </p:par>
                              <p:par>
                                <p:cTn id="56" presetID="2" presetClass="entr" presetSubtype="1" fill="hold" nodeType="withEffect">
                                  <p:stCondLst>
                                    <p:cond delay="750"/>
                                  </p:stCondLst>
                                  <p:childTnLst>
                                    <p:set>
                                      <p:cBhvr>
                                        <p:cTn id="57" dur="1" fill="hold">
                                          <p:stCondLst>
                                            <p:cond delay="0"/>
                                          </p:stCondLst>
                                        </p:cTn>
                                        <p:tgtEl>
                                          <p:spTgt spid="29"/>
                                        </p:tgtEl>
                                        <p:attrNameLst>
                                          <p:attrName>style.visibility</p:attrName>
                                        </p:attrNameLst>
                                      </p:cBhvr>
                                      <p:to>
                                        <p:strVal val="visible"/>
                                      </p:to>
                                    </p:set>
                                    <p:anim calcmode="lin" valueType="num">
                                      <p:cBhvr additive="base">
                                        <p:cTn id="58" dur="250" fill="hold"/>
                                        <p:tgtEl>
                                          <p:spTgt spid="29"/>
                                        </p:tgtEl>
                                        <p:attrNameLst>
                                          <p:attrName>ppt_x</p:attrName>
                                        </p:attrNameLst>
                                      </p:cBhvr>
                                      <p:tavLst>
                                        <p:tav tm="0">
                                          <p:val>
                                            <p:strVal val="#ppt_x"/>
                                          </p:val>
                                        </p:tav>
                                        <p:tav tm="100000">
                                          <p:val>
                                            <p:strVal val="#ppt_x"/>
                                          </p:val>
                                        </p:tav>
                                      </p:tavLst>
                                    </p:anim>
                                    <p:anim calcmode="lin" valueType="num">
                                      <p:cBhvr additive="base">
                                        <p:cTn id="59" dur="250" fill="hold"/>
                                        <p:tgtEl>
                                          <p:spTgt spid="29"/>
                                        </p:tgtEl>
                                        <p:attrNameLst>
                                          <p:attrName>ppt_y</p:attrName>
                                        </p:attrNameLst>
                                      </p:cBhvr>
                                      <p:tavLst>
                                        <p:tav tm="0">
                                          <p:val>
                                            <p:strVal val="0-#ppt_h/2"/>
                                          </p:val>
                                        </p:tav>
                                        <p:tav tm="100000">
                                          <p:val>
                                            <p:strVal val="#ppt_y"/>
                                          </p:val>
                                        </p:tav>
                                      </p:tavLst>
                                    </p:anim>
                                  </p:childTnLst>
                                </p:cTn>
                              </p:par>
                            </p:childTnLst>
                          </p:cTn>
                        </p:par>
                      </p:childTnLst>
                    </p:cTn>
                  </p:par>
                  <p:par>
                    <p:cTn id="60" fill="hold">
                      <p:stCondLst>
                        <p:cond delay="indefinite"/>
                      </p:stCondLst>
                      <p:childTnLst>
                        <p:par>
                          <p:cTn id="61" fill="hold">
                            <p:stCondLst>
                              <p:cond delay="0"/>
                            </p:stCondLst>
                            <p:childTnLst>
                              <p:par>
                                <p:cTn id="62" presetID="1" presetClass="mediacall" presetSubtype="0" fill="hold" nodeType="clickEffect">
                                  <p:stCondLst>
                                    <p:cond delay="0"/>
                                  </p:stCondLst>
                                  <p:childTnLst>
                                    <p:cmd type="call" cmd="playFrom(0.0)">
                                      <p:cBhvr>
                                        <p:cTn id="63" dur="417" fill="hold"/>
                                        <p:tgtEl>
                                          <p:spTgt spid="50"/>
                                        </p:tgtEl>
                                      </p:cBhvr>
                                    </p:cmd>
                                  </p:childTnLst>
                                </p:cTn>
                              </p:par>
                            </p:childTnLst>
                          </p:cTn>
                        </p:par>
                        <p:par>
                          <p:cTn id="64" fill="hold">
                            <p:stCondLst>
                              <p:cond delay="417"/>
                            </p:stCondLst>
                            <p:childTnLst>
                              <p:par>
                                <p:cTn id="65" presetID="1" presetClass="mediacall" presetSubtype="0" fill="hold" nodeType="afterEffect">
                                  <p:stCondLst>
                                    <p:cond delay="0"/>
                                  </p:stCondLst>
                                  <p:childTnLst>
                                    <p:cmd type="call" cmd="playFrom(0.0)">
                                      <p:cBhvr>
                                        <p:cTn id="66" dur="888" fill="hold"/>
                                        <p:tgtEl>
                                          <p:spTgt spid="4"/>
                                        </p:tgtEl>
                                      </p:cBhvr>
                                    </p:cmd>
                                  </p:childTnLst>
                                </p:cTn>
                              </p:par>
                              <p:par>
                                <p:cTn id="67" presetID="2" presetClass="entr" presetSubtype="1" fill="hold" nodeType="withEffect">
                                  <p:stCondLst>
                                    <p:cond delay="0"/>
                                  </p:stCondLst>
                                  <p:childTnLst>
                                    <p:set>
                                      <p:cBhvr>
                                        <p:cTn id="68" dur="1" fill="hold">
                                          <p:stCondLst>
                                            <p:cond delay="0"/>
                                          </p:stCondLst>
                                        </p:cTn>
                                        <p:tgtEl>
                                          <p:spTgt spid="42"/>
                                        </p:tgtEl>
                                        <p:attrNameLst>
                                          <p:attrName>style.visibility</p:attrName>
                                        </p:attrNameLst>
                                      </p:cBhvr>
                                      <p:to>
                                        <p:strVal val="visible"/>
                                      </p:to>
                                    </p:set>
                                    <p:anim calcmode="lin" valueType="num">
                                      <p:cBhvr additive="base">
                                        <p:cTn id="69" dur="250" fill="hold"/>
                                        <p:tgtEl>
                                          <p:spTgt spid="42"/>
                                        </p:tgtEl>
                                        <p:attrNameLst>
                                          <p:attrName>ppt_x</p:attrName>
                                        </p:attrNameLst>
                                      </p:cBhvr>
                                      <p:tavLst>
                                        <p:tav tm="0">
                                          <p:val>
                                            <p:strVal val="#ppt_x"/>
                                          </p:val>
                                        </p:tav>
                                        <p:tav tm="100000">
                                          <p:val>
                                            <p:strVal val="#ppt_x"/>
                                          </p:val>
                                        </p:tav>
                                      </p:tavLst>
                                    </p:anim>
                                    <p:anim calcmode="lin" valueType="num">
                                      <p:cBhvr additive="base">
                                        <p:cTn id="70" dur="250" fill="hold"/>
                                        <p:tgtEl>
                                          <p:spTgt spid="42"/>
                                        </p:tgtEl>
                                        <p:attrNameLst>
                                          <p:attrName>ppt_y</p:attrName>
                                        </p:attrNameLst>
                                      </p:cBhvr>
                                      <p:tavLst>
                                        <p:tav tm="0">
                                          <p:val>
                                            <p:strVal val="0-#ppt_h/2"/>
                                          </p:val>
                                        </p:tav>
                                        <p:tav tm="100000">
                                          <p:val>
                                            <p:strVal val="#ppt_y"/>
                                          </p:val>
                                        </p:tav>
                                      </p:tavLst>
                                    </p:anim>
                                  </p:childTnLst>
                                </p:cTn>
                              </p:par>
                              <p:par>
                                <p:cTn id="71" presetID="2" presetClass="entr" presetSubtype="1" fill="hold" nodeType="withEffect">
                                  <p:stCondLst>
                                    <p:cond delay="0"/>
                                  </p:stCondLst>
                                  <p:childTnLst>
                                    <p:set>
                                      <p:cBhvr>
                                        <p:cTn id="72" dur="1" fill="hold">
                                          <p:stCondLst>
                                            <p:cond delay="0"/>
                                          </p:stCondLst>
                                        </p:cTn>
                                        <p:tgtEl>
                                          <p:spTgt spid="47"/>
                                        </p:tgtEl>
                                        <p:attrNameLst>
                                          <p:attrName>style.visibility</p:attrName>
                                        </p:attrNameLst>
                                      </p:cBhvr>
                                      <p:to>
                                        <p:strVal val="visible"/>
                                      </p:to>
                                    </p:set>
                                    <p:anim calcmode="lin" valueType="num">
                                      <p:cBhvr additive="base">
                                        <p:cTn id="73" dur="250" fill="hold"/>
                                        <p:tgtEl>
                                          <p:spTgt spid="47"/>
                                        </p:tgtEl>
                                        <p:attrNameLst>
                                          <p:attrName>ppt_x</p:attrName>
                                        </p:attrNameLst>
                                      </p:cBhvr>
                                      <p:tavLst>
                                        <p:tav tm="0">
                                          <p:val>
                                            <p:strVal val="#ppt_x"/>
                                          </p:val>
                                        </p:tav>
                                        <p:tav tm="100000">
                                          <p:val>
                                            <p:strVal val="#ppt_x"/>
                                          </p:val>
                                        </p:tav>
                                      </p:tavLst>
                                    </p:anim>
                                    <p:anim calcmode="lin" valueType="num">
                                      <p:cBhvr additive="base">
                                        <p:cTn id="74" dur="250" fill="hold"/>
                                        <p:tgtEl>
                                          <p:spTgt spid="47"/>
                                        </p:tgtEl>
                                        <p:attrNameLst>
                                          <p:attrName>ppt_y</p:attrName>
                                        </p:attrNameLst>
                                      </p:cBhvr>
                                      <p:tavLst>
                                        <p:tav tm="0">
                                          <p:val>
                                            <p:strVal val="0-#ppt_h/2"/>
                                          </p:val>
                                        </p:tav>
                                        <p:tav tm="100000">
                                          <p:val>
                                            <p:strVal val="#ppt_y"/>
                                          </p:val>
                                        </p:tav>
                                      </p:tavLst>
                                    </p:anim>
                                  </p:childTnLst>
                                </p:cTn>
                              </p:par>
                              <p:par>
                                <p:cTn id="75" presetID="2" presetClass="entr" presetSubtype="1" fill="hold" nodeType="withEffect">
                                  <p:stCondLst>
                                    <p:cond delay="0"/>
                                  </p:stCondLst>
                                  <p:childTnLst>
                                    <p:set>
                                      <p:cBhvr>
                                        <p:cTn id="76" dur="1" fill="hold">
                                          <p:stCondLst>
                                            <p:cond delay="0"/>
                                          </p:stCondLst>
                                        </p:cTn>
                                        <p:tgtEl>
                                          <p:spTgt spid="81"/>
                                        </p:tgtEl>
                                        <p:attrNameLst>
                                          <p:attrName>style.visibility</p:attrName>
                                        </p:attrNameLst>
                                      </p:cBhvr>
                                      <p:to>
                                        <p:strVal val="visible"/>
                                      </p:to>
                                    </p:set>
                                    <p:anim calcmode="lin" valueType="num">
                                      <p:cBhvr additive="base">
                                        <p:cTn id="77" dur="250" fill="hold"/>
                                        <p:tgtEl>
                                          <p:spTgt spid="81"/>
                                        </p:tgtEl>
                                        <p:attrNameLst>
                                          <p:attrName>ppt_x</p:attrName>
                                        </p:attrNameLst>
                                      </p:cBhvr>
                                      <p:tavLst>
                                        <p:tav tm="0">
                                          <p:val>
                                            <p:strVal val="#ppt_x"/>
                                          </p:val>
                                        </p:tav>
                                        <p:tav tm="100000">
                                          <p:val>
                                            <p:strVal val="#ppt_x"/>
                                          </p:val>
                                        </p:tav>
                                      </p:tavLst>
                                    </p:anim>
                                    <p:anim calcmode="lin" valueType="num">
                                      <p:cBhvr additive="base">
                                        <p:cTn id="78" dur="250" fill="hold"/>
                                        <p:tgtEl>
                                          <p:spTgt spid="81"/>
                                        </p:tgtEl>
                                        <p:attrNameLst>
                                          <p:attrName>ppt_y</p:attrName>
                                        </p:attrNameLst>
                                      </p:cBhvr>
                                      <p:tavLst>
                                        <p:tav tm="0">
                                          <p:val>
                                            <p:strVal val="0-#ppt_h/2"/>
                                          </p:val>
                                        </p:tav>
                                        <p:tav tm="100000">
                                          <p:val>
                                            <p:strVal val="#ppt_y"/>
                                          </p:val>
                                        </p:tav>
                                      </p:tavLst>
                                    </p:anim>
                                  </p:childTnLst>
                                </p:cTn>
                              </p:par>
                              <p:par>
                                <p:cTn id="79" presetID="2" presetClass="entr" presetSubtype="1" fill="hold" nodeType="withEffect">
                                  <p:stCondLst>
                                    <p:cond delay="0"/>
                                  </p:stCondLst>
                                  <p:childTnLst>
                                    <p:set>
                                      <p:cBhvr>
                                        <p:cTn id="80" dur="1" fill="hold">
                                          <p:stCondLst>
                                            <p:cond delay="0"/>
                                          </p:stCondLst>
                                        </p:cTn>
                                        <p:tgtEl>
                                          <p:spTgt spid="88"/>
                                        </p:tgtEl>
                                        <p:attrNameLst>
                                          <p:attrName>style.visibility</p:attrName>
                                        </p:attrNameLst>
                                      </p:cBhvr>
                                      <p:to>
                                        <p:strVal val="visible"/>
                                      </p:to>
                                    </p:set>
                                    <p:anim calcmode="lin" valueType="num">
                                      <p:cBhvr additive="base">
                                        <p:cTn id="81" dur="250" fill="hold"/>
                                        <p:tgtEl>
                                          <p:spTgt spid="88"/>
                                        </p:tgtEl>
                                        <p:attrNameLst>
                                          <p:attrName>ppt_x</p:attrName>
                                        </p:attrNameLst>
                                      </p:cBhvr>
                                      <p:tavLst>
                                        <p:tav tm="0">
                                          <p:val>
                                            <p:strVal val="#ppt_x"/>
                                          </p:val>
                                        </p:tav>
                                        <p:tav tm="100000">
                                          <p:val>
                                            <p:strVal val="#ppt_x"/>
                                          </p:val>
                                        </p:tav>
                                      </p:tavLst>
                                    </p:anim>
                                    <p:anim calcmode="lin" valueType="num">
                                      <p:cBhvr additive="base">
                                        <p:cTn id="82" dur="250" fill="hold"/>
                                        <p:tgtEl>
                                          <p:spTgt spid="88"/>
                                        </p:tgtEl>
                                        <p:attrNameLst>
                                          <p:attrName>ppt_y</p:attrName>
                                        </p:attrNameLst>
                                      </p:cBhvr>
                                      <p:tavLst>
                                        <p:tav tm="0">
                                          <p:val>
                                            <p:strVal val="0-#ppt_h/2"/>
                                          </p:val>
                                        </p:tav>
                                        <p:tav tm="100000">
                                          <p:val>
                                            <p:strVal val="#ppt_y"/>
                                          </p:val>
                                        </p:tav>
                                      </p:tavLst>
                                    </p:anim>
                                  </p:childTnLst>
                                </p:cTn>
                              </p:par>
                              <p:par>
                                <p:cTn id="83" presetID="2" presetClass="entr" presetSubtype="1" fill="hold" nodeType="withEffect">
                                  <p:stCondLst>
                                    <p:cond delay="250"/>
                                  </p:stCondLst>
                                  <p:childTnLst>
                                    <p:set>
                                      <p:cBhvr>
                                        <p:cTn id="84" dur="1" fill="hold">
                                          <p:stCondLst>
                                            <p:cond delay="0"/>
                                          </p:stCondLst>
                                        </p:cTn>
                                        <p:tgtEl>
                                          <p:spTgt spid="43"/>
                                        </p:tgtEl>
                                        <p:attrNameLst>
                                          <p:attrName>style.visibility</p:attrName>
                                        </p:attrNameLst>
                                      </p:cBhvr>
                                      <p:to>
                                        <p:strVal val="visible"/>
                                      </p:to>
                                    </p:set>
                                    <p:anim calcmode="lin" valueType="num">
                                      <p:cBhvr additive="base">
                                        <p:cTn id="85" dur="250" fill="hold"/>
                                        <p:tgtEl>
                                          <p:spTgt spid="43"/>
                                        </p:tgtEl>
                                        <p:attrNameLst>
                                          <p:attrName>ppt_x</p:attrName>
                                        </p:attrNameLst>
                                      </p:cBhvr>
                                      <p:tavLst>
                                        <p:tav tm="0">
                                          <p:val>
                                            <p:strVal val="#ppt_x"/>
                                          </p:val>
                                        </p:tav>
                                        <p:tav tm="100000">
                                          <p:val>
                                            <p:strVal val="#ppt_x"/>
                                          </p:val>
                                        </p:tav>
                                      </p:tavLst>
                                    </p:anim>
                                    <p:anim calcmode="lin" valueType="num">
                                      <p:cBhvr additive="base">
                                        <p:cTn id="86" dur="250" fill="hold"/>
                                        <p:tgtEl>
                                          <p:spTgt spid="43"/>
                                        </p:tgtEl>
                                        <p:attrNameLst>
                                          <p:attrName>ppt_y</p:attrName>
                                        </p:attrNameLst>
                                      </p:cBhvr>
                                      <p:tavLst>
                                        <p:tav tm="0">
                                          <p:val>
                                            <p:strVal val="0-#ppt_h/2"/>
                                          </p:val>
                                        </p:tav>
                                        <p:tav tm="100000">
                                          <p:val>
                                            <p:strVal val="#ppt_y"/>
                                          </p:val>
                                        </p:tav>
                                      </p:tavLst>
                                    </p:anim>
                                  </p:childTnLst>
                                </p:cTn>
                              </p:par>
                              <p:par>
                                <p:cTn id="87" presetID="2" presetClass="entr" presetSubtype="1" fill="hold" nodeType="withEffect">
                                  <p:stCondLst>
                                    <p:cond delay="250"/>
                                  </p:stCondLst>
                                  <p:childTnLst>
                                    <p:set>
                                      <p:cBhvr>
                                        <p:cTn id="88" dur="1" fill="hold">
                                          <p:stCondLst>
                                            <p:cond delay="0"/>
                                          </p:stCondLst>
                                        </p:cTn>
                                        <p:tgtEl>
                                          <p:spTgt spid="48"/>
                                        </p:tgtEl>
                                        <p:attrNameLst>
                                          <p:attrName>style.visibility</p:attrName>
                                        </p:attrNameLst>
                                      </p:cBhvr>
                                      <p:to>
                                        <p:strVal val="visible"/>
                                      </p:to>
                                    </p:set>
                                    <p:anim calcmode="lin" valueType="num">
                                      <p:cBhvr additive="base">
                                        <p:cTn id="89" dur="250" fill="hold"/>
                                        <p:tgtEl>
                                          <p:spTgt spid="48"/>
                                        </p:tgtEl>
                                        <p:attrNameLst>
                                          <p:attrName>ppt_x</p:attrName>
                                        </p:attrNameLst>
                                      </p:cBhvr>
                                      <p:tavLst>
                                        <p:tav tm="0">
                                          <p:val>
                                            <p:strVal val="#ppt_x"/>
                                          </p:val>
                                        </p:tav>
                                        <p:tav tm="100000">
                                          <p:val>
                                            <p:strVal val="#ppt_x"/>
                                          </p:val>
                                        </p:tav>
                                      </p:tavLst>
                                    </p:anim>
                                    <p:anim calcmode="lin" valueType="num">
                                      <p:cBhvr additive="base">
                                        <p:cTn id="90" dur="250" fill="hold"/>
                                        <p:tgtEl>
                                          <p:spTgt spid="48"/>
                                        </p:tgtEl>
                                        <p:attrNameLst>
                                          <p:attrName>ppt_y</p:attrName>
                                        </p:attrNameLst>
                                      </p:cBhvr>
                                      <p:tavLst>
                                        <p:tav tm="0">
                                          <p:val>
                                            <p:strVal val="0-#ppt_h/2"/>
                                          </p:val>
                                        </p:tav>
                                        <p:tav tm="100000">
                                          <p:val>
                                            <p:strVal val="#ppt_y"/>
                                          </p:val>
                                        </p:tav>
                                      </p:tavLst>
                                    </p:anim>
                                  </p:childTnLst>
                                </p:cTn>
                              </p:par>
                              <p:par>
                                <p:cTn id="91" presetID="2" presetClass="entr" presetSubtype="1" fill="hold" nodeType="withEffect">
                                  <p:stCondLst>
                                    <p:cond delay="250"/>
                                  </p:stCondLst>
                                  <p:childTnLst>
                                    <p:set>
                                      <p:cBhvr>
                                        <p:cTn id="92" dur="1" fill="hold">
                                          <p:stCondLst>
                                            <p:cond delay="0"/>
                                          </p:stCondLst>
                                        </p:cTn>
                                        <p:tgtEl>
                                          <p:spTgt spid="82"/>
                                        </p:tgtEl>
                                        <p:attrNameLst>
                                          <p:attrName>style.visibility</p:attrName>
                                        </p:attrNameLst>
                                      </p:cBhvr>
                                      <p:to>
                                        <p:strVal val="visible"/>
                                      </p:to>
                                    </p:set>
                                    <p:anim calcmode="lin" valueType="num">
                                      <p:cBhvr additive="base">
                                        <p:cTn id="93" dur="250" fill="hold"/>
                                        <p:tgtEl>
                                          <p:spTgt spid="82"/>
                                        </p:tgtEl>
                                        <p:attrNameLst>
                                          <p:attrName>ppt_x</p:attrName>
                                        </p:attrNameLst>
                                      </p:cBhvr>
                                      <p:tavLst>
                                        <p:tav tm="0">
                                          <p:val>
                                            <p:strVal val="#ppt_x"/>
                                          </p:val>
                                        </p:tav>
                                        <p:tav tm="100000">
                                          <p:val>
                                            <p:strVal val="#ppt_x"/>
                                          </p:val>
                                        </p:tav>
                                      </p:tavLst>
                                    </p:anim>
                                    <p:anim calcmode="lin" valueType="num">
                                      <p:cBhvr additive="base">
                                        <p:cTn id="94" dur="250" fill="hold"/>
                                        <p:tgtEl>
                                          <p:spTgt spid="82"/>
                                        </p:tgtEl>
                                        <p:attrNameLst>
                                          <p:attrName>ppt_y</p:attrName>
                                        </p:attrNameLst>
                                      </p:cBhvr>
                                      <p:tavLst>
                                        <p:tav tm="0">
                                          <p:val>
                                            <p:strVal val="0-#ppt_h/2"/>
                                          </p:val>
                                        </p:tav>
                                        <p:tav tm="100000">
                                          <p:val>
                                            <p:strVal val="#ppt_y"/>
                                          </p:val>
                                        </p:tav>
                                      </p:tavLst>
                                    </p:anim>
                                  </p:childTnLst>
                                </p:cTn>
                              </p:par>
                              <p:par>
                                <p:cTn id="95" presetID="2" presetClass="entr" presetSubtype="1" fill="hold" nodeType="withEffect">
                                  <p:stCondLst>
                                    <p:cond delay="250"/>
                                  </p:stCondLst>
                                  <p:childTnLst>
                                    <p:set>
                                      <p:cBhvr>
                                        <p:cTn id="96" dur="1" fill="hold">
                                          <p:stCondLst>
                                            <p:cond delay="0"/>
                                          </p:stCondLst>
                                        </p:cTn>
                                        <p:tgtEl>
                                          <p:spTgt spid="89"/>
                                        </p:tgtEl>
                                        <p:attrNameLst>
                                          <p:attrName>style.visibility</p:attrName>
                                        </p:attrNameLst>
                                      </p:cBhvr>
                                      <p:to>
                                        <p:strVal val="visible"/>
                                      </p:to>
                                    </p:set>
                                    <p:anim calcmode="lin" valueType="num">
                                      <p:cBhvr additive="base">
                                        <p:cTn id="97" dur="250" fill="hold"/>
                                        <p:tgtEl>
                                          <p:spTgt spid="89"/>
                                        </p:tgtEl>
                                        <p:attrNameLst>
                                          <p:attrName>ppt_x</p:attrName>
                                        </p:attrNameLst>
                                      </p:cBhvr>
                                      <p:tavLst>
                                        <p:tav tm="0">
                                          <p:val>
                                            <p:strVal val="#ppt_x"/>
                                          </p:val>
                                        </p:tav>
                                        <p:tav tm="100000">
                                          <p:val>
                                            <p:strVal val="#ppt_x"/>
                                          </p:val>
                                        </p:tav>
                                      </p:tavLst>
                                    </p:anim>
                                    <p:anim calcmode="lin" valueType="num">
                                      <p:cBhvr additive="base">
                                        <p:cTn id="98" dur="250" fill="hold"/>
                                        <p:tgtEl>
                                          <p:spTgt spid="89"/>
                                        </p:tgtEl>
                                        <p:attrNameLst>
                                          <p:attrName>ppt_y</p:attrName>
                                        </p:attrNameLst>
                                      </p:cBhvr>
                                      <p:tavLst>
                                        <p:tav tm="0">
                                          <p:val>
                                            <p:strVal val="0-#ppt_h/2"/>
                                          </p:val>
                                        </p:tav>
                                        <p:tav tm="100000">
                                          <p:val>
                                            <p:strVal val="#ppt_y"/>
                                          </p:val>
                                        </p:tav>
                                      </p:tavLst>
                                    </p:anim>
                                  </p:childTnLst>
                                </p:cTn>
                              </p:par>
                              <p:par>
                                <p:cTn id="99" presetID="2" presetClass="entr" presetSubtype="1" fill="hold" nodeType="withEffect">
                                  <p:stCondLst>
                                    <p:cond delay="500"/>
                                  </p:stCondLst>
                                  <p:childTnLst>
                                    <p:set>
                                      <p:cBhvr>
                                        <p:cTn id="100" dur="1" fill="hold">
                                          <p:stCondLst>
                                            <p:cond delay="0"/>
                                          </p:stCondLst>
                                        </p:cTn>
                                        <p:tgtEl>
                                          <p:spTgt spid="44"/>
                                        </p:tgtEl>
                                        <p:attrNameLst>
                                          <p:attrName>style.visibility</p:attrName>
                                        </p:attrNameLst>
                                      </p:cBhvr>
                                      <p:to>
                                        <p:strVal val="visible"/>
                                      </p:to>
                                    </p:set>
                                    <p:anim calcmode="lin" valueType="num">
                                      <p:cBhvr additive="base">
                                        <p:cTn id="101" dur="250" fill="hold"/>
                                        <p:tgtEl>
                                          <p:spTgt spid="44"/>
                                        </p:tgtEl>
                                        <p:attrNameLst>
                                          <p:attrName>ppt_x</p:attrName>
                                        </p:attrNameLst>
                                      </p:cBhvr>
                                      <p:tavLst>
                                        <p:tav tm="0">
                                          <p:val>
                                            <p:strVal val="#ppt_x"/>
                                          </p:val>
                                        </p:tav>
                                        <p:tav tm="100000">
                                          <p:val>
                                            <p:strVal val="#ppt_x"/>
                                          </p:val>
                                        </p:tav>
                                      </p:tavLst>
                                    </p:anim>
                                    <p:anim calcmode="lin" valueType="num">
                                      <p:cBhvr additive="base">
                                        <p:cTn id="102" dur="250" fill="hold"/>
                                        <p:tgtEl>
                                          <p:spTgt spid="44"/>
                                        </p:tgtEl>
                                        <p:attrNameLst>
                                          <p:attrName>ppt_y</p:attrName>
                                        </p:attrNameLst>
                                      </p:cBhvr>
                                      <p:tavLst>
                                        <p:tav tm="0">
                                          <p:val>
                                            <p:strVal val="0-#ppt_h/2"/>
                                          </p:val>
                                        </p:tav>
                                        <p:tav tm="100000">
                                          <p:val>
                                            <p:strVal val="#ppt_y"/>
                                          </p:val>
                                        </p:tav>
                                      </p:tavLst>
                                    </p:anim>
                                  </p:childTnLst>
                                </p:cTn>
                              </p:par>
                              <p:par>
                                <p:cTn id="103" presetID="2" presetClass="entr" presetSubtype="1" fill="hold" nodeType="withEffect">
                                  <p:stCondLst>
                                    <p:cond delay="500"/>
                                  </p:stCondLst>
                                  <p:childTnLst>
                                    <p:set>
                                      <p:cBhvr>
                                        <p:cTn id="104" dur="1" fill="hold">
                                          <p:stCondLst>
                                            <p:cond delay="0"/>
                                          </p:stCondLst>
                                        </p:cTn>
                                        <p:tgtEl>
                                          <p:spTgt spid="90"/>
                                        </p:tgtEl>
                                        <p:attrNameLst>
                                          <p:attrName>style.visibility</p:attrName>
                                        </p:attrNameLst>
                                      </p:cBhvr>
                                      <p:to>
                                        <p:strVal val="visible"/>
                                      </p:to>
                                    </p:set>
                                    <p:anim calcmode="lin" valueType="num">
                                      <p:cBhvr additive="base">
                                        <p:cTn id="105" dur="250" fill="hold"/>
                                        <p:tgtEl>
                                          <p:spTgt spid="90"/>
                                        </p:tgtEl>
                                        <p:attrNameLst>
                                          <p:attrName>ppt_x</p:attrName>
                                        </p:attrNameLst>
                                      </p:cBhvr>
                                      <p:tavLst>
                                        <p:tav tm="0">
                                          <p:val>
                                            <p:strVal val="#ppt_x"/>
                                          </p:val>
                                        </p:tav>
                                        <p:tav tm="100000">
                                          <p:val>
                                            <p:strVal val="#ppt_x"/>
                                          </p:val>
                                        </p:tav>
                                      </p:tavLst>
                                    </p:anim>
                                    <p:anim calcmode="lin" valueType="num">
                                      <p:cBhvr additive="base">
                                        <p:cTn id="106" dur="250" fill="hold"/>
                                        <p:tgtEl>
                                          <p:spTgt spid="90"/>
                                        </p:tgtEl>
                                        <p:attrNameLst>
                                          <p:attrName>ppt_y</p:attrName>
                                        </p:attrNameLst>
                                      </p:cBhvr>
                                      <p:tavLst>
                                        <p:tav tm="0">
                                          <p:val>
                                            <p:strVal val="0-#ppt_h/2"/>
                                          </p:val>
                                        </p:tav>
                                        <p:tav tm="100000">
                                          <p:val>
                                            <p:strVal val="#ppt_y"/>
                                          </p:val>
                                        </p:tav>
                                      </p:tavLst>
                                    </p:anim>
                                  </p:childTnLst>
                                </p:cTn>
                              </p:par>
                              <p:par>
                                <p:cTn id="107" presetID="2" presetClass="entr" presetSubtype="1" fill="hold" nodeType="withEffect">
                                  <p:stCondLst>
                                    <p:cond delay="750"/>
                                  </p:stCondLst>
                                  <p:childTnLst>
                                    <p:set>
                                      <p:cBhvr>
                                        <p:cTn id="108" dur="1" fill="hold">
                                          <p:stCondLst>
                                            <p:cond delay="0"/>
                                          </p:stCondLst>
                                        </p:cTn>
                                        <p:tgtEl>
                                          <p:spTgt spid="45"/>
                                        </p:tgtEl>
                                        <p:attrNameLst>
                                          <p:attrName>style.visibility</p:attrName>
                                        </p:attrNameLst>
                                      </p:cBhvr>
                                      <p:to>
                                        <p:strVal val="visible"/>
                                      </p:to>
                                    </p:set>
                                    <p:anim calcmode="lin" valueType="num">
                                      <p:cBhvr additive="base">
                                        <p:cTn id="109" dur="250" fill="hold"/>
                                        <p:tgtEl>
                                          <p:spTgt spid="45"/>
                                        </p:tgtEl>
                                        <p:attrNameLst>
                                          <p:attrName>ppt_x</p:attrName>
                                        </p:attrNameLst>
                                      </p:cBhvr>
                                      <p:tavLst>
                                        <p:tav tm="0">
                                          <p:val>
                                            <p:strVal val="#ppt_x"/>
                                          </p:val>
                                        </p:tav>
                                        <p:tav tm="100000">
                                          <p:val>
                                            <p:strVal val="#ppt_x"/>
                                          </p:val>
                                        </p:tav>
                                      </p:tavLst>
                                    </p:anim>
                                    <p:anim calcmode="lin" valueType="num">
                                      <p:cBhvr additive="base">
                                        <p:cTn id="110" dur="250" fill="hold"/>
                                        <p:tgtEl>
                                          <p:spTgt spid="45"/>
                                        </p:tgtEl>
                                        <p:attrNameLst>
                                          <p:attrName>ppt_y</p:attrName>
                                        </p:attrNameLst>
                                      </p:cBhvr>
                                      <p:tavLst>
                                        <p:tav tm="0">
                                          <p:val>
                                            <p:strVal val="0-#ppt_h/2"/>
                                          </p:val>
                                        </p:tav>
                                        <p:tav tm="100000">
                                          <p:val>
                                            <p:strVal val="#ppt_y"/>
                                          </p:val>
                                        </p:tav>
                                      </p:tavLst>
                                    </p:anim>
                                  </p:childTnLst>
                                </p:cTn>
                              </p:par>
                              <p:par>
                                <p:cTn id="111" presetID="2" presetClass="entr" presetSubtype="1" fill="hold" nodeType="withEffect">
                                  <p:stCondLst>
                                    <p:cond delay="750"/>
                                  </p:stCondLst>
                                  <p:childTnLst>
                                    <p:set>
                                      <p:cBhvr>
                                        <p:cTn id="112" dur="1" fill="hold">
                                          <p:stCondLst>
                                            <p:cond delay="0"/>
                                          </p:stCondLst>
                                        </p:cTn>
                                        <p:tgtEl>
                                          <p:spTgt spid="91"/>
                                        </p:tgtEl>
                                        <p:attrNameLst>
                                          <p:attrName>style.visibility</p:attrName>
                                        </p:attrNameLst>
                                      </p:cBhvr>
                                      <p:to>
                                        <p:strVal val="visible"/>
                                      </p:to>
                                    </p:set>
                                    <p:anim calcmode="lin" valueType="num">
                                      <p:cBhvr additive="base">
                                        <p:cTn id="113" dur="250" fill="hold"/>
                                        <p:tgtEl>
                                          <p:spTgt spid="91"/>
                                        </p:tgtEl>
                                        <p:attrNameLst>
                                          <p:attrName>ppt_x</p:attrName>
                                        </p:attrNameLst>
                                      </p:cBhvr>
                                      <p:tavLst>
                                        <p:tav tm="0">
                                          <p:val>
                                            <p:strVal val="#ppt_x"/>
                                          </p:val>
                                        </p:tav>
                                        <p:tav tm="100000">
                                          <p:val>
                                            <p:strVal val="#ppt_x"/>
                                          </p:val>
                                        </p:tav>
                                      </p:tavLst>
                                    </p:anim>
                                    <p:anim calcmode="lin" valueType="num">
                                      <p:cBhvr additive="base">
                                        <p:cTn id="114" dur="250" fill="hold"/>
                                        <p:tgtEl>
                                          <p:spTgt spid="91"/>
                                        </p:tgtEl>
                                        <p:attrNameLst>
                                          <p:attrName>ppt_y</p:attrName>
                                        </p:attrNameLst>
                                      </p:cBhvr>
                                      <p:tavLst>
                                        <p:tav tm="0">
                                          <p:val>
                                            <p:strVal val="0-#ppt_h/2"/>
                                          </p:val>
                                        </p:tav>
                                        <p:tav tm="100000">
                                          <p:val>
                                            <p:strVal val="#ppt_y"/>
                                          </p:val>
                                        </p:tav>
                                      </p:tavLst>
                                    </p:anim>
                                  </p:childTnLst>
                                </p:cTn>
                              </p:par>
                            </p:childTnLst>
                          </p:cTn>
                        </p:par>
                      </p:childTnLst>
                    </p:cTn>
                  </p:par>
                </p:childTnLst>
              </p:cTn>
              <p:prevCondLst>
                <p:cond evt="onPrev" delay="0">
                  <p:tgtEl>
                    <p:sldTgt/>
                  </p:tgtEl>
                </p:cond>
              </p:prevCondLst>
              <p:nextCondLst>
                <p:cond evt="onNext" delay="0">
                  <p:tgtEl>
                    <p:sldTgt/>
                  </p:tgtEl>
                </p:cond>
              </p:nextCondLst>
            </p:seq>
            <p:audio>
              <p:cMediaNode vol="100000">
                <p:cTn id="115" fill="hold" display="0">
                  <p:stCondLst>
                    <p:cond delay="indefinite"/>
                  </p:stCondLst>
                  <p:endCondLst>
                    <p:cond evt="onStopAudio" delay="0">
                      <p:tgtEl>
                        <p:sldTgt/>
                      </p:tgtEl>
                    </p:cond>
                  </p:endCondLst>
                </p:cTn>
                <p:tgtEl>
                  <p:spTgt spid="49"/>
                </p:tgtEl>
              </p:cMediaNode>
            </p:audio>
            <p:audio>
              <p:cMediaNode vol="100000">
                <p:cTn id="116" fill="hold" display="0">
                  <p:stCondLst>
                    <p:cond delay="indefinite"/>
                  </p:stCondLst>
                  <p:endCondLst>
                    <p:cond evt="onStopAudio" delay="0">
                      <p:tgtEl>
                        <p:sldTgt/>
                      </p:tgtEl>
                    </p:cond>
                  </p:endCondLst>
                </p:cTn>
                <p:tgtEl>
                  <p:spTgt spid="50"/>
                </p:tgtEl>
              </p:cMediaNode>
            </p:audio>
            <p:audio>
              <p:cMediaNode vol="80303">
                <p:cTn id="117" fill="hold" display="0">
                  <p:stCondLst>
                    <p:cond delay="indefinite"/>
                  </p:stCondLst>
                  <p:endCondLst>
                    <p:cond evt="onStopAudio" delay="0">
                      <p:tgtEl>
                        <p:sldTgt/>
                      </p:tgtEl>
                    </p:cond>
                    <p:cond evt="onNext" delay="0">
                      <p:tgtEl>
                        <p:sldTgt/>
                      </p:tgtEl>
                    </p:cond>
                  </p:endCondLst>
                </p:cTn>
                <p:tgtEl>
                  <p:spTgt spid="2"/>
                </p:tgtEl>
              </p:cMediaNode>
            </p:audio>
            <p:audio>
              <p:cMediaNode vol="80000">
                <p:cTn id="118" fill="hold" display="0">
                  <p:stCondLst>
                    <p:cond delay="indefinite"/>
                  </p:stCondLst>
                  <p:endCondLst>
                    <p:cond evt="onStopAudio" delay="0">
                      <p:tgtEl>
                        <p:sldTgt/>
                      </p:tgtEl>
                    </p:cond>
                  </p:endCondLst>
                </p:cTn>
                <p:tgtEl>
                  <p:spTgt spid="3"/>
                </p:tgtEl>
              </p:cMediaNode>
            </p:audio>
            <p:audio>
              <p:cMediaNode vol="80000">
                <p:cTn id="119" fill="hold" display="0">
                  <p:stCondLst>
                    <p:cond delay="indefinite"/>
                  </p:stCondLst>
                  <p:endCondLst>
                    <p:cond evt="onStopAudio" delay="0">
                      <p:tgtEl>
                        <p:sldTgt/>
                      </p:tgtEl>
                    </p:cond>
                  </p:endCondLst>
                </p:cTn>
                <p:tgtEl>
                  <p:spTgt spid="4"/>
                </p:tgtEl>
              </p:cMediaNode>
            </p:audio>
          </p:childTnLst>
        </p:cTn>
      </p:par>
    </p:tnLst>
  </p:timing>
</p:sld>
</file>

<file path=ppt/slides/slide1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14" name="Baseplate"/>
          <p:cNvPicPr>
            <a:picLocks noChangeAspect="1"/>
          </p:cNvPicPr>
          <p:nvPr/>
        </p:nvPicPr>
        <p:blipFill>
          <a:blip r:embed="rId7" cstate="print">
            <a:extLst>
              <a:ext uri="{28A0092B-C50C-407E-A947-70E740481C1C}">
                <a14:useLocalDpi xmlns:a14="http://schemas.microsoft.com/office/drawing/2010/main" val="0"/>
              </a:ext>
            </a:extLst>
          </a:blip>
          <a:stretch>
            <a:fillRect/>
          </a:stretch>
        </p:blipFill>
        <p:spPr>
          <a:xfrm>
            <a:off x="-594469" y="-54465"/>
            <a:ext cx="15819338" cy="8503919"/>
          </a:xfrm>
          <a:prstGeom prst="rect">
            <a:avLst/>
          </a:prstGeom>
        </p:spPr>
      </p:pic>
      <p:pic>
        <p:nvPicPr>
          <p:cNvPr id="51" name="Timer 1x2"/>
          <p:cNvPicPr>
            <a:picLocks/>
          </p:cNvPicPr>
          <p:nvPr/>
        </p:nvPicPr>
        <p:blipFill>
          <a:blip r:embed="rId8" cstate="print">
            <a:extLst>
              <a:ext uri="{28A0092B-C50C-407E-A947-70E740481C1C}">
                <a14:useLocalDpi xmlns:a14="http://schemas.microsoft.com/office/drawing/2010/main" val="0"/>
              </a:ext>
            </a:extLst>
          </a:blip>
          <a:stretch>
            <a:fillRect/>
          </a:stretch>
        </p:blipFill>
        <p:spPr>
          <a:xfrm>
            <a:off x="13929822" y="-203906"/>
            <a:ext cx="832104" cy="529163"/>
          </a:xfrm>
          <a:prstGeom prst="rect">
            <a:avLst/>
          </a:prstGeom>
        </p:spPr>
      </p:pic>
      <p:pic>
        <p:nvPicPr>
          <p:cNvPr id="62" name="Blue Bricks 1"/>
          <p:cNvPicPr>
            <a:picLocks noChangeAspect="1"/>
          </p:cNvPicPr>
          <p:nvPr/>
        </p:nvPicPr>
        <p:blipFill>
          <a:blip r:embed="rId9" cstate="print">
            <a:extLst>
              <a:ext uri="{28A0092B-C50C-407E-A947-70E740481C1C}">
                <a14:useLocalDpi xmlns:a14="http://schemas.microsoft.com/office/drawing/2010/main" val="0"/>
              </a:ext>
            </a:extLst>
          </a:blip>
          <a:stretch>
            <a:fillRect/>
          </a:stretch>
        </p:blipFill>
        <p:spPr>
          <a:xfrm>
            <a:off x="4737100" y="3059476"/>
            <a:ext cx="3302000" cy="1724155"/>
          </a:xfrm>
          <a:prstGeom prst="rect">
            <a:avLst/>
          </a:prstGeom>
        </p:spPr>
      </p:pic>
      <p:pic>
        <p:nvPicPr>
          <p:cNvPr id="13" name="Green Bricks 1"/>
          <p:cNvPicPr>
            <a:picLocks noChangeAspect="1"/>
          </p:cNvPicPr>
          <p:nvPr/>
        </p:nvPicPr>
        <p:blipFill>
          <a:blip r:embed="rId10" cstate="print">
            <a:extLst>
              <a:ext uri="{28A0092B-C50C-407E-A947-70E740481C1C}">
                <a14:useLocalDpi xmlns:a14="http://schemas.microsoft.com/office/drawing/2010/main" val="0"/>
              </a:ext>
            </a:extLst>
          </a:blip>
          <a:stretch>
            <a:fillRect/>
          </a:stretch>
        </p:blipFill>
        <p:spPr>
          <a:xfrm>
            <a:off x="9286304" y="312925"/>
            <a:ext cx="3456007" cy="1724155"/>
          </a:xfrm>
          <a:prstGeom prst="rect">
            <a:avLst/>
          </a:prstGeom>
        </p:spPr>
      </p:pic>
      <p:sp>
        <p:nvSpPr>
          <p:cNvPr id="15" name="Green Cap 1"/>
          <p:cNvSpPr>
            <a:spLocks noChangeAspect="1"/>
          </p:cNvSpPr>
          <p:nvPr/>
        </p:nvSpPr>
        <p:spPr>
          <a:xfrm>
            <a:off x="9850629" y="204722"/>
            <a:ext cx="2907791" cy="1453896"/>
          </a:xfrm>
          <a:prstGeom prst="rect">
            <a:avLst/>
          </a:prstGeom>
          <a:solidFill>
            <a:srgbClr val="F4F4F4"/>
          </a:solidFill>
          <a:ln>
            <a:noFill/>
          </a:ln>
          <a:scene3d>
            <a:camera prst="orthographicFront">
              <a:rot lat="20400000" lon="21000000" rev="198000"/>
            </a:camera>
            <a:lightRig rig="balanced" dir="t"/>
          </a:scene3d>
          <a:sp3d extrusionH="165100" prstMaterial="metal">
            <a:bevelT w="19050" h="12700"/>
            <a:extrusionClr>
              <a:srgbClr val="F4F4F4"/>
            </a:extrusionClr>
          </a:sp3d>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sz="4400" spc="-200" dirty="0">
                <a:ln>
                  <a:solidFill>
                    <a:schemeClr val="tx1">
                      <a:lumMod val="85000"/>
                      <a:lumOff val="15000"/>
                    </a:schemeClr>
                  </a:solidFill>
                </a:ln>
                <a:solidFill>
                  <a:srgbClr val="04A043"/>
                </a:solidFill>
                <a:latin typeface="Poppins Medium" panose="00000600000000000000" pitchFamily="2" charset="0"/>
                <a:ea typeface="ZCOOL QingKe HuangYou" panose="00000500000000000000" pitchFamily="2" charset="0"/>
                <a:cs typeface="Poppins Medium" panose="00000600000000000000" pitchFamily="2" charset="0"/>
              </a:rPr>
              <a:t>get up</a:t>
            </a:r>
          </a:p>
        </p:txBody>
      </p:sp>
      <p:pic>
        <p:nvPicPr>
          <p:cNvPr id="30" name="Green Bricks 2"/>
          <p:cNvPicPr>
            <a:picLocks noChangeAspect="1"/>
          </p:cNvPicPr>
          <p:nvPr/>
        </p:nvPicPr>
        <p:blipFill>
          <a:blip r:embed="rId10" cstate="print">
            <a:extLst>
              <a:ext uri="{28A0092B-C50C-407E-A947-70E740481C1C}">
                <a14:useLocalDpi xmlns:a14="http://schemas.microsoft.com/office/drawing/2010/main" val="0"/>
              </a:ext>
            </a:extLst>
          </a:blip>
          <a:stretch>
            <a:fillRect/>
          </a:stretch>
        </p:blipFill>
        <p:spPr>
          <a:xfrm>
            <a:off x="9405482" y="2380201"/>
            <a:ext cx="3456007" cy="1724155"/>
          </a:xfrm>
          <a:prstGeom prst="rect">
            <a:avLst/>
          </a:prstGeom>
        </p:spPr>
      </p:pic>
      <p:sp>
        <p:nvSpPr>
          <p:cNvPr id="31" name="Green Cap 2"/>
          <p:cNvSpPr>
            <a:spLocks noChangeAspect="1"/>
          </p:cNvSpPr>
          <p:nvPr/>
        </p:nvSpPr>
        <p:spPr>
          <a:xfrm>
            <a:off x="9968739" y="2271998"/>
            <a:ext cx="2907791" cy="1453896"/>
          </a:xfrm>
          <a:prstGeom prst="rect">
            <a:avLst/>
          </a:prstGeom>
          <a:solidFill>
            <a:srgbClr val="F4F4F4"/>
          </a:solidFill>
          <a:ln>
            <a:noFill/>
          </a:ln>
          <a:scene3d>
            <a:camera prst="orthographicFront">
              <a:rot lat="20400000" lon="21000000" rev="198000"/>
            </a:camera>
            <a:lightRig rig="balanced" dir="t"/>
          </a:scene3d>
          <a:sp3d extrusionH="165100" prstMaterial="metal">
            <a:bevelT w="19050" h="12700"/>
            <a:extrusionClr>
              <a:srgbClr val="F4F4F4"/>
            </a:extrusionClr>
          </a:sp3d>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sz="4400" spc="-200" dirty="0">
                <a:ln>
                  <a:solidFill>
                    <a:schemeClr val="tx1">
                      <a:lumMod val="85000"/>
                      <a:lumOff val="15000"/>
                    </a:schemeClr>
                  </a:solidFill>
                </a:ln>
                <a:solidFill>
                  <a:srgbClr val="04A043"/>
                </a:solidFill>
                <a:latin typeface="Poppins Medium" panose="00000600000000000000" pitchFamily="2" charset="0"/>
                <a:ea typeface="ZCOOL QingKe HuangYou" panose="00000500000000000000" pitchFamily="2" charset="0"/>
                <a:cs typeface="Poppins Medium" panose="00000600000000000000" pitchFamily="2" charset="0"/>
              </a:rPr>
              <a:t>have dinner</a:t>
            </a:r>
          </a:p>
        </p:txBody>
      </p:sp>
      <p:pic>
        <p:nvPicPr>
          <p:cNvPr id="33" name="Green Bricks 3"/>
          <p:cNvPicPr>
            <a:picLocks noChangeAspect="1"/>
          </p:cNvPicPr>
          <p:nvPr/>
        </p:nvPicPr>
        <p:blipFill>
          <a:blip r:embed="rId10" cstate="print">
            <a:extLst>
              <a:ext uri="{28A0092B-C50C-407E-A947-70E740481C1C}">
                <a14:useLocalDpi xmlns:a14="http://schemas.microsoft.com/office/drawing/2010/main" val="0"/>
              </a:ext>
            </a:extLst>
          </a:blip>
          <a:stretch>
            <a:fillRect/>
          </a:stretch>
        </p:blipFill>
        <p:spPr>
          <a:xfrm>
            <a:off x="9526095" y="4456170"/>
            <a:ext cx="3456007" cy="1724155"/>
          </a:xfrm>
          <a:prstGeom prst="rect">
            <a:avLst/>
          </a:prstGeom>
        </p:spPr>
      </p:pic>
      <p:sp>
        <p:nvSpPr>
          <p:cNvPr id="34" name="Green Cap 3"/>
          <p:cNvSpPr>
            <a:spLocks noChangeAspect="1"/>
          </p:cNvSpPr>
          <p:nvPr/>
        </p:nvSpPr>
        <p:spPr>
          <a:xfrm>
            <a:off x="10091929" y="4347967"/>
            <a:ext cx="2907791" cy="1453896"/>
          </a:xfrm>
          <a:prstGeom prst="rect">
            <a:avLst/>
          </a:prstGeom>
          <a:solidFill>
            <a:srgbClr val="F4F4F4"/>
          </a:solidFill>
          <a:ln>
            <a:noFill/>
          </a:ln>
          <a:scene3d>
            <a:camera prst="orthographicFront">
              <a:rot lat="20400000" lon="21000000" rev="198000"/>
            </a:camera>
            <a:lightRig rig="balanced" dir="t"/>
          </a:scene3d>
          <a:sp3d extrusionH="165100" prstMaterial="metal">
            <a:bevelT w="19050" h="12700"/>
            <a:extrusionClr>
              <a:srgbClr val="F4F4F4"/>
            </a:extrusionClr>
          </a:sp3d>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sz="4400" spc="-200" dirty="0">
                <a:ln>
                  <a:solidFill>
                    <a:schemeClr val="tx1">
                      <a:lumMod val="85000"/>
                      <a:lumOff val="15000"/>
                    </a:schemeClr>
                  </a:solidFill>
                </a:ln>
                <a:solidFill>
                  <a:srgbClr val="04A043"/>
                </a:solidFill>
                <a:latin typeface="Poppins Medium" panose="00000600000000000000" pitchFamily="2" charset="0"/>
                <a:ea typeface="ZCOOL QingKe HuangYou" panose="00000500000000000000" pitchFamily="2" charset="0"/>
                <a:cs typeface="Poppins Medium" panose="00000600000000000000" pitchFamily="2" charset="0"/>
              </a:rPr>
              <a:t>walk the dog</a:t>
            </a:r>
          </a:p>
        </p:txBody>
      </p:sp>
      <p:pic>
        <p:nvPicPr>
          <p:cNvPr id="36" name="Green Bricks 4"/>
          <p:cNvPicPr>
            <a:picLocks noChangeAspect="1"/>
          </p:cNvPicPr>
          <p:nvPr/>
        </p:nvPicPr>
        <p:blipFill>
          <a:blip r:embed="rId10" cstate="print">
            <a:extLst>
              <a:ext uri="{28A0092B-C50C-407E-A947-70E740481C1C}">
                <a14:useLocalDpi xmlns:a14="http://schemas.microsoft.com/office/drawing/2010/main" val="0"/>
              </a:ext>
            </a:extLst>
          </a:blip>
          <a:stretch>
            <a:fillRect/>
          </a:stretch>
        </p:blipFill>
        <p:spPr>
          <a:xfrm>
            <a:off x="9635113" y="6523446"/>
            <a:ext cx="3456007" cy="1724155"/>
          </a:xfrm>
          <a:prstGeom prst="rect">
            <a:avLst/>
          </a:prstGeom>
        </p:spPr>
      </p:pic>
      <p:sp>
        <p:nvSpPr>
          <p:cNvPr id="37" name="Green Cap 4"/>
          <p:cNvSpPr>
            <a:spLocks noChangeAspect="1"/>
          </p:cNvSpPr>
          <p:nvPr/>
        </p:nvSpPr>
        <p:spPr>
          <a:xfrm>
            <a:off x="10201149" y="6415243"/>
            <a:ext cx="2907791" cy="1453896"/>
          </a:xfrm>
          <a:prstGeom prst="rect">
            <a:avLst/>
          </a:prstGeom>
          <a:solidFill>
            <a:srgbClr val="F4F4F4"/>
          </a:solidFill>
          <a:ln>
            <a:noFill/>
          </a:ln>
          <a:scene3d>
            <a:camera prst="orthographicFront">
              <a:rot lat="20400000" lon="21000000" rev="198000"/>
            </a:camera>
            <a:lightRig rig="balanced" dir="t"/>
          </a:scene3d>
          <a:sp3d extrusionH="165100" prstMaterial="metal">
            <a:bevelT w="19050" h="12700"/>
            <a:extrusionClr>
              <a:srgbClr val="F4F4F4"/>
            </a:extrusionClr>
          </a:sp3d>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sz="4400" spc="-200" dirty="0">
                <a:ln>
                  <a:solidFill>
                    <a:schemeClr val="tx1">
                      <a:lumMod val="85000"/>
                      <a:lumOff val="15000"/>
                    </a:schemeClr>
                  </a:solidFill>
                </a:ln>
                <a:solidFill>
                  <a:srgbClr val="04A043"/>
                </a:solidFill>
                <a:latin typeface="Poppins Medium" panose="00000600000000000000" pitchFamily="2" charset="0"/>
                <a:ea typeface="ZCOOL QingKe HuangYou" panose="00000500000000000000" pitchFamily="2" charset="0"/>
                <a:cs typeface="Poppins Medium" panose="00000600000000000000" pitchFamily="2" charset="0"/>
              </a:rPr>
              <a:t>go to bed</a:t>
            </a:r>
          </a:p>
        </p:txBody>
      </p:sp>
      <p:pic>
        <p:nvPicPr>
          <p:cNvPr id="60" name="Gold Coin 1">
            <a:extLst>
              <a:ext uri="{FF2B5EF4-FFF2-40B4-BE49-F238E27FC236}">
                <a16:creationId xmlns:a16="http://schemas.microsoft.com/office/drawing/2014/main" id="{33F162D1-96A8-A648-FF33-7753F93BBEDB}"/>
              </a:ext>
            </a:extLst>
          </p:cNvPr>
          <p:cNvPicPr>
            <a:picLocks noChangeAspect="1"/>
          </p:cNvPicPr>
          <p:nvPr/>
        </p:nvPicPr>
        <p:blipFill>
          <a:blip r:embed="rId11" cstate="print">
            <a:extLst>
              <a:ext uri="{28A0092B-C50C-407E-A947-70E740481C1C}">
                <a14:useLocalDpi xmlns:a14="http://schemas.microsoft.com/office/drawing/2010/main" val="0"/>
              </a:ext>
            </a:extLst>
          </a:blip>
          <a:stretch>
            <a:fillRect/>
          </a:stretch>
        </p:blipFill>
        <p:spPr>
          <a:xfrm>
            <a:off x="12861981" y="279730"/>
            <a:ext cx="400420" cy="374904"/>
          </a:xfrm>
          <a:prstGeom prst="rect">
            <a:avLst/>
          </a:prstGeom>
        </p:spPr>
      </p:pic>
      <p:pic>
        <p:nvPicPr>
          <p:cNvPr id="66" name="Gold Coin 2">
            <a:extLst>
              <a:ext uri="{FF2B5EF4-FFF2-40B4-BE49-F238E27FC236}">
                <a16:creationId xmlns:a16="http://schemas.microsoft.com/office/drawing/2014/main" id="{4368B9A9-122A-8CBA-384D-DFD6E78E620C}"/>
              </a:ext>
            </a:extLst>
          </p:cNvPr>
          <p:cNvPicPr>
            <a:picLocks noChangeAspect="1"/>
          </p:cNvPicPr>
          <p:nvPr/>
        </p:nvPicPr>
        <p:blipFill>
          <a:blip r:embed="rId11" cstate="print">
            <a:extLst>
              <a:ext uri="{28A0092B-C50C-407E-A947-70E740481C1C}">
                <a14:useLocalDpi xmlns:a14="http://schemas.microsoft.com/office/drawing/2010/main" val="0"/>
              </a:ext>
            </a:extLst>
          </a:blip>
          <a:stretch>
            <a:fillRect/>
          </a:stretch>
        </p:blipFill>
        <p:spPr>
          <a:xfrm>
            <a:off x="13589867" y="285826"/>
            <a:ext cx="400420" cy="374904"/>
          </a:xfrm>
          <a:prstGeom prst="rect">
            <a:avLst/>
          </a:prstGeom>
        </p:spPr>
      </p:pic>
      <p:pic>
        <p:nvPicPr>
          <p:cNvPr id="70" name="Gold Coin 1">
            <a:extLst>
              <a:ext uri="{FF2B5EF4-FFF2-40B4-BE49-F238E27FC236}">
                <a16:creationId xmlns:a16="http://schemas.microsoft.com/office/drawing/2014/main" id="{3B7D0744-80A8-1FC2-442C-222189E5278B}"/>
              </a:ext>
            </a:extLst>
          </p:cNvPr>
          <p:cNvPicPr>
            <a:picLocks noChangeAspect="1"/>
          </p:cNvPicPr>
          <p:nvPr/>
        </p:nvPicPr>
        <p:blipFill>
          <a:blip r:embed="rId11" cstate="print">
            <a:extLst>
              <a:ext uri="{28A0092B-C50C-407E-A947-70E740481C1C}">
                <a14:useLocalDpi xmlns:a14="http://schemas.microsoft.com/office/drawing/2010/main" val="0"/>
              </a:ext>
            </a:extLst>
          </a:blip>
          <a:stretch>
            <a:fillRect/>
          </a:stretch>
        </p:blipFill>
        <p:spPr>
          <a:xfrm>
            <a:off x="12976496" y="2355053"/>
            <a:ext cx="400420" cy="374904"/>
          </a:xfrm>
          <a:prstGeom prst="rect">
            <a:avLst/>
          </a:prstGeom>
        </p:spPr>
      </p:pic>
      <p:pic>
        <p:nvPicPr>
          <p:cNvPr id="86" name="Gold Coin 1">
            <a:extLst>
              <a:ext uri="{FF2B5EF4-FFF2-40B4-BE49-F238E27FC236}">
                <a16:creationId xmlns:a16="http://schemas.microsoft.com/office/drawing/2014/main" id="{00EB5791-C116-5603-3196-58CCC7D8FB8B}"/>
              </a:ext>
            </a:extLst>
          </p:cNvPr>
          <p:cNvPicPr>
            <a:picLocks noChangeAspect="1"/>
          </p:cNvPicPr>
          <p:nvPr/>
        </p:nvPicPr>
        <p:blipFill>
          <a:blip r:embed="rId11" cstate="print">
            <a:extLst>
              <a:ext uri="{28A0092B-C50C-407E-A947-70E740481C1C}">
                <a14:useLocalDpi xmlns:a14="http://schemas.microsoft.com/office/drawing/2010/main" val="0"/>
              </a:ext>
            </a:extLst>
          </a:blip>
          <a:stretch>
            <a:fillRect/>
          </a:stretch>
        </p:blipFill>
        <p:spPr>
          <a:xfrm>
            <a:off x="13094499" y="4419851"/>
            <a:ext cx="400420" cy="374904"/>
          </a:xfrm>
          <a:prstGeom prst="rect">
            <a:avLst/>
          </a:prstGeom>
        </p:spPr>
      </p:pic>
      <p:pic>
        <p:nvPicPr>
          <p:cNvPr id="87" name="Gold Coin 2">
            <a:extLst>
              <a:ext uri="{FF2B5EF4-FFF2-40B4-BE49-F238E27FC236}">
                <a16:creationId xmlns:a16="http://schemas.microsoft.com/office/drawing/2014/main" id="{04EE849F-B259-3214-96DE-E0857E35694A}"/>
              </a:ext>
            </a:extLst>
          </p:cNvPr>
          <p:cNvPicPr>
            <a:picLocks noChangeAspect="1"/>
          </p:cNvPicPr>
          <p:nvPr/>
        </p:nvPicPr>
        <p:blipFill>
          <a:blip r:embed="rId11" cstate="print">
            <a:extLst>
              <a:ext uri="{28A0092B-C50C-407E-A947-70E740481C1C}">
                <a14:useLocalDpi xmlns:a14="http://schemas.microsoft.com/office/drawing/2010/main" val="0"/>
              </a:ext>
            </a:extLst>
          </a:blip>
          <a:stretch>
            <a:fillRect/>
          </a:stretch>
        </p:blipFill>
        <p:spPr>
          <a:xfrm>
            <a:off x="13822385" y="4425947"/>
            <a:ext cx="400420" cy="374904"/>
          </a:xfrm>
          <a:prstGeom prst="rect">
            <a:avLst/>
          </a:prstGeom>
        </p:spPr>
      </p:pic>
      <p:pic>
        <p:nvPicPr>
          <p:cNvPr id="94" name="Gold Coin 3">
            <a:extLst>
              <a:ext uri="{FF2B5EF4-FFF2-40B4-BE49-F238E27FC236}">
                <a16:creationId xmlns:a16="http://schemas.microsoft.com/office/drawing/2014/main" id="{86EEADDC-F81E-7EDF-ED12-EFB1099C80FD}"/>
              </a:ext>
            </a:extLst>
          </p:cNvPr>
          <p:cNvPicPr>
            <a:picLocks noChangeAspect="1"/>
          </p:cNvPicPr>
          <p:nvPr/>
        </p:nvPicPr>
        <p:blipFill>
          <a:blip r:embed="rId11" cstate="print">
            <a:extLst>
              <a:ext uri="{28A0092B-C50C-407E-A947-70E740481C1C}">
                <a14:useLocalDpi xmlns:a14="http://schemas.microsoft.com/office/drawing/2010/main" val="0"/>
              </a:ext>
            </a:extLst>
          </a:blip>
          <a:stretch>
            <a:fillRect/>
          </a:stretch>
        </p:blipFill>
        <p:spPr>
          <a:xfrm>
            <a:off x="13129981" y="5116098"/>
            <a:ext cx="400420" cy="374904"/>
          </a:xfrm>
          <a:prstGeom prst="rect">
            <a:avLst/>
          </a:prstGeom>
        </p:spPr>
      </p:pic>
      <p:pic>
        <p:nvPicPr>
          <p:cNvPr id="97" name="Gold Coin 4">
            <a:extLst>
              <a:ext uri="{FF2B5EF4-FFF2-40B4-BE49-F238E27FC236}">
                <a16:creationId xmlns:a16="http://schemas.microsoft.com/office/drawing/2014/main" id="{E32DF5E5-4592-7BD1-9418-B0FFBDCC2AD6}"/>
              </a:ext>
            </a:extLst>
          </p:cNvPr>
          <p:cNvPicPr>
            <a:picLocks noChangeAspect="1"/>
          </p:cNvPicPr>
          <p:nvPr/>
        </p:nvPicPr>
        <p:blipFill>
          <a:blip r:embed="rId11" cstate="print">
            <a:extLst>
              <a:ext uri="{28A0092B-C50C-407E-A947-70E740481C1C}">
                <a14:useLocalDpi xmlns:a14="http://schemas.microsoft.com/office/drawing/2010/main" val="0"/>
              </a:ext>
            </a:extLst>
          </a:blip>
          <a:stretch>
            <a:fillRect/>
          </a:stretch>
        </p:blipFill>
        <p:spPr>
          <a:xfrm>
            <a:off x="13858961" y="5122194"/>
            <a:ext cx="400420" cy="374904"/>
          </a:xfrm>
          <a:prstGeom prst="rect">
            <a:avLst/>
          </a:prstGeom>
        </p:spPr>
      </p:pic>
      <p:pic>
        <p:nvPicPr>
          <p:cNvPr id="99" name="Gold Coin 1">
            <a:extLst>
              <a:ext uri="{FF2B5EF4-FFF2-40B4-BE49-F238E27FC236}">
                <a16:creationId xmlns:a16="http://schemas.microsoft.com/office/drawing/2014/main" id="{26C7DEF5-57B1-7E4E-AA37-5710E70C47CB}"/>
              </a:ext>
            </a:extLst>
          </p:cNvPr>
          <p:cNvPicPr>
            <a:picLocks noChangeAspect="1"/>
          </p:cNvPicPr>
          <p:nvPr/>
        </p:nvPicPr>
        <p:blipFill>
          <a:blip r:embed="rId11" cstate="print">
            <a:extLst>
              <a:ext uri="{28A0092B-C50C-407E-A947-70E740481C1C}">
                <a14:useLocalDpi xmlns:a14="http://schemas.microsoft.com/office/drawing/2010/main" val="0"/>
              </a:ext>
            </a:extLst>
          </a:blip>
          <a:stretch>
            <a:fillRect/>
          </a:stretch>
        </p:blipFill>
        <p:spPr>
          <a:xfrm>
            <a:off x="13201942" y="6483546"/>
            <a:ext cx="400420" cy="374904"/>
          </a:xfrm>
          <a:prstGeom prst="rect">
            <a:avLst/>
          </a:prstGeom>
        </p:spPr>
      </p:pic>
      <p:pic>
        <p:nvPicPr>
          <p:cNvPr id="100" name="Gold Coin 2">
            <a:extLst>
              <a:ext uri="{FF2B5EF4-FFF2-40B4-BE49-F238E27FC236}">
                <a16:creationId xmlns:a16="http://schemas.microsoft.com/office/drawing/2014/main" id="{0A1D69C2-2E70-A424-E49E-54013EACCB18}"/>
              </a:ext>
            </a:extLst>
          </p:cNvPr>
          <p:cNvPicPr>
            <a:picLocks noChangeAspect="1"/>
          </p:cNvPicPr>
          <p:nvPr/>
        </p:nvPicPr>
        <p:blipFill>
          <a:blip r:embed="rId11" cstate="print">
            <a:extLst>
              <a:ext uri="{28A0092B-C50C-407E-A947-70E740481C1C}">
                <a14:useLocalDpi xmlns:a14="http://schemas.microsoft.com/office/drawing/2010/main" val="0"/>
              </a:ext>
            </a:extLst>
          </a:blip>
          <a:stretch>
            <a:fillRect/>
          </a:stretch>
        </p:blipFill>
        <p:spPr>
          <a:xfrm>
            <a:off x="13929828" y="6489642"/>
            <a:ext cx="400420" cy="374904"/>
          </a:xfrm>
          <a:prstGeom prst="rect">
            <a:avLst/>
          </a:prstGeom>
        </p:spPr>
      </p:pic>
      <p:pic>
        <p:nvPicPr>
          <p:cNvPr id="101" name="Gold Coin 3">
            <a:extLst>
              <a:ext uri="{FF2B5EF4-FFF2-40B4-BE49-F238E27FC236}">
                <a16:creationId xmlns:a16="http://schemas.microsoft.com/office/drawing/2014/main" id="{97A89C44-7688-60B7-E71C-4DF20EE50994}"/>
              </a:ext>
            </a:extLst>
          </p:cNvPr>
          <p:cNvPicPr>
            <a:picLocks noChangeAspect="1"/>
          </p:cNvPicPr>
          <p:nvPr/>
        </p:nvPicPr>
        <p:blipFill>
          <a:blip r:embed="rId11" cstate="print">
            <a:extLst>
              <a:ext uri="{28A0092B-C50C-407E-A947-70E740481C1C}">
                <a14:useLocalDpi xmlns:a14="http://schemas.microsoft.com/office/drawing/2010/main" val="0"/>
              </a:ext>
            </a:extLst>
          </a:blip>
          <a:stretch>
            <a:fillRect/>
          </a:stretch>
        </p:blipFill>
        <p:spPr>
          <a:xfrm>
            <a:off x="13237424" y="7179793"/>
            <a:ext cx="400420" cy="374904"/>
          </a:xfrm>
          <a:prstGeom prst="rect">
            <a:avLst/>
          </a:prstGeom>
        </p:spPr>
      </p:pic>
      <p:pic>
        <p:nvPicPr>
          <p:cNvPr id="5" name="Points Reveal 1.mp3">
            <a:hlinkClick r:id="" action="ppaction://media"/>
          </p:cNvPr>
          <p:cNvPicPr>
            <a:picLocks noChangeAspect="1"/>
          </p:cNvPicPr>
          <p:nvPr>
            <a:audioFile r:link="rId2"/>
            <p:extLst>
              <p:ext uri="{DAA4B4D4-6D71-4841-9C94-3DE7FCFB9230}">
                <p14:media xmlns:p14="http://schemas.microsoft.com/office/powerpoint/2010/main" r:embed="rId1"/>
              </p:ext>
            </p:extLst>
          </p:nvPr>
        </p:nvPicPr>
        <p:blipFill>
          <a:blip r:embed="rId12"/>
          <a:stretch>
            <a:fillRect/>
          </a:stretch>
        </p:blipFill>
        <p:spPr>
          <a:xfrm>
            <a:off x="1905000" y="8528098"/>
            <a:ext cx="487363" cy="487363"/>
          </a:xfrm>
          <a:prstGeom prst="rect">
            <a:avLst/>
          </a:prstGeom>
        </p:spPr>
      </p:pic>
      <p:pic>
        <p:nvPicPr>
          <p:cNvPr id="7" name="Points Reveal 2.mp3">
            <a:hlinkClick r:id="" action="ppaction://media"/>
          </p:cNvPr>
          <p:cNvPicPr>
            <a:picLocks noChangeAspect="1"/>
          </p:cNvPicPr>
          <p:nvPr>
            <a:audioFile r:link="rId4"/>
            <p:extLst>
              <p:ext uri="{DAA4B4D4-6D71-4841-9C94-3DE7FCFB9230}">
                <p14:media xmlns:p14="http://schemas.microsoft.com/office/powerpoint/2010/main" r:embed="rId3"/>
              </p:ext>
            </p:extLst>
          </p:nvPr>
        </p:nvPicPr>
        <p:blipFill>
          <a:blip r:embed="rId12"/>
          <a:stretch>
            <a:fillRect/>
          </a:stretch>
        </p:blipFill>
        <p:spPr>
          <a:xfrm>
            <a:off x="2743200" y="8534400"/>
            <a:ext cx="487363" cy="487363"/>
          </a:xfrm>
          <a:prstGeom prst="rect">
            <a:avLst/>
          </a:prstGeom>
        </p:spPr>
      </p:pic>
      <p:pic>
        <p:nvPicPr>
          <p:cNvPr id="8" name="Blue Bricks 1">
            <a:extLst>
              <a:ext uri="{FF2B5EF4-FFF2-40B4-BE49-F238E27FC236}">
                <a16:creationId xmlns:a16="http://schemas.microsoft.com/office/drawing/2014/main" id="{F3E2273C-7D1A-64BA-9A06-46173C48F56C}"/>
              </a:ext>
            </a:extLst>
          </p:cNvPr>
          <p:cNvPicPr>
            <a:picLocks noChangeAspect="1"/>
          </p:cNvPicPr>
          <p:nvPr/>
        </p:nvPicPr>
        <p:blipFill>
          <a:blip r:embed="rId9" cstate="print">
            <a:extLst>
              <a:ext uri="{28A0092B-C50C-407E-A947-70E740481C1C}">
                <a14:useLocalDpi xmlns:a14="http://schemas.microsoft.com/office/drawing/2010/main" val="0"/>
              </a:ext>
            </a:extLst>
          </a:blip>
          <a:stretch>
            <a:fillRect/>
          </a:stretch>
        </p:blipFill>
        <p:spPr>
          <a:xfrm>
            <a:off x="2059686" y="3059475"/>
            <a:ext cx="3302000" cy="1724155"/>
          </a:xfrm>
          <a:prstGeom prst="rect">
            <a:avLst/>
          </a:prstGeom>
        </p:spPr>
      </p:pic>
      <p:pic>
        <p:nvPicPr>
          <p:cNvPr id="18" name="Blue Bricks 1">
            <a:extLst>
              <a:ext uri="{FF2B5EF4-FFF2-40B4-BE49-F238E27FC236}">
                <a16:creationId xmlns:a16="http://schemas.microsoft.com/office/drawing/2014/main" id="{79F3CE2F-FECB-DE64-E2B0-E1FA6F98EFCF}"/>
              </a:ext>
            </a:extLst>
          </p:cNvPr>
          <p:cNvPicPr>
            <a:picLocks noChangeAspect="1"/>
          </p:cNvPicPr>
          <p:nvPr/>
        </p:nvPicPr>
        <p:blipFill>
          <a:blip r:embed="rId9" cstate="print">
            <a:extLst>
              <a:ext uri="{28A0092B-C50C-407E-A947-70E740481C1C}">
                <a14:useLocalDpi xmlns:a14="http://schemas.microsoft.com/office/drawing/2010/main" val="0"/>
              </a:ext>
            </a:extLst>
          </a:blip>
          <a:stretch>
            <a:fillRect/>
          </a:stretch>
        </p:blipFill>
        <p:spPr>
          <a:xfrm>
            <a:off x="236366" y="3057900"/>
            <a:ext cx="3302000" cy="1724155"/>
          </a:xfrm>
          <a:prstGeom prst="rect">
            <a:avLst/>
          </a:prstGeom>
        </p:spPr>
      </p:pic>
      <p:sp>
        <p:nvSpPr>
          <p:cNvPr id="79" name="Blue Cap 1"/>
          <p:cNvSpPr>
            <a:spLocks noChangeAspect="1"/>
          </p:cNvSpPr>
          <p:nvPr/>
        </p:nvSpPr>
        <p:spPr>
          <a:xfrm>
            <a:off x="404311" y="2951273"/>
            <a:ext cx="7652969" cy="1453896"/>
          </a:xfrm>
          <a:prstGeom prst="rect">
            <a:avLst/>
          </a:prstGeom>
          <a:solidFill>
            <a:srgbClr val="F4F4F4"/>
          </a:solidFill>
          <a:ln>
            <a:noFill/>
          </a:ln>
          <a:scene3d>
            <a:camera prst="orthographicFront">
              <a:rot lat="20400000" lon="21000000" rev="198000"/>
            </a:camera>
            <a:lightRig rig="balanced" dir="t"/>
          </a:scene3d>
          <a:sp3d extrusionH="165100" prstMaterial="metal">
            <a:bevelT w="19050" h="12700"/>
            <a:extrusionClr>
              <a:srgbClr val="F4F4F4"/>
            </a:extrusionClr>
          </a:sp3d>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sz="4400" spc="-200" dirty="0">
                <a:ln>
                  <a:solidFill>
                    <a:schemeClr val="tx1">
                      <a:lumMod val="85000"/>
                      <a:lumOff val="15000"/>
                    </a:schemeClr>
                  </a:solidFill>
                </a:ln>
                <a:solidFill>
                  <a:srgbClr val="106DDE"/>
                </a:solidFill>
                <a:latin typeface="Poppins Medium" panose="00000600000000000000" pitchFamily="2" charset="0"/>
                <a:ea typeface="ZCOOL QingKe HuangYou" panose="00000500000000000000" pitchFamily="2" charset="0"/>
                <a:cs typeface="Poppins Medium" panose="00000600000000000000" pitchFamily="2" charset="0"/>
              </a:rPr>
              <a:t>What time do you</a:t>
            </a:r>
          </a:p>
        </p:txBody>
      </p:sp>
    </p:spTree>
    <p:extLst>
      <p:ext uri="{BB962C8B-B14F-4D97-AF65-F5344CB8AC3E}">
        <p14:creationId xmlns:p14="http://schemas.microsoft.com/office/powerpoint/2010/main" val="90189386"/>
      </p:ext>
    </p:extLst>
  </p:cSld>
  <p:clrMapOvr>
    <a:masterClrMapping/>
  </p:clrMapOvr>
  <mc:AlternateContent xmlns:mc="http://schemas.openxmlformats.org/markup-compatibility/2006" xmlns:p14="http://schemas.microsoft.com/office/powerpoint/2010/main">
    <mc:Choice Requires="p14">
      <p:transition spd="slow" p14:dur="1300">
        <p14:pan/>
      </p:transition>
    </mc:Choice>
    <mc:Fallback xmlns="">
      <p:transition spd="slow">
        <p:fade/>
      </p:transition>
    </mc:Fallback>
  </mc:AlternateContent>
  <p:timing>
    <p:tnLst>
      <p:par>
        <p:cTn id="1" dur="indefinite" restart="never" nodeType="tmRoot">
          <p:childTnLst>
            <p:seq concurrent="1" nextAc="seek">
              <p:cTn id="2" dur="indefinite" nodeType="mainSeq">
                <p:childTnLst>
                  <p:par>
                    <p:cTn id="3" fill="hold">
                      <p:stCondLst>
                        <p:cond delay="indefinite"/>
                        <p:cond evt="onBegin" delay="0">
                          <p:tn val="2"/>
                        </p:cond>
                      </p:stCondLst>
                      <p:childTnLst>
                        <p:par>
                          <p:cTn id="4" fill="hold">
                            <p:stCondLst>
                              <p:cond delay="0"/>
                            </p:stCondLst>
                            <p:childTnLst>
                              <p:par>
                                <p:cTn id="5" presetID="0" presetClass="path" presetSubtype="0" fill="hold" nodeType="withEffect">
                                  <p:stCondLst>
                                    <p:cond delay="0"/>
                                  </p:stCondLst>
                                  <p:childTnLst>
                                    <p:animMotion origin="layout" path="M 0.00021 -0.00077 L 0.00021 -0.0216 L -0.02518 -0.0216 L -0.02518 0.00039 L -0.02518 -0.0216 L -0.04926 -0.0216 L -0.04992 -0.00077 L -0.04926 -0.0216 L -0.07466 -0.0216 L -0.07531 -0.00174 L -0.07531 -0.0216 L -0.0994 -0.0216 L -0.10005 -0.00174 L -0.10059 -0.0216 L -0.12424 -0.0216 L -0.12479 -0.00174 L -0.12479 -0.02045 L -0.14953 -0.0216 L -0.14953 -0.00289 L -0.14953 -0.0216 L -0.17426 -0.02276 L -0.17426 -0.00174 L -0.17492 -0.0216 L -0.19835 -0.02276 L -0.199 -0.00174 L -0.199 -0.02276 L -0.22385 -0.02276 L -0.22385 -0.00174 L -0.22385 -0.02276 L -0.24913 -0.02276 L -0.24848 -0.00289 L -0.24848 -0.02276 L -0.27387 -0.02276 L -0.27387 -0.00174 L -0.27387 -0.02276 L -0.29818 -0.02276 L -0.29818 -0.00174 L -0.29872 -0.02276 L -0.32346 -0.02276 L -0.32346 -0.00174 L -0.324 -0.02276 L -0.34755 -0.02276 L -0.34755 -0.00174 L -0.3469 -0.02392 L -0.37175 -0.02392 L -0.37229 -0.00289 L -0.37229 -0.02392 L -0.39768 -0.02392 L -0.39768 -0.00174 L -0.39703 -0.02488 L -0.42177 -0.02488 L -0.42242 -0.00174 L -0.42242 -0.02488 L -0.44662 -0.02488 L -0.44716 -0.00289 L -0.44716 -0.02488 L -0.4719 -0.02488 L -0.4719 -0.00289 L -0.47125 -0.02488 L -0.49664 -0.02488 L -0.49664 -0.00289 L -0.4961 -0.02604 L -0.52138 -0.02604 L -0.52138 -0.00174 L -0.52138 -0.02604 L -0.54623 -0.02604 L -0.54623 -0.00405 L -0.54623 -0.02604 L -0.57042 -0.02604 L -0.57042 -0.00289 L -0.57107 -0.02604 L -0.59571 -0.02604 L -0.59571 -0.00405 L -0.59505 -0.02604 L -0.61979 -0.02604 L -0.62045 -0.00405 L -0.62045 -0.02604 L -0.64594 -0.02604 L -0.64594 -0.00405 L -0.64594 -0.0272 L -0.67058 -0.0272 L -0.66992 -0.00289 L -0.67058 -0.02604 L -0.69532 -0.02604 L -0.69466 -0.00405 L -0.69597 -0.02604 L -0.72016 -0.02604 L -0.72081 -0.00405 L -0.72016 -0.0272 L -0.74414 -0.0272 L -0.7436 -0.00289 L -0.74414 -0.02604 L -0.76953 -0.02604 L -0.76953 -0.00405 L -0.76953 -0.02604 L -0.79373 -0.02604 L -0.79373 -0.00405 L -0.79373 -0.02488 L -0.81847 -0.02488 L -0.81912 -0.00521 L -0.81847 -0.02488 L -0.84386 -0.02488 L -0.84386 -0.00405 L -0.84386 -0.02488 L -0.8686 -0.02488 L -0.8686 -0.00405 L -0.8686 -0.02488 L -0.89334 -0.02488 L -0.89334 -0.00405 L -0.89334 -0.02488 L -0.91808 -0.02488 L -0.91808 -0.00521 L -0.91808 -0.02604 L -0.94282 -0.02604 L -0.94282 -0.00637 L -0.94282 -0.02604 L -0.96756 -0.02604 L -0.96756 -0.00521 L -0.96756 -0.02604 L -0.99176 -0.02604 L -0.9923 -0.00637 " pathEditMode="relative" ptsTypes="AAAAAAAAAAAAAAAAAAAAAAAAAAAAAAAAAAAAAAAAAAAAAAAAAAAAAAAAAAAAAAAAAAAAAAAAAAAAAAAAAAAAAAAAAAAAAAAAAAAAAAAAAAAAAAAAAAAAAAAAA">
                                      <p:cBhvr>
                                        <p:cTn id="6" dur="40000" fill="hold"/>
                                        <p:tgtEl>
                                          <p:spTgt spid="51"/>
                                        </p:tgtEl>
                                        <p:attrNameLst>
                                          <p:attrName>ppt_x</p:attrName>
                                          <p:attrName>ppt_y</p:attrName>
                                        </p:attrNameLst>
                                      </p:cBhvr>
                                    </p:animMotion>
                                  </p:childTnLst>
                                </p:cTn>
                              </p:par>
                            </p:childTnLst>
                          </p:cTn>
                        </p:par>
                      </p:childTnLst>
                    </p:cTn>
                  </p:par>
                  <p:par>
                    <p:cTn id="7" fill="hold">
                      <p:stCondLst>
                        <p:cond delay="indefinite"/>
                      </p:stCondLst>
                      <p:childTnLst>
                        <p:par>
                          <p:cTn id="8" fill="hold">
                            <p:stCondLst>
                              <p:cond delay="0"/>
                            </p:stCondLst>
                            <p:childTnLst>
                              <p:par>
                                <p:cTn id="9" presetID="1" presetClass="mediacall" presetSubtype="0" fill="hold" nodeType="clickEffect">
                                  <p:stCondLst>
                                    <p:cond delay="0"/>
                                  </p:stCondLst>
                                  <p:childTnLst>
                                    <p:cmd type="call" cmd="playFrom(0.0)">
                                      <p:cBhvr>
                                        <p:cTn id="10" dur="417" fill="hold"/>
                                        <p:tgtEl>
                                          <p:spTgt spid="5"/>
                                        </p:tgtEl>
                                      </p:cBhvr>
                                    </p:cmd>
                                  </p:childTnLst>
                                </p:cTn>
                              </p:par>
                            </p:childTnLst>
                          </p:cTn>
                        </p:par>
                      </p:childTnLst>
                    </p:cTn>
                  </p:par>
                  <p:par>
                    <p:cTn id="11" fill="hold">
                      <p:stCondLst>
                        <p:cond delay="indefinite"/>
                      </p:stCondLst>
                      <p:childTnLst>
                        <p:par>
                          <p:cTn id="12" fill="hold">
                            <p:stCondLst>
                              <p:cond delay="0"/>
                            </p:stCondLst>
                            <p:childTnLst>
                              <p:par>
                                <p:cTn id="13" presetID="1" presetClass="mediacall" presetSubtype="0" fill="hold" nodeType="clickEffect">
                                  <p:stCondLst>
                                    <p:cond delay="0"/>
                                  </p:stCondLst>
                                  <p:childTnLst>
                                    <p:cmd type="call" cmd="playFrom(0.0)">
                                      <p:cBhvr>
                                        <p:cTn id="14" dur="417" fill="hold"/>
                                        <p:tgtEl>
                                          <p:spTgt spid="7"/>
                                        </p:tgtEl>
                                      </p:cBhvr>
                                    </p:cmd>
                                  </p:childTnLst>
                                </p:cTn>
                              </p:par>
                              <p:par>
                                <p:cTn id="15" presetID="2" presetClass="entr" presetSubtype="1" fill="hold" nodeType="withEffect">
                                  <p:stCondLst>
                                    <p:cond delay="0"/>
                                  </p:stCondLst>
                                  <p:childTnLst>
                                    <p:set>
                                      <p:cBhvr>
                                        <p:cTn id="16" dur="1" fill="hold">
                                          <p:stCondLst>
                                            <p:cond delay="0"/>
                                          </p:stCondLst>
                                        </p:cTn>
                                        <p:tgtEl>
                                          <p:spTgt spid="60"/>
                                        </p:tgtEl>
                                        <p:attrNameLst>
                                          <p:attrName>style.visibility</p:attrName>
                                        </p:attrNameLst>
                                      </p:cBhvr>
                                      <p:to>
                                        <p:strVal val="visible"/>
                                      </p:to>
                                    </p:set>
                                    <p:anim calcmode="lin" valueType="num">
                                      <p:cBhvr additive="base">
                                        <p:cTn id="17" dur="250" fill="hold"/>
                                        <p:tgtEl>
                                          <p:spTgt spid="60"/>
                                        </p:tgtEl>
                                        <p:attrNameLst>
                                          <p:attrName>ppt_x</p:attrName>
                                        </p:attrNameLst>
                                      </p:cBhvr>
                                      <p:tavLst>
                                        <p:tav tm="0">
                                          <p:val>
                                            <p:strVal val="#ppt_x"/>
                                          </p:val>
                                        </p:tav>
                                        <p:tav tm="100000">
                                          <p:val>
                                            <p:strVal val="#ppt_x"/>
                                          </p:val>
                                        </p:tav>
                                      </p:tavLst>
                                    </p:anim>
                                    <p:anim calcmode="lin" valueType="num">
                                      <p:cBhvr additive="base">
                                        <p:cTn id="18" dur="250" fill="hold"/>
                                        <p:tgtEl>
                                          <p:spTgt spid="60"/>
                                        </p:tgtEl>
                                        <p:attrNameLst>
                                          <p:attrName>ppt_y</p:attrName>
                                        </p:attrNameLst>
                                      </p:cBhvr>
                                      <p:tavLst>
                                        <p:tav tm="0">
                                          <p:val>
                                            <p:strVal val="0-#ppt_h/2"/>
                                          </p:val>
                                        </p:tav>
                                        <p:tav tm="100000">
                                          <p:val>
                                            <p:strVal val="#ppt_y"/>
                                          </p:val>
                                        </p:tav>
                                      </p:tavLst>
                                    </p:anim>
                                  </p:childTnLst>
                                </p:cTn>
                              </p:par>
                              <p:par>
                                <p:cTn id="19" presetID="2" presetClass="entr" presetSubtype="1" fill="hold" nodeType="withEffect">
                                  <p:stCondLst>
                                    <p:cond delay="0"/>
                                  </p:stCondLst>
                                  <p:childTnLst>
                                    <p:set>
                                      <p:cBhvr>
                                        <p:cTn id="20" dur="1" fill="hold">
                                          <p:stCondLst>
                                            <p:cond delay="0"/>
                                          </p:stCondLst>
                                        </p:cTn>
                                        <p:tgtEl>
                                          <p:spTgt spid="70"/>
                                        </p:tgtEl>
                                        <p:attrNameLst>
                                          <p:attrName>style.visibility</p:attrName>
                                        </p:attrNameLst>
                                      </p:cBhvr>
                                      <p:to>
                                        <p:strVal val="visible"/>
                                      </p:to>
                                    </p:set>
                                    <p:anim calcmode="lin" valueType="num">
                                      <p:cBhvr additive="base">
                                        <p:cTn id="21" dur="250" fill="hold"/>
                                        <p:tgtEl>
                                          <p:spTgt spid="70"/>
                                        </p:tgtEl>
                                        <p:attrNameLst>
                                          <p:attrName>ppt_x</p:attrName>
                                        </p:attrNameLst>
                                      </p:cBhvr>
                                      <p:tavLst>
                                        <p:tav tm="0">
                                          <p:val>
                                            <p:strVal val="#ppt_x"/>
                                          </p:val>
                                        </p:tav>
                                        <p:tav tm="100000">
                                          <p:val>
                                            <p:strVal val="#ppt_x"/>
                                          </p:val>
                                        </p:tav>
                                      </p:tavLst>
                                    </p:anim>
                                    <p:anim calcmode="lin" valueType="num">
                                      <p:cBhvr additive="base">
                                        <p:cTn id="22" dur="250" fill="hold"/>
                                        <p:tgtEl>
                                          <p:spTgt spid="70"/>
                                        </p:tgtEl>
                                        <p:attrNameLst>
                                          <p:attrName>ppt_y</p:attrName>
                                        </p:attrNameLst>
                                      </p:cBhvr>
                                      <p:tavLst>
                                        <p:tav tm="0">
                                          <p:val>
                                            <p:strVal val="0-#ppt_h/2"/>
                                          </p:val>
                                        </p:tav>
                                        <p:tav tm="100000">
                                          <p:val>
                                            <p:strVal val="#ppt_y"/>
                                          </p:val>
                                        </p:tav>
                                      </p:tavLst>
                                    </p:anim>
                                  </p:childTnLst>
                                </p:cTn>
                              </p:par>
                              <p:par>
                                <p:cTn id="23" presetID="2" presetClass="entr" presetSubtype="1" fill="hold" nodeType="withEffect">
                                  <p:stCondLst>
                                    <p:cond delay="0"/>
                                  </p:stCondLst>
                                  <p:childTnLst>
                                    <p:set>
                                      <p:cBhvr>
                                        <p:cTn id="24" dur="1" fill="hold">
                                          <p:stCondLst>
                                            <p:cond delay="0"/>
                                          </p:stCondLst>
                                        </p:cTn>
                                        <p:tgtEl>
                                          <p:spTgt spid="86"/>
                                        </p:tgtEl>
                                        <p:attrNameLst>
                                          <p:attrName>style.visibility</p:attrName>
                                        </p:attrNameLst>
                                      </p:cBhvr>
                                      <p:to>
                                        <p:strVal val="visible"/>
                                      </p:to>
                                    </p:set>
                                    <p:anim calcmode="lin" valueType="num">
                                      <p:cBhvr additive="base">
                                        <p:cTn id="25" dur="250" fill="hold"/>
                                        <p:tgtEl>
                                          <p:spTgt spid="86"/>
                                        </p:tgtEl>
                                        <p:attrNameLst>
                                          <p:attrName>ppt_x</p:attrName>
                                        </p:attrNameLst>
                                      </p:cBhvr>
                                      <p:tavLst>
                                        <p:tav tm="0">
                                          <p:val>
                                            <p:strVal val="#ppt_x"/>
                                          </p:val>
                                        </p:tav>
                                        <p:tav tm="100000">
                                          <p:val>
                                            <p:strVal val="#ppt_x"/>
                                          </p:val>
                                        </p:tav>
                                      </p:tavLst>
                                    </p:anim>
                                    <p:anim calcmode="lin" valueType="num">
                                      <p:cBhvr additive="base">
                                        <p:cTn id="26" dur="250" fill="hold"/>
                                        <p:tgtEl>
                                          <p:spTgt spid="86"/>
                                        </p:tgtEl>
                                        <p:attrNameLst>
                                          <p:attrName>ppt_y</p:attrName>
                                        </p:attrNameLst>
                                      </p:cBhvr>
                                      <p:tavLst>
                                        <p:tav tm="0">
                                          <p:val>
                                            <p:strVal val="0-#ppt_h/2"/>
                                          </p:val>
                                        </p:tav>
                                        <p:tav tm="100000">
                                          <p:val>
                                            <p:strVal val="#ppt_y"/>
                                          </p:val>
                                        </p:tav>
                                      </p:tavLst>
                                    </p:anim>
                                  </p:childTnLst>
                                </p:cTn>
                              </p:par>
                              <p:par>
                                <p:cTn id="27" presetID="2" presetClass="entr" presetSubtype="1" fill="hold" nodeType="withEffect">
                                  <p:stCondLst>
                                    <p:cond delay="0"/>
                                  </p:stCondLst>
                                  <p:childTnLst>
                                    <p:set>
                                      <p:cBhvr>
                                        <p:cTn id="28" dur="1" fill="hold">
                                          <p:stCondLst>
                                            <p:cond delay="0"/>
                                          </p:stCondLst>
                                        </p:cTn>
                                        <p:tgtEl>
                                          <p:spTgt spid="99"/>
                                        </p:tgtEl>
                                        <p:attrNameLst>
                                          <p:attrName>style.visibility</p:attrName>
                                        </p:attrNameLst>
                                      </p:cBhvr>
                                      <p:to>
                                        <p:strVal val="visible"/>
                                      </p:to>
                                    </p:set>
                                    <p:anim calcmode="lin" valueType="num">
                                      <p:cBhvr additive="base">
                                        <p:cTn id="29" dur="250" fill="hold"/>
                                        <p:tgtEl>
                                          <p:spTgt spid="99"/>
                                        </p:tgtEl>
                                        <p:attrNameLst>
                                          <p:attrName>ppt_x</p:attrName>
                                        </p:attrNameLst>
                                      </p:cBhvr>
                                      <p:tavLst>
                                        <p:tav tm="0">
                                          <p:val>
                                            <p:strVal val="#ppt_x"/>
                                          </p:val>
                                        </p:tav>
                                        <p:tav tm="100000">
                                          <p:val>
                                            <p:strVal val="#ppt_x"/>
                                          </p:val>
                                        </p:tav>
                                      </p:tavLst>
                                    </p:anim>
                                    <p:anim calcmode="lin" valueType="num">
                                      <p:cBhvr additive="base">
                                        <p:cTn id="30" dur="250" fill="hold"/>
                                        <p:tgtEl>
                                          <p:spTgt spid="99"/>
                                        </p:tgtEl>
                                        <p:attrNameLst>
                                          <p:attrName>ppt_y</p:attrName>
                                        </p:attrNameLst>
                                      </p:cBhvr>
                                      <p:tavLst>
                                        <p:tav tm="0">
                                          <p:val>
                                            <p:strVal val="0-#ppt_h/2"/>
                                          </p:val>
                                        </p:tav>
                                        <p:tav tm="100000">
                                          <p:val>
                                            <p:strVal val="#ppt_y"/>
                                          </p:val>
                                        </p:tav>
                                      </p:tavLst>
                                    </p:anim>
                                  </p:childTnLst>
                                </p:cTn>
                              </p:par>
                              <p:par>
                                <p:cTn id="31" presetID="2" presetClass="entr" presetSubtype="1" fill="hold" nodeType="withEffect">
                                  <p:stCondLst>
                                    <p:cond delay="250"/>
                                  </p:stCondLst>
                                  <p:childTnLst>
                                    <p:set>
                                      <p:cBhvr>
                                        <p:cTn id="32" dur="1" fill="hold">
                                          <p:stCondLst>
                                            <p:cond delay="0"/>
                                          </p:stCondLst>
                                        </p:cTn>
                                        <p:tgtEl>
                                          <p:spTgt spid="66"/>
                                        </p:tgtEl>
                                        <p:attrNameLst>
                                          <p:attrName>style.visibility</p:attrName>
                                        </p:attrNameLst>
                                      </p:cBhvr>
                                      <p:to>
                                        <p:strVal val="visible"/>
                                      </p:to>
                                    </p:set>
                                    <p:anim calcmode="lin" valueType="num">
                                      <p:cBhvr additive="base">
                                        <p:cTn id="33" dur="250" fill="hold"/>
                                        <p:tgtEl>
                                          <p:spTgt spid="66"/>
                                        </p:tgtEl>
                                        <p:attrNameLst>
                                          <p:attrName>ppt_x</p:attrName>
                                        </p:attrNameLst>
                                      </p:cBhvr>
                                      <p:tavLst>
                                        <p:tav tm="0">
                                          <p:val>
                                            <p:strVal val="#ppt_x"/>
                                          </p:val>
                                        </p:tav>
                                        <p:tav tm="100000">
                                          <p:val>
                                            <p:strVal val="#ppt_x"/>
                                          </p:val>
                                        </p:tav>
                                      </p:tavLst>
                                    </p:anim>
                                    <p:anim calcmode="lin" valueType="num">
                                      <p:cBhvr additive="base">
                                        <p:cTn id="34" dur="250" fill="hold"/>
                                        <p:tgtEl>
                                          <p:spTgt spid="66"/>
                                        </p:tgtEl>
                                        <p:attrNameLst>
                                          <p:attrName>ppt_y</p:attrName>
                                        </p:attrNameLst>
                                      </p:cBhvr>
                                      <p:tavLst>
                                        <p:tav tm="0">
                                          <p:val>
                                            <p:strVal val="0-#ppt_h/2"/>
                                          </p:val>
                                        </p:tav>
                                        <p:tav tm="100000">
                                          <p:val>
                                            <p:strVal val="#ppt_y"/>
                                          </p:val>
                                        </p:tav>
                                      </p:tavLst>
                                    </p:anim>
                                  </p:childTnLst>
                                </p:cTn>
                              </p:par>
                              <p:par>
                                <p:cTn id="35" presetID="2" presetClass="entr" presetSubtype="1" fill="hold" nodeType="withEffect">
                                  <p:stCondLst>
                                    <p:cond delay="250"/>
                                  </p:stCondLst>
                                  <p:childTnLst>
                                    <p:set>
                                      <p:cBhvr>
                                        <p:cTn id="36" dur="1" fill="hold">
                                          <p:stCondLst>
                                            <p:cond delay="0"/>
                                          </p:stCondLst>
                                        </p:cTn>
                                        <p:tgtEl>
                                          <p:spTgt spid="87"/>
                                        </p:tgtEl>
                                        <p:attrNameLst>
                                          <p:attrName>style.visibility</p:attrName>
                                        </p:attrNameLst>
                                      </p:cBhvr>
                                      <p:to>
                                        <p:strVal val="visible"/>
                                      </p:to>
                                    </p:set>
                                    <p:anim calcmode="lin" valueType="num">
                                      <p:cBhvr additive="base">
                                        <p:cTn id="37" dur="250" fill="hold"/>
                                        <p:tgtEl>
                                          <p:spTgt spid="87"/>
                                        </p:tgtEl>
                                        <p:attrNameLst>
                                          <p:attrName>ppt_x</p:attrName>
                                        </p:attrNameLst>
                                      </p:cBhvr>
                                      <p:tavLst>
                                        <p:tav tm="0">
                                          <p:val>
                                            <p:strVal val="#ppt_x"/>
                                          </p:val>
                                        </p:tav>
                                        <p:tav tm="100000">
                                          <p:val>
                                            <p:strVal val="#ppt_x"/>
                                          </p:val>
                                        </p:tav>
                                      </p:tavLst>
                                    </p:anim>
                                    <p:anim calcmode="lin" valueType="num">
                                      <p:cBhvr additive="base">
                                        <p:cTn id="38" dur="250" fill="hold"/>
                                        <p:tgtEl>
                                          <p:spTgt spid="87"/>
                                        </p:tgtEl>
                                        <p:attrNameLst>
                                          <p:attrName>ppt_y</p:attrName>
                                        </p:attrNameLst>
                                      </p:cBhvr>
                                      <p:tavLst>
                                        <p:tav tm="0">
                                          <p:val>
                                            <p:strVal val="0-#ppt_h/2"/>
                                          </p:val>
                                        </p:tav>
                                        <p:tav tm="100000">
                                          <p:val>
                                            <p:strVal val="#ppt_y"/>
                                          </p:val>
                                        </p:tav>
                                      </p:tavLst>
                                    </p:anim>
                                  </p:childTnLst>
                                </p:cTn>
                              </p:par>
                              <p:par>
                                <p:cTn id="39" presetID="2" presetClass="entr" presetSubtype="1" fill="hold" nodeType="withEffect">
                                  <p:stCondLst>
                                    <p:cond delay="250"/>
                                  </p:stCondLst>
                                  <p:childTnLst>
                                    <p:set>
                                      <p:cBhvr>
                                        <p:cTn id="40" dur="1" fill="hold">
                                          <p:stCondLst>
                                            <p:cond delay="0"/>
                                          </p:stCondLst>
                                        </p:cTn>
                                        <p:tgtEl>
                                          <p:spTgt spid="100"/>
                                        </p:tgtEl>
                                        <p:attrNameLst>
                                          <p:attrName>style.visibility</p:attrName>
                                        </p:attrNameLst>
                                      </p:cBhvr>
                                      <p:to>
                                        <p:strVal val="visible"/>
                                      </p:to>
                                    </p:set>
                                    <p:anim calcmode="lin" valueType="num">
                                      <p:cBhvr additive="base">
                                        <p:cTn id="41" dur="250" fill="hold"/>
                                        <p:tgtEl>
                                          <p:spTgt spid="100"/>
                                        </p:tgtEl>
                                        <p:attrNameLst>
                                          <p:attrName>ppt_x</p:attrName>
                                        </p:attrNameLst>
                                      </p:cBhvr>
                                      <p:tavLst>
                                        <p:tav tm="0">
                                          <p:val>
                                            <p:strVal val="#ppt_x"/>
                                          </p:val>
                                        </p:tav>
                                        <p:tav tm="100000">
                                          <p:val>
                                            <p:strVal val="#ppt_x"/>
                                          </p:val>
                                        </p:tav>
                                      </p:tavLst>
                                    </p:anim>
                                    <p:anim calcmode="lin" valueType="num">
                                      <p:cBhvr additive="base">
                                        <p:cTn id="42" dur="250" fill="hold"/>
                                        <p:tgtEl>
                                          <p:spTgt spid="100"/>
                                        </p:tgtEl>
                                        <p:attrNameLst>
                                          <p:attrName>ppt_y</p:attrName>
                                        </p:attrNameLst>
                                      </p:cBhvr>
                                      <p:tavLst>
                                        <p:tav tm="0">
                                          <p:val>
                                            <p:strVal val="0-#ppt_h/2"/>
                                          </p:val>
                                        </p:tav>
                                        <p:tav tm="100000">
                                          <p:val>
                                            <p:strVal val="#ppt_y"/>
                                          </p:val>
                                        </p:tav>
                                      </p:tavLst>
                                    </p:anim>
                                  </p:childTnLst>
                                </p:cTn>
                              </p:par>
                              <p:par>
                                <p:cTn id="43" presetID="2" presetClass="entr" presetSubtype="1" fill="hold" nodeType="withEffect">
                                  <p:stCondLst>
                                    <p:cond delay="500"/>
                                  </p:stCondLst>
                                  <p:childTnLst>
                                    <p:set>
                                      <p:cBhvr>
                                        <p:cTn id="44" dur="1" fill="hold">
                                          <p:stCondLst>
                                            <p:cond delay="0"/>
                                          </p:stCondLst>
                                        </p:cTn>
                                        <p:tgtEl>
                                          <p:spTgt spid="94"/>
                                        </p:tgtEl>
                                        <p:attrNameLst>
                                          <p:attrName>style.visibility</p:attrName>
                                        </p:attrNameLst>
                                      </p:cBhvr>
                                      <p:to>
                                        <p:strVal val="visible"/>
                                      </p:to>
                                    </p:set>
                                    <p:anim calcmode="lin" valueType="num">
                                      <p:cBhvr additive="base">
                                        <p:cTn id="45" dur="250" fill="hold"/>
                                        <p:tgtEl>
                                          <p:spTgt spid="94"/>
                                        </p:tgtEl>
                                        <p:attrNameLst>
                                          <p:attrName>ppt_x</p:attrName>
                                        </p:attrNameLst>
                                      </p:cBhvr>
                                      <p:tavLst>
                                        <p:tav tm="0">
                                          <p:val>
                                            <p:strVal val="#ppt_x"/>
                                          </p:val>
                                        </p:tav>
                                        <p:tav tm="100000">
                                          <p:val>
                                            <p:strVal val="#ppt_x"/>
                                          </p:val>
                                        </p:tav>
                                      </p:tavLst>
                                    </p:anim>
                                    <p:anim calcmode="lin" valueType="num">
                                      <p:cBhvr additive="base">
                                        <p:cTn id="46" dur="250" fill="hold"/>
                                        <p:tgtEl>
                                          <p:spTgt spid="94"/>
                                        </p:tgtEl>
                                        <p:attrNameLst>
                                          <p:attrName>ppt_y</p:attrName>
                                        </p:attrNameLst>
                                      </p:cBhvr>
                                      <p:tavLst>
                                        <p:tav tm="0">
                                          <p:val>
                                            <p:strVal val="0-#ppt_h/2"/>
                                          </p:val>
                                        </p:tav>
                                        <p:tav tm="100000">
                                          <p:val>
                                            <p:strVal val="#ppt_y"/>
                                          </p:val>
                                        </p:tav>
                                      </p:tavLst>
                                    </p:anim>
                                  </p:childTnLst>
                                </p:cTn>
                              </p:par>
                              <p:par>
                                <p:cTn id="47" presetID="2" presetClass="entr" presetSubtype="1" fill="hold" nodeType="withEffect">
                                  <p:stCondLst>
                                    <p:cond delay="500"/>
                                  </p:stCondLst>
                                  <p:childTnLst>
                                    <p:set>
                                      <p:cBhvr>
                                        <p:cTn id="48" dur="1" fill="hold">
                                          <p:stCondLst>
                                            <p:cond delay="0"/>
                                          </p:stCondLst>
                                        </p:cTn>
                                        <p:tgtEl>
                                          <p:spTgt spid="101"/>
                                        </p:tgtEl>
                                        <p:attrNameLst>
                                          <p:attrName>style.visibility</p:attrName>
                                        </p:attrNameLst>
                                      </p:cBhvr>
                                      <p:to>
                                        <p:strVal val="visible"/>
                                      </p:to>
                                    </p:set>
                                    <p:anim calcmode="lin" valueType="num">
                                      <p:cBhvr additive="base">
                                        <p:cTn id="49" dur="250" fill="hold"/>
                                        <p:tgtEl>
                                          <p:spTgt spid="101"/>
                                        </p:tgtEl>
                                        <p:attrNameLst>
                                          <p:attrName>ppt_x</p:attrName>
                                        </p:attrNameLst>
                                      </p:cBhvr>
                                      <p:tavLst>
                                        <p:tav tm="0">
                                          <p:val>
                                            <p:strVal val="#ppt_x"/>
                                          </p:val>
                                        </p:tav>
                                        <p:tav tm="100000">
                                          <p:val>
                                            <p:strVal val="#ppt_x"/>
                                          </p:val>
                                        </p:tav>
                                      </p:tavLst>
                                    </p:anim>
                                    <p:anim calcmode="lin" valueType="num">
                                      <p:cBhvr additive="base">
                                        <p:cTn id="50" dur="250" fill="hold"/>
                                        <p:tgtEl>
                                          <p:spTgt spid="101"/>
                                        </p:tgtEl>
                                        <p:attrNameLst>
                                          <p:attrName>ppt_y</p:attrName>
                                        </p:attrNameLst>
                                      </p:cBhvr>
                                      <p:tavLst>
                                        <p:tav tm="0">
                                          <p:val>
                                            <p:strVal val="0-#ppt_h/2"/>
                                          </p:val>
                                        </p:tav>
                                        <p:tav tm="100000">
                                          <p:val>
                                            <p:strVal val="#ppt_y"/>
                                          </p:val>
                                        </p:tav>
                                      </p:tavLst>
                                    </p:anim>
                                  </p:childTnLst>
                                </p:cTn>
                              </p:par>
                              <p:par>
                                <p:cTn id="51" presetID="2" presetClass="entr" presetSubtype="1" fill="hold" nodeType="withEffect">
                                  <p:stCondLst>
                                    <p:cond delay="750"/>
                                  </p:stCondLst>
                                  <p:childTnLst>
                                    <p:set>
                                      <p:cBhvr>
                                        <p:cTn id="52" dur="1" fill="hold">
                                          <p:stCondLst>
                                            <p:cond delay="0"/>
                                          </p:stCondLst>
                                        </p:cTn>
                                        <p:tgtEl>
                                          <p:spTgt spid="97"/>
                                        </p:tgtEl>
                                        <p:attrNameLst>
                                          <p:attrName>style.visibility</p:attrName>
                                        </p:attrNameLst>
                                      </p:cBhvr>
                                      <p:to>
                                        <p:strVal val="visible"/>
                                      </p:to>
                                    </p:set>
                                    <p:anim calcmode="lin" valueType="num">
                                      <p:cBhvr additive="base">
                                        <p:cTn id="53" dur="250" fill="hold"/>
                                        <p:tgtEl>
                                          <p:spTgt spid="97"/>
                                        </p:tgtEl>
                                        <p:attrNameLst>
                                          <p:attrName>ppt_x</p:attrName>
                                        </p:attrNameLst>
                                      </p:cBhvr>
                                      <p:tavLst>
                                        <p:tav tm="0">
                                          <p:val>
                                            <p:strVal val="#ppt_x"/>
                                          </p:val>
                                        </p:tav>
                                        <p:tav tm="100000">
                                          <p:val>
                                            <p:strVal val="#ppt_x"/>
                                          </p:val>
                                        </p:tav>
                                      </p:tavLst>
                                    </p:anim>
                                    <p:anim calcmode="lin" valueType="num">
                                      <p:cBhvr additive="base">
                                        <p:cTn id="54" dur="250" fill="hold"/>
                                        <p:tgtEl>
                                          <p:spTgt spid="97"/>
                                        </p:tgtEl>
                                        <p:attrNameLst>
                                          <p:attrName>ppt_y</p:attrName>
                                        </p:attrNameLst>
                                      </p:cBhvr>
                                      <p:tavLst>
                                        <p:tav tm="0">
                                          <p:val>
                                            <p:strVal val="0-#ppt_h/2"/>
                                          </p:val>
                                        </p:tav>
                                        <p:tav tm="100000">
                                          <p:val>
                                            <p:strVal val="#ppt_y"/>
                                          </p:val>
                                        </p:tav>
                                      </p:tavLst>
                                    </p:anim>
                                  </p:childTnLst>
                                </p:cTn>
                              </p:par>
                            </p:childTnLst>
                          </p:cTn>
                        </p:par>
                      </p:childTnLst>
                    </p:cTn>
                  </p:par>
                </p:childTnLst>
              </p:cTn>
              <p:prevCondLst>
                <p:cond evt="onPrev" delay="0">
                  <p:tgtEl>
                    <p:sldTgt/>
                  </p:tgtEl>
                </p:cond>
              </p:prevCondLst>
              <p:nextCondLst>
                <p:cond evt="onNext" delay="0">
                  <p:tgtEl>
                    <p:sldTgt/>
                  </p:tgtEl>
                </p:cond>
              </p:nextCondLst>
            </p:seq>
            <p:audio>
              <p:cMediaNode vol="100000">
                <p:cTn id="55" fill="hold" display="0">
                  <p:stCondLst>
                    <p:cond delay="indefinite"/>
                  </p:stCondLst>
                  <p:endCondLst>
                    <p:cond evt="onStopAudio" delay="0">
                      <p:tgtEl>
                        <p:sldTgt/>
                      </p:tgtEl>
                    </p:cond>
                  </p:endCondLst>
                </p:cTn>
                <p:tgtEl>
                  <p:spTgt spid="5"/>
                </p:tgtEl>
              </p:cMediaNode>
            </p:audio>
            <p:audio>
              <p:cMediaNode vol="100000">
                <p:cTn id="56" fill="hold" display="0">
                  <p:stCondLst>
                    <p:cond delay="indefinite"/>
                  </p:stCondLst>
                  <p:endCondLst>
                    <p:cond evt="onStopAudio" delay="0">
                      <p:tgtEl>
                        <p:sldTgt/>
                      </p:tgtEl>
                    </p:cond>
                  </p:endCondLst>
                </p:cTn>
                <p:tgtEl>
                  <p:spTgt spid="7"/>
                </p:tgtEl>
              </p:cMediaNode>
            </p:audio>
          </p:childTnLst>
        </p:cTn>
      </p:par>
    </p:tnLst>
  </p:timing>
</p:sld>
</file>

<file path=ppt/slides/slide1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14" name="Baseplate"/>
          <p:cNvPicPr>
            <a:picLocks noChangeAspect="1"/>
          </p:cNvPicPr>
          <p:nvPr/>
        </p:nvPicPr>
        <p:blipFill>
          <a:blip r:embed="rId13" cstate="print">
            <a:extLst>
              <a:ext uri="{28A0092B-C50C-407E-A947-70E740481C1C}">
                <a14:useLocalDpi xmlns:a14="http://schemas.microsoft.com/office/drawing/2010/main" val="0"/>
              </a:ext>
            </a:extLst>
          </a:blip>
          <a:stretch>
            <a:fillRect/>
          </a:stretch>
        </p:blipFill>
        <p:spPr>
          <a:xfrm>
            <a:off x="-594469" y="-54465"/>
            <a:ext cx="15819338" cy="8503919"/>
          </a:xfrm>
          <a:prstGeom prst="rect">
            <a:avLst/>
          </a:prstGeom>
        </p:spPr>
      </p:pic>
      <p:pic>
        <p:nvPicPr>
          <p:cNvPr id="51" name="Timer 1x2"/>
          <p:cNvPicPr>
            <a:picLocks/>
          </p:cNvPicPr>
          <p:nvPr/>
        </p:nvPicPr>
        <p:blipFill>
          <a:blip r:embed="rId14" cstate="print">
            <a:extLst>
              <a:ext uri="{28A0092B-C50C-407E-A947-70E740481C1C}">
                <a14:useLocalDpi xmlns:a14="http://schemas.microsoft.com/office/drawing/2010/main" val="0"/>
              </a:ext>
            </a:extLst>
          </a:blip>
          <a:stretch>
            <a:fillRect/>
          </a:stretch>
        </p:blipFill>
        <p:spPr>
          <a:xfrm>
            <a:off x="13929822" y="-203906"/>
            <a:ext cx="832104" cy="529163"/>
          </a:xfrm>
          <a:prstGeom prst="rect">
            <a:avLst/>
          </a:prstGeom>
        </p:spPr>
      </p:pic>
      <p:pic>
        <p:nvPicPr>
          <p:cNvPr id="86" name="Blue Bricks 4"/>
          <p:cNvPicPr>
            <a:picLocks noChangeAspect="1"/>
          </p:cNvPicPr>
          <p:nvPr/>
        </p:nvPicPr>
        <p:blipFill>
          <a:blip r:embed="rId15" cstate="print">
            <a:extLst>
              <a:ext uri="{28A0092B-C50C-407E-A947-70E740481C1C}">
                <a14:useLocalDpi xmlns:a14="http://schemas.microsoft.com/office/drawing/2010/main" val="0"/>
              </a:ext>
            </a:extLst>
          </a:blip>
          <a:stretch>
            <a:fillRect/>
          </a:stretch>
        </p:blipFill>
        <p:spPr>
          <a:xfrm>
            <a:off x="4219498" y="6494387"/>
            <a:ext cx="3461795" cy="1724155"/>
          </a:xfrm>
          <a:prstGeom prst="rect">
            <a:avLst/>
          </a:prstGeom>
        </p:spPr>
      </p:pic>
      <p:sp>
        <p:nvSpPr>
          <p:cNvPr id="87" name="Blue Cap 4"/>
          <p:cNvSpPr>
            <a:spLocks noChangeAspect="1"/>
          </p:cNvSpPr>
          <p:nvPr/>
        </p:nvSpPr>
        <p:spPr>
          <a:xfrm>
            <a:off x="4433309" y="6386184"/>
            <a:ext cx="2907791" cy="1453896"/>
          </a:xfrm>
          <a:prstGeom prst="rect">
            <a:avLst/>
          </a:prstGeom>
          <a:solidFill>
            <a:srgbClr val="F4F4F4"/>
          </a:solidFill>
          <a:ln>
            <a:noFill/>
          </a:ln>
          <a:scene3d>
            <a:camera prst="orthographicFront">
              <a:rot lat="20400000" lon="21000000" rev="198000"/>
            </a:camera>
            <a:lightRig rig="balanced" dir="t"/>
          </a:scene3d>
          <a:sp3d extrusionH="165100" prstMaterial="metal">
            <a:bevelT w="19050" h="12700"/>
            <a:extrusionClr>
              <a:srgbClr val="F4F4F4"/>
            </a:extrusionClr>
          </a:sp3d>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sz="4400" spc="-200" dirty="0">
                <a:ln>
                  <a:solidFill>
                    <a:schemeClr val="tx1">
                      <a:lumMod val="85000"/>
                      <a:lumOff val="15000"/>
                    </a:schemeClr>
                  </a:solidFill>
                </a:ln>
                <a:solidFill>
                  <a:srgbClr val="106DDE"/>
                </a:solidFill>
                <a:latin typeface="Poppins Medium" panose="00000600000000000000" pitchFamily="2" charset="0"/>
                <a:ea typeface="ZCOOL QingKe HuangYou" panose="00000500000000000000" pitchFamily="2" charset="0"/>
                <a:cs typeface="Poppins Medium" panose="00000600000000000000" pitchFamily="2" charset="0"/>
              </a:rPr>
              <a:t>go to bed</a:t>
            </a:r>
          </a:p>
        </p:txBody>
      </p:sp>
      <p:pic>
        <p:nvPicPr>
          <p:cNvPr id="17" name="Red Bricks 1"/>
          <p:cNvPicPr>
            <a:picLocks noChangeAspect="1"/>
          </p:cNvPicPr>
          <p:nvPr/>
        </p:nvPicPr>
        <p:blipFill>
          <a:blip r:embed="rId16" cstate="print">
            <a:extLst>
              <a:ext uri="{28A0092B-C50C-407E-A947-70E740481C1C}">
                <a14:useLocalDpi xmlns:a14="http://schemas.microsoft.com/office/drawing/2010/main" val="0"/>
              </a:ext>
            </a:extLst>
          </a:blip>
          <a:stretch>
            <a:fillRect/>
          </a:stretch>
        </p:blipFill>
        <p:spPr>
          <a:xfrm>
            <a:off x="93316" y="3110477"/>
            <a:ext cx="3461795" cy="1724154"/>
          </a:xfrm>
          <a:prstGeom prst="rect">
            <a:avLst/>
          </a:prstGeom>
        </p:spPr>
      </p:pic>
      <p:sp>
        <p:nvSpPr>
          <p:cNvPr id="18" name="Red Cap 1"/>
          <p:cNvSpPr>
            <a:spLocks noChangeAspect="1"/>
          </p:cNvSpPr>
          <p:nvPr/>
        </p:nvSpPr>
        <p:spPr>
          <a:xfrm>
            <a:off x="656817" y="3002274"/>
            <a:ext cx="2907791" cy="1453896"/>
          </a:xfrm>
          <a:prstGeom prst="rect">
            <a:avLst/>
          </a:prstGeom>
          <a:solidFill>
            <a:srgbClr val="F4F4F4"/>
          </a:solidFill>
          <a:ln>
            <a:noFill/>
          </a:ln>
          <a:scene3d>
            <a:camera prst="orthographicFront">
              <a:rot lat="20400000" lon="21000000" rev="198000"/>
            </a:camera>
            <a:lightRig rig="balanced" dir="t"/>
          </a:scene3d>
          <a:sp3d extrusionH="165100" prstMaterial="metal">
            <a:bevelT w="19050" h="12700"/>
            <a:extrusionClr>
              <a:srgbClr val="F4F4F4"/>
            </a:extrusionClr>
          </a:sp3d>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sz="4400" spc="-200" dirty="0">
                <a:ln>
                  <a:solidFill>
                    <a:schemeClr val="tx1">
                      <a:lumMod val="85000"/>
                      <a:lumOff val="15000"/>
                    </a:schemeClr>
                  </a:solidFill>
                </a:ln>
                <a:solidFill>
                  <a:srgbClr val="DD1A21"/>
                </a:solidFill>
                <a:latin typeface="Poppins Medium" panose="00000600000000000000" pitchFamily="2" charset="0"/>
                <a:ea typeface="ZCOOL QingKe HuangYou" panose="00000500000000000000" pitchFamily="2" charset="0"/>
                <a:cs typeface="Poppins Medium" panose="00000600000000000000" pitchFamily="2" charset="0"/>
              </a:rPr>
              <a:t>I</a:t>
            </a:r>
          </a:p>
        </p:txBody>
      </p:sp>
      <p:pic>
        <p:nvPicPr>
          <p:cNvPr id="13" name="Green Bricks 1"/>
          <p:cNvPicPr>
            <a:picLocks noChangeAspect="1"/>
          </p:cNvPicPr>
          <p:nvPr/>
        </p:nvPicPr>
        <p:blipFill>
          <a:blip r:embed="rId17" cstate="print">
            <a:extLst>
              <a:ext uri="{28A0092B-C50C-407E-A947-70E740481C1C}">
                <a14:useLocalDpi xmlns:a14="http://schemas.microsoft.com/office/drawing/2010/main" val="0"/>
              </a:ext>
            </a:extLst>
          </a:blip>
          <a:stretch>
            <a:fillRect/>
          </a:stretch>
        </p:blipFill>
        <p:spPr>
          <a:xfrm>
            <a:off x="9286304" y="312925"/>
            <a:ext cx="3456007" cy="1724155"/>
          </a:xfrm>
          <a:prstGeom prst="rect">
            <a:avLst/>
          </a:prstGeom>
        </p:spPr>
      </p:pic>
      <p:sp>
        <p:nvSpPr>
          <p:cNvPr id="15" name="Green Cap 1"/>
          <p:cNvSpPr>
            <a:spLocks noChangeAspect="1"/>
          </p:cNvSpPr>
          <p:nvPr/>
        </p:nvSpPr>
        <p:spPr>
          <a:xfrm>
            <a:off x="9850629" y="204722"/>
            <a:ext cx="2907791" cy="1453896"/>
          </a:xfrm>
          <a:prstGeom prst="rect">
            <a:avLst/>
          </a:prstGeom>
          <a:solidFill>
            <a:srgbClr val="F4F4F4"/>
          </a:solidFill>
          <a:ln>
            <a:noFill/>
          </a:ln>
          <a:scene3d>
            <a:camera prst="orthographicFront">
              <a:rot lat="20400000" lon="21000000" rev="198000"/>
            </a:camera>
            <a:lightRig rig="balanced" dir="t"/>
          </a:scene3d>
          <a:sp3d extrusionH="165100" prstMaterial="metal">
            <a:bevelT w="19050" h="12700"/>
            <a:extrusionClr>
              <a:srgbClr val="F4F4F4"/>
            </a:extrusionClr>
          </a:sp3d>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sz="4400" spc="-200" dirty="0">
                <a:ln>
                  <a:solidFill>
                    <a:schemeClr val="tx1">
                      <a:lumMod val="85000"/>
                      <a:lumOff val="15000"/>
                    </a:schemeClr>
                  </a:solidFill>
                </a:ln>
                <a:solidFill>
                  <a:srgbClr val="04A043"/>
                </a:solidFill>
                <a:latin typeface="Poppins Medium" panose="00000600000000000000" pitchFamily="2" charset="0"/>
                <a:ea typeface="ZCOOL QingKe HuangYou" panose="00000500000000000000" pitchFamily="2" charset="0"/>
                <a:cs typeface="Poppins Medium" panose="00000600000000000000" pitchFamily="2" charset="0"/>
              </a:rPr>
              <a:t>at 6:00</a:t>
            </a:r>
          </a:p>
        </p:txBody>
      </p:sp>
      <p:pic>
        <p:nvPicPr>
          <p:cNvPr id="30" name="Green Bricks 2"/>
          <p:cNvPicPr>
            <a:picLocks noChangeAspect="1"/>
          </p:cNvPicPr>
          <p:nvPr/>
        </p:nvPicPr>
        <p:blipFill>
          <a:blip r:embed="rId17" cstate="print">
            <a:extLst>
              <a:ext uri="{28A0092B-C50C-407E-A947-70E740481C1C}">
                <a14:useLocalDpi xmlns:a14="http://schemas.microsoft.com/office/drawing/2010/main" val="0"/>
              </a:ext>
            </a:extLst>
          </a:blip>
          <a:stretch>
            <a:fillRect/>
          </a:stretch>
        </p:blipFill>
        <p:spPr>
          <a:xfrm>
            <a:off x="9405482" y="2380201"/>
            <a:ext cx="3456007" cy="1724155"/>
          </a:xfrm>
          <a:prstGeom prst="rect">
            <a:avLst/>
          </a:prstGeom>
        </p:spPr>
      </p:pic>
      <p:sp>
        <p:nvSpPr>
          <p:cNvPr id="31" name="Green Cap 2"/>
          <p:cNvSpPr>
            <a:spLocks noChangeAspect="1"/>
          </p:cNvSpPr>
          <p:nvPr/>
        </p:nvSpPr>
        <p:spPr>
          <a:xfrm>
            <a:off x="9968739" y="2271998"/>
            <a:ext cx="2907791" cy="1453896"/>
          </a:xfrm>
          <a:prstGeom prst="rect">
            <a:avLst/>
          </a:prstGeom>
          <a:solidFill>
            <a:srgbClr val="F4F4F4"/>
          </a:solidFill>
          <a:ln>
            <a:noFill/>
          </a:ln>
          <a:scene3d>
            <a:camera prst="orthographicFront">
              <a:rot lat="20400000" lon="21000000" rev="198000"/>
            </a:camera>
            <a:lightRig rig="balanced" dir="t"/>
          </a:scene3d>
          <a:sp3d extrusionH="165100" prstMaterial="metal">
            <a:bevelT w="19050" h="12700"/>
            <a:extrusionClr>
              <a:srgbClr val="F4F4F4"/>
            </a:extrusionClr>
          </a:sp3d>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sz="4400" spc="-200" dirty="0">
                <a:ln>
                  <a:solidFill>
                    <a:schemeClr val="tx1">
                      <a:lumMod val="85000"/>
                      <a:lumOff val="15000"/>
                    </a:schemeClr>
                  </a:solidFill>
                </a:ln>
                <a:solidFill>
                  <a:srgbClr val="04A043"/>
                </a:solidFill>
                <a:latin typeface="Poppins Medium" panose="00000600000000000000" pitchFamily="2" charset="0"/>
                <a:ea typeface="ZCOOL QingKe HuangYou" panose="00000500000000000000" pitchFamily="2" charset="0"/>
                <a:cs typeface="Poppins Medium" panose="00000600000000000000" pitchFamily="2" charset="0"/>
              </a:rPr>
              <a:t>at 7:30</a:t>
            </a:r>
          </a:p>
        </p:txBody>
      </p:sp>
      <p:pic>
        <p:nvPicPr>
          <p:cNvPr id="33" name="Green Bricks 3"/>
          <p:cNvPicPr>
            <a:picLocks noChangeAspect="1"/>
          </p:cNvPicPr>
          <p:nvPr/>
        </p:nvPicPr>
        <p:blipFill>
          <a:blip r:embed="rId17" cstate="print">
            <a:extLst>
              <a:ext uri="{28A0092B-C50C-407E-A947-70E740481C1C}">
                <a14:useLocalDpi xmlns:a14="http://schemas.microsoft.com/office/drawing/2010/main" val="0"/>
              </a:ext>
            </a:extLst>
          </a:blip>
          <a:stretch>
            <a:fillRect/>
          </a:stretch>
        </p:blipFill>
        <p:spPr>
          <a:xfrm>
            <a:off x="9526095" y="4456170"/>
            <a:ext cx="3456007" cy="1724155"/>
          </a:xfrm>
          <a:prstGeom prst="rect">
            <a:avLst/>
          </a:prstGeom>
        </p:spPr>
      </p:pic>
      <p:sp>
        <p:nvSpPr>
          <p:cNvPr id="34" name="Green Cap 3"/>
          <p:cNvSpPr>
            <a:spLocks noChangeAspect="1"/>
          </p:cNvSpPr>
          <p:nvPr/>
        </p:nvSpPr>
        <p:spPr>
          <a:xfrm>
            <a:off x="10091929" y="4347967"/>
            <a:ext cx="2907791" cy="1453896"/>
          </a:xfrm>
          <a:prstGeom prst="rect">
            <a:avLst/>
          </a:prstGeom>
          <a:solidFill>
            <a:srgbClr val="F4F4F4"/>
          </a:solidFill>
          <a:ln>
            <a:noFill/>
          </a:ln>
          <a:scene3d>
            <a:camera prst="orthographicFront">
              <a:rot lat="20400000" lon="21000000" rev="198000"/>
            </a:camera>
            <a:lightRig rig="balanced" dir="t"/>
          </a:scene3d>
          <a:sp3d extrusionH="165100" prstMaterial="metal">
            <a:bevelT w="19050" h="12700"/>
            <a:extrusionClr>
              <a:srgbClr val="F4F4F4"/>
            </a:extrusionClr>
          </a:sp3d>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sz="4400" spc="-200" dirty="0">
                <a:ln>
                  <a:solidFill>
                    <a:schemeClr val="tx1">
                      <a:lumMod val="85000"/>
                      <a:lumOff val="15000"/>
                    </a:schemeClr>
                  </a:solidFill>
                </a:ln>
                <a:solidFill>
                  <a:srgbClr val="04A043"/>
                </a:solidFill>
                <a:latin typeface="Poppins Medium" panose="00000600000000000000" pitchFamily="2" charset="0"/>
                <a:ea typeface="ZCOOL QingKe HuangYou" panose="00000500000000000000" pitchFamily="2" charset="0"/>
                <a:cs typeface="Poppins Medium" panose="00000600000000000000" pitchFamily="2" charset="0"/>
              </a:rPr>
              <a:t>at 5:40</a:t>
            </a:r>
          </a:p>
        </p:txBody>
      </p:sp>
      <p:pic>
        <p:nvPicPr>
          <p:cNvPr id="36" name="Green Bricks 4"/>
          <p:cNvPicPr>
            <a:picLocks noChangeAspect="1"/>
          </p:cNvPicPr>
          <p:nvPr/>
        </p:nvPicPr>
        <p:blipFill>
          <a:blip r:embed="rId17" cstate="print">
            <a:extLst>
              <a:ext uri="{28A0092B-C50C-407E-A947-70E740481C1C}">
                <a14:useLocalDpi xmlns:a14="http://schemas.microsoft.com/office/drawing/2010/main" val="0"/>
              </a:ext>
            </a:extLst>
          </a:blip>
          <a:stretch>
            <a:fillRect/>
          </a:stretch>
        </p:blipFill>
        <p:spPr>
          <a:xfrm>
            <a:off x="9635113" y="6523446"/>
            <a:ext cx="3456007" cy="1724155"/>
          </a:xfrm>
          <a:prstGeom prst="rect">
            <a:avLst/>
          </a:prstGeom>
        </p:spPr>
      </p:pic>
      <p:sp>
        <p:nvSpPr>
          <p:cNvPr id="37" name="Green Cap 4"/>
          <p:cNvSpPr>
            <a:spLocks noChangeAspect="1"/>
          </p:cNvSpPr>
          <p:nvPr/>
        </p:nvSpPr>
        <p:spPr>
          <a:xfrm>
            <a:off x="10201149" y="6415243"/>
            <a:ext cx="2907791" cy="1453896"/>
          </a:xfrm>
          <a:prstGeom prst="rect">
            <a:avLst/>
          </a:prstGeom>
          <a:solidFill>
            <a:srgbClr val="F4F4F4"/>
          </a:solidFill>
          <a:ln>
            <a:noFill/>
          </a:ln>
          <a:scene3d>
            <a:camera prst="orthographicFront">
              <a:rot lat="20400000" lon="21000000" rev="198000"/>
            </a:camera>
            <a:lightRig rig="balanced" dir="t"/>
          </a:scene3d>
          <a:sp3d extrusionH="165100" prstMaterial="metal">
            <a:bevelT w="19050" h="12700"/>
            <a:extrusionClr>
              <a:srgbClr val="F4F4F4"/>
            </a:extrusionClr>
          </a:sp3d>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sz="4400" spc="-200" dirty="0">
                <a:ln>
                  <a:solidFill>
                    <a:schemeClr val="tx1">
                      <a:lumMod val="85000"/>
                      <a:lumOff val="15000"/>
                    </a:schemeClr>
                  </a:solidFill>
                </a:ln>
                <a:solidFill>
                  <a:srgbClr val="04A043"/>
                </a:solidFill>
                <a:latin typeface="Poppins Medium" panose="00000600000000000000" pitchFamily="2" charset="0"/>
                <a:ea typeface="ZCOOL QingKe HuangYou" panose="00000500000000000000" pitchFamily="2" charset="0"/>
                <a:cs typeface="Poppins Medium" panose="00000600000000000000" pitchFamily="2" charset="0"/>
              </a:rPr>
              <a:t>at 10:00</a:t>
            </a:r>
          </a:p>
        </p:txBody>
      </p:sp>
      <p:pic>
        <p:nvPicPr>
          <p:cNvPr id="66" name="Blue Bricks 1"/>
          <p:cNvPicPr>
            <a:picLocks noChangeAspect="1"/>
          </p:cNvPicPr>
          <p:nvPr/>
        </p:nvPicPr>
        <p:blipFill>
          <a:blip r:embed="rId15" cstate="print">
            <a:extLst>
              <a:ext uri="{28A0092B-C50C-407E-A947-70E740481C1C}">
                <a14:useLocalDpi xmlns:a14="http://schemas.microsoft.com/office/drawing/2010/main" val="0"/>
              </a:ext>
            </a:extLst>
          </a:blip>
          <a:stretch>
            <a:fillRect/>
          </a:stretch>
        </p:blipFill>
        <p:spPr>
          <a:xfrm>
            <a:off x="3884645" y="288406"/>
            <a:ext cx="3461795" cy="1724155"/>
          </a:xfrm>
          <a:prstGeom prst="rect">
            <a:avLst/>
          </a:prstGeom>
        </p:spPr>
      </p:pic>
      <p:sp>
        <p:nvSpPr>
          <p:cNvPr id="67" name="Blue Cap 1"/>
          <p:cNvSpPr>
            <a:spLocks noChangeAspect="1"/>
          </p:cNvSpPr>
          <p:nvPr/>
        </p:nvSpPr>
        <p:spPr>
          <a:xfrm>
            <a:off x="4098456" y="180203"/>
            <a:ext cx="2907791" cy="1453896"/>
          </a:xfrm>
          <a:prstGeom prst="rect">
            <a:avLst/>
          </a:prstGeom>
          <a:solidFill>
            <a:srgbClr val="F4F4F4"/>
          </a:solidFill>
          <a:ln>
            <a:noFill/>
          </a:ln>
          <a:scene3d>
            <a:camera prst="orthographicFront">
              <a:rot lat="20400000" lon="21000000" rev="198000"/>
            </a:camera>
            <a:lightRig rig="balanced" dir="t"/>
          </a:scene3d>
          <a:sp3d extrusionH="165100" prstMaterial="metal">
            <a:bevelT w="19050" h="12700"/>
            <a:extrusionClr>
              <a:srgbClr val="F4F4F4"/>
            </a:extrusionClr>
          </a:sp3d>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sz="4400" spc="-200" dirty="0">
                <a:ln>
                  <a:solidFill>
                    <a:schemeClr val="tx1">
                      <a:lumMod val="85000"/>
                      <a:lumOff val="15000"/>
                    </a:schemeClr>
                  </a:solidFill>
                </a:ln>
                <a:solidFill>
                  <a:srgbClr val="106DDE"/>
                </a:solidFill>
                <a:latin typeface="Poppins Medium" panose="00000600000000000000" pitchFamily="2" charset="0"/>
                <a:ea typeface="ZCOOL QingKe HuangYou" panose="00000500000000000000" pitchFamily="2" charset="0"/>
                <a:cs typeface="Poppins Medium" panose="00000600000000000000" pitchFamily="2" charset="0"/>
              </a:rPr>
              <a:t>get up</a:t>
            </a:r>
          </a:p>
        </p:txBody>
      </p:sp>
      <p:pic>
        <p:nvPicPr>
          <p:cNvPr id="68" name="Blue Bricks 2"/>
          <p:cNvPicPr>
            <a:picLocks noChangeAspect="1"/>
          </p:cNvPicPr>
          <p:nvPr/>
        </p:nvPicPr>
        <p:blipFill>
          <a:blip r:embed="rId15" cstate="print">
            <a:extLst>
              <a:ext uri="{28A0092B-C50C-407E-A947-70E740481C1C}">
                <a14:useLocalDpi xmlns:a14="http://schemas.microsoft.com/office/drawing/2010/main" val="0"/>
              </a:ext>
            </a:extLst>
          </a:blip>
          <a:stretch>
            <a:fillRect/>
          </a:stretch>
        </p:blipFill>
        <p:spPr>
          <a:xfrm>
            <a:off x="4005687" y="2356256"/>
            <a:ext cx="3461795" cy="1724155"/>
          </a:xfrm>
          <a:prstGeom prst="rect">
            <a:avLst/>
          </a:prstGeom>
        </p:spPr>
      </p:pic>
      <p:sp>
        <p:nvSpPr>
          <p:cNvPr id="69" name="Blue Cap 2"/>
          <p:cNvSpPr>
            <a:spLocks noChangeAspect="1"/>
          </p:cNvSpPr>
          <p:nvPr/>
        </p:nvSpPr>
        <p:spPr>
          <a:xfrm>
            <a:off x="4219498" y="2248053"/>
            <a:ext cx="2907791" cy="1453896"/>
          </a:xfrm>
          <a:prstGeom prst="rect">
            <a:avLst/>
          </a:prstGeom>
          <a:solidFill>
            <a:srgbClr val="F4F4F4"/>
          </a:solidFill>
          <a:ln>
            <a:noFill/>
          </a:ln>
          <a:scene3d>
            <a:camera prst="orthographicFront">
              <a:rot lat="20400000" lon="21000000" rev="198000"/>
            </a:camera>
            <a:lightRig rig="balanced" dir="t"/>
          </a:scene3d>
          <a:sp3d extrusionH="165100" prstMaterial="metal">
            <a:bevelT w="19050" h="12700"/>
            <a:extrusionClr>
              <a:srgbClr val="F4F4F4"/>
            </a:extrusionClr>
          </a:sp3d>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sz="4400" spc="-200" dirty="0">
                <a:ln>
                  <a:solidFill>
                    <a:schemeClr val="tx1">
                      <a:lumMod val="85000"/>
                      <a:lumOff val="15000"/>
                    </a:schemeClr>
                  </a:solidFill>
                </a:ln>
                <a:solidFill>
                  <a:srgbClr val="106DDE"/>
                </a:solidFill>
                <a:latin typeface="Poppins Medium" panose="00000600000000000000" pitchFamily="2" charset="0"/>
                <a:ea typeface="ZCOOL QingKe HuangYou" panose="00000500000000000000" pitchFamily="2" charset="0"/>
                <a:cs typeface="Poppins Medium" panose="00000600000000000000" pitchFamily="2" charset="0"/>
              </a:rPr>
              <a:t>have dinner</a:t>
            </a:r>
          </a:p>
        </p:txBody>
      </p:sp>
      <p:pic>
        <p:nvPicPr>
          <p:cNvPr id="77" name="Blue Bricks 3"/>
          <p:cNvPicPr>
            <a:picLocks noChangeAspect="1"/>
          </p:cNvPicPr>
          <p:nvPr/>
        </p:nvPicPr>
        <p:blipFill>
          <a:blip r:embed="rId15" cstate="print">
            <a:extLst>
              <a:ext uri="{28A0092B-C50C-407E-A947-70E740481C1C}">
                <a14:useLocalDpi xmlns:a14="http://schemas.microsoft.com/office/drawing/2010/main" val="0"/>
              </a:ext>
            </a:extLst>
          </a:blip>
          <a:stretch>
            <a:fillRect/>
          </a:stretch>
        </p:blipFill>
        <p:spPr>
          <a:xfrm>
            <a:off x="4112367" y="4429547"/>
            <a:ext cx="3461795" cy="1724155"/>
          </a:xfrm>
          <a:prstGeom prst="rect">
            <a:avLst/>
          </a:prstGeom>
        </p:spPr>
      </p:pic>
      <p:sp>
        <p:nvSpPr>
          <p:cNvPr id="78" name="Blue Cap 3"/>
          <p:cNvSpPr>
            <a:spLocks noChangeAspect="1"/>
          </p:cNvSpPr>
          <p:nvPr/>
        </p:nvSpPr>
        <p:spPr>
          <a:xfrm>
            <a:off x="4326178" y="4321344"/>
            <a:ext cx="2907791" cy="1453896"/>
          </a:xfrm>
          <a:prstGeom prst="rect">
            <a:avLst/>
          </a:prstGeom>
          <a:solidFill>
            <a:srgbClr val="F4F4F4"/>
          </a:solidFill>
          <a:ln>
            <a:noFill/>
          </a:ln>
          <a:scene3d>
            <a:camera prst="orthographicFront">
              <a:rot lat="20400000" lon="21000000" rev="198000"/>
            </a:camera>
            <a:lightRig rig="balanced" dir="t"/>
          </a:scene3d>
          <a:sp3d extrusionH="165100" prstMaterial="metal">
            <a:bevelT w="19050" h="12700"/>
            <a:extrusionClr>
              <a:srgbClr val="F4F4F4"/>
            </a:extrusionClr>
          </a:sp3d>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sz="4400" spc="-200" dirty="0">
                <a:ln>
                  <a:solidFill>
                    <a:schemeClr val="tx1">
                      <a:lumMod val="85000"/>
                      <a:lumOff val="15000"/>
                    </a:schemeClr>
                  </a:solidFill>
                </a:ln>
                <a:solidFill>
                  <a:srgbClr val="106DDE"/>
                </a:solidFill>
                <a:latin typeface="Poppins Medium" panose="00000600000000000000" pitchFamily="2" charset="0"/>
                <a:ea typeface="ZCOOL QingKe HuangYou" panose="00000500000000000000" pitchFamily="2" charset="0"/>
                <a:cs typeface="Poppins Medium" panose="00000600000000000000" pitchFamily="2" charset="0"/>
              </a:rPr>
              <a:t>walk the dog</a:t>
            </a:r>
          </a:p>
        </p:txBody>
      </p:sp>
      <p:pic>
        <p:nvPicPr>
          <p:cNvPr id="11" name="Gold Coin 1">
            <a:extLst>
              <a:ext uri="{FF2B5EF4-FFF2-40B4-BE49-F238E27FC236}">
                <a16:creationId xmlns:a16="http://schemas.microsoft.com/office/drawing/2014/main" id="{2944527D-9841-8E40-BC73-5D484850BFF1}"/>
              </a:ext>
            </a:extLst>
          </p:cNvPr>
          <p:cNvPicPr>
            <a:picLocks noChangeAspect="1"/>
          </p:cNvPicPr>
          <p:nvPr/>
        </p:nvPicPr>
        <p:blipFill>
          <a:blip r:embed="rId18" cstate="print">
            <a:extLst>
              <a:ext uri="{28A0092B-C50C-407E-A947-70E740481C1C}">
                <a14:useLocalDpi xmlns:a14="http://schemas.microsoft.com/office/drawing/2010/main" val="0"/>
              </a:ext>
            </a:extLst>
          </a:blip>
          <a:stretch>
            <a:fillRect/>
          </a:stretch>
        </p:blipFill>
        <p:spPr>
          <a:xfrm>
            <a:off x="7454326" y="249484"/>
            <a:ext cx="400420" cy="374904"/>
          </a:xfrm>
          <a:prstGeom prst="rect">
            <a:avLst/>
          </a:prstGeom>
        </p:spPr>
      </p:pic>
      <p:pic>
        <p:nvPicPr>
          <p:cNvPr id="12" name="Gold Coin 2">
            <a:extLst>
              <a:ext uri="{FF2B5EF4-FFF2-40B4-BE49-F238E27FC236}">
                <a16:creationId xmlns:a16="http://schemas.microsoft.com/office/drawing/2014/main" id="{2CE485D7-32DA-16B4-7367-0D233A189989}"/>
              </a:ext>
            </a:extLst>
          </p:cNvPr>
          <p:cNvPicPr>
            <a:picLocks noChangeAspect="1"/>
          </p:cNvPicPr>
          <p:nvPr/>
        </p:nvPicPr>
        <p:blipFill>
          <a:blip r:embed="rId18" cstate="print">
            <a:extLst>
              <a:ext uri="{28A0092B-C50C-407E-A947-70E740481C1C}">
                <a14:useLocalDpi xmlns:a14="http://schemas.microsoft.com/office/drawing/2010/main" val="0"/>
              </a:ext>
            </a:extLst>
          </a:blip>
          <a:stretch>
            <a:fillRect/>
          </a:stretch>
        </p:blipFill>
        <p:spPr>
          <a:xfrm>
            <a:off x="8182212" y="255580"/>
            <a:ext cx="400420" cy="374904"/>
          </a:xfrm>
          <a:prstGeom prst="rect">
            <a:avLst/>
          </a:prstGeom>
        </p:spPr>
      </p:pic>
      <p:pic>
        <p:nvPicPr>
          <p:cNvPr id="16" name="Gold Coin 3">
            <a:extLst>
              <a:ext uri="{FF2B5EF4-FFF2-40B4-BE49-F238E27FC236}">
                <a16:creationId xmlns:a16="http://schemas.microsoft.com/office/drawing/2014/main" id="{CF796C3F-B013-4551-DBAC-A175063F717D}"/>
              </a:ext>
            </a:extLst>
          </p:cNvPr>
          <p:cNvPicPr>
            <a:picLocks noChangeAspect="1"/>
          </p:cNvPicPr>
          <p:nvPr/>
        </p:nvPicPr>
        <p:blipFill>
          <a:blip r:embed="rId18" cstate="print">
            <a:extLst>
              <a:ext uri="{28A0092B-C50C-407E-A947-70E740481C1C}">
                <a14:useLocalDpi xmlns:a14="http://schemas.microsoft.com/office/drawing/2010/main" val="0"/>
              </a:ext>
            </a:extLst>
          </a:blip>
          <a:stretch>
            <a:fillRect/>
          </a:stretch>
        </p:blipFill>
        <p:spPr>
          <a:xfrm>
            <a:off x="7489808" y="945731"/>
            <a:ext cx="400420" cy="374904"/>
          </a:xfrm>
          <a:prstGeom prst="rect">
            <a:avLst/>
          </a:prstGeom>
        </p:spPr>
      </p:pic>
      <p:pic>
        <p:nvPicPr>
          <p:cNvPr id="21" name="Gold Coin 1">
            <a:extLst>
              <a:ext uri="{FF2B5EF4-FFF2-40B4-BE49-F238E27FC236}">
                <a16:creationId xmlns:a16="http://schemas.microsoft.com/office/drawing/2014/main" id="{01FCF8D1-6451-FEA2-04F0-46621B7889AB}"/>
              </a:ext>
            </a:extLst>
          </p:cNvPr>
          <p:cNvPicPr>
            <a:picLocks noChangeAspect="1"/>
          </p:cNvPicPr>
          <p:nvPr/>
        </p:nvPicPr>
        <p:blipFill>
          <a:blip r:embed="rId18" cstate="print">
            <a:extLst>
              <a:ext uri="{28A0092B-C50C-407E-A947-70E740481C1C}">
                <a14:useLocalDpi xmlns:a14="http://schemas.microsoft.com/office/drawing/2010/main" val="0"/>
              </a:ext>
            </a:extLst>
          </a:blip>
          <a:stretch>
            <a:fillRect/>
          </a:stretch>
        </p:blipFill>
        <p:spPr>
          <a:xfrm>
            <a:off x="7568841" y="2324807"/>
            <a:ext cx="400420" cy="374904"/>
          </a:xfrm>
          <a:prstGeom prst="rect">
            <a:avLst/>
          </a:prstGeom>
        </p:spPr>
      </p:pic>
      <p:pic>
        <p:nvPicPr>
          <p:cNvPr id="26" name="Gold Coin 1">
            <a:extLst>
              <a:ext uri="{FF2B5EF4-FFF2-40B4-BE49-F238E27FC236}">
                <a16:creationId xmlns:a16="http://schemas.microsoft.com/office/drawing/2014/main" id="{C635270D-6525-FA67-E555-83AFB8522276}"/>
              </a:ext>
            </a:extLst>
          </p:cNvPr>
          <p:cNvPicPr>
            <a:picLocks noChangeAspect="1"/>
          </p:cNvPicPr>
          <p:nvPr/>
        </p:nvPicPr>
        <p:blipFill>
          <a:blip r:embed="rId18" cstate="print">
            <a:extLst>
              <a:ext uri="{28A0092B-C50C-407E-A947-70E740481C1C}">
                <a14:useLocalDpi xmlns:a14="http://schemas.microsoft.com/office/drawing/2010/main" val="0"/>
              </a:ext>
            </a:extLst>
          </a:blip>
          <a:stretch>
            <a:fillRect/>
          </a:stretch>
        </p:blipFill>
        <p:spPr>
          <a:xfrm>
            <a:off x="7686844" y="4389605"/>
            <a:ext cx="400420" cy="374904"/>
          </a:xfrm>
          <a:prstGeom prst="rect">
            <a:avLst/>
          </a:prstGeom>
        </p:spPr>
      </p:pic>
      <p:pic>
        <p:nvPicPr>
          <p:cNvPr id="27" name="Gold Coin 2">
            <a:extLst>
              <a:ext uri="{FF2B5EF4-FFF2-40B4-BE49-F238E27FC236}">
                <a16:creationId xmlns:a16="http://schemas.microsoft.com/office/drawing/2014/main" id="{CC8643EA-715A-F723-CEAB-6DBEEFD719F4}"/>
              </a:ext>
            </a:extLst>
          </p:cNvPr>
          <p:cNvPicPr>
            <a:picLocks noChangeAspect="1"/>
          </p:cNvPicPr>
          <p:nvPr/>
        </p:nvPicPr>
        <p:blipFill>
          <a:blip r:embed="rId18" cstate="print">
            <a:extLst>
              <a:ext uri="{28A0092B-C50C-407E-A947-70E740481C1C}">
                <a14:useLocalDpi xmlns:a14="http://schemas.microsoft.com/office/drawing/2010/main" val="0"/>
              </a:ext>
            </a:extLst>
          </a:blip>
          <a:stretch>
            <a:fillRect/>
          </a:stretch>
        </p:blipFill>
        <p:spPr>
          <a:xfrm>
            <a:off x="8414730" y="4395701"/>
            <a:ext cx="400420" cy="374904"/>
          </a:xfrm>
          <a:prstGeom prst="rect">
            <a:avLst/>
          </a:prstGeom>
        </p:spPr>
      </p:pic>
      <p:pic>
        <p:nvPicPr>
          <p:cNvPr id="28" name="Gold Coin 3">
            <a:extLst>
              <a:ext uri="{FF2B5EF4-FFF2-40B4-BE49-F238E27FC236}">
                <a16:creationId xmlns:a16="http://schemas.microsoft.com/office/drawing/2014/main" id="{74DCE017-5A76-8C36-DB53-B63630C8BA0D}"/>
              </a:ext>
            </a:extLst>
          </p:cNvPr>
          <p:cNvPicPr>
            <a:picLocks noChangeAspect="1"/>
          </p:cNvPicPr>
          <p:nvPr/>
        </p:nvPicPr>
        <p:blipFill>
          <a:blip r:embed="rId18" cstate="print">
            <a:extLst>
              <a:ext uri="{28A0092B-C50C-407E-A947-70E740481C1C}">
                <a14:useLocalDpi xmlns:a14="http://schemas.microsoft.com/office/drawing/2010/main" val="0"/>
              </a:ext>
            </a:extLst>
          </a:blip>
          <a:stretch>
            <a:fillRect/>
          </a:stretch>
        </p:blipFill>
        <p:spPr>
          <a:xfrm>
            <a:off x="7722326" y="5085852"/>
            <a:ext cx="400420" cy="374904"/>
          </a:xfrm>
          <a:prstGeom prst="rect">
            <a:avLst/>
          </a:prstGeom>
        </p:spPr>
      </p:pic>
      <p:pic>
        <p:nvPicPr>
          <p:cNvPr id="29" name="Gold Coin 4">
            <a:extLst>
              <a:ext uri="{FF2B5EF4-FFF2-40B4-BE49-F238E27FC236}">
                <a16:creationId xmlns:a16="http://schemas.microsoft.com/office/drawing/2014/main" id="{BD8629A4-839A-A25B-03E8-0683E42D4BE7}"/>
              </a:ext>
            </a:extLst>
          </p:cNvPr>
          <p:cNvPicPr>
            <a:picLocks noChangeAspect="1"/>
          </p:cNvPicPr>
          <p:nvPr/>
        </p:nvPicPr>
        <p:blipFill>
          <a:blip r:embed="rId18" cstate="print">
            <a:extLst>
              <a:ext uri="{28A0092B-C50C-407E-A947-70E740481C1C}">
                <a14:useLocalDpi xmlns:a14="http://schemas.microsoft.com/office/drawing/2010/main" val="0"/>
              </a:ext>
            </a:extLst>
          </a:blip>
          <a:stretch>
            <a:fillRect/>
          </a:stretch>
        </p:blipFill>
        <p:spPr>
          <a:xfrm>
            <a:off x="8451306" y="5091948"/>
            <a:ext cx="400420" cy="374904"/>
          </a:xfrm>
          <a:prstGeom prst="rect">
            <a:avLst/>
          </a:prstGeom>
        </p:spPr>
      </p:pic>
      <p:pic>
        <p:nvPicPr>
          <p:cNvPr id="35" name="Gold Coin 1">
            <a:extLst>
              <a:ext uri="{FF2B5EF4-FFF2-40B4-BE49-F238E27FC236}">
                <a16:creationId xmlns:a16="http://schemas.microsoft.com/office/drawing/2014/main" id="{C84583A5-D49E-94E0-CB5E-C7E31590FCEA}"/>
              </a:ext>
            </a:extLst>
          </p:cNvPr>
          <p:cNvPicPr>
            <a:picLocks noChangeAspect="1"/>
          </p:cNvPicPr>
          <p:nvPr/>
        </p:nvPicPr>
        <p:blipFill>
          <a:blip r:embed="rId18" cstate="print">
            <a:extLst>
              <a:ext uri="{28A0092B-C50C-407E-A947-70E740481C1C}">
                <a14:useLocalDpi xmlns:a14="http://schemas.microsoft.com/office/drawing/2010/main" val="0"/>
              </a:ext>
            </a:extLst>
          </a:blip>
          <a:stretch>
            <a:fillRect/>
          </a:stretch>
        </p:blipFill>
        <p:spPr>
          <a:xfrm>
            <a:off x="7794287" y="6453300"/>
            <a:ext cx="400420" cy="374904"/>
          </a:xfrm>
          <a:prstGeom prst="rect">
            <a:avLst/>
          </a:prstGeom>
        </p:spPr>
      </p:pic>
      <p:pic>
        <p:nvPicPr>
          <p:cNvPr id="38" name="Gold Coin 2">
            <a:extLst>
              <a:ext uri="{FF2B5EF4-FFF2-40B4-BE49-F238E27FC236}">
                <a16:creationId xmlns:a16="http://schemas.microsoft.com/office/drawing/2014/main" id="{8471FBB4-0B6B-3F25-B147-D4BD47C4DF48}"/>
              </a:ext>
            </a:extLst>
          </p:cNvPr>
          <p:cNvPicPr>
            <a:picLocks noChangeAspect="1"/>
          </p:cNvPicPr>
          <p:nvPr/>
        </p:nvPicPr>
        <p:blipFill>
          <a:blip r:embed="rId18" cstate="print">
            <a:extLst>
              <a:ext uri="{28A0092B-C50C-407E-A947-70E740481C1C}">
                <a14:useLocalDpi xmlns:a14="http://schemas.microsoft.com/office/drawing/2010/main" val="0"/>
              </a:ext>
            </a:extLst>
          </a:blip>
          <a:stretch>
            <a:fillRect/>
          </a:stretch>
        </p:blipFill>
        <p:spPr>
          <a:xfrm>
            <a:off x="8522173" y="6459396"/>
            <a:ext cx="400420" cy="374904"/>
          </a:xfrm>
          <a:prstGeom prst="rect">
            <a:avLst/>
          </a:prstGeom>
        </p:spPr>
      </p:pic>
      <p:pic>
        <p:nvPicPr>
          <p:cNvPr id="39" name="Gold Coin 3">
            <a:extLst>
              <a:ext uri="{FF2B5EF4-FFF2-40B4-BE49-F238E27FC236}">
                <a16:creationId xmlns:a16="http://schemas.microsoft.com/office/drawing/2014/main" id="{85E79E38-8EA1-C01F-9DEF-7408A25E5596}"/>
              </a:ext>
            </a:extLst>
          </p:cNvPr>
          <p:cNvPicPr>
            <a:picLocks noChangeAspect="1"/>
          </p:cNvPicPr>
          <p:nvPr/>
        </p:nvPicPr>
        <p:blipFill>
          <a:blip r:embed="rId18" cstate="print">
            <a:extLst>
              <a:ext uri="{28A0092B-C50C-407E-A947-70E740481C1C}">
                <a14:useLocalDpi xmlns:a14="http://schemas.microsoft.com/office/drawing/2010/main" val="0"/>
              </a:ext>
            </a:extLst>
          </a:blip>
          <a:stretch>
            <a:fillRect/>
          </a:stretch>
        </p:blipFill>
        <p:spPr>
          <a:xfrm>
            <a:off x="7829769" y="7149547"/>
            <a:ext cx="400420" cy="374904"/>
          </a:xfrm>
          <a:prstGeom prst="rect">
            <a:avLst/>
          </a:prstGeom>
        </p:spPr>
      </p:pic>
      <p:pic>
        <p:nvPicPr>
          <p:cNvPr id="42" name="Gold Coin 1">
            <a:extLst>
              <a:ext uri="{FF2B5EF4-FFF2-40B4-BE49-F238E27FC236}">
                <a16:creationId xmlns:a16="http://schemas.microsoft.com/office/drawing/2014/main" id="{B519E1ED-137D-1E12-CE45-775BC3726AC6}"/>
              </a:ext>
            </a:extLst>
          </p:cNvPr>
          <p:cNvPicPr>
            <a:picLocks noChangeAspect="1"/>
          </p:cNvPicPr>
          <p:nvPr/>
        </p:nvPicPr>
        <p:blipFill>
          <a:blip r:embed="rId18" cstate="print">
            <a:extLst>
              <a:ext uri="{28A0092B-C50C-407E-A947-70E740481C1C}">
                <a14:useLocalDpi xmlns:a14="http://schemas.microsoft.com/office/drawing/2010/main" val="0"/>
              </a:ext>
            </a:extLst>
          </a:blip>
          <a:stretch>
            <a:fillRect/>
          </a:stretch>
        </p:blipFill>
        <p:spPr>
          <a:xfrm>
            <a:off x="12861981" y="279730"/>
            <a:ext cx="400420" cy="374904"/>
          </a:xfrm>
          <a:prstGeom prst="rect">
            <a:avLst/>
          </a:prstGeom>
        </p:spPr>
      </p:pic>
      <p:pic>
        <p:nvPicPr>
          <p:cNvPr id="43" name="Gold Coin 2">
            <a:extLst>
              <a:ext uri="{FF2B5EF4-FFF2-40B4-BE49-F238E27FC236}">
                <a16:creationId xmlns:a16="http://schemas.microsoft.com/office/drawing/2014/main" id="{582AA26C-68A8-31A4-1900-CBD9788D4894}"/>
              </a:ext>
            </a:extLst>
          </p:cNvPr>
          <p:cNvPicPr>
            <a:picLocks noChangeAspect="1"/>
          </p:cNvPicPr>
          <p:nvPr/>
        </p:nvPicPr>
        <p:blipFill>
          <a:blip r:embed="rId18" cstate="print">
            <a:extLst>
              <a:ext uri="{28A0092B-C50C-407E-A947-70E740481C1C}">
                <a14:useLocalDpi xmlns:a14="http://schemas.microsoft.com/office/drawing/2010/main" val="0"/>
              </a:ext>
            </a:extLst>
          </a:blip>
          <a:stretch>
            <a:fillRect/>
          </a:stretch>
        </p:blipFill>
        <p:spPr>
          <a:xfrm>
            <a:off x="13589867" y="285826"/>
            <a:ext cx="400420" cy="374904"/>
          </a:xfrm>
          <a:prstGeom prst="rect">
            <a:avLst/>
          </a:prstGeom>
        </p:spPr>
      </p:pic>
      <p:pic>
        <p:nvPicPr>
          <p:cNvPr id="44" name="Gold Coin 3">
            <a:extLst>
              <a:ext uri="{FF2B5EF4-FFF2-40B4-BE49-F238E27FC236}">
                <a16:creationId xmlns:a16="http://schemas.microsoft.com/office/drawing/2014/main" id="{C0268305-40AC-B2F4-F69E-4BCECEDCE8A3}"/>
              </a:ext>
            </a:extLst>
          </p:cNvPr>
          <p:cNvPicPr>
            <a:picLocks noChangeAspect="1"/>
          </p:cNvPicPr>
          <p:nvPr/>
        </p:nvPicPr>
        <p:blipFill>
          <a:blip r:embed="rId18" cstate="print">
            <a:extLst>
              <a:ext uri="{28A0092B-C50C-407E-A947-70E740481C1C}">
                <a14:useLocalDpi xmlns:a14="http://schemas.microsoft.com/office/drawing/2010/main" val="0"/>
              </a:ext>
            </a:extLst>
          </a:blip>
          <a:stretch>
            <a:fillRect/>
          </a:stretch>
        </p:blipFill>
        <p:spPr>
          <a:xfrm>
            <a:off x="12897463" y="975977"/>
            <a:ext cx="400420" cy="374904"/>
          </a:xfrm>
          <a:prstGeom prst="rect">
            <a:avLst/>
          </a:prstGeom>
        </p:spPr>
      </p:pic>
      <p:pic>
        <p:nvPicPr>
          <p:cNvPr id="45" name="Gold Coin 4">
            <a:extLst>
              <a:ext uri="{FF2B5EF4-FFF2-40B4-BE49-F238E27FC236}">
                <a16:creationId xmlns:a16="http://schemas.microsoft.com/office/drawing/2014/main" id="{F039EC81-57BC-98C8-937A-D249469FD44D}"/>
              </a:ext>
            </a:extLst>
          </p:cNvPr>
          <p:cNvPicPr>
            <a:picLocks noChangeAspect="1"/>
          </p:cNvPicPr>
          <p:nvPr/>
        </p:nvPicPr>
        <p:blipFill>
          <a:blip r:embed="rId18" cstate="print">
            <a:extLst>
              <a:ext uri="{28A0092B-C50C-407E-A947-70E740481C1C}">
                <a14:useLocalDpi xmlns:a14="http://schemas.microsoft.com/office/drawing/2010/main" val="0"/>
              </a:ext>
            </a:extLst>
          </a:blip>
          <a:stretch>
            <a:fillRect/>
          </a:stretch>
        </p:blipFill>
        <p:spPr>
          <a:xfrm>
            <a:off x="13626443" y="982073"/>
            <a:ext cx="400420" cy="374904"/>
          </a:xfrm>
          <a:prstGeom prst="rect">
            <a:avLst/>
          </a:prstGeom>
        </p:spPr>
      </p:pic>
      <p:pic>
        <p:nvPicPr>
          <p:cNvPr id="47" name="Gold Coin 1">
            <a:extLst>
              <a:ext uri="{FF2B5EF4-FFF2-40B4-BE49-F238E27FC236}">
                <a16:creationId xmlns:a16="http://schemas.microsoft.com/office/drawing/2014/main" id="{8B7A3FF4-DEED-AB40-0853-6A0CD696DD85}"/>
              </a:ext>
            </a:extLst>
          </p:cNvPr>
          <p:cNvPicPr>
            <a:picLocks noChangeAspect="1"/>
          </p:cNvPicPr>
          <p:nvPr/>
        </p:nvPicPr>
        <p:blipFill>
          <a:blip r:embed="rId18" cstate="print">
            <a:extLst>
              <a:ext uri="{28A0092B-C50C-407E-A947-70E740481C1C}">
                <a14:useLocalDpi xmlns:a14="http://schemas.microsoft.com/office/drawing/2010/main" val="0"/>
              </a:ext>
            </a:extLst>
          </a:blip>
          <a:stretch>
            <a:fillRect/>
          </a:stretch>
        </p:blipFill>
        <p:spPr>
          <a:xfrm>
            <a:off x="12976496" y="2355053"/>
            <a:ext cx="400420" cy="374904"/>
          </a:xfrm>
          <a:prstGeom prst="rect">
            <a:avLst/>
          </a:prstGeom>
        </p:spPr>
      </p:pic>
      <p:pic>
        <p:nvPicPr>
          <p:cNvPr id="48" name="Gold Coin 2">
            <a:extLst>
              <a:ext uri="{FF2B5EF4-FFF2-40B4-BE49-F238E27FC236}">
                <a16:creationId xmlns:a16="http://schemas.microsoft.com/office/drawing/2014/main" id="{5235CDF8-05A8-5A21-1AC4-5150C90AC0E8}"/>
              </a:ext>
            </a:extLst>
          </p:cNvPr>
          <p:cNvPicPr>
            <a:picLocks noChangeAspect="1"/>
          </p:cNvPicPr>
          <p:nvPr/>
        </p:nvPicPr>
        <p:blipFill>
          <a:blip r:embed="rId18" cstate="print">
            <a:extLst>
              <a:ext uri="{28A0092B-C50C-407E-A947-70E740481C1C}">
                <a14:useLocalDpi xmlns:a14="http://schemas.microsoft.com/office/drawing/2010/main" val="0"/>
              </a:ext>
            </a:extLst>
          </a:blip>
          <a:stretch>
            <a:fillRect/>
          </a:stretch>
        </p:blipFill>
        <p:spPr>
          <a:xfrm>
            <a:off x="13704382" y="2361149"/>
            <a:ext cx="400420" cy="374904"/>
          </a:xfrm>
          <a:prstGeom prst="rect">
            <a:avLst/>
          </a:prstGeom>
        </p:spPr>
      </p:pic>
      <p:pic>
        <p:nvPicPr>
          <p:cNvPr id="81" name="Gold Coin 1">
            <a:extLst>
              <a:ext uri="{FF2B5EF4-FFF2-40B4-BE49-F238E27FC236}">
                <a16:creationId xmlns:a16="http://schemas.microsoft.com/office/drawing/2014/main" id="{60BD5144-73A1-F3B7-784A-28ABD0D4707A}"/>
              </a:ext>
            </a:extLst>
          </p:cNvPr>
          <p:cNvPicPr>
            <a:picLocks noChangeAspect="1"/>
          </p:cNvPicPr>
          <p:nvPr/>
        </p:nvPicPr>
        <p:blipFill>
          <a:blip r:embed="rId18" cstate="print">
            <a:extLst>
              <a:ext uri="{28A0092B-C50C-407E-A947-70E740481C1C}">
                <a14:useLocalDpi xmlns:a14="http://schemas.microsoft.com/office/drawing/2010/main" val="0"/>
              </a:ext>
            </a:extLst>
          </a:blip>
          <a:stretch>
            <a:fillRect/>
          </a:stretch>
        </p:blipFill>
        <p:spPr>
          <a:xfrm>
            <a:off x="13094499" y="4419851"/>
            <a:ext cx="400420" cy="374904"/>
          </a:xfrm>
          <a:prstGeom prst="rect">
            <a:avLst/>
          </a:prstGeom>
        </p:spPr>
      </p:pic>
      <p:pic>
        <p:nvPicPr>
          <p:cNvPr id="82" name="Gold Coin 2">
            <a:extLst>
              <a:ext uri="{FF2B5EF4-FFF2-40B4-BE49-F238E27FC236}">
                <a16:creationId xmlns:a16="http://schemas.microsoft.com/office/drawing/2014/main" id="{98CDDFE1-7228-7502-E4DE-EA53C5FF6C57}"/>
              </a:ext>
            </a:extLst>
          </p:cNvPr>
          <p:cNvPicPr>
            <a:picLocks noChangeAspect="1"/>
          </p:cNvPicPr>
          <p:nvPr/>
        </p:nvPicPr>
        <p:blipFill>
          <a:blip r:embed="rId18" cstate="print">
            <a:extLst>
              <a:ext uri="{28A0092B-C50C-407E-A947-70E740481C1C}">
                <a14:useLocalDpi xmlns:a14="http://schemas.microsoft.com/office/drawing/2010/main" val="0"/>
              </a:ext>
            </a:extLst>
          </a:blip>
          <a:stretch>
            <a:fillRect/>
          </a:stretch>
        </p:blipFill>
        <p:spPr>
          <a:xfrm>
            <a:off x="13822385" y="4425947"/>
            <a:ext cx="400420" cy="374904"/>
          </a:xfrm>
          <a:prstGeom prst="rect">
            <a:avLst/>
          </a:prstGeom>
        </p:spPr>
      </p:pic>
      <p:pic>
        <p:nvPicPr>
          <p:cNvPr id="88" name="Gold Coin 1">
            <a:extLst>
              <a:ext uri="{FF2B5EF4-FFF2-40B4-BE49-F238E27FC236}">
                <a16:creationId xmlns:a16="http://schemas.microsoft.com/office/drawing/2014/main" id="{99F11F17-3DDD-EC5A-F24E-8E4F673FE650}"/>
              </a:ext>
            </a:extLst>
          </p:cNvPr>
          <p:cNvPicPr>
            <a:picLocks noChangeAspect="1"/>
          </p:cNvPicPr>
          <p:nvPr/>
        </p:nvPicPr>
        <p:blipFill>
          <a:blip r:embed="rId18" cstate="print">
            <a:extLst>
              <a:ext uri="{28A0092B-C50C-407E-A947-70E740481C1C}">
                <a14:useLocalDpi xmlns:a14="http://schemas.microsoft.com/office/drawing/2010/main" val="0"/>
              </a:ext>
            </a:extLst>
          </a:blip>
          <a:stretch>
            <a:fillRect/>
          </a:stretch>
        </p:blipFill>
        <p:spPr>
          <a:xfrm>
            <a:off x="13201942" y="6483546"/>
            <a:ext cx="400420" cy="374904"/>
          </a:xfrm>
          <a:prstGeom prst="rect">
            <a:avLst/>
          </a:prstGeom>
        </p:spPr>
      </p:pic>
      <p:pic>
        <p:nvPicPr>
          <p:cNvPr id="89" name="Gold Coin 2">
            <a:extLst>
              <a:ext uri="{FF2B5EF4-FFF2-40B4-BE49-F238E27FC236}">
                <a16:creationId xmlns:a16="http://schemas.microsoft.com/office/drawing/2014/main" id="{84A56950-E01E-B3B1-F4C0-693CB5E68951}"/>
              </a:ext>
            </a:extLst>
          </p:cNvPr>
          <p:cNvPicPr>
            <a:picLocks noChangeAspect="1"/>
          </p:cNvPicPr>
          <p:nvPr/>
        </p:nvPicPr>
        <p:blipFill>
          <a:blip r:embed="rId18" cstate="print">
            <a:extLst>
              <a:ext uri="{28A0092B-C50C-407E-A947-70E740481C1C}">
                <a14:useLocalDpi xmlns:a14="http://schemas.microsoft.com/office/drawing/2010/main" val="0"/>
              </a:ext>
            </a:extLst>
          </a:blip>
          <a:stretch>
            <a:fillRect/>
          </a:stretch>
        </p:blipFill>
        <p:spPr>
          <a:xfrm>
            <a:off x="13929828" y="6489642"/>
            <a:ext cx="400420" cy="374904"/>
          </a:xfrm>
          <a:prstGeom prst="rect">
            <a:avLst/>
          </a:prstGeom>
        </p:spPr>
      </p:pic>
      <p:pic>
        <p:nvPicPr>
          <p:cNvPr id="90" name="Gold Coin 3">
            <a:extLst>
              <a:ext uri="{FF2B5EF4-FFF2-40B4-BE49-F238E27FC236}">
                <a16:creationId xmlns:a16="http://schemas.microsoft.com/office/drawing/2014/main" id="{84C15DDC-7F4B-84D2-0344-330AF045FFFA}"/>
              </a:ext>
            </a:extLst>
          </p:cNvPr>
          <p:cNvPicPr>
            <a:picLocks noChangeAspect="1"/>
          </p:cNvPicPr>
          <p:nvPr/>
        </p:nvPicPr>
        <p:blipFill>
          <a:blip r:embed="rId18" cstate="print">
            <a:extLst>
              <a:ext uri="{28A0092B-C50C-407E-A947-70E740481C1C}">
                <a14:useLocalDpi xmlns:a14="http://schemas.microsoft.com/office/drawing/2010/main" val="0"/>
              </a:ext>
            </a:extLst>
          </a:blip>
          <a:stretch>
            <a:fillRect/>
          </a:stretch>
        </p:blipFill>
        <p:spPr>
          <a:xfrm>
            <a:off x="13237424" y="7179793"/>
            <a:ext cx="400420" cy="374904"/>
          </a:xfrm>
          <a:prstGeom prst="rect">
            <a:avLst/>
          </a:prstGeom>
        </p:spPr>
      </p:pic>
      <p:pic>
        <p:nvPicPr>
          <p:cNvPr id="91" name="Gold Coin 4">
            <a:extLst>
              <a:ext uri="{FF2B5EF4-FFF2-40B4-BE49-F238E27FC236}">
                <a16:creationId xmlns:a16="http://schemas.microsoft.com/office/drawing/2014/main" id="{7E54ECFD-A833-6A11-B083-C027E026904D}"/>
              </a:ext>
            </a:extLst>
          </p:cNvPr>
          <p:cNvPicPr>
            <a:picLocks noChangeAspect="1"/>
          </p:cNvPicPr>
          <p:nvPr/>
        </p:nvPicPr>
        <p:blipFill>
          <a:blip r:embed="rId18" cstate="print">
            <a:extLst>
              <a:ext uri="{28A0092B-C50C-407E-A947-70E740481C1C}">
                <a14:useLocalDpi xmlns:a14="http://schemas.microsoft.com/office/drawing/2010/main" val="0"/>
              </a:ext>
            </a:extLst>
          </a:blip>
          <a:stretch>
            <a:fillRect/>
          </a:stretch>
        </p:blipFill>
        <p:spPr>
          <a:xfrm>
            <a:off x="13966404" y="7185889"/>
            <a:ext cx="400420" cy="374904"/>
          </a:xfrm>
          <a:prstGeom prst="rect">
            <a:avLst/>
          </a:prstGeom>
        </p:spPr>
      </p:pic>
      <p:pic>
        <p:nvPicPr>
          <p:cNvPr id="49" name="Points Reveal 1.mp3">
            <a:hlinkClick r:id="" action="ppaction://media"/>
          </p:cNvPr>
          <p:cNvPicPr>
            <a:picLocks noChangeAspect="1"/>
          </p:cNvPicPr>
          <p:nvPr>
            <a:audioFile r:link="rId2"/>
            <p:extLst>
              <p:ext uri="{DAA4B4D4-6D71-4841-9C94-3DE7FCFB9230}">
                <p14:media xmlns:p14="http://schemas.microsoft.com/office/powerpoint/2010/main" r:embed="rId1"/>
              </p:ext>
            </p:extLst>
          </p:nvPr>
        </p:nvPicPr>
        <p:blipFill>
          <a:blip r:embed="rId19"/>
          <a:stretch>
            <a:fillRect/>
          </a:stretch>
        </p:blipFill>
        <p:spPr>
          <a:xfrm>
            <a:off x="5925587" y="8521795"/>
            <a:ext cx="487363" cy="487363"/>
          </a:xfrm>
          <a:prstGeom prst="rect">
            <a:avLst/>
          </a:prstGeom>
        </p:spPr>
      </p:pic>
      <p:pic>
        <p:nvPicPr>
          <p:cNvPr id="50" name="Points Reveal 2.mp3">
            <a:hlinkClick r:id="" action="ppaction://media"/>
          </p:cNvPr>
          <p:cNvPicPr>
            <a:picLocks noChangeAspect="1"/>
          </p:cNvPicPr>
          <p:nvPr>
            <a:audioFile r:link="rId4"/>
            <p:extLst>
              <p:ext uri="{DAA4B4D4-6D71-4841-9C94-3DE7FCFB9230}">
                <p14:media xmlns:p14="http://schemas.microsoft.com/office/powerpoint/2010/main" r:embed="rId3"/>
              </p:ext>
            </p:extLst>
          </p:nvPr>
        </p:nvPicPr>
        <p:blipFill>
          <a:blip r:embed="rId19"/>
          <a:stretch>
            <a:fillRect/>
          </a:stretch>
        </p:blipFill>
        <p:spPr>
          <a:xfrm>
            <a:off x="6763787" y="8528097"/>
            <a:ext cx="487363" cy="487363"/>
          </a:xfrm>
          <a:prstGeom prst="rect">
            <a:avLst/>
          </a:prstGeom>
        </p:spPr>
      </p:pic>
      <p:pic>
        <p:nvPicPr>
          <p:cNvPr id="2" name="Aligned.mp3">
            <a:hlinkClick r:id="" action="ppaction://media"/>
          </p:cNvPr>
          <p:cNvPicPr>
            <a:picLocks noChangeAspect="1"/>
          </p:cNvPicPr>
          <p:nvPr>
            <a:audioFile r:link="rId6"/>
            <p:extLst>
              <p:ext uri="{DAA4B4D4-6D71-4841-9C94-3DE7FCFB9230}">
                <p14:media xmlns:p14="http://schemas.microsoft.com/office/powerpoint/2010/main" r:embed="rId5"/>
              </p:ext>
            </p:extLst>
          </p:nvPr>
        </p:nvPicPr>
        <p:blipFill>
          <a:blip r:embed="rId20"/>
          <a:stretch>
            <a:fillRect/>
          </a:stretch>
        </p:blipFill>
        <p:spPr>
          <a:xfrm>
            <a:off x="8815150" y="8528097"/>
            <a:ext cx="487363" cy="487363"/>
          </a:xfrm>
          <a:prstGeom prst="rect">
            <a:avLst/>
          </a:prstGeom>
        </p:spPr>
      </p:pic>
      <p:pic>
        <p:nvPicPr>
          <p:cNvPr id="3" name="gold piece sequence (4 pieces) 1 (leandri140029).mp3">
            <a:hlinkClick r:id="" action="ppaction://media"/>
          </p:cNvPr>
          <p:cNvPicPr>
            <a:picLocks noChangeAspect="1"/>
          </p:cNvPicPr>
          <p:nvPr>
            <a:audioFile r:link="rId8"/>
            <p:extLst>
              <p:ext uri="{DAA4B4D4-6D71-4841-9C94-3DE7FCFB9230}">
                <p14:media xmlns:p14="http://schemas.microsoft.com/office/powerpoint/2010/main" r:embed="rId7"/>
              </p:ext>
            </p:extLst>
          </p:nvPr>
        </p:nvPicPr>
        <p:blipFill>
          <a:blip r:embed="rId21"/>
          <a:stretch>
            <a:fillRect/>
          </a:stretch>
        </p:blipFill>
        <p:spPr>
          <a:xfrm>
            <a:off x="6062695" y="8528097"/>
            <a:ext cx="487363" cy="487363"/>
          </a:xfrm>
          <a:prstGeom prst="rect">
            <a:avLst/>
          </a:prstGeom>
        </p:spPr>
      </p:pic>
      <p:pic>
        <p:nvPicPr>
          <p:cNvPr id="4" name="gold piece sequence (4 pieces) 2 (leandri140029).mp3">
            <a:hlinkClick r:id="" action="ppaction://media"/>
          </p:cNvPr>
          <p:cNvPicPr>
            <a:picLocks noChangeAspect="1"/>
          </p:cNvPicPr>
          <p:nvPr>
            <a:audioFile r:link="rId10"/>
            <p:extLst>
              <p:ext uri="{DAA4B4D4-6D71-4841-9C94-3DE7FCFB9230}">
                <p14:media xmlns:p14="http://schemas.microsoft.com/office/powerpoint/2010/main" r:embed="rId9"/>
              </p:ext>
            </p:extLst>
          </p:nvPr>
        </p:nvPicPr>
        <p:blipFill>
          <a:blip r:embed="rId19"/>
          <a:stretch>
            <a:fillRect/>
          </a:stretch>
        </p:blipFill>
        <p:spPr>
          <a:xfrm>
            <a:off x="7227982" y="8539196"/>
            <a:ext cx="487363" cy="487363"/>
          </a:xfrm>
          <a:prstGeom prst="rect">
            <a:avLst/>
          </a:prstGeom>
        </p:spPr>
      </p:pic>
    </p:spTree>
    <p:extLst>
      <p:ext uri="{BB962C8B-B14F-4D97-AF65-F5344CB8AC3E}">
        <p14:creationId xmlns:p14="http://schemas.microsoft.com/office/powerpoint/2010/main" val="1132506868"/>
      </p:ext>
    </p:extLst>
  </p:cSld>
  <p:clrMapOvr>
    <a:masterClrMapping/>
  </p:clrMapOvr>
  <mc:AlternateContent xmlns:mc="http://schemas.openxmlformats.org/markup-compatibility/2006" xmlns:p14="http://schemas.microsoft.com/office/powerpoint/2010/main">
    <mc:Choice Requires="p14">
      <p:transition spd="slow" p14:dur="1300">
        <p14:pan/>
      </p:transition>
    </mc:Choice>
    <mc:Fallback xmlns="">
      <p:transition spd="slow">
        <p:fade/>
      </p:transition>
    </mc:Fallback>
  </mc:AlternateContent>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mediacall" presetSubtype="0" fill="hold" nodeType="clickEffect">
                                  <p:stCondLst>
                                    <p:cond delay="0"/>
                                  </p:stCondLst>
                                  <p:childTnLst>
                                    <p:cmd type="call" cmd="playFrom(0.0)">
                                      <p:cBhvr>
                                        <p:cTn id="6" dur="40124" fill="hold"/>
                                        <p:tgtEl>
                                          <p:spTgt spid="2"/>
                                        </p:tgtEl>
                                      </p:cBhvr>
                                    </p:cmd>
                                  </p:childTnLst>
                                </p:cTn>
                              </p:par>
                              <p:par>
                                <p:cTn id="7" presetID="0" presetClass="path" presetSubtype="0" fill="hold" nodeType="withEffect">
                                  <p:stCondLst>
                                    <p:cond delay="0"/>
                                  </p:stCondLst>
                                  <p:childTnLst>
                                    <p:animMotion origin="layout" path="M 0.00021 -0.00077 L 0.00021 -0.0216 L -0.02518 -0.0216 L -0.02518 0.00039 L -0.02518 -0.0216 L -0.04926 -0.0216 L -0.04992 -0.00077 L -0.04926 -0.0216 L -0.07466 -0.0216 L -0.07531 -0.00174 L -0.07531 -0.0216 L -0.0994 -0.0216 L -0.10005 -0.00174 L -0.10059 -0.0216 L -0.12424 -0.0216 L -0.12479 -0.00174 L -0.12479 -0.02045 L -0.14953 -0.0216 L -0.14953 -0.00289 L -0.14953 -0.0216 L -0.17426 -0.02276 L -0.17426 -0.00174 L -0.17492 -0.0216 L -0.19835 -0.02276 L -0.199 -0.00174 L -0.199 -0.02276 L -0.22385 -0.02276 L -0.22385 -0.00174 L -0.22385 -0.02276 L -0.24913 -0.02276 L -0.24848 -0.00289 L -0.24848 -0.02276 L -0.27387 -0.02276 L -0.27387 -0.00174 L -0.27387 -0.02276 L -0.29818 -0.02276 L -0.29818 -0.00174 L -0.29872 -0.02276 L -0.32346 -0.02276 L -0.32346 -0.00174 L -0.324 -0.02276 L -0.34755 -0.02276 L -0.34755 -0.00174 L -0.3469 -0.02392 L -0.37175 -0.02392 L -0.37229 -0.00289 L -0.37229 -0.02392 L -0.39768 -0.02392 L -0.39768 -0.00174 L -0.39703 -0.02488 L -0.42177 -0.02488 L -0.42242 -0.00174 L -0.42242 -0.02488 L -0.44662 -0.02488 L -0.44716 -0.00289 L -0.44716 -0.02488 L -0.4719 -0.02488 L -0.4719 -0.00289 L -0.47125 -0.02488 L -0.49664 -0.02488 L -0.49664 -0.00289 L -0.4961 -0.02604 L -0.52138 -0.02604 L -0.52138 -0.00174 L -0.52138 -0.02604 L -0.54623 -0.02604 L -0.54623 -0.00405 L -0.54623 -0.02604 L -0.57042 -0.02604 L -0.57042 -0.00289 L -0.57107 -0.02604 L -0.59571 -0.02604 L -0.59571 -0.00405 L -0.59505 -0.02604 L -0.61979 -0.02604 L -0.62045 -0.00405 L -0.62045 -0.02604 L -0.64594 -0.02604 L -0.64594 -0.00405 L -0.64594 -0.0272 L -0.67058 -0.0272 L -0.66992 -0.00289 L -0.67058 -0.02604 L -0.69532 -0.02604 L -0.69466 -0.00405 L -0.69597 -0.02604 L -0.72016 -0.02604 L -0.72081 -0.00405 L -0.72016 -0.0272 L -0.74414 -0.0272 L -0.7436 -0.00289 L -0.74414 -0.02604 L -0.76953 -0.02604 L -0.76953 -0.00405 L -0.76953 -0.02604 L -0.79373 -0.02604 L -0.79373 -0.00405 L -0.79373 -0.02488 L -0.81847 -0.02488 L -0.81912 -0.00521 L -0.81847 -0.02488 L -0.84386 -0.02488 L -0.84386 -0.00405 L -0.84386 -0.02488 L -0.8686 -0.02488 L -0.8686 -0.00405 L -0.8686 -0.02488 L -0.89334 -0.02488 L -0.89334 -0.00405 L -0.89334 -0.02488 L -0.91808 -0.02488 L -0.91808 -0.00521 L -0.91808 -0.02604 L -0.94282 -0.02604 L -0.94282 -0.00637 L -0.94282 -0.02604 L -0.96756 -0.02604 L -0.96756 -0.00521 L -0.96756 -0.02604 L -0.99176 -0.02604 L -0.9923 -0.00637 " pathEditMode="relative" ptsTypes="AAAAAAAAAAAAAAAAAAAAAAAAAAAAAAAAAAAAAAAAAAAAAAAAAAAAAAAAAAAAAAAAAAAAAAAAAAAAAAAAAAAAAAAAAAAAAAAAAAAAAAAAAAAAAAAAAAAAAAAAA">
                                      <p:cBhvr>
                                        <p:cTn id="8" dur="40000" fill="hold"/>
                                        <p:tgtEl>
                                          <p:spTgt spid="51"/>
                                        </p:tgtEl>
                                        <p:attrNameLst>
                                          <p:attrName>ppt_x</p:attrName>
                                          <p:attrName>ppt_y</p:attrName>
                                        </p:attrNameLst>
                                      </p:cBhvr>
                                    </p:animMotion>
                                  </p:childTnLst>
                                </p:cTn>
                              </p:par>
                            </p:childTnLst>
                          </p:cTn>
                        </p:par>
                      </p:childTnLst>
                    </p:cTn>
                  </p:par>
                  <p:par>
                    <p:cTn id="9" fill="hold">
                      <p:stCondLst>
                        <p:cond delay="indefinite"/>
                      </p:stCondLst>
                      <p:childTnLst>
                        <p:par>
                          <p:cTn id="10" fill="hold">
                            <p:stCondLst>
                              <p:cond delay="0"/>
                            </p:stCondLst>
                            <p:childTnLst>
                              <p:par>
                                <p:cTn id="11" presetID="1" presetClass="mediacall" presetSubtype="0" fill="hold" nodeType="clickEffect">
                                  <p:stCondLst>
                                    <p:cond delay="0"/>
                                  </p:stCondLst>
                                  <p:childTnLst>
                                    <p:cmd type="call" cmd="playFrom(0.0)">
                                      <p:cBhvr>
                                        <p:cTn id="12" dur="417" fill="hold"/>
                                        <p:tgtEl>
                                          <p:spTgt spid="49"/>
                                        </p:tgtEl>
                                      </p:cBhvr>
                                    </p:cmd>
                                  </p:childTnLst>
                                </p:cTn>
                              </p:par>
                            </p:childTnLst>
                          </p:cTn>
                        </p:par>
                        <p:par>
                          <p:cTn id="13" fill="hold">
                            <p:stCondLst>
                              <p:cond delay="417"/>
                            </p:stCondLst>
                            <p:childTnLst>
                              <p:par>
                                <p:cTn id="14" presetID="1" presetClass="mediacall" presetSubtype="0" fill="hold" nodeType="afterEffect">
                                  <p:stCondLst>
                                    <p:cond delay="0"/>
                                  </p:stCondLst>
                                  <p:childTnLst>
                                    <p:cmd type="call" cmd="playFrom(0.0)">
                                      <p:cBhvr>
                                        <p:cTn id="15" dur="912" fill="hold"/>
                                        <p:tgtEl>
                                          <p:spTgt spid="3"/>
                                        </p:tgtEl>
                                      </p:cBhvr>
                                    </p:cmd>
                                  </p:childTnLst>
                                </p:cTn>
                              </p:par>
                              <p:par>
                                <p:cTn id="16" presetID="2" presetClass="entr" presetSubtype="1" fill="hold" nodeType="withEffect">
                                  <p:stCondLst>
                                    <p:cond delay="0"/>
                                  </p:stCondLst>
                                  <p:childTnLst>
                                    <p:set>
                                      <p:cBhvr>
                                        <p:cTn id="17" dur="1" fill="hold">
                                          <p:stCondLst>
                                            <p:cond delay="0"/>
                                          </p:stCondLst>
                                        </p:cTn>
                                        <p:tgtEl>
                                          <p:spTgt spid="11"/>
                                        </p:tgtEl>
                                        <p:attrNameLst>
                                          <p:attrName>style.visibility</p:attrName>
                                        </p:attrNameLst>
                                      </p:cBhvr>
                                      <p:to>
                                        <p:strVal val="visible"/>
                                      </p:to>
                                    </p:set>
                                    <p:anim calcmode="lin" valueType="num">
                                      <p:cBhvr additive="base">
                                        <p:cTn id="18" dur="250" fill="hold"/>
                                        <p:tgtEl>
                                          <p:spTgt spid="11"/>
                                        </p:tgtEl>
                                        <p:attrNameLst>
                                          <p:attrName>ppt_x</p:attrName>
                                        </p:attrNameLst>
                                      </p:cBhvr>
                                      <p:tavLst>
                                        <p:tav tm="0">
                                          <p:val>
                                            <p:strVal val="#ppt_x"/>
                                          </p:val>
                                        </p:tav>
                                        <p:tav tm="100000">
                                          <p:val>
                                            <p:strVal val="#ppt_x"/>
                                          </p:val>
                                        </p:tav>
                                      </p:tavLst>
                                    </p:anim>
                                    <p:anim calcmode="lin" valueType="num">
                                      <p:cBhvr additive="base">
                                        <p:cTn id="19" dur="250" fill="hold"/>
                                        <p:tgtEl>
                                          <p:spTgt spid="11"/>
                                        </p:tgtEl>
                                        <p:attrNameLst>
                                          <p:attrName>ppt_y</p:attrName>
                                        </p:attrNameLst>
                                      </p:cBhvr>
                                      <p:tavLst>
                                        <p:tav tm="0">
                                          <p:val>
                                            <p:strVal val="0-#ppt_h/2"/>
                                          </p:val>
                                        </p:tav>
                                        <p:tav tm="100000">
                                          <p:val>
                                            <p:strVal val="#ppt_y"/>
                                          </p:val>
                                        </p:tav>
                                      </p:tavLst>
                                    </p:anim>
                                  </p:childTnLst>
                                </p:cTn>
                              </p:par>
                              <p:par>
                                <p:cTn id="20" presetID="2" presetClass="entr" presetSubtype="1" fill="hold" nodeType="withEffect">
                                  <p:stCondLst>
                                    <p:cond delay="0"/>
                                  </p:stCondLst>
                                  <p:childTnLst>
                                    <p:set>
                                      <p:cBhvr>
                                        <p:cTn id="21" dur="1" fill="hold">
                                          <p:stCondLst>
                                            <p:cond delay="0"/>
                                          </p:stCondLst>
                                        </p:cTn>
                                        <p:tgtEl>
                                          <p:spTgt spid="21"/>
                                        </p:tgtEl>
                                        <p:attrNameLst>
                                          <p:attrName>style.visibility</p:attrName>
                                        </p:attrNameLst>
                                      </p:cBhvr>
                                      <p:to>
                                        <p:strVal val="visible"/>
                                      </p:to>
                                    </p:set>
                                    <p:anim calcmode="lin" valueType="num">
                                      <p:cBhvr additive="base">
                                        <p:cTn id="22" dur="250" fill="hold"/>
                                        <p:tgtEl>
                                          <p:spTgt spid="21"/>
                                        </p:tgtEl>
                                        <p:attrNameLst>
                                          <p:attrName>ppt_x</p:attrName>
                                        </p:attrNameLst>
                                      </p:cBhvr>
                                      <p:tavLst>
                                        <p:tav tm="0">
                                          <p:val>
                                            <p:strVal val="#ppt_x"/>
                                          </p:val>
                                        </p:tav>
                                        <p:tav tm="100000">
                                          <p:val>
                                            <p:strVal val="#ppt_x"/>
                                          </p:val>
                                        </p:tav>
                                      </p:tavLst>
                                    </p:anim>
                                    <p:anim calcmode="lin" valueType="num">
                                      <p:cBhvr additive="base">
                                        <p:cTn id="23" dur="250" fill="hold"/>
                                        <p:tgtEl>
                                          <p:spTgt spid="21"/>
                                        </p:tgtEl>
                                        <p:attrNameLst>
                                          <p:attrName>ppt_y</p:attrName>
                                        </p:attrNameLst>
                                      </p:cBhvr>
                                      <p:tavLst>
                                        <p:tav tm="0">
                                          <p:val>
                                            <p:strVal val="0-#ppt_h/2"/>
                                          </p:val>
                                        </p:tav>
                                        <p:tav tm="100000">
                                          <p:val>
                                            <p:strVal val="#ppt_y"/>
                                          </p:val>
                                        </p:tav>
                                      </p:tavLst>
                                    </p:anim>
                                  </p:childTnLst>
                                </p:cTn>
                              </p:par>
                              <p:par>
                                <p:cTn id="24" presetID="2" presetClass="entr" presetSubtype="1" fill="hold" nodeType="withEffect">
                                  <p:stCondLst>
                                    <p:cond delay="0"/>
                                  </p:stCondLst>
                                  <p:childTnLst>
                                    <p:set>
                                      <p:cBhvr>
                                        <p:cTn id="25" dur="1" fill="hold">
                                          <p:stCondLst>
                                            <p:cond delay="0"/>
                                          </p:stCondLst>
                                        </p:cTn>
                                        <p:tgtEl>
                                          <p:spTgt spid="26"/>
                                        </p:tgtEl>
                                        <p:attrNameLst>
                                          <p:attrName>style.visibility</p:attrName>
                                        </p:attrNameLst>
                                      </p:cBhvr>
                                      <p:to>
                                        <p:strVal val="visible"/>
                                      </p:to>
                                    </p:set>
                                    <p:anim calcmode="lin" valueType="num">
                                      <p:cBhvr additive="base">
                                        <p:cTn id="26" dur="250" fill="hold"/>
                                        <p:tgtEl>
                                          <p:spTgt spid="26"/>
                                        </p:tgtEl>
                                        <p:attrNameLst>
                                          <p:attrName>ppt_x</p:attrName>
                                        </p:attrNameLst>
                                      </p:cBhvr>
                                      <p:tavLst>
                                        <p:tav tm="0">
                                          <p:val>
                                            <p:strVal val="#ppt_x"/>
                                          </p:val>
                                        </p:tav>
                                        <p:tav tm="100000">
                                          <p:val>
                                            <p:strVal val="#ppt_x"/>
                                          </p:val>
                                        </p:tav>
                                      </p:tavLst>
                                    </p:anim>
                                    <p:anim calcmode="lin" valueType="num">
                                      <p:cBhvr additive="base">
                                        <p:cTn id="27" dur="250" fill="hold"/>
                                        <p:tgtEl>
                                          <p:spTgt spid="26"/>
                                        </p:tgtEl>
                                        <p:attrNameLst>
                                          <p:attrName>ppt_y</p:attrName>
                                        </p:attrNameLst>
                                      </p:cBhvr>
                                      <p:tavLst>
                                        <p:tav tm="0">
                                          <p:val>
                                            <p:strVal val="0-#ppt_h/2"/>
                                          </p:val>
                                        </p:tav>
                                        <p:tav tm="100000">
                                          <p:val>
                                            <p:strVal val="#ppt_y"/>
                                          </p:val>
                                        </p:tav>
                                      </p:tavLst>
                                    </p:anim>
                                  </p:childTnLst>
                                </p:cTn>
                              </p:par>
                              <p:par>
                                <p:cTn id="28" presetID="2" presetClass="entr" presetSubtype="1" fill="hold" nodeType="withEffect">
                                  <p:stCondLst>
                                    <p:cond delay="0"/>
                                  </p:stCondLst>
                                  <p:childTnLst>
                                    <p:set>
                                      <p:cBhvr>
                                        <p:cTn id="29" dur="1" fill="hold">
                                          <p:stCondLst>
                                            <p:cond delay="0"/>
                                          </p:stCondLst>
                                        </p:cTn>
                                        <p:tgtEl>
                                          <p:spTgt spid="35"/>
                                        </p:tgtEl>
                                        <p:attrNameLst>
                                          <p:attrName>style.visibility</p:attrName>
                                        </p:attrNameLst>
                                      </p:cBhvr>
                                      <p:to>
                                        <p:strVal val="visible"/>
                                      </p:to>
                                    </p:set>
                                    <p:anim calcmode="lin" valueType="num">
                                      <p:cBhvr additive="base">
                                        <p:cTn id="30" dur="250" fill="hold"/>
                                        <p:tgtEl>
                                          <p:spTgt spid="35"/>
                                        </p:tgtEl>
                                        <p:attrNameLst>
                                          <p:attrName>ppt_x</p:attrName>
                                        </p:attrNameLst>
                                      </p:cBhvr>
                                      <p:tavLst>
                                        <p:tav tm="0">
                                          <p:val>
                                            <p:strVal val="#ppt_x"/>
                                          </p:val>
                                        </p:tav>
                                        <p:tav tm="100000">
                                          <p:val>
                                            <p:strVal val="#ppt_x"/>
                                          </p:val>
                                        </p:tav>
                                      </p:tavLst>
                                    </p:anim>
                                    <p:anim calcmode="lin" valueType="num">
                                      <p:cBhvr additive="base">
                                        <p:cTn id="31" dur="250" fill="hold"/>
                                        <p:tgtEl>
                                          <p:spTgt spid="35"/>
                                        </p:tgtEl>
                                        <p:attrNameLst>
                                          <p:attrName>ppt_y</p:attrName>
                                        </p:attrNameLst>
                                      </p:cBhvr>
                                      <p:tavLst>
                                        <p:tav tm="0">
                                          <p:val>
                                            <p:strVal val="0-#ppt_h/2"/>
                                          </p:val>
                                        </p:tav>
                                        <p:tav tm="100000">
                                          <p:val>
                                            <p:strVal val="#ppt_y"/>
                                          </p:val>
                                        </p:tav>
                                      </p:tavLst>
                                    </p:anim>
                                  </p:childTnLst>
                                </p:cTn>
                              </p:par>
                              <p:par>
                                <p:cTn id="32" presetID="2" presetClass="entr" presetSubtype="1" fill="hold" nodeType="withEffect">
                                  <p:stCondLst>
                                    <p:cond delay="250"/>
                                  </p:stCondLst>
                                  <p:childTnLst>
                                    <p:set>
                                      <p:cBhvr>
                                        <p:cTn id="33" dur="1" fill="hold">
                                          <p:stCondLst>
                                            <p:cond delay="0"/>
                                          </p:stCondLst>
                                        </p:cTn>
                                        <p:tgtEl>
                                          <p:spTgt spid="12"/>
                                        </p:tgtEl>
                                        <p:attrNameLst>
                                          <p:attrName>style.visibility</p:attrName>
                                        </p:attrNameLst>
                                      </p:cBhvr>
                                      <p:to>
                                        <p:strVal val="visible"/>
                                      </p:to>
                                    </p:set>
                                    <p:anim calcmode="lin" valueType="num">
                                      <p:cBhvr additive="base">
                                        <p:cTn id="34" dur="250" fill="hold"/>
                                        <p:tgtEl>
                                          <p:spTgt spid="12"/>
                                        </p:tgtEl>
                                        <p:attrNameLst>
                                          <p:attrName>ppt_x</p:attrName>
                                        </p:attrNameLst>
                                      </p:cBhvr>
                                      <p:tavLst>
                                        <p:tav tm="0">
                                          <p:val>
                                            <p:strVal val="#ppt_x"/>
                                          </p:val>
                                        </p:tav>
                                        <p:tav tm="100000">
                                          <p:val>
                                            <p:strVal val="#ppt_x"/>
                                          </p:val>
                                        </p:tav>
                                      </p:tavLst>
                                    </p:anim>
                                    <p:anim calcmode="lin" valueType="num">
                                      <p:cBhvr additive="base">
                                        <p:cTn id="35" dur="250" fill="hold"/>
                                        <p:tgtEl>
                                          <p:spTgt spid="12"/>
                                        </p:tgtEl>
                                        <p:attrNameLst>
                                          <p:attrName>ppt_y</p:attrName>
                                        </p:attrNameLst>
                                      </p:cBhvr>
                                      <p:tavLst>
                                        <p:tav tm="0">
                                          <p:val>
                                            <p:strVal val="0-#ppt_h/2"/>
                                          </p:val>
                                        </p:tav>
                                        <p:tav tm="100000">
                                          <p:val>
                                            <p:strVal val="#ppt_y"/>
                                          </p:val>
                                        </p:tav>
                                      </p:tavLst>
                                    </p:anim>
                                  </p:childTnLst>
                                </p:cTn>
                              </p:par>
                              <p:par>
                                <p:cTn id="36" presetID="2" presetClass="entr" presetSubtype="1" fill="hold" nodeType="withEffect">
                                  <p:stCondLst>
                                    <p:cond delay="250"/>
                                  </p:stCondLst>
                                  <p:childTnLst>
                                    <p:set>
                                      <p:cBhvr>
                                        <p:cTn id="37" dur="1" fill="hold">
                                          <p:stCondLst>
                                            <p:cond delay="0"/>
                                          </p:stCondLst>
                                        </p:cTn>
                                        <p:tgtEl>
                                          <p:spTgt spid="27"/>
                                        </p:tgtEl>
                                        <p:attrNameLst>
                                          <p:attrName>style.visibility</p:attrName>
                                        </p:attrNameLst>
                                      </p:cBhvr>
                                      <p:to>
                                        <p:strVal val="visible"/>
                                      </p:to>
                                    </p:set>
                                    <p:anim calcmode="lin" valueType="num">
                                      <p:cBhvr additive="base">
                                        <p:cTn id="38" dur="250" fill="hold"/>
                                        <p:tgtEl>
                                          <p:spTgt spid="27"/>
                                        </p:tgtEl>
                                        <p:attrNameLst>
                                          <p:attrName>ppt_x</p:attrName>
                                        </p:attrNameLst>
                                      </p:cBhvr>
                                      <p:tavLst>
                                        <p:tav tm="0">
                                          <p:val>
                                            <p:strVal val="#ppt_x"/>
                                          </p:val>
                                        </p:tav>
                                        <p:tav tm="100000">
                                          <p:val>
                                            <p:strVal val="#ppt_x"/>
                                          </p:val>
                                        </p:tav>
                                      </p:tavLst>
                                    </p:anim>
                                    <p:anim calcmode="lin" valueType="num">
                                      <p:cBhvr additive="base">
                                        <p:cTn id="39" dur="250" fill="hold"/>
                                        <p:tgtEl>
                                          <p:spTgt spid="27"/>
                                        </p:tgtEl>
                                        <p:attrNameLst>
                                          <p:attrName>ppt_y</p:attrName>
                                        </p:attrNameLst>
                                      </p:cBhvr>
                                      <p:tavLst>
                                        <p:tav tm="0">
                                          <p:val>
                                            <p:strVal val="0-#ppt_h/2"/>
                                          </p:val>
                                        </p:tav>
                                        <p:tav tm="100000">
                                          <p:val>
                                            <p:strVal val="#ppt_y"/>
                                          </p:val>
                                        </p:tav>
                                      </p:tavLst>
                                    </p:anim>
                                  </p:childTnLst>
                                </p:cTn>
                              </p:par>
                              <p:par>
                                <p:cTn id="40" presetID="2" presetClass="entr" presetSubtype="1" fill="hold" nodeType="withEffect">
                                  <p:stCondLst>
                                    <p:cond delay="250"/>
                                  </p:stCondLst>
                                  <p:childTnLst>
                                    <p:set>
                                      <p:cBhvr>
                                        <p:cTn id="41" dur="1" fill="hold">
                                          <p:stCondLst>
                                            <p:cond delay="0"/>
                                          </p:stCondLst>
                                        </p:cTn>
                                        <p:tgtEl>
                                          <p:spTgt spid="38"/>
                                        </p:tgtEl>
                                        <p:attrNameLst>
                                          <p:attrName>style.visibility</p:attrName>
                                        </p:attrNameLst>
                                      </p:cBhvr>
                                      <p:to>
                                        <p:strVal val="visible"/>
                                      </p:to>
                                    </p:set>
                                    <p:anim calcmode="lin" valueType="num">
                                      <p:cBhvr additive="base">
                                        <p:cTn id="42" dur="250" fill="hold"/>
                                        <p:tgtEl>
                                          <p:spTgt spid="38"/>
                                        </p:tgtEl>
                                        <p:attrNameLst>
                                          <p:attrName>ppt_x</p:attrName>
                                        </p:attrNameLst>
                                      </p:cBhvr>
                                      <p:tavLst>
                                        <p:tav tm="0">
                                          <p:val>
                                            <p:strVal val="#ppt_x"/>
                                          </p:val>
                                        </p:tav>
                                        <p:tav tm="100000">
                                          <p:val>
                                            <p:strVal val="#ppt_x"/>
                                          </p:val>
                                        </p:tav>
                                      </p:tavLst>
                                    </p:anim>
                                    <p:anim calcmode="lin" valueType="num">
                                      <p:cBhvr additive="base">
                                        <p:cTn id="43" dur="250" fill="hold"/>
                                        <p:tgtEl>
                                          <p:spTgt spid="38"/>
                                        </p:tgtEl>
                                        <p:attrNameLst>
                                          <p:attrName>ppt_y</p:attrName>
                                        </p:attrNameLst>
                                      </p:cBhvr>
                                      <p:tavLst>
                                        <p:tav tm="0">
                                          <p:val>
                                            <p:strVal val="0-#ppt_h/2"/>
                                          </p:val>
                                        </p:tav>
                                        <p:tav tm="100000">
                                          <p:val>
                                            <p:strVal val="#ppt_y"/>
                                          </p:val>
                                        </p:tav>
                                      </p:tavLst>
                                    </p:anim>
                                  </p:childTnLst>
                                </p:cTn>
                              </p:par>
                              <p:par>
                                <p:cTn id="44" presetID="2" presetClass="entr" presetSubtype="1" fill="hold" nodeType="withEffect">
                                  <p:stCondLst>
                                    <p:cond delay="500"/>
                                  </p:stCondLst>
                                  <p:childTnLst>
                                    <p:set>
                                      <p:cBhvr>
                                        <p:cTn id="45" dur="1" fill="hold">
                                          <p:stCondLst>
                                            <p:cond delay="0"/>
                                          </p:stCondLst>
                                        </p:cTn>
                                        <p:tgtEl>
                                          <p:spTgt spid="16"/>
                                        </p:tgtEl>
                                        <p:attrNameLst>
                                          <p:attrName>style.visibility</p:attrName>
                                        </p:attrNameLst>
                                      </p:cBhvr>
                                      <p:to>
                                        <p:strVal val="visible"/>
                                      </p:to>
                                    </p:set>
                                    <p:anim calcmode="lin" valueType="num">
                                      <p:cBhvr additive="base">
                                        <p:cTn id="46" dur="250" fill="hold"/>
                                        <p:tgtEl>
                                          <p:spTgt spid="16"/>
                                        </p:tgtEl>
                                        <p:attrNameLst>
                                          <p:attrName>ppt_x</p:attrName>
                                        </p:attrNameLst>
                                      </p:cBhvr>
                                      <p:tavLst>
                                        <p:tav tm="0">
                                          <p:val>
                                            <p:strVal val="#ppt_x"/>
                                          </p:val>
                                        </p:tav>
                                        <p:tav tm="100000">
                                          <p:val>
                                            <p:strVal val="#ppt_x"/>
                                          </p:val>
                                        </p:tav>
                                      </p:tavLst>
                                    </p:anim>
                                    <p:anim calcmode="lin" valueType="num">
                                      <p:cBhvr additive="base">
                                        <p:cTn id="47" dur="250" fill="hold"/>
                                        <p:tgtEl>
                                          <p:spTgt spid="16"/>
                                        </p:tgtEl>
                                        <p:attrNameLst>
                                          <p:attrName>ppt_y</p:attrName>
                                        </p:attrNameLst>
                                      </p:cBhvr>
                                      <p:tavLst>
                                        <p:tav tm="0">
                                          <p:val>
                                            <p:strVal val="0-#ppt_h/2"/>
                                          </p:val>
                                        </p:tav>
                                        <p:tav tm="100000">
                                          <p:val>
                                            <p:strVal val="#ppt_y"/>
                                          </p:val>
                                        </p:tav>
                                      </p:tavLst>
                                    </p:anim>
                                  </p:childTnLst>
                                </p:cTn>
                              </p:par>
                              <p:par>
                                <p:cTn id="48" presetID="2" presetClass="entr" presetSubtype="1" fill="hold" nodeType="withEffect">
                                  <p:stCondLst>
                                    <p:cond delay="500"/>
                                  </p:stCondLst>
                                  <p:childTnLst>
                                    <p:set>
                                      <p:cBhvr>
                                        <p:cTn id="49" dur="1" fill="hold">
                                          <p:stCondLst>
                                            <p:cond delay="0"/>
                                          </p:stCondLst>
                                        </p:cTn>
                                        <p:tgtEl>
                                          <p:spTgt spid="28"/>
                                        </p:tgtEl>
                                        <p:attrNameLst>
                                          <p:attrName>style.visibility</p:attrName>
                                        </p:attrNameLst>
                                      </p:cBhvr>
                                      <p:to>
                                        <p:strVal val="visible"/>
                                      </p:to>
                                    </p:set>
                                    <p:anim calcmode="lin" valueType="num">
                                      <p:cBhvr additive="base">
                                        <p:cTn id="50" dur="250" fill="hold"/>
                                        <p:tgtEl>
                                          <p:spTgt spid="28"/>
                                        </p:tgtEl>
                                        <p:attrNameLst>
                                          <p:attrName>ppt_x</p:attrName>
                                        </p:attrNameLst>
                                      </p:cBhvr>
                                      <p:tavLst>
                                        <p:tav tm="0">
                                          <p:val>
                                            <p:strVal val="#ppt_x"/>
                                          </p:val>
                                        </p:tav>
                                        <p:tav tm="100000">
                                          <p:val>
                                            <p:strVal val="#ppt_x"/>
                                          </p:val>
                                        </p:tav>
                                      </p:tavLst>
                                    </p:anim>
                                    <p:anim calcmode="lin" valueType="num">
                                      <p:cBhvr additive="base">
                                        <p:cTn id="51" dur="250" fill="hold"/>
                                        <p:tgtEl>
                                          <p:spTgt spid="28"/>
                                        </p:tgtEl>
                                        <p:attrNameLst>
                                          <p:attrName>ppt_y</p:attrName>
                                        </p:attrNameLst>
                                      </p:cBhvr>
                                      <p:tavLst>
                                        <p:tav tm="0">
                                          <p:val>
                                            <p:strVal val="0-#ppt_h/2"/>
                                          </p:val>
                                        </p:tav>
                                        <p:tav tm="100000">
                                          <p:val>
                                            <p:strVal val="#ppt_y"/>
                                          </p:val>
                                        </p:tav>
                                      </p:tavLst>
                                    </p:anim>
                                  </p:childTnLst>
                                </p:cTn>
                              </p:par>
                              <p:par>
                                <p:cTn id="52" presetID="2" presetClass="entr" presetSubtype="1" fill="hold" nodeType="withEffect">
                                  <p:stCondLst>
                                    <p:cond delay="500"/>
                                  </p:stCondLst>
                                  <p:childTnLst>
                                    <p:set>
                                      <p:cBhvr>
                                        <p:cTn id="53" dur="1" fill="hold">
                                          <p:stCondLst>
                                            <p:cond delay="0"/>
                                          </p:stCondLst>
                                        </p:cTn>
                                        <p:tgtEl>
                                          <p:spTgt spid="39"/>
                                        </p:tgtEl>
                                        <p:attrNameLst>
                                          <p:attrName>style.visibility</p:attrName>
                                        </p:attrNameLst>
                                      </p:cBhvr>
                                      <p:to>
                                        <p:strVal val="visible"/>
                                      </p:to>
                                    </p:set>
                                    <p:anim calcmode="lin" valueType="num">
                                      <p:cBhvr additive="base">
                                        <p:cTn id="54" dur="250" fill="hold"/>
                                        <p:tgtEl>
                                          <p:spTgt spid="39"/>
                                        </p:tgtEl>
                                        <p:attrNameLst>
                                          <p:attrName>ppt_x</p:attrName>
                                        </p:attrNameLst>
                                      </p:cBhvr>
                                      <p:tavLst>
                                        <p:tav tm="0">
                                          <p:val>
                                            <p:strVal val="#ppt_x"/>
                                          </p:val>
                                        </p:tav>
                                        <p:tav tm="100000">
                                          <p:val>
                                            <p:strVal val="#ppt_x"/>
                                          </p:val>
                                        </p:tav>
                                      </p:tavLst>
                                    </p:anim>
                                    <p:anim calcmode="lin" valueType="num">
                                      <p:cBhvr additive="base">
                                        <p:cTn id="55" dur="250" fill="hold"/>
                                        <p:tgtEl>
                                          <p:spTgt spid="39"/>
                                        </p:tgtEl>
                                        <p:attrNameLst>
                                          <p:attrName>ppt_y</p:attrName>
                                        </p:attrNameLst>
                                      </p:cBhvr>
                                      <p:tavLst>
                                        <p:tav tm="0">
                                          <p:val>
                                            <p:strVal val="0-#ppt_h/2"/>
                                          </p:val>
                                        </p:tav>
                                        <p:tav tm="100000">
                                          <p:val>
                                            <p:strVal val="#ppt_y"/>
                                          </p:val>
                                        </p:tav>
                                      </p:tavLst>
                                    </p:anim>
                                  </p:childTnLst>
                                </p:cTn>
                              </p:par>
                              <p:par>
                                <p:cTn id="56" presetID="2" presetClass="entr" presetSubtype="1" fill="hold" nodeType="withEffect">
                                  <p:stCondLst>
                                    <p:cond delay="750"/>
                                  </p:stCondLst>
                                  <p:childTnLst>
                                    <p:set>
                                      <p:cBhvr>
                                        <p:cTn id="57" dur="1" fill="hold">
                                          <p:stCondLst>
                                            <p:cond delay="0"/>
                                          </p:stCondLst>
                                        </p:cTn>
                                        <p:tgtEl>
                                          <p:spTgt spid="29"/>
                                        </p:tgtEl>
                                        <p:attrNameLst>
                                          <p:attrName>style.visibility</p:attrName>
                                        </p:attrNameLst>
                                      </p:cBhvr>
                                      <p:to>
                                        <p:strVal val="visible"/>
                                      </p:to>
                                    </p:set>
                                    <p:anim calcmode="lin" valueType="num">
                                      <p:cBhvr additive="base">
                                        <p:cTn id="58" dur="250" fill="hold"/>
                                        <p:tgtEl>
                                          <p:spTgt spid="29"/>
                                        </p:tgtEl>
                                        <p:attrNameLst>
                                          <p:attrName>ppt_x</p:attrName>
                                        </p:attrNameLst>
                                      </p:cBhvr>
                                      <p:tavLst>
                                        <p:tav tm="0">
                                          <p:val>
                                            <p:strVal val="#ppt_x"/>
                                          </p:val>
                                        </p:tav>
                                        <p:tav tm="100000">
                                          <p:val>
                                            <p:strVal val="#ppt_x"/>
                                          </p:val>
                                        </p:tav>
                                      </p:tavLst>
                                    </p:anim>
                                    <p:anim calcmode="lin" valueType="num">
                                      <p:cBhvr additive="base">
                                        <p:cTn id="59" dur="250" fill="hold"/>
                                        <p:tgtEl>
                                          <p:spTgt spid="29"/>
                                        </p:tgtEl>
                                        <p:attrNameLst>
                                          <p:attrName>ppt_y</p:attrName>
                                        </p:attrNameLst>
                                      </p:cBhvr>
                                      <p:tavLst>
                                        <p:tav tm="0">
                                          <p:val>
                                            <p:strVal val="0-#ppt_h/2"/>
                                          </p:val>
                                        </p:tav>
                                        <p:tav tm="100000">
                                          <p:val>
                                            <p:strVal val="#ppt_y"/>
                                          </p:val>
                                        </p:tav>
                                      </p:tavLst>
                                    </p:anim>
                                  </p:childTnLst>
                                </p:cTn>
                              </p:par>
                            </p:childTnLst>
                          </p:cTn>
                        </p:par>
                      </p:childTnLst>
                    </p:cTn>
                  </p:par>
                  <p:par>
                    <p:cTn id="60" fill="hold">
                      <p:stCondLst>
                        <p:cond delay="indefinite"/>
                      </p:stCondLst>
                      <p:childTnLst>
                        <p:par>
                          <p:cTn id="61" fill="hold">
                            <p:stCondLst>
                              <p:cond delay="0"/>
                            </p:stCondLst>
                            <p:childTnLst>
                              <p:par>
                                <p:cTn id="62" presetID="1" presetClass="mediacall" presetSubtype="0" fill="hold" nodeType="clickEffect">
                                  <p:stCondLst>
                                    <p:cond delay="0"/>
                                  </p:stCondLst>
                                  <p:childTnLst>
                                    <p:cmd type="call" cmd="playFrom(0.0)">
                                      <p:cBhvr>
                                        <p:cTn id="63" dur="417" fill="hold"/>
                                        <p:tgtEl>
                                          <p:spTgt spid="50"/>
                                        </p:tgtEl>
                                      </p:cBhvr>
                                    </p:cmd>
                                  </p:childTnLst>
                                </p:cTn>
                              </p:par>
                            </p:childTnLst>
                          </p:cTn>
                        </p:par>
                        <p:par>
                          <p:cTn id="64" fill="hold">
                            <p:stCondLst>
                              <p:cond delay="417"/>
                            </p:stCondLst>
                            <p:childTnLst>
                              <p:par>
                                <p:cTn id="65" presetID="1" presetClass="mediacall" presetSubtype="0" fill="hold" nodeType="afterEffect">
                                  <p:stCondLst>
                                    <p:cond delay="0"/>
                                  </p:stCondLst>
                                  <p:childTnLst>
                                    <p:cmd type="call" cmd="playFrom(0.0)">
                                      <p:cBhvr>
                                        <p:cTn id="66" dur="888" fill="hold"/>
                                        <p:tgtEl>
                                          <p:spTgt spid="4"/>
                                        </p:tgtEl>
                                      </p:cBhvr>
                                    </p:cmd>
                                  </p:childTnLst>
                                </p:cTn>
                              </p:par>
                              <p:par>
                                <p:cTn id="67" presetID="2" presetClass="entr" presetSubtype="1" fill="hold" nodeType="withEffect">
                                  <p:stCondLst>
                                    <p:cond delay="0"/>
                                  </p:stCondLst>
                                  <p:childTnLst>
                                    <p:set>
                                      <p:cBhvr>
                                        <p:cTn id="68" dur="1" fill="hold">
                                          <p:stCondLst>
                                            <p:cond delay="0"/>
                                          </p:stCondLst>
                                        </p:cTn>
                                        <p:tgtEl>
                                          <p:spTgt spid="42"/>
                                        </p:tgtEl>
                                        <p:attrNameLst>
                                          <p:attrName>style.visibility</p:attrName>
                                        </p:attrNameLst>
                                      </p:cBhvr>
                                      <p:to>
                                        <p:strVal val="visible"/>
                                      </p:to>
                                    </p:set>
                                    <p:anim calcmode="lin" valueType="num">
                                      <p:cBhvr additive="base">
                                        <p:cTn id="69" dur="250" fill="hold"/>
                                        <p:tgtEl>
                                          <p:spTgt spid="42"/>
                                        </p:tgtEl>
                                        <p:attrNameLst>
                                          <p:attrName>ppt_x</p:attrName>
                                        </p:attrNameLst>
                                      </p:cBhvr>
                                      <p:tavLst>
                                        <p:tav tm="0">
                                          <p:val>
                                            <p:strVal val="#ppt_x"/>
                                          </p:val>
                                        </p:tav>
                                        <p:tav tm="100000">
                                          <p:val>
                                            <p:strVal val="#ppt_x"/>
                                          </p:val>
                                        </p:tav>
                                      </p:tavLst>
                                    </p:anim>
                                    <p:anim calcmode="lin" valueType="num">
                                      <p:cBhvr additive="base">
                                        <p:cTn id="70" dur="250" fill="hold"/>
                                        <p:tgtEl>
                                          <p:spTgt spid="42"/>
                                        </p:tgtEl>
                                        <p:attrNameLst>
                                          <p:attrName>ppt_y</p:attrName>
                                        </p:attrNameLst>
                                      </p:cBhvr>
                                      <p:tavLst>
                                        <p:tav tm="0">
                                          <p:val>
                                            <p:strVal val="0-#ppt_h/2"/>
                                          </p:val>
                                        </p:tav>
                                        <p:tav tm="100000">
                                          <p:val>
                                            <p:strVal val="#ppt_y"/>
                                          </p:val>
                                        </p:tav>
                                      </p:tavLst>
                                    </p:anim>
                                  </p:childTnLst>
                                </p:cTn>
                              </p:par>
                              <p:par>
                                <p:cTn id="71" presetID="2" presetClass="entr" presetSubtype="1" fill="hold" nodeType="withEffect">
                                  <p:stCondLst>
                                    <p:cond delay="0"/>
                                  </p:stCondLst>
                                  <p:childTnLst>
                                    <p:set>
                                      <p:cBhvr>
                                        <p:cTn id="72" dur="1" fill="hold">
                                          <p:stCondLst>
                                            <p:cond delay="0"/>
                                          </p:stCondLst>
                                        </p:cTn>
                                        <p:tgtEl>
                                          <p:spTgt spid="47"/>
                                        </p:tgtEl>
                                        <p:attrNameLst>
                                          <p:attrName>style.visibility</p:attrName>
                                        </p:attrNameLst>
                                      </p:cBhvr>
                                      <p:to>
                                        <p:strVal val="visible"/>
                                      </p:to>
                                    </p:set>
                                    <p:anim calcmode="lin" valueType="num">
                                      <p:cBhvr additive="base">
                                        <p:cTn id="73" dur="250" fill="hold"/>
                                        <p:tgtEl>
                                          <p:spTgt spid="47"/>
                                        </p:tgtEl>
                                        <p:attrNameLst>
                                          <p:attrName>ppt_x</p:attrName>
                                        </p:attrNameLst>
                                      </p:cBhvr>
                                      <p:tavLst>
                                        <p:tav tm="0">
                                          <p:val>
                                            <p:strVal val="#ppt_x"/>
                                          </p:val>
                                        </p:tav>
                                        <p:tav tm="100000">
                                          <p:val>
                                            <p:strVal val="#ppt_x"/>
                                          </p:val>
                                        </p:tav>
                                      </p:tavLst>
                                    </p:anim>
                                    <p:anim calcmode="lin" valueType="num">
                                      <p:cBhvr additive="base">
                                        <p:cTn id="74" dur="250" fill="hold"/>
                                        <p:tgtEl>
                                          <p:spTgt spid="47"/>
                                        </p:tgtEl>
                                        <p:attrNameLst>
                                          <p:attrName>ppt_y</p:attrName>
                                        </p:attrNameLst>
                                      </p:cBhvr>
                                      <p:tavLst>
                                        <p:tav tm="0">
                                          <p:val>
                                            <p:strVal val="0-#ppt_h/2"/>
                                          </p:val>
                                        </p:tav>
                                        <p:tav tm="100000">
                                          <p:val>
                                            <p:strVal val="#ppt_y"/>
                                          </p:val>
                                        </p:tav>
                                      </p:tavLst>
                                    </p:anim>
                                  </p:childTnLst>
                                </p:cTn>
                              </p:par>
                              <p:par>
                                <p:cTn id="75" presetID="2" presetClass="entr" presetSubtype="1" fill="hold" nodeType="withEffect">
                                  <p:stCondLst>
                                    <p:cond delay="0"/>
                                  </p:stCondLst>
                                  <p:childTnLst>
                                    <p:set>
                                      <p:cBhvr>
                                        <p:cTn id="76" dur="1" fill="hold">
                                          <p:stCondLst>
                                            <p:cond delay="0"/>
                                          </p:stCondLst>
                                        </p:cTn>
                                        <p:tgtEl>
                                          <p:spTgt spid="81"/>
                                        </p:tgtEl>
                                        <p:attrNameLst>
                                          <p:attrName>style.visibility</p:attrName>
                                        </p:attrNameLst>
                                      </p:cBhvr>
                                      <p:to>
                                        <p:strVal val="visible"/>
                                      </p:to>
                                    </p:set>
                                    <p:anim calcmode="lin" valueType="num">
                                      <p:cBhvr additive="base">
                                        <p:cTn id="77" dur="250" fill="hold"/>
                                        <p:tgtEl>
                                          <p:spTgt spid="81"/>
                                        </p:tgtEl>
                                        <p:attrNameLst>
                                          <p:attrName>ppt_x</p:attrName>
                                        </p:attrNameLst>
                                      </p:cBhvr>
                                      <p:tavLst>
                                        <p:tav tm="0">
                                          <p:val>
                                            <p:strVal val="#ppt_x"/>
                                          </p:val>
                                        </p:tav>
                                        <p:tav tm="100000">
                                          <p:val>
                                            <p:strVal val="#ppt_x"/>
                                          </p:val>
                                        </p:tav>
                                      </p:tavLst>
                                    </p:anim>
                                    <p:anim calcmode="lin" valueType="num">
                                      <p:cBhvr additive="base">
                                        <p:cTn id="78" dur="250" fill="hold"/>
                                        <p:tgtEl>
                                          <p:spTgt spid="81"/>
                                        </p:tgtEl>
                                        <p:attrNameLst>
                                          <p:attrName>ppt_y</p:attrName>
                                        </p:attrNameLst>
                                      </p:cBhvr>
                                      <p:tavLst>
                                        <p:tav tm="0">
                                          <p:val>
                                            <p:strVal val="0-#ppt_h/2"/>
                                          </p:val>
                                        </p:tav>
                                        <p:tav tm="100000">
                                          <p:val>
                                            <p:strVal val="#ppt_y"/>
                                          </p:val>
                                        </p:tav>
                                      </p:tavLst>
                                    </p:anim>
                                  </p:childTnLst>
                                </p:cTn>
                              </p:par>
                              <p:par>
                                <p:cTn id="79" presetID="2" presetClass="entr" presetSubtype="1" fill="hold" nodeType="withEffect">
                                  <p:stCondLst>
                                    <p:cond delay="0"/>
                                  </p:stCondLst>
                                  <p:childTnLst>
                                    <p:set>
                                      <p:cBhvr>
                                        <p:cTn id="80" dur="1" fill="hold">
                                          <p:stCondLst>
                                            <p:cond delay="0"/>
                                          </p:stCondLst>
                                        </p:cTn>
                                        <p:tgtEl>
                                          <p:spTgt spid="88"/>
                                        </p:tgtEl>
                                        <p:attrNameLst>
                                          <p:attrName>style.visibility</p:attrName>
                                        </p:attrNameLst>
                                      </p:cBhvr>
                                      <p:to>
                                        <p:strVal val="visible"/>
                                      </p:to>
                                    </p:set>
                                    <p:anim calcmode="lin" valueType="num">
                                      <p:cBhvr additive="base">
                                        <p:cTn id="81" dur="250" fill="hold"/>
                                        <p:tgtEl>
                                          <p:spTgt spid="88"/>
                                        </p:tgtEl>
                                        <p:attrNameLst>
                                          <p:attrName>ppt_x</p:attrName>
                                        </p:attrNameLst>
                                      </p:cBhvr>
                                      <p:tavLst>
                                        <p:tav tm="0">
                                          <p:val>
                                            <p:strVal val="#ppt_x"/>
                                          </p:val>
                                        </p:tav>
                                        <p:tav tm="100000">
                                          <p:val>
                                            <p:strVal val="#ppt_x"/>
                                          </p:val>
                                        </p:tav>
                                      </p:tavLst>
                                    </p:anim>
                                    <p:anim calcmode="lin" valueType="num">
                                      <p:cBhvr additive="base">
                                        <p:cTn id="82" dur="250" fill="hold"/>
                                        <p:tgtEl>
                                          <p:spTgt spid="88"/>
                                        </p:tgtEl>
                                        <p:attrNameLst>
                                          <p:attrName>ppt_y</p:attrName>
                                        </p:attrNameLst>
                                      </p:cBhvr>
                                      <p:tavLst>
                                        <p:tav tm="0">
                                          <p:val>
                                            <p:strVal val="0-#ppt_h/2"/>
                                          </p:val>
                                        </p:tav>
                                        <p:tav tm="100000">
                                          <p:val>
                                            <p:strVal val="#ppt_y"/>
                                          </p:val>
                                        </p:tav>
                                      </p:tavLst>
                                    </p:anim>
                                  </p:childTnLst>
                                </p:cTn>
                              </p:par>
                              <p:par>
                                <p:cTn id="83" presetID="2" presetClass="entr" presetSubtype="1" fill="hold" nodeType="withEffect">
                                  <p:stCondLst>
                                    <p:cond delay="250"/>
                                  </p:stCondLst>
                                  <p:childTnLst>
                                    <p:set>
                                      <p:cBhvr>
                                        <p:cTn id="84" dur="1" fill="hold">
                                          <p:stCondLst>
                                            <p:cond delay="0"/>
                                          </p:stCondLst>
                                        </p:cTn>
                                        <p:tgtEl>
                                          <p:spTgt spid="43"/>
                                        </p:tgtEl>
                                        <p:attrNameLst>
                                          <p:attrName>style.visibility</p:attrName>
                                        </p:attrNameLst>
                                      </p:cBhvr>
                                      <p:to>
                                        <p:strVal val="visible"/>
                                      </p:to>
                                    </p:set>
                                    <p:anim calcmode="lin" valueType="num">
                                      <p:cBhvr additive="base">
                                        <p:cTn id="85" dur="250" fill="hold"/>
                                        <p:tgtEl>
                                          <p:spTgt spid="43"/>
                                        </p:tgtEl>
                                        <p:attrNameLst>
                                          <p:attrName>ppt_x</p:attrName>
                                        </p:attrNameLst>
                                      </p:cBhvr>
                                      <p:tavLst>
                                        <p:tav tm="0">
                                          <p:val>
                                            <p:strVal val="#ppt_x"/>
                                          </p:val>
                                        </p:tav>
                                        <p:tav tm="100000">
                                          <p:val>
                                            <p:strVal val="#ppt_x"/>
                                          </p:val>
                                        </p:tav>
                                      </p:tavLst>
                                    </p:anim>
                                    <p:anim calcmode="lin" valueType="num">
                                      <p:cBhvr additive="base">
                                        <p:cTn id="86" dur="250" fill="hold"/>
                                        <p:tgtEl>
                                          <p:spTgt spid="43"/>
                                        </p:tgtEl>
                                        <p:attrNameLst>
                                          <p:attrName>ppt_y</p:attrName>
                                        </p:attrNameLst>
                                      </p:cBhvr>
                                      <p:tavLst>
                                        <p:tav tm="0">
                                          <p:val>
                                            <p:strVal val="0-#ppt_h/2"/>
                                          </p:val>
                                        </p:tav>
                                        <p:tav tm="100000">
                                          <p:val>
                                            <p:strVal val="#ppt_y"/>
                                          </p:val>
                                        </p:tav>
                                      </p:tavLst>
                                    </p:anim>
                                  </p:childTnLst>
                                </p:cTn>
                              </p:par>
                              <p:par>
                                <p:cTn id="87" presetID="2" presetClass="entr" presetSubtype="1" fill="hold" nodeType="withEffect">
                                  <p:stCondLst>
                                    <p:cond delay="250"/>
                                  </p:stCondLst>
                                  <p:childTnLst>
                                    <p:set>
                                      <p:cBhvr>
                                        <p:cTn id="88" dur="1" fill="hold">
                                          <p:stCondLst>
                                            <p:cond delay="0"/>
                                          </p:stCondLst>
                                        </p:cTn>
                                        <p:tgtEl>
                                          <p:spTgt spid="48"/>
                                        </p:tgtEl>
                                        <p:attrNameLst>
                                          <p:attrName>style.visibility</p:attrName>
                                        </p:attrNameLst>
                                      </p:cBhvr>
                                      <p:to>
                                        <p:strVal val="visible"/>
                                      </p:to>
                                    </p:set>
                                    <p:anim calcmode="lin" valueType="num">
                                      <p:cBhvr additive="base">
                                        <p:cTn id="89" dur="250" fill="hold"/>
                                        <p:tgtEl>
                                          <p:spTgt spid="48"/>
                                        </p:tgtEl>
                                        <p:attrNameLst>
                                          <p:attrName>ppt_x</p:attrName>
                                        </p:attrNameLst>
                                      </p:cBhvr>
                                      <p:tavLst>
                                        <p:tav tm="0">
                                          <p:val>
                                            <p:strVal val="#ppt_x"/>
                                          </p:val>
                                        </p:tav>
                                        <p:tav tm="100000">
                                          <p:val>
                                            <p:strVal val="#ppt_x"/>
                                          </p:val>
                                        </p:tav>
                                      </p:tavLst>
                                    </p:anim>
                                    <p:anim calcmode="lin" valueType="num">
                                      <p:cBhvr additive="base">
                                        <p:cTn id="90" dur="250" fill="hold"/>
                                        <p:tgtEl>
                                          <p:spTgt spid="48"/>
                                        </p:tgtEl>
                                        <p:attrNameLst>
                                          <p:attrName>ppt_y</p:attrName>
                                        </p:attrNameLst>
                                      </p:cBhvr>
                                      <p:tavLst>
                                        <p:tav tm="0">
                                          <p:val>
                                            <p:strVal val="0-#ppt_h/2"/>
                                          </p:val>
                                        </p:tav>
                                        <p:tav tm="100000">
                                          <p:val>
                                            <p:strVal val="#ppt_y"/>
                                          </p:val>
                                        </p:tav>
                                      </p:tavLst>
                                    </p:anim>
                                  </p:childTnLst>
                                </p:cTn>
                              </p:par>
                              <p:par>
                                <p:cTn id="91" presetID="2" presetClass="entr" presetSubtype="1" fill="hold" nodeType="withEffect">
                                  <p:stCondLst>
                                    <p:cond delay="250"/>
                                  </p:stCondLst>
                                  <p:childTnLst>
                                    <p:set>
                                      <p:cBhvr>
                                        <p:cTn id="92" dur="1" fill="hold">
                                          <p:stCondLst>
                                            <p:cond delay="0"/>
                                          </p:stCondLst>
                                        </p:cTn>
                                        <p:tgtEl>
                                          <p:spTgt spid="82"/>
                                        </p:tgtEl>
                                        <p:attrNameLst>
                                          <p:attrName>style.visibility</p:attrName>
                                        </p:attrNameLst>
                                      </p:cBhvr>
                                      <p:to>
                                        <p:strVal val="visible"/>
                                      </p:to>
                                    </p:set>
                                    <p:anim calcmode="lin" valueType="num">
                                      <p:cBhvr additive="base">
                                        <p:cTn id="93" dur="250" fill="hold"/>
                                        <p:tgtEl>
                                          <p:spTgt spid="82"/>
                                        </p:tgtEl>
                                        <p:attrNameLst>
                                          <p:attrName>ppt_x</p:attrName>
                                        </p:attrNameLst>
                                      </p:cBhvr>
                                      <p:tavLst>
                                        <p:tav tm="0">
                                          <p:val>
                                            <p:strVal val="#ppt_x"/>
                                          </p:val>
                                        </p:tav>
                                        <p:tav tm="100000">
                                          <p:val>
                                            <p:strVal val="#ppt_x"/>
                                          </p:val>
                                        </p:tav>
                                      </p:tavLst>
                                    </p:anim>
                                    <p:anim calcmode="lin" valueType="num">
                                      <p:cBhvr additive="base">
                                        <p:cTn id="94" dur="250" fill="hold"/>
                                        <p:tgtEl>
                                          <p:spTgt spid="82"/>
                                        </p:tgtEl>
                                        <p:attrNameLst>
                                          <p:attrName>ppt_y</p:attrName>
                                        </p:attrNameLst>
                                      </p:cBhvr>
                                      <p:tavLst>
                                        <p:tav tm="0">
                                          <p:val>
                                            <p:strVal val="0-#ppt_h/2"/>
                                          </p:val>
                                        </p:tav>
                                        <p:tav tm="100000">
                                          <p:val>
                                            <p:strVal val="#ppt_y"/>
                                          </p:val>
                                        </p:tav>
                                      </p:tavLst>
                                    </p:anim>
                                  </p:childTnLst>
                                </p:cTn>
                              </p:par>
                              <p:par>
                                <p:cTn id="95" presetID="2" presetClass="entr" presetSubtype="1" fill="hold" nodeType="withEffect">
                                  <p:stCondLst>
                                    <p:cond delay="250"/>
                                  </p:stCondLst>
                                  <p:childTnLst>
                                    <p:set>
                                      <p:cBhvr>
                                        <p:cTn id="96" dur="1" fill="hold">
                                          <p:stCondLst>
                                            <p:cond delay="0"/>
                                          </p:stCondLst>
                                        </p:cTn>
                                        <p:tgtEl>
                                          <p:spTgt spid="89"/>
                                        </p:tgtEl>
                                        <p:attrNameLst>
                                          <p:attrName>style.visibility</p:attrName>
                                        </p:attrNameLst>
                                      </p:cBhvr>
                                      <p:to>
                                        <p:strVal val="visible"/>
                                      </p:to>
                                    </p:set>
                                    <p:anim calcmode="lin" valueType="num">
                                      <p:cBhvr additive="base">
                                        <p:cTn id="97" dur="250" fill="hold"/>
                                        <p:tgtEl>
                                          <p:spTgt spid="89"/>
                                        </p:tgtEl>
                                        <p:attrNameLst>
                                          <p:attrName>ppt_x</p:attrName>
                                        </p:attrNameLst>
                                      </p:cBhvr>
                                      <p:tavLst>
                                        <p:tav tm="0">
                                          <p:val>
                                            <p:strVal val="#ppt_x"/>
                                          </p:val>
                                        </p:tav>
                                        <p:tav tm="100000">
                                          <p:val>
                                            <p:strVal val="#ppt_x"/>
                                          </p:val>
                                        </p:tav>
                                      </p:tavLst>
                                    </p:anim>
                                    <p:anim calcmode="lin" valueType="num">
                                      <p:cBhvr additive="base">
                                        <p:cTn id="98" dur="250" fill="hold"/>
                                        <p:tgtEl>
                                          <p:spTgt spid="89"/>
                                        </p:tgtEl>
                                        <p:attrNameLst>
                                          <p:attrName>ppt_y</p:attrName>
                                        </p:attrNameLst>
                                      </p:cBhvr>
                                      <p:tavLst>
                                        <p:tav tm="0">
                                          <p:val>
                                            <p:strVal val="0-#ppt_h/2"/>
                                          </p:val>
                                        </p:tav>
                                        <p:tav tm="100000">
                                          <p:val>
                                            <p:strVal val="#ppt_y"/>
                                          </p:val>
                                        </p:tav>
                                      </p:tavLst>
                                    </p:anim>
                                  </p:childTnLst>
                                </p:cTn>
                              </p:par>
                              <p:par>
                                <p:cTn id="99" presetID="2" presetClass="entr" presetSubtype="1" fill="hold" nodeType="withEffect">
                                  <p:stCondLst>
                                    <p:cond delay="500"/>
                                  </p:stCondLst>
                                  <p:childTnLst>
                                    <p:set>
                                      <p:cBhvr>
                                        <p:cTn id="100" dur="1" fill="hold">
                                          <p:stCondLst>
                                            <p:cond delay="0"/>
                                          </p:stCondLst>
                                        </p:cTn>
                                        <p:tgtEl>
                                          <p:spTgt spid="44"/>
                                        </p:tgtEl>
                                        <p:attrNameLst>
                                          <p:attrName>style.visibility</p:attrName>
                                        </p:attrNameLst>
                                      </p:cBhvr>
                                      <p:to>
                                        <p:strVal val="visible"/>
                                      </p:to>
                                    </p:set>
                                    <p:anim calcmode="lin" valueType="num">
                                      <p:cBhvr additive="base">
                                        <p:cTn id="101" dur="250" fill="hold"/>
                                        <p:tgtEl>
                                          <p:spTgt spid="44"/>
                                        </p:tgtEl>
                                        <p:attrNameLst>
                                          <p:attrName>ppt_x</p:attrName>
                                        </p:attrNameLst>
                                      </p:cBhvr>
                                      <p:tavLst>
                                        <p:tav tm="0">
                                          <p:val>
                                            <p:strVal val="#ppt_x"/>
                                          </p:val>
                                        </p:tav>
                                        <p:tav tm="100000">
                                          <p:val>
                                            <p:strVal val="#ppt_x"/>
                                          </p:val>
                                        </p:tav>
                                      </p:tavLst>
                                    </p:anim>
                                    <p:anim calcmode="lin" valueType="num">
                                      <p:cBhvr additive="base">
                                        <p:cTn id="102" dur="250" fill="hold"/>
                                        <p:tgtEl>
                                          <p:spTgt spid="44"/>
                                        </p:tgtEl>
                                        <p:attrNameLst>
                                          <p:attrName>ppt_y</p:attrName>
                                        </p:attrNameLst>
                                      </p:cBhvr>
                                      <p:tavLst>
                                        <p:tav tm="0">
                                          <p:val>
                                            <p:strVal val="0-#ppt_h/2"/>
                                          </p:val>
                                        </p:tav>
                                        <p:tav tm="100000">
                                          <p:val>
                                            <p:strVal val="#ppt_y"/>
                                          </p:val>
                                        </p:tav>
                                      </p:tavLst>
                                    </p:anim>
                                  </p:childTnLst>
                                </p:cTn>
                              </p:par>
                              <p:par>
                                <p:cTn id="103" presetID="2" presetClass="entr" presetSubtype="1" fill="hold" nodeType="withEffect">
                                  <p:stCondLst>
                                    <p:cond delay="500"/>
                                  </p:stCondLst>
                                  <p:childTnLst>
                                    <p:set>
                                      <p:cBhvr>
                                        <p:cTn id="104" dur="1" fill="hold">
                                          <p:stCondLst>
                                            <p:cond delay="0"/>
                                          </p:stCondLst>
                                        </p:cTn>
                                        <p:tgtEl>
                                          <p:spTgt spid="90"/>
                                        </p:tgtEl>
                                        <p:attrNameLst>
                                          <p:attrName>style.visibility</p:attrName>
                                        </p:attrNameLst>
                                      </p:cBhvr>
                                      <p:to>
                                        <p:strVal val="visible"/>
                                      </p:to>
                                    </p:set>
                                    <p:anim calcmode="lin" valueType="num">
                                      <p:cBhvr additive="base">
                                        <p:cTn id="105" dur="250" fill="hold"/>
                                        <p:tgtEl>
                                          <p:spTgt spid="90"/>
                                        </p:tgtEl>
                                        <p:attrNameLst>
                                          <p:attrName>ppt_x</p:attrName>
                                        </p:attrNameLst>
                                      </p:cBhvr>
                                      <p:tavLst>
                                        <p:tav tm="0">
                                          <p:val>
                                            <p:strVal val="#ppt_x"/>
                                          </p:val>
                                        </p:tav>
                                        <p:tav tm="100000">
                                          <p:val>
                                            <p:strVal val="#ppt_x"/>
                                          </p:val>
                                        </p:tav>
                                      </p:tavLst>
                                    </p:anim>
                                    <p:anim calcmode="lin" valueType="num">
                                      <p:cBhvr additive="base">
                                        <p:cTn id="106" dur="250" fill="hold"/>
                                        <p:tgtEl>
                                          <p:spTgt spid="90"/>
                                        </p:tgtEl>
                                        <p:attrNameLst>
                                          <p:attrName>ppt_y</p:attrName>
                                        </p:attrNameLst>
                                      </p:cBhvr>
                                      <p:tavLst>
                                        <p:tav tm="0">
                                          <p:val>
                                            <p:strVal val="0-#ppt_h/2"/>
                                          </p:val>
                                        </p:tav>
                                        <p:tav tm="100000">
                                          <p:val>
                                            <p:strVal val="#ppt_y"/>
                                          </p:val>
                                        </p:tav>
                                      </p:tavLst>
                                    </p:anim>
                                  </p:childTnLst>
                                </p:cTn>
                              </p:par>
                              <p:par>
                                <p:cTn id="107" presetID="2" presetClass="entr" presetSubtype="1" fill="hold" nodeType="withEffect">
                                  <p:stCondLst>
                                    <p:cond delay="750"/>
                                  </p:stCondLst>
                                  <p:childTnLst>
                                    <p:set>
                                      <p:cBhvr>
                                        <p:cTn id="108" dur="1" fill="hold">
                                          <p:stCondLst>
                                            <p:cond delay="0"/>
                                          </p:stCondLst>
                                        </p:cTn>
                                        <p:tgtEl>
                                          <p:spTgt spid="45"/>
                                        </p:tgtEl>
                                        <p:attrNameLst>
                                          <p:attrName>style.visibility</p:attrName>
                                        </p:attrNameLst>
                                      </p:cBhvr>
                                      <p:to>
                                        <p:strVal val="visible"/>
                                      </p:to>
                                    </p:set>
                                    <p:anim calcmode="lin" valueType="num">
                                      <p:cBhvr additive="base">
                                        <p:cTn id="109" dur="250" fill="hold"/>
                                        <p:tgtEl>
                                          <p:spTgt spid="45"/>
                                        </p:tgtEl>
                                        <p:attrNameLst>
                                          <p:attrName>ppt_x</p:attrName>
                                        </p:attrNameLst>
                                      </p:cBhvr>
                                      <p:tavLst>
                                        <p:tav tm="0">
                                          <p:val>
                                            <p:strVal val="#ppt_x"/>
                                          </p:val>
                                        </p:tav>
                                        <p:tav tm="100000">
                                          <p:val>
                                            <p:strVal val="#ppt_x"/>
                                          </p:val>
                                        </p:tav>
                                      </p:tavLst>
                                    </p:anim>
                                    <p:anim calcmode="lin" valueType="num">
                                      <p:cBhvr additive="base">
                                        <p:cTn id="110" dur="250" fill="hold"/>
                                        <p:tgtEl>
                                          <p:spTgt spid="45"/>
                                        </p:tgtEl>
                                        <p:attrNameLst>
                                          <p:attrName>ppt_y</p:attrName>
                                        </p:attrNameLst>
                                      </p:cBhvr>
                                      <p:tavLst>
                                        <p:tav tm="0">
                                          <p:val>
                                            <p:strVal val="0-#ppt_h/2"/>
                                          </p:val>
                                        </p:tav>
                                        <p:tav tm="100000">
                                          <p:val>
                                            <p:strVal val="#ppt_y"/>
                                          </p:val>
                                        </p:tav>
                                      </p:tavLst>
                                    </p:anim>
                                  </p:childTnLst>
                                </p:cTn>
                              </p:par>
                              <p:par>
                                <p:cTn id="111" presetID="2" presetClass="entr" presetSubtype="1" fill="hold" nodeType="withEffect">
                                  <p:stCondLst>
                                    <p:cond delay="750"/>
                                  </p:stCondLst>
                                  <p:childTnLst>
                                    <p:set>
                                      <p:cBhvr>
                                        <p:cTn id="112" dur="1" fill="hold">
                                          <p:stCondLst>
                                            <p:cond delay="0"/>
                                          </p:stCondLst>
                                        </p:cTn>
                                        <p:tgtEl>
                                          <p:spTgt spid="91"/>
                                        </p:tgtEl>
                                        <p:attrNameLst>
                                          <p:attrName>style.visibility</p:attrName>
                                        </p:attrNameLst>
                                      </p:cBhvr>
                                      <p:to>
                                        <p:strVal val="visible"/>
                                      </p:to>
                                    </p:set>
                                    <p:anim calcmode="lin" valueType="num">
                                      <p:cBhvr additive="base">
                                        <p:cTn id="113" dur="250" fill="hold"/>
                                        <p:tgtEl>
                                          <p:spTgt spid="91"/>
                                        </p:tgtEl>
                                        <p:attrNameLst>
                                          <p:attrName>ppt_x</p:attrName>
                                        </p:attrNameLst>
                                      </p:cBhvr>
                                      <p:tavLst>
                                        <p:tav tm="0">
                                          <p:val>
                                            <p:strVal val="#ppt_x"/>
                                          </p:val>
                                        </p:tav>
                                        <p:tav tm="100000">
                                          <p:val>
                                            <p:strVal val="#ppt_x"/>
                                          </p:val>
                                        </p:tav>
                                      </p:tavLst>
                                    </p:anim>
                                    <p:anim calcmode="lin" valueType="num">
                                      <p:cBhvr additive="base">
                                        <p:cTn id="114" dur="250" fill="hold"/>
                                        <p:tgtEl>
                                          <p:spTgt spid="91"/>
                                        </p:tgtEl>
                                        <p:attrNameLst>
                                          <p:attrName>ppt_y</p:attrName>
                                        </p:attrNameLst>
                                      </p:cBhvr>
                                      <p:tavLst>
                                        <p:tav tm="0">
                                          <p:val>
                                            <p:strVal val="0-#ppt_h/2"/>
                                          </p:val>
                                        </p:tav>
                                        <p:tav tm="100000">
                                          <p:val>
                                            <p:strVal val="#ppt_y"/>
                                          </p:val>
                                        </p:tav>
                                      </p:tavLst>
                                    </p:anim>
                                  </p:childTnLst>
                                </p:cTn>
                              </p:par>
                            </p:childTnLst>
                          </p:cTn>
                        </p:par>
                      </p:childTnLst>
                    </p:cTn>
                  </p:par>
                </p:childTnLst>
              </p:cTn>
              <p:prevCondLst>
                <p:cond evt="onPrev" delay="0">
                  <p:tgtEl>
                    <p:sldTgt/>
                  </p:tgtEl>
                </p:cond>
              </p:prevCondLst>
              <p:nextCondLst>
                <p:cond evt="onNext" delay="0">
                  <p:tgtEl>
                    <p:sldTgt/>
                  </p:tgtEl>
                </p:cond>
              </p:nextCondLst>
            </p:seq>
            <p:audio>
              <p:cMediaNode vol="100000">
                <p:cTn id="115" fill="hold" display="0">
                  <p:stCondLst>
                    <p:cond delay="indefinite"/>
                  </p:stCondLst>
                  <p:endCondLst>
                    <p:cond evt="onStopAudio" delay="0">
                      <p:tgtEl>
                        <p:sldTgt/>
                      </p:tgtEl>
                    </p:cond>
                  </p:endCondLst>
                </p:cTn>
                <p:tgtEl>
                  <p:spTgt spid="49"/>
                </p:tgtEl>
              </p:cMediaNode>
            </p:audio>
            <p:audio>
              <p:cMediaNode vol="100000">
                <p:cTn id="116" fill="hold" display="0">
                  <p:stCondLst>
                    <p:cond delay="indefinite"/>
                  </p:stCondLst>
                  <p:endCondLst>
                    <p:cond evt="onStopAudio" delay="0">
                      <p:tgtEl>
                        <p:sldTgt/>
                      </p:tgtEl>
                    </p:cond>
                  </p:endCondLst>
                </p:cTn>
                <p:tgtEl>
                  <p:spTgt spid="50"/>
                </p:tgtEl>
              </p:cMediaNode>
            </p:audio>
            <p:audio>
              <p:cMediaNode vol="80303">
                <p:cTn id="117" fill="hold" display="0">
                  <p:stCondLst>
                    <p:cond delay="indefinite"/>
                  </p:stCondLst>
                  <p:endCondLst>
                    <p:cond evt="onStopAudio" delay="0">
                      <p:tgtEl>
                        <p:sldTgt/>
                      </p:tgtEl>
                    </p:cond>
                    <p:cond evt="onNext" delay="0">
                      <p:tgtEl>
                        <p:sldTgt/>
                      </p:tgtEl>
                    </p:cond>
                  </p:endCondLst>
                </p:cTn>
                <p:tgtEl>
                  <p:spTgt spid="2"/>
                </p:tgtEl>
              </p:cMediaNode>
            </p:audio>
            <p:audio>
              <p:cMediaNode vol="80000">
                <p:cTn id="118" fill="hold" display="0">
                  <p:stCondLst>
                    <p:cond delay="indefinite"/>
                  </p:stCondLst>
                  <p:endCondLst>
                    <p:cond evt="onStopAudio" delay="0">
                      <p:tgtEl>
                        <p:sldTgt/>
                      </p:tgtEl>
                    </p:cond>
                  </p:endCondLst>
                </p:cTn>
                <p:tgtEl>
                  <p:spTgt spid="3"/>
                </p:tgtEl>
              </p:cMediaNode>
            </p:audio>
            <p:audio>
              <p:cMediaNode vol="80000">
                <p:cTn id="119" fill="hold" display="0">
                  <p:stCondLst>
                    <p:cond delay="indefinite"/>
                  </p:stCondLst>
                  <p:endCondLst>
                    <p:cond evt="onStopAudio" delay="0">
                      <p:tgtEl>
                        <p:sldTgt/>
                      </p:tgtEl>
                    </p:cond>
                  </p:endCondLst>
                </p:cTn>
                <p:tgtEl>
                  <p:spTgt spid="4"/>
                </p:tgtEl>
              </p:cMediaNode>
            </p:audio>
          </p:childTnLst>
        </p:cTn>
      </p:par>
    </p:tnLst>
  </p:timing>
</p:sld>
</file>

<file path=ppt/slides/slide1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230" name="Baseplate (White)"/>
          <p:cNvPicPr>
            <a:picLocks noChangeAspect="1"/>
          </p:cNvPicPr>
          <p:nvPr/>
        </p:nvPicPr>
        <p:blipFill>
          <a:blip r:embed="rId5" cstate="print">
            <a:extLst>
              <a:ext uri="{28A0092B-C50C-407E-A947-70E740481C1C}">
                <a14:useLocalDpi xmlns:a14="http://schemas.microsoft.com/office/drawing/2010/main" val="0"/>
              </a:ext>
            </a:extLst>
          </a:blip>
          <a:stretch>
            <a:fillRect/>
          </a:stretch>
        </p:blipFill>
        <p:spPr>
          <a:xfrm>
            <a:off x="-594469" y="-54465"/>
            <a:ext cx="15819338" cy="8503918"/>
          </a:xfrm>
          <a:prstGeom prst="rect">
            <a:avLst/>
          </a:prstGeom>
        </p:spPr>
      </p:pic>
      <p:pic>
        <p:nvPicPr>
          <p:cNvPr id="14" name="Baseplate"/>
          <p:cNvPicPr>
            <a:picLocks noChangeAspect="1"/>
          </p:cNvPicPr>
          <p:nvPr/>
        </p:nvPicPr>
        <p:blipFill>
          <a:blip r:embed="rId6" cstate="print">
            <a:extLst>
              <a:ext uri="{28A0092B-C50C-407E-A947-70E740481C1C}">
                <a14:useLocalDpi xmlns:a14="http://schemas.microsoft.com/office/drawing/2010/main" val="0"/>
              </a:ext>
            </a:extLst>
          </a:blip>
          <a:stretch>
            <a:fillRect/>
          </a:stretch>
        </p:blipFill>
        <p:spPr>
          <a:xfrm>
            <a:off x="-594469" y="-54465"/>
            <a:ext cx="15819338" cy="8503919"/>
          </a:xfrm>
          <a:prstGeom prst="rect">
            <a:avLst/>
          </a:prstGeom>
        </p:spPr>
      </p:pic>
      <p:grpSp>
        <p:nvGrpSpPr>
          <p:cNvPr id="63" name="Green Block 3"/>
          <p:cNvGrpSpPr/>
          <p:nvPr/>
        </p:nvGrpSpPr>
        <p:grpSpPr>
          <a:xfrm>
            <a:off x="9526095" y="4347967"/>
            <a:ext cx="3473625" cy="1832358"/>
            <a:chOff x="9526095" y="4347967"/>
            <a:chExt cx="3473625" cy="1832358"/>
          </a:xfrm>
        </p:grpSpPr>
        <p:pic>
          <p:nvPicPr>
            <p:cNvPr id="64" name="Green Bricks 3"/>
            <p:cNvPicPr>
              <a:picLocks noChangeAspect="1"/>
            </p:cNvPicPr>
            <p:nvPr/>
          </p:nvPicPr>
          <p:blipFill>
            <a:blip r:embed="rId7" cstate="print">
              <a:extLst>
                <a:ext uri="{28A0092B-C50C-407E-A947-70E740481C1C}">
                  <a14:useLocalDpi xmlns:a14="http://schemas.microsoft.com/office/drawing/2010/main" val="0"/>
                </a:ext>
              </a:extLst>
            </a:blip>
            <a:stretch>
              <a:fillRect/>
            </a:stretch>
          </p:blipFill>
          <p:spPr>
            <a:xfrm>
              <a:off x="9526095" y="4456170"/>
              <a:ext cx="3456007" cy="1724155"/>
            </a:xfrm>
            <a:prstGeom prst="rect">
              <a:avLst/>
            </a:prstGeom>
          </p:spPr>
        </p:pic>
        <p:sp>
          <p:nvSpPr>
            <p:cNvPr id="65" name="Green Cap 3"/>
            <p:cNvSpPr>
              <a:spLocks noChangeAspect="1"/>
            </p:cNvSpPr>
            <p:nvPr/>
          </p:nvSpPr>
          <p:spPr>
            <a:xfrm>
              <a:off x="10091929" y="4347967"/>
              <a:ext cx="2907791" cy="1453896"/>
            </a:xfrm>
            <a:prstGeom prst="rect">
              <a:avLst/>
            </a:prstGeom>
            <a:solidFill>
              <a:srgbClr val="F4F4F4"/>
            </a:solidFill>
            <a:ln>
              <a:noFill/>
            </a:ln>
            <a:scene3d>
              <a:camera prst="orthographicFront">
                <a:rot lat="20400000" lon="21000000" rev="198000"/>
              </a:camera>
              <a:lightRig rig="balanced" dir="t"/>
            </a:scene3d>
            <a:sp3d extrusionH="165100" prstMaterial="metal">
              <a:bevelT w="19050" h="12700"/>
              <a:extrusionClr>
                <a:srgbClr val="F4F4F4"/>
              </a:extrusionClr>
            </a:sp3d>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sz="4400" spc="-200" dirty="0">
                  <a:ln>
                    <a:solidFill>
                      <a:schemeClr val="tx1">
                        <a:lumMod val="85000"/>
                        <a:lumOff val="15000"/>
                      </a:schemeClr>
                    </a:solidFill>
                  </a:ln>
                  <a:solidFill>
                    <a:srgbClr val="04A043"/>
                  </a:solidFill>
                  <a:latin typeface="Poppins Medium" panose="00000600000000000000" pitchFamily="2" charset="0"/>
                  <a:ea typeface="ZCOOL QingKe HuangYou" panose="00000500000000000000" pitchFamily="2" charset="0"/>
                  <a:cs typeface="Poppins Medium" panose="00000600000000000000" pitchFamily="2" charset="0"/>
                </a:rPr>
                <a:t>playing!</a:t>
              </a:r>
            </a:p>
          </p:txBody>
        </p:sp>
      </p:grpSp>
      <p:grpSp>
        <p:nvGrpSpPr>
          <p:cNvPr id="102" name="Red Block 1"/>
          <p:cNvGrpSpPr/>
          <p:nvPr/>
        </p:nvGrpSpPr>
        <p:grpSpPr>
          <a:xfrm>
            <a:off x="3475300" y="182252"/>
            <a:ext cx="3471092" cy="1832357"/>
            <a:chOff x="3475300" y="182252"/>
            <a:chExt cx="3471092" cy="1832357"/>
          </a:xfrm>
        </p:grpSpPr>
        <p:pic>
          <p:nvPicPr>
            <p:cNvPr id="103" name="Red Bricks 1"/>
            <p:cNvPicPr>
              <a:picLocks noChangeAspect="1"/>
            </p:cNvPicPr>
            <p:nvPr/>
          </p:nvPicPr>
          <p:blipFill>
            <a:blip r:embed="rId8" cstate="print">
              <a:extLst>
                <a:ext uri="{28A0092B-C50C-407E-A947-70E740481C1C}">
                  <a14:useLocalDpi xmlns:a14="http://schemas.microsoft.com/office/drawing/2010/main" val="0"/>
                </a:ext>
              </a:extLst>
            </a:blip>
            <a:stretch>
              <a:fillRect/>
            </a:stretch>
          </p:blipFill>
          <p:spPr>
            <a:xfrm>
              <a:off x="3475300" y="290455"/>
              <a:ext cx="3461795" cy="1724154"/>
            </a:xfrm>
            <a:prstGeom prst="rect">
              <a:avLst/>
            </a:prstGeom>
          </p:spPr>
        </p:pic>
        <p:sp>
          <p:nvSpPr>
            <p:cNvPr id="104" name="Red Cap 1"/>
            <p:cNvSpPr>
              <a:spLocks noChangeAspect="1"/>
            </p:cNvSpPr>
            <p:nvPr/>
          </p:nvSpPr>
          <p:spPr>
            <a:xfrm>
              <a:off x="4038601" y="182252"/>
              <a:ext cx="2907791" cy="1453896"/>
            </a:xfrm>
            <a:prstGeom prst="rect">
              <a:avLst/>
            </a:prstGeom>
            <a:solidFill>
              <a:srgbClr val="F4F4F4"/>
            </a:solidFill>
            <a:ln>
              <a:noFill/>
            </a:ln>
            <a:scene3d>
              <a:camera prst="orthographicFront">
                <a:rot lat="20400000" lon="21000000" rev="198000"/>
              </a:camera>
              <a:lightRig rig="balanced" dir="t"/>
            </a:scene3d>
            <a:sp3d extrusionH="165100" prstMaterial="metal">
              <a:bevelT w="19050" h="12700"/>
              <a:extrusionClr>
                <a:srgbClr val="F4F4F4"/>
              </a:extrusionClr>
            </a:sp3d>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sz="4400" spc="-200" dirty="0">
                  <a:ln>
                    <a:solidFill>
                      <a:schemeClr val="tx1">
                        <a:lumMod val="85000"/>
                        <a:lumOff val="15000"/>
                      </a:schemeClr>
                    </a:solidFill>
                  </a:ln>
                  <a:solidFill>
                    <a:srgbClr val="DD1A21"/>
                  </a:solidFill>
                  <a:latin typeface="Poppins Medium" panose="00000600000000000000" pitchFamily="2" charset="0"/>
                  <a:ea typeface="ZCOOL QingKe HuangYou" panose="00000500000000000000" pitchFamily="2" charset="0"/>
                  <a:cs typeface="Poppins Medium" panose="00000600000000000000" pitchFamily="2" charset="0"/>
                </a:rPr>
                <a:t>for</a:t>
              </a:r>
            </a:p>
          </p:txBody>
        </p:sp>
      </p:grpSp>
      <p:grpSp>
        <p:nvGrpSpPr>
          <p:cNvPr id="70" name="Blue Block 1"/>
          <p:cNvGrpSpPr/>
          <p:nvPr/>
        </p:nvGrpSpPr>
        <p:grpSpPr>
          <a:xfrm>
            <a:off x="0" y="2951273"/>
            <a:ext cx="3461795" cy="1832358"/>
            <a:chOff x="0" y="2951273"/>
            <a:chExt cx="3461795" cy="1832358"/>
          </a:xfrm>
        </p:grpSpPr>
        <p:pic>
          <p:nvPicPr>
            <p:cNvPr id="71" name="Blue Bricks 1"/>
            <p:cNvPicPr>
              <a:picLocks noChangeAspect="1"/>
            </p:cNvPicPr>
            <p:nvPr/>
          </p:nvPicPr>
          <p:blipFill>
            <a:blip r:embed="rId9" cstate="print">
              <a:extLst>
                <a:ext uri="{28A0092B-C50C-407E-A947-70E740481C1C}">
                  <a14:useLocalDpi xmlns:a14="http://schemas.microsoft.com/office/drawing/2010/main" val="0"/>
                </a:ext>
              </a:extLst>
            </a:blip>
            <a:stretch>
              <a:fillRect/>
            </a:stretch>
          </p:blipFill>
          <p:spPr>
            <a:xfrm>
              <a:off x="0" y="3059476"/>
              <a:ext cx="3461795" cy="1724155"/>
            </a:xfrm>
            <a:prstGeom prst="rect">
              <a:avLst/>
            </a:prstGeom>
          </p:spPr>
        </p:pic>
        <p:sp>
          <p:nvSpPr>
            <p:cNvPr id="72" name="Blue Cap 1"/>
            <p:cNvSpPr>
              <a:spLocks noChangeAspect="1"/>
            </p:cNvSpPr>
            <p:nvPr/>
          </p:nvSpPr>
          <p:spPr>
            <a:xfrm>
              <a:off x="213811" y="2951273"/>
              <a:ext cx="2907791" cy="1453896"/>
            </a:xfrm>
            <a:prstGeom prst="rect">
              <a:avLst/>
            </a:prstGeom>
            <a:solidFill>
              <a:srgbClr val="F4F4F4"/>
            </a:solidFill>
            <a:ln>
              <a:noFill/>
            </a:ln>
            <a:scene3d>
              <a:camera prst="orthographicFront">
                <a:rot lat="20400000" lon="21000000" rev="198000"/>
              </a:camera>
              <a:lightRig rig="balanced" dir="t"/>
            </a:scene3d>
            <a:sp3d extrusionH="165100" prstMaterial="metal">
              <a:bevelT w="19050" h="12700"/>
              <a:extrusionClr>
                <a:srgbClr val="F4F4F4"/>
              </a:extrusionClr>
            </a:sp3d>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sz="4400" spc="-200" dirty="0">
                  <a:ln>
                    <a:solidFill>
                      <a:schemeClr val="tx1">
                        <a:lumMod val="85000"/>
                        <a:lumOff val="15000"/>
                      </a:schemeClr>
                    </a:solidFill>
                  </a:ln>
                  <a:solidFill>
                    <a:srgbClr val="106DDE"/>
                  </a:solidFill>
                  <a:latin typeface="Poppins Medium" panose="00000600000000000000" pitchFamily="2" charset="0"/>
                  <a:ea typeface="ZCOOL QingKe HuangYou" panose="00000500000000000000" pitchFamily="2" charset="0"/>
                  <a:cs typeface="Poppins Medium" panose="00000600000000000000" pitchFamily="2" charset="0"/>
                </a:rPr>
                <a:t>Thanks</a:t>
              </a:r>
            </a:p>
          </p:txBody>
        </p:sp>
      </p:grpSp>
      <p:grpSp>
        <p:nvGrpSpPr>
          <p:cNvPr id="73" name="Blue Red Blocks"/>
          <p:cNvGrpSpPr/>
          <p:nvPr/>
        </p:nvGrpSpPr>
        <p:grpSpPr>
          <a:xfrm>
            <a:off x="590014" y="176155"/>
            <a:ext cx="6356378" cy="1838454"/>
            <a:chOff x="590014" y="176155"/>
            <a:chExt cx="6356378" cy="1838454"/>
          </a:xfrm>
        </p:grpSpPr>
        <p:grpSp>
          <p:nvGrpSpPr>
            <p:cNvPr id="74" name="Red Block 1 v2"/>
            <p:cNvGrpSpPr/>
            <p:nvPr/>
          </p:nvGrpSpPr>
          <p:grpSpPr>
            <a:xfrm>
              <a:off x="3475300" y="182252"/>
              <a:ext cx="3471092" cy="1832357"/>
              <a:chOff x="3475300" y="182252"/>
              <a:chExt cx="3471092" cy="1832357"/>
            </a:xfrm>
          </p:grpSpPr>
          <p:pic>
            <p:nvPicPr>
              <p:cNvPr id="94" name="Red Bricks 1"/>
              <p:cNvPicPr>
                <a:picLocks noChangeAspect="1"/>
              </p:cNvPicPr>
              <p:nvPr/>
            </p:nvPicPr>
            <p:blipFill>
              <a:blip r:embed="rId8" cstate="print">
                <a:extLst>
                  <a:ext uri="{28A0092B-C50C-407E-A947-70E740481C1C}">
                    <a14:useLocalDpi xmlns:a14="http://schemas.microsoft.com/office/drawing/2010/main" val="0"/>
                  </a:ext>
                </a:extLst>
              </a:blip>
              <a:stretch>
                <a:fillRect/>
              </a:stretch>
            </p:blipFill>
            <p:spPr>
              <a:xfrm>
                <a:off x="3475300" y="290455"/>
                <a:ext cx="3461795" cy="1724154"/>
              </a:xfrm>
              <a:prstGeom prst="rect">
                <a:avLst/>
              </a:prstGeom>
            </p:spPr>
          </p:pic>
          <p:sp>
            <p:nvSpPr>
              <p:cNvPr id="95" name="Red Cap 1"/>
              <p:cNvSpPr>
                <a:spLocks noChangeAspect="1"/>
              </p:cNvSpPr>
              <p:nvPr/>
            </p:nvSpPr>
            <p:spPr>
              <a:xfrm>
                <a:off x="4038601" y="182252"/>
                <a:ext cx="2907791" cy="1453896"/>
              </a:xfrm>
              <a:prstGeom prst="rect">
                <a:avLst/>
              </a:prstGeom>
              <a:solidFill>
                <a:srgbClr val="F4F4F4"/>
              </a:solidFill>
              <a:ln>
                <a:noFill/>
              </a:ln>
              <a:scene3d>
                <a:camera prst="orthographicFront">
                  <a:rot lat="20400000" lon="21000000" rev="198000"/>
                </a:camera>
                <a:lightRig rig="balanced" dir="t"/>
              </a:scene3d>
              <a:sp3d extrusionH="165100" prstMaterial="metal">
                <a:bevelT w="19050" h="12700"/>
                <a:extrusionClr>
                  <a:srgbClr val="F4F4F4"/>
                </a:extrusionClr>
              </a:sp3d>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sz="4400" spc="-200" dirty="0">
                    <a:ln>
                      <a:solidFill>
                        <a:schemeClr val="tx1">
                          <a:lumMod val="85000"/>
                          <a:lumOff val="15000"/>
                        </a:schemeClr>
                      </a:solidFill>
                    </a:ln>
                    <a:solidFill>
                      <a:srgbClr val="DD1A21"/>
                    </a:solidFill>
                    <a:latin typeface="Poppins Medium" panose="00000600000000000000" pitchFamily="2" charset="0"/>
                    <a:ea typeface="ZCOOL QingKe HuangYou" panose="00000500000000000000" pitchFamily="2" charset="0"/>
                    <a:cs typeface="Poppins Medium" panose="00000600000000000000" pitchFamily="2" charset="0"/>
                  </a:rPr>
                  <a:t>for</a:t>
                </a:r>
              </a:p>
            </p:txBody>
          </p:sp>
        </p:grpSp>
        <p:grpSp>
          <p:nvGrpSpPr>
            <p:cNvPr id="75" name="Blue Block 1 v2"/>
            <p:cNvGrpSpPr/>
            <p:nvPr/>
          </p:nvGrpSpPr>
          <p:grpSpPr>
            <a:xfrm>
              <a:off x="590014" y="176155"/>
              <a:ext cx="3461795" cy="1832358"/>
              <a:chOff x="-5080" y="2951273"/>
              <a:chExt cx="3461795" cy="1832358"/>
            </a:xfrm>
          </p:grpSpPr>
          <p:pic>
            <p:nvPicPr>
              <p:cNvPr id="76" name="Blue Bricks 1"/>
              <p:cNvPicPr>
                <a:picLocks noChangeAspect="1"/>
              </p:cNvPicPr>
              <p:nvPr/>
            </p:nvPicPr>
            <p:blipFill>
              <a:blip r:embed="rId9" cstate="print">
                <a:extLst>
                  <a:ext uri="{28A0092B-C50C-407E-A947-70E740481C1C}">
                    <a14:useLocalDpi xmlns:a14="http://schemas.microsoft.com/office/drawing/2010/main" val="0"/>
                  </a:ext>
                </a:extLst>
              </a:blip>
              <a:stretch>
                <a:fillRect/>
              </a:stretch>
            </p:blipFill>
            <p:spPr>
              <a:xfrm>
                <a:off x="-5080" y="3059476"/>
                <a:ext cx="3461795" cy="1724155"/>
              </a:xfrm>
              <a:prstGeom prst="rect">
                <a:avLst/>
              </a:prstGeom>
            </p:spPr>
          </p:pic>
          <p:sp>
            <p:nvSpPr>
              <p:cNvPr id="93" name="Blue Cap 1"/>
              <p:cNvSpPr>
                <a:spLocks noChangeAspect="1"/>
              </p:cNvSpPr>
              <p:nvPr/>
            </p:nvSpPr>
            <p:spPr>
              <a:xfrm>
                <a:off x="208731" y="2951273"/>
                <a:ext cx="2907791" cy="1453896"/>
              </a:xfrm>
              <a:prstGeom prst="rect">
                <a:avLst/>
              </a:prstGeom>
              <a:solidFill>
                <a:srgbClr val="F4F4F4"/>
              </a:solidFill>
              <a:ln>
                <a:noFill/>
              </a:ln>
              <a:scene3d>
                <a:camera prst="orthographicFront">
                  <a:rot lat="20400000" lon="21000000" rev="198000"/>
                </a:camera>
                <a:lightRig rig="balanced" dir="t"/>
              </a:scene3d>
              <a:sp3d extrusionH="165100" prstMaterial="metal">
                <a:bevelT w="19050" h="12700"/>
                <a:extrusionClr>
                  <a:srgbClr val="F4F4F4"/>
                </a:extrusionClr>
              </a:sp3d>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sz="4400" spc="-200" dirty="0">
                    <a:ln>
                      <a:solidFill>
                        <a:schemeClr val="tx1">
                          <a:lumMod val="85000"/>
                          <a:lumOff val="15000"/>
                        </a:schemeClr>
                      </a:solidFill>
                    </a:ln>
                    <a:solidFill>
                      <a:srgbClr val="106DDE"/>
                    </a:solidFill>
                    <a:latin typeface="Poppins Medium" panose="00000600000000000000" pitchFamily="2" charset="0"/>
                    <a:ea typeface="ZCOOL QingKe HuangYou" panose="00000500000000000000" pitchFamily="2" charset="0"/>
                    <a:cs typeface="Poppins Medium" panose="00000600000000000000" pitchFamily="2" charset="0"/>
                  </a:rPr>
                  <a:t>Thanks</a:t>
                </a:r>
              </a:p>
            </p:txBody>
          </p:sp>
        </p:grpSp>
      </p:grpSp>
      <p:grpSp>
        <p:nvGrpSpPr>
          <p:cNvPr id="96" name="Red Block 1 v3"/>
          <p:cNvGrpSpPr/>
          <p:nvPr/>
        </p:nvGrpSpPr>
        <p:grpSpPr>
          <a:xfrm>
            <a:off x="6636819" y="4343647"/>
            <a:ext cx="3471092" cy="1832357"/>
            <a:chOff x="3475300" y="182252"/>
            <a:chExt cx="3471092" cy="1832357"/>
          </a:xfrm>
        </p:grpSpPr>
        <p:pic>
          <p:nvPicPr>
            <p:cNvPr id="97" name="Red Bricks 1"/>
            <p:cNvPicPr>
              <a:picLocks noChangeAspect="1"/>
            </p:cNvPicPr>
            <p:nvPr/>
          </p:nvPicPr>
          <p:blipFill>
            <a:blip r:embed="rId8" cstate="print">
              <a:extLst>
                <a:ext uri="{28A0092B-C50C-407E-A947-70E740481C1C}">
                  <a14:useLocalDpi xmlns:a14="http://schemas.microsoft.com/office/drawing/2010/main" val="0"/>
                </a:ext>
              </a:extLst>
            </a:blip>
            <a:stretch>
              <a:fillRect/>
            </a:stretch>
          </p:blipFill>
          <p:spPr>
            <a:xfrm>
              <a:off x="3475300" y="290455"/>
              <a:ext cx="3461795" cy="1724154"/>
            </a:xfrm>
            <a:prstGeom prst="rect">
              <a:avLst/>
            </a:prstGeom>
          </p:spPr>
        </p:pic>
        <p:sp>
          <p:nvSpPr>
            <p:cNvPr id="98" name="Red Cap 1"/>
            <p:cNvSpPr>
              <a:spLocks noChangeAspect="1"/>
            </p:cNvSpPr>
            <p:nvPr/>
          </p:nvSpPr>
          <p:spPr>
            <a:xfrm>
              <a:off x="4038601" y="182252"/>
              <a:ext cx="2907791" cy="1453896"/>
            </a:xfrm>
            <a:prstGeom prst="rect">
              <a:avLst/>
            </a:prstGeom>
            <a:solidFill>
              <a:srgbClr val="F4F4F4"/>
            </a:solidFill>
            <a:ln>
              <a:noFill/>
            </a:ln>
            <a:scene3d>
              <a:camera prst="orthographicFront">
                <a:rot lat="20400000" lon="21000000" rev="198000"/>
              </a:camera>
              <a:lightRig rig="balanced" dir="t"/>
            </a:scene3d>
            <a:sp3d extrusionH="165100" prstMaterial="metal">
              <a:bevelT w="19050" h="12700"/>
              <a:extrusionClr>
                <a:srgbClr val="F4F4F4"/>
              </a:extrusionClr>
            </a:sp3d>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sz="4400" spc="-200" dirty="0">
                  <a:ln>
                    <a:solidFill>
                      <a:schemeClr val="tx1">
                        <a:lumMod val="85000"/>
                        <a:lumOff val="15000"/>
                      </a:schemeClr>
                    </a:solidFill>
                  </a:ln>
                  <a:solidFill>
                    <a:srgbClr val="DD1A21"/>
                  </a:solidFill>
                  <a:latin typeface="Poppins Medium" panose="00000600000000000000" pitchFamily="2" charset="0"/>
                  <a:ea typeface="ZCOOL QingKe HuangYou" panose="00000500000000000000" pitchFamily="2" charset="0"/>
                  <a:cs typeface="Poppins Medium" panose="00000600000000000000" pitchFamily="2" charset="0"/>
                </a:rPr>
                <a:t>for</a:t>
              </a:r>
            </a:p>
          </p:txBody>
        </p:sp>
      </p:grpSp>
      <p:grpSp>
        <p:nvGrpSpPr>
          <p:cNvPr id="99" name="Blue Block 1 v3"/>
          <p:cNvGrpSpPr/>
          <p:nvPr/>
        </p:nvGrpSpPr>
        <p:grpSpPr>
          <a:xfrm>
            <a:off x="3753735" y="4336424"/>
            <a:ext cx="3461795" cy="1832358"/>
            <a:chOff x="0" y="2951273"/>
            <a:chExt cx="3461795" cy="1832358"/>
          </a:xfrm>
        </p:grpSpPr>
        <p:pic>
          <p:nvPicPr>
            <p:cNvPr id="100" name="Blue Bricks 1"/>
            <p:cNvPicPr>
              <a:picLocks noChangeAspect="1"/>
            </p:cNvPicPr>
            <p:nvPr/>
          </p:nvPicPr>
          <p:blipFill>
            <a:blip r:embed="rId9" cstate="print">
              <a:extLst>
                <a:ext uri="{28A0092B-C50C-407E-A947-70E740481C1C}">
                  <a14:useLocalDpi xmlns:a14="http://schemas.microsoft.com/office/drawing/2010/main" val="0"/>
                </a:ext>
              </a:extLst>
            </a:blip>
            <a:stretch>
              <a:fillRect/>
            </a:stretch>
          </p:blipFill>
          <p:spPr>
            <a:xfrm>
              <a:off x="0" y="3059476"/>
              <a:ext cx="3461795" cy="1724155"/>
            </a:xfrm>
            <a:prstGeom prst="rect">
              <a:avLst/>
            </a:prstGeom>
          </p:spPr>
        </p:pic>
        <p:sp>
          <p:nvSpPr>
            <p:cNvPr id="101" name="Blue Cap 1"/>
            <p:cNvSpPr>
              <a:spLocks noChangeAspect="1"/>
            </p:cNvSpPr>
            <p:nvPr/>
          </p:nvSpPr>
          <p:spPr>
            <a:xfrm>
              <a:off x="213811" y="2951273"/>
              <a:ext cx="2907791" cy="1453896"/>
            </a:xfrm>
            <a:prstGeom prst="rect">
              <a:avLst/>
            </a:prstGeom>
            <a:solidFill>
              <a:srgbClr val="F4F4F4"/>
            </a:solidFill>
            <a:ln>
              <a:noFill/>
            </a:ln>
            <a:scene3d>
              <a:camera prst="orthographicFront">
                <a:rot lat="20400000" lon="21000000" rev="198000"/>
              </a:camera>
              <a:lightRig rig="balanced" dir="t"/>
            </a:scene3d>
            <a:sp3d extrusionH="165100" prstMaterial="metal">
              <a:bevelT w="19050" h="12700"/>
              <a:extrusionClr>
                <a:srgbClr val="F4F4F4"/>
              </a:extrusionClr>
            </a:sp3d>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sz="4400" spc="-200" dirty="0">
                  <a:ln>
                    <a:solidFill>
                      <a:schemeClr val="tx1">
                        <a:lumMod val="85000"/>
                        <a:lumOff val="15000"/>
                      </a:schemeClr>
                    </a:solidFill>
                  </a:ln>
                  <a:solidFill>
                    <a:srgbClr val="106DDE"/>
                  </a:solidFill>
                  <a:latin typeface="Poppins Medium" panose="00000600000000000000" pitchFamily="2" charset="0"/>
                  <a:ea typeface="ZCOOL QingKe HuangYou" panose="00000500000000000000" pitchFamily="2" charset="0"/>
                  <a:cs typeface="Poppins Medium" panose="00000600000000000000" pitchFamily="2" charset="0"/>
                </a:rPr>
                <a:t>Thanks</a:t>
              </a:r>
            </a:p>
          </p:txBody>
        </p:sp>
      </p:grpSp>
      <p:grpSp>
        <p:nvGrpSpPr>
          <p:cNvPr id="105" name="Green Block 2"/>
          <p:cNvGrpSpPr/>
          <p:nvPr/>
        </p:nvGrpSpPr>
        <p:grpSpPr>
          <a:xfrm>
            <a:off x="8673962" y="2271998"/>
            <a:ext cx="3471048" cy="1832358"/>
            <a:chOff x="9405482" y="2271998"/>
            <a:chExt cx="3471048" cy="1832358"/>
          </a:xfrm>
        </p:grpSpPr>
        <p:pic>
          <p:nvPicPr>
            <p:cNvPr id="106" name="Green Bricks 2"/>
            <p:cNvPicPr>
              <a:picLocks noChangeAspect="1"/>
            </p:cNvPicPr>
            <p:nvPr/>
          </p:nvPicPr>
          <p:blipFill>
            <a:blip r:embed="rId7" cstate="print">
              <a:extLst>
                <a:ext uri="{28A0092B-C50C-407E-A947-70E740481C1C}">
                  <a14:useLocalDpi xmlns:a14="http://schemas.microsoft.com/office/drawing/2010/main" val="0"/>
                </a:ext>
              </a:extLst>
            </a:blip>
            <a:stretch>
              <a:fillRect/>
            </a:stretch>
          </p:blipFill>
          <p:spPr>
            <a:xfrm>
              <a:off x="9405482" y="2380201"/>
              <a:ext cx="3456007" cy="1724155"/>
            </a:xfrm>
            <a:prstGeom prst="rect">
              <a:avLst/>
            </a:prstGeom>
          </p:spPr>
        </p:pic>
        <p:sp>
          <p:nvSpPr>
            <p:cNvPr id="107" name="Green Cap 2"/>
            <p:cNvSpPr>
              <a:spLocks noChangeAspect="1"/>
            </p:cNvSpPr>
            <p:nvPr/>
          </p:nvSpPr>
          <p:spPr>
            <a:xfrm>
              <a:off x="9968739" y="2271998"/>
              <a:ext cx="2907791" cy="1453896"/>
            </a:xfrm>
            <a:prstGeom prst="rect">
              <a:avLst/>
            </a:prstGeom>
            <a:solidFill>
              <a:srgbClr val="F4F4F4"/>
            </a:solidFill>
            <a:ln>
              <a:noFill/>
            </a:ln>
            <a:scene3d>
              <a:camera prst="orthographicFront">
                <a:rot lat="20400000" lon="21000000" rev="198000"/>
              </a:camera>
              <a:lightRig rig="balanced" dir="t"/>
            </a:scene3d>
            <a:sp3d extrusionH="165100" prstMaterial="metal">
              <a:bevelT w="19050" h="12700"/>
              <a:extrusionClr>
                <a:srgbClr val="F4F4F4"/>
              </a:extrusionClr>
            </a:sp3d>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sz="4400" spc="-200" dirty="0">
                  <a:ln>
                    <a:solidFill>
                      <a:schemeClr val="tx1">
                        <a:lumMod val="85000"/>
                        <a:lumOff val="15000"/>
                      </a:schemeClr>
                    </a:solidFill>
                  </a:ln>
                  <a:solidFill>
                    <a:srgbClr val="04A043"/>
                  </a:solidFill>
                  <a:latin typeface="Poppins Medium" panose="00000600000000000000" pitchFamily="2" charset="0"/>
                  <a:ea typeface="ZCOOL QingKe HuangYou" panose="00000500000000000000" pitchFamily="2" charset="0"/>
                  <a:cs typeface="Poppins Medium" panose="00000600000000000000" pitchFamily="2" charset="0"/>
                </a:rPr>
                <a:t>by Adam Groff.</a:t>
              </a:r>
            </a:p>
          </p:txBody>
        </p:sp>
      </p:grpSp>
      <p:grpSp>
        <p:nvGrpSpPr>
          <p:cNvPr id="111" name="Red Block 2"/>
          <p:cNvGrpSpPr/>
          <p:nvPr/>
        </p:nvGrpSpPr>
        <p:grpSpPr>
          <a:xfrm>
            <a:off x="5776324" y="2266259"/>
            <a:ext cx="3471292" cy="1832357"/>
            <a:chOff x="3599052" y="2264735"/>
            <a:chExt cx="3471292" cy="1832357"/>
          </a:xfrm>
        </p:grpSpPr>
        <p:pic>
          <p:nvPicPr>
            <p:cNvPr id="112" name="Red Bricks 2"/>
            <p:cNvPicPr>
              <a:picLocks noChangeAspect="1"/>
            </p:cNvPicPr>
            <p:nvPr/>
          </p:nvPicPr>
          <p:blipFill>
            <a:blip r:embed="rId8" cstate="print">
              <a:extLst>
                <a:ext uri="{28A0092B-C50C-407E-A947-70E740481C1C}">
                  <a14:useLocalDpi xmlns:a14="http://schemas.microsoft.com/office/drawing/2010/main" val="0"/>
                </a:ext>
              </a:extLst>
            </a:blip>
            <a:stretch>
              <a:fillRect/>
            </a:stretch>
          </p:blipFill>
          <p:spPr>
            <a:xfrm>
              <a:off x="3599052" y="2372938"/>
              <a:ext cx="3461795" cy="1724154"/>
            </a:xfrm>
            <a:prstGeom prst="rect">
              <a:avLst/>
            </a:prstGeom>
          </p:spPr>
        </p:pic>
        <p:sp>
          <p:nvSpPr>
            <p:cNvPr id="113" name="Red Cap 2"/>
            <p:cNvSpPr>
              <a:spLocks noChangeAspect="1"/>
            </p:cNvSpPr>
            <p:nvPr/>
          </p:nvSpPr>
          <p:spPr>
            <a:xfrm>
              <a:off x="4162553" y="2264735"/>
              <a:ext cx="2907791" cy="1453896"/>
            </a:xfrm>
            <a:prstGeom prst="rect">
              <a:avLst/>
            </a:prstGeom>
            <a:solidFill>
              <a:srgbClr val="F4F4F4"/>
            </a:solidFill>
            <a:ln>
              <a:noFill/>
            </a:ln>
            <a:scene3d>
              <a:camera prst="orthographicFront">
                <a:rot lat="20400000" lon="21000000" rev="198000"/>
              </a:camera>
              <a:lightRig rig="balanced" dir="t"/>
            </a:scene3d>
            <a:sp3d extrusionH="165100" prstMaterial="metal">
              <a:bevelT w="19050" h="12700"/>
              <a:extrusionClr>
                <a:srgbClr val="F4F4F4"/>
              </a:extrusionClr>
            </a:sp3d>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sz="4400" spc="-200" dirty="0">
                  <a:ln>
                    <a:solidFill>
                      <a:schemeClr val="tx1">
                        <a:lumMod val="85000"/>
                        <a:lumOff val="15000"/>
                      </a:schemeClr>
                    </a:solidFill>
                  </a:ln>
                  <a:solidFill>
                    <a:srgbClr val="DD1A21"/>
                  </a:solidFill>
                  <a:latin typeface="Poppins Medium" panose="00000600000000000000" pitchFamily="2" charset="0"/>
                  <a:ea typeface="ZCOOL QingKe HuangYou" panose="00000500000000000000" pitchFamily="2" charset="0"/>
                  <a:cs typeface="Poppins Medium" panose="00000600000000000000" pitchFamily="2" charset="0"/>
                </a:rPr>
                <a:t>template design</a:t>
              </a:r>
            </a:p>
          </p:txBody>
        </p:sp>
      </p:grpSp>
      <p:grpSp>
        <p:nvGrpSpPr>
          <p:cNvPr id="108" name="Blue Block 1 v2"/>
          <p:cNvGrpSpPr/>
          <p:nvPr/>
        </p:nvGrpSpPr>
        <p:grpSpPr>
          <a:xfrm>
            <a:off x="2885650" y="2269251"/>
            <a:ext cx="3461795" cy="1832358"/>
            <a:chOff x="0" y="2951273"/>
            <a:chExt cx="3461795" cy="1832358"/>
          </a:xfrm>
        </p:grpSpPr>
        <p:pic>
          <p:nvPicPr>
            <p:cNvPr id="109" name="Blue Bricks 1"/>
            <p:cNvPicPr>
              <a:picLocks noChangeAspect="1"/>
            </p:cNvPicPr>
            <p:nvPr/>
          </p:nvPicPr>
          <p:blipFill>
            <a:blip r:embed="rId9" cstate="print">
              <a:extLst>
                <a:ext uri="{28A0092B-C50C-407E-A947-70E740481C1C}">
                  <a14:useLocalDpi xmlns:a14="http://schemas.microsoft.com/office/drawing/2010/main" val="0"/>
                </a:ext>
              </a:extLst>
            </a:blip>
            <a:stretch>
              <a:fillRect/>
            </a:stretch>
          </p:blipFill>
          <p:spPr>
            <a:xfrm>
              <a:off x="0" y="3059476"/>
              <a:ext cx="3461795" cy="1724155"/>
            </a:xfrm>
            <a:prstGeom prst="rect">
              <a:avLst/>
            </a:prstGeom>
          </p:spPr>
        </p:pic>
        <p:sp>
          <p:nvSpPr>
            <p:cNvPr id="110" name="Blue Cap 1"/>
            <p:cNvSpPr>
              <a:spLocks noChangeAspect="1"/>
            </p:cNvSpPr>
            <p:nvPr/>
          </p:nvSpPr>
          <p:spPr>
            <a:xfrm>
              <a:off x="213811" y="2951273"/>
              <a:ext cx="2907791" cy="1453896"/>
            </a:xfrm>
            <a:prstGeom prst="rect">
              <a:avLst/>
            </a:prstGeom>
            <a:solidFill>
              <a:srgbClr val="F4F4F4"/>
            </a:solidFill>
            <a:ln>
              <a:noFill/>
            </a:ln>
            <a:scene3d>
              <a:camera prst="orthographicFront">
                <a:rot lat="20400000" lon="21000000" rev="198000"/>
              </a:camera>
              <a:lightRig rig="balanced" dir="t"/>
            </a:scene3d>
            <a:sp3d extrusionH="165100" prstMaterial="metal">
              <a:bevelT w="19050" h="12700"/>
              <a:extrusionClr>
                <a:srgbClr val="F4F4F4"/>
              </a:extrusionClr>
            </a:sp3d>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sz="4400" spc="-200" dirty="0">
                  <a:ln>
                    <a:solidFill>
                      <a:schemeClr val="tx1">
                        <a:lumMod val="85000"/>
                        <a:lumOff val="15000"/>
                      </a:schemeClr>
                    </a:solidFill>
                  </a:ln>
                  <a:solidFill>
                    <a:srgbClr val="106DDE"/>
                  </a:solidFill>
                  <a:latin typeface="Poppins Medium" panose="00000600000000000000" pitchFamily="2" charset="0"/>
                  <a:ea typeface="ZCOOL QingKe HuangYou" panose="00000500000000000000" pitchFamily="2" charset="0"/>
                  <a:cs typeface="Poppins Medium" panose="00000600000000000000" pitchFamily="2" charset="0"/>
                </a:rPr>
                <a:t>Game and</a:t>
              </a:r>
            </a:p>
          </p:txBody>
        </p:sp>
      </p:grpSp>
      <p:grpSp>
        <p:nvGrpSpPr>
          <p:cNvPr id="114" name="Green Block 2"/>
          <p:cNvGrpSpPr/>
          <p:nvPr/>
        </p:nvGrpSpPr>
        <p:grpSpPr>
          <a:xfrm>
            <a:off x="8673962" y="2271998"/>
            <a:ext cx="3471048" cy="1832358"/>
            <a:chOff x="9405482" y="2271998"/>
            <a:chExt cx="3471048" cy="1832358"/>
          </a:xfrm>
        </p:grpSpPr>
        <p:pic>
          <p:nvPicPr>
            <p:cNvPr id="115" name="Green Bricks 2"/>
            <p:cNvPicPr>
              <a:picLocks noChangeAspect="1"/>
            </p:cNvPicPr>
            <p:nvPr/>
          </p:nvPicPr>
          <p:blipFill>
            <a:blip r:embed="rId7" cstate="print">
              <a:extLst>
                <a:ext uri="{28A0092B-C50C-407E-A947-70E740481C1C}">
                  <a14:useLocalDpi xmlns:a14="http://schemas.microsoft.com/office/drawing/2010/main" val="0"/>
                </a:ext>
              </a:extLst>
            </a:blip>
            <a:stretch>
              <a:fillRect/>
            </a:stretch>
          </p:blipFill>
          <p:spPr>
            <a:xfrm>
              <a:off x="9405482" y="2380201"/>
              <a:ext cx="3456007" cy="1724155"/>
            </a:xfrm>
            <a:prstGeom prst="rect">
              <a:avLst/>
            </a:prstGeom>
          </p:spPr>
        </p:pic>
        <p:sp>
          <p:nvSpPr>
            <p:cNvPr id="116" name="Green Cap 2"/>
            <p:cNvSpPr>
              <a:spLocks noChangeAspect="1"/>
            </p:cNvSpPr>
            <p:nvPr/>
          </p:nvSpPr>
          <p:spPr>
            <a:xfrm>
              <a:off x="9968739" y="2271998"/>
              <a:ext cx="2907791" cy="1453896"/>
            </a:xfrm>
            <a:prstGeom prst="rect">
              <a:avLst/>
            </a:prstGeom>
            <a:solidFill>
              <a:srgbClr val="F4F4F4"/>
            </a:solidFill>
            <a:ln>
              <a:noFill/>
            </a:ln>
            <a:scene3d>
              <a:camera prst="orthographicFront">
                <a:rot lat="20400000" lon="21000000" rev="198000"/>
              </a:camera>
              <a:lightRig rig="balanced" dir="t"/>
            </a:scene3d>
            <a:sp3d extrusionH="165100" prstMaterial="metal">
              <a:bevelT w="19050" h="12700"/>
              <a:extrusionClr>
                <a:srgbClr val="F4F4F4"/>
              </a:extrusionClr>
            </a:sp3d>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lnSpc>
                  <a:spcPts val="3400"/>
                </a:lnSpc>
              </a:pPr>
              <a:r>
                <a:rPr lang="en-US" sz="4000" spc="-200" dirty="0">
                  <a:ln>
                    <a:solidFill>
                      <a:schemeClr val="tx1">
                        <a:lumMod val="85000"/>
                        <a:lumOff val="15000"/>
                      </a:schemeClr>
                    </a:solidFill>
                  </a:ln>
                  <a:solidFill>
                    <a:srgbClr val="04A043"/>
                  </a:solidFill>
                  <a:latin typeface="Poppins Medium" panose="00000600000000000000" pitchFamily="2" charset="0"/>
                  <a:ea typeface="ZCOOL QingKe HuangYou" panose="00000500000000000000" pitchFamily="2" charset="0"/>
                  <a:cs typeface="Poppins Medium" panose="00000600000000000000" pitchFamily="2" charset="0"/>
                </a:rPr>
                <a:t>Kimberly Teacher.</a:t>
              </a:r>
            </a:p>
            <a:p>
              <a:pPr algn="ctr">
                <a:lnSpc>
                  <a:spcPts val="3400"/>
                </a:lnSpc>
              </a:pPr>
              <a:r>
                <a:rPr lang="en-US" sz="3200" spc="-200" dirty="0">
                  <a:ln>
                    <a:solidFill>
                      <a:schemeClr val="tx1">
                        <a:lumMod val="85000"/>
                        <a:lumOff val="15000"/>
                      </a:schemeClr>
                    </a:solidFill>
                  </a:ln>
                  <a:solidFill>
                    <a:srgbClr val="04A043"/>
                  </a:solidFill>
                  <a:latin typeface="Poppins Medium" panose="00000600000000000000" pitchFamily="2" charset="0"/>
                  <a:ea typeface="ZCOOL QingKe HuangYou" panose="00000500000000000000" pitchFamily="2" charset="0"/>
                  <a:cs typeface="Poppins Medium" panose="00000600000000000000" pitchFamily="2" charset="0"/>
                </a:rPr>
                <a:t>(</a:t>
              </a:r>
              <a:r>
                <a:rPr lang="en-US" sz="3200" spc="-200" dirty="0" err="1">
                  <a:ln>
                    <a:solidFill>
                      <a:schemeClr val="tx1">
                        <a:lumMod val="85000"/>
                        <a:lumOff val="15000"/>
                      </a:schemeClr>
                    </a:solidFill>
                  </a:ln>
                  <a:solidFill>
                    <a:srgbClr val="04A043"/>
                  </a:solidFill>
                  <a:latin typeface="Poppins Medium" panose="00000600000000000000" pitchFamily="2" charset="0"/>
                  <a:ea typeface="ZCOOL QingKe HuangYou" panose="00000500000000000000" pitchFamily="2" charset="0"/>
                  <a:cs typeface="Poppins Medium" panose="00000600000000000000" pitchFamily="2" charset="0"/>
                </a:rPr>
                <a:t>rtw_acrobat</a:t>
              </a:r>
              <a:r>
                <a:rPr lang="en-US" sz="3200" spc="-200" dirty="0">
                  <a:ln>
                    <a:solidFill>
                      <a:schemeClr val="tx1">
                        <a:lumMod val="85000"/>
                        <a:lumOff val="15000"/>
                      </a:schemeClr>
                    </a:solidFill>
                  </a:ln>
                  <a:solidFill>
                    <a:srgbClr val="04A043"/>
                  </a:solidFill>
                  <a:latin typeface="Poppins Medium" panose="00000600000000000000" pitchFamily="2" charset="0"/>
                  <a:ea typeface="ZCOOL QingKe HuangYou" panose="00000500000000000000" pitchFamily="2" charset="0"/>
                  <a:cs typeface="Poppins Medium" panose="00000600000000000000" pitchFamily="2" charset="0"/>
                </a:rPr>
                <a:t>)</a:t>
              </a:r>
              <a:endParaRPr lang="en-US" sz="4000" spc="-200" dirty="0">
                <a:ln>
                  <a:solidFill>
                    <a:schemeClr val="tx1">
                      <a:lumMod val="85000"/>
                      <a:lumOff val="15000"/>
                    </a:schemeClr>
                  </a:solidFill>
                </a:ln>
                <a:solidFill>
                  <a:srgbClr val="04A043"/>
                </a:solidFill>
                <a:latin typeface="Poppins Medium" panose="00000600000000000000" pitchFamily="2" charset="0"/>
                <a:ea typeface="ZCOOL QingKe HuangYou" panose="00000500000000000000" pitchFamily="2" charset="0"/>
                <a:cs typeface="Poppins Medium" panose="00000600000000000000" pitchFamily="2" charset="0"/>
              </a:endParaRPr>
            </a:p>
          </p:txBody>
        </p:sp>
      </p:grpSp>
      <p:grpSp>
        <p:nvGrpSpPr>
          <p:cNvPr id="117" name="Red Block 2"/>
          <p:cNvGrpSpPr/>
          <p:nvPr/>
        </p:nvGrpSpPr>
        <p:grpSpPr>
          <a:xfrm>
            <a:off x="5776324" y="2266259"/>
            <a:ext cx="3471292" cy="1832357"/>
            <a:chOff x="3599052" y="2264735"/>
            <a:chExt cx="3471292" cy="1832357"/>
          </a:xfrm>
        </p:grpSpPr>
        <p:pic>
          <p:nvPicPr>
            <p:cNvPr id="118" name="Red Bricks 2"/>
            <p:cNvPicPr>
              <a:picLocks noChangeAspect="1"/>
            </p:cNvPicPr>
            <p:nvPr/>
          </p:nvPicPr>
          <p:blipFill>
            <a:blip r:embed="rId8" cstate="print">
              <a:extLst>
                <a:ext uri="{28A0092B-C50C-407E-A947-70E740481C1C}">
                  <a14:useLocalDpi xmlns:a14="http://schemas.microsoft.com/office/drawing/2010/main" val="0"/>
                </a:ext>
              </a:extLst>
            </a:blip>
            <a:stretch>
              <a:fillRect/>
            </a:stretch>
          </p:blipFill>
          <p:spPr>
            <a:xfrm>
              <a:off x="3599052" y="2372938"/>
              <a:ext cx="3461795" cy="1724154"/>
            </a:xfrm>
            <a:prstGeom prst="rect">
              <a:avLst/>
            </a:prstGeom>
          </p:spPr>
        </p:pic>
        <p:sp>
          <p:nvSpPr>
            <p:cNvPr id="119" name="Red Cap 2"/>
            <p:cNvSpPr>
              <a:spLocks noChangeAspect="1"/>
            </p:cNvSpPr>
            <p:nvPr/>
          </p:nvSpPr>
          <p:spPr>
            <a:xfrm>
              <a:off x="4162553" y="2264735"/>
              <a:ext cx="2907791" cy="1453896"/>
            </a:xfrm>
            <a:prstGeom prst="rect">
              <a:avLst/>
            </a:prstGeom>
            <a:solidFill>
              <a:srgbClr val="F4F4F4"/>
            </a:solidFill>
            <a:ln>
              <a:noFill/>
            </a:ln>
            <a:scene3d>
              <a:camera prst="orthographicFront">
                <a:rot lat="20400000" lon="21000000" rev="198000"/>
              </a:camera>
              <a:lightRig rig="balanced" dir="t"/>
            </a:scene3d>
            <a:sp3d extrusionH="165100" prstMaterial="metal">
              <a:bevelT w="19050" h="12700"/>
              <a:extrusionClr>
                <a:srgbClr val="F4F4F4"/>
              </a:extrusionClr>
            </a:sp3d>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sz="4400" spc="-200" dirty="0">
                  <a:ln>
                    <a:solidFill>
                      <a:schemeClr val="tx1">
                        <a:lumMod val="85000"/>
                        <a:lumOff val="15000"/>
                      </a:schemeClr>
                    </a:solidFill>
                  </a:ln>
                  <a:solidFill>
                    <a:srgbClr val="DD1A21"/>
                  </a:solidFill>
                  <a:latin typeface="Poppins Medium" panose="00000600000000000000" pitchFamily="2" charset="0"/>
                  <a:ea typeface="ZCOOL QingKe HuangYou" panose="00000500000000000000" pitchFamily="2" charset="0"/>
                  <a:cs typeface="Poppins Medium" panose="00000600000000000000" pitchFamily="2" charset="0"/>
                </a:rPr>
                <a:t>‘Sentence Craft’ by</a:t>
              </a:r>
            </a:p>
          </p:txBody>
        </p:sp>
      </p:grpSp>
      <p:grpSp>
        <p:nvGrpSpPr>
          <p:cNvPr id="120" name="Blue Block 1 v2"/>
          <p:cNvGrpSpPr/>
          <p:nvPr/>
        </p:nvGrpSpPr>
        <p:grpSpPr>
          <a:xfrm>
            <a:off x="2885650" y="2269251"/>
            <a:ext cx="3461795" cy="1832358"/>
            <a:chOff x="0" y="2951273"/>
            <a:chExt cx="3461795" cy="1832358"/>
          </a:xfrm>
        </p:grpSpPr>
        <p:pic>
          <p:nvPicPr>
            <p:cNvPr id="121" name="Blue Bricks 1"/>
            <p:cNvPicPr>
              <a:picLocks noChangeAspect="1"/>
            </p:cNvPicPr>
            <p:nvPr/>
          </p:nvPicPr>
          <p:blipFill>
            <a:blip r:embed="rId9" cstate="print">
              <a:extLst>
                <a:ext uri="{28A0092B-C50C-407E-A947-70E740481C1C}">
                  <a14:useLocalDpi xmlns:a14="http://schemas.microsoft.com/office/drawing/2010/main" val="0"/>
                </a:ext>
              </a:extLst>
            </a:blip>
            <a:stretch>
              <a:fillRect/>
            </a:stretch>
          </p:blipFill>
          <p:spPr>
            <a:xfrm>
              <a:off x="0" y="3059476"/>
              <a:ext cx="3461795" cy="1724155"/>
            </a:xfrm>
            <a:prstGeom prst="rect">
              <a:avLst/>
            </a:prstGeom>
          </p:spPr>
        </p:pic>
        <p:sp>
          <p:nvSpPr>
            <p:cNvPr id="122" name="Blue Cap 1"/>
            <p:cNvSpPr>
              <a:spLocks noChangeAspect="1"/>
            </p:cNvSpPr>
            <p:nvPr/>
          </p:nvSpPr>
          <p:spPr>
            <a:xfrm>
              <a:off x="213811" y="2951273"/>
              <a:ext cx="2907791" cy="1453896"/>
            </a:xfrm>
            <a:prstGeom prst="rect">
              <a:avLst/>
            </a:prstGeom>
            <a:solidFill>
              <a:srgbClr val="F4F4F4"/>
            </a:solidFill>
            <a:ln>
              <a:noFill/>
            </a:ln>
            <a:scene3d>
              <a:camera prst="orthographicFront">
                <a:rot lat="20400000" lon="21000000" rev="198000"/>
              </a:camera>
              <a:lightRig rig="balanced" dir="t"/>
            </a:scene3d>
            <a:sp3d extrusionH="165100" prstMaterial="metal">
              <a:bevelT w="19050" h="12700"/>
              <a:extrusionClr>
                <a:srgbClr val="F4F4F4"/>
              </a:extrusionClr>
            </a:sp3d>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sz="4400" spc="-200" dirty="0">
                  <a:ln>
                    <a:solidFill>
                      <a:schemeClr val="tx1">
                        <a:lumMod val="85000"/>
                        <a:lumOff val="15000"/>
                      </a:schemeClr>
                    </a:solidFill>
                  </a:ln>
                  <a:solidFill>
                    <a:srgbClr val="106DDE"/>
                  </a:solidFill>
                  <a:latin typeface="Poppins Medium" panose="00000600000000000000" pitchFamily="2" charset="0"/>
                  <a:ea typeface="ZCOOL QingKe HuangYou" panose="00000500000000000000" pitchFamily="2" charset="0"/>
                  <a:cs typeface="Poppins Medium" panose="00000600000000000000" pitchFamily="2" charset="0"/>
                </a:rPr>
                <a:t>Inspired by</a:t>
              </a:r>
            </a:p>
          </p:txBody>
        </p:sp>
      </p:grpSp>
      <p:grpSp>
        <p:nvGrpSpPr>
          <p:cNvPr id="123" name="Green Block 2"/>
          <p:cNvGrpSpPr/>
          <p:nvPr/>
        </p:nvGrpSpPr>
        <p:grpSpPr>
          <a:xfrm>
            <a:off x="8678026" y="2263870"/>
            <a:ext cx="3471048" cy="1832358"/>
            <a:chOff x="9405482" y="2271998"/>
            <a:chExt cx="3471048" cy="1832358"/>
          </a:xfrm>
        </p:grpSpPr>
        <p:pic>
          <p:nvPicPr>
            <p:cNvPr id="124" name="Green Bricks 2"/>
            <p:cNvPicPr>
              <a:picLocks noChangeAspect="1"/>
            </p:cNvPicPr>
            <p:nvPr/>
          </p:nvPicPr>
          <p:blipFill>
            <a:blip r:embed="rId7" cstate="print">
              <a:extLst>
                <a:ext uri="{28A0092B-C50C-407E-A947-70E740481C1C}">
                  <a14:useLocalDpi xmlns:a14="http://schemas.microsoft.com/office/drawing/2010/main" val="0"/>
                </a:ext>
              </a:extLst>
            </a:blip>
            <a:stretch>
              <a:fillRect/>
            </a:stretch>
          </p:blipFill>
          <p:spPr>
            <a:xfrm>
              <a:off x="9405482" y="2380201"/>
              <a:ext cx="3456007" cy="1724155"/>
            </a:xfrm>
            <a:prstGeom prst="rect">
              <a:avLst/>
            </a:prstGeom>
          </p:spPr>
        </p:pic>
        <p:sp>
          <p:nvSpPr>
            <p:cNvPr id="125" name="Green Cap 2"/>
            <p:cNvSpPr>
              <a:spLocks noChangeAspect="1"/>
            </p:cNvSpPr>
            <p:nvPr/>
          </p:nvSpPr>
          <p:spPr>
            <a:xfrm>
              <a:off x="9968739" y="2271998"/>
              <a:ext cx="2907791" cy="1453896"/>
            </a:xfrm>
            <a:prstGeom prst="rect">
              <a:avLst/>
            </a:prstGeom>
            <a:solidFill>
              <a:srgbClr val="F4F4F4"/>
            </a:solidFill>
            <a:ln>
              <a:noFill/>
            </a:ln>
            <a:scene3d>
              <a:camera prst="orthographicFront">
                <a:rot lat="20400000" lon="21000000" rev="198000"/>
              </a:camera>
              <a:lightRig rig="balanced" dir="t"/>
            </a:scene3d>
            <a:sp3d extrusionH="165100" prstMaterial="metal">
              <a:bevelT w="19050" h="12700"/>
              <a:extrusionClr>
                <a:srgbClr val="F4F4F4"/>
              </a:extrusionClr>
            </a:sp3d>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sz="4400" spc="-200" dirty="0">
                  <a:ln>
                    <a:solidFill>
                      <a:schemeClr val="tx1">
                        <a:lumMod val="85000"/>
                        <a:lumOff val="15000"/>
                      </a:schemeClr>
                    </a:solidFill>
                  </a:ln>
                  <a:solidFill>
                    <a:srgbClr val="04A043"/>
                  </a:solidFill>
                  <a:latin typeface="Poppins Medium" panose="00000600000000000000" pitchFamily="2" charset="0"/>
                  <a:ea typeface="ZCOOL QingKe HuangYou" panose="00000500000000000000" pitchFamily="2" charset="0"/>
                  <a:cs typeface="Poppins Medium" panose="00000600000000000000" pitchFamily="2" charset="0"/>
                </a:rPr>
                <a:t>by Adam Groff.</a:t>
              </a:r>
            </a:p>
          </p:txBody>
        </p:sp>
      </p:grpSp>
      <p:grpSp>
        <p:nvGrpSpPr>
          <p:cNvPr id="126" name="Red Block 2"/>
          <p:cNvGrpSpPr/>
          <p:nvPr/>
        </p:nvGrpSpPr>
        <p:grpSpPr>
          <a:xfrm>
            <a:off x="5780388" y="2258131"/>
            <a:ext cx="3471292" cy="1832357"/>
            <a:chOff x="3599052" y="2264735"/>
            <a:chExt cx="3471292" cy="1832357"/>
          </a:xfrm>
        </p:grpSpPr>
        <p:pic>
          <p:nvPicPr>
            <p:cNvPr id="127" name="Red Bricks 2"/>
            <p:cNvPicPr>
              <a:picLocks noChangeAspect="1"/>
            </p:cNvPicPr>
            <p:nvPr/>
          </p:nvPicPr>
          <p:blipFill>
            <a:blip r:embed="rId8" cstate="print">
              <a:extLst>
                <a:ext uri="{28A0092B-C50C-407E-A947-70E740481C1C}">
                  <a14:useLocalDpi xmlns:a14="http://schemas.microsoft.com/office/drawing/2010/main" val="0"/>
                </a:ext>
              </a:extLst>
            </a:blip>
            <a:stretch>
              <a:fillRect/>
            </a:stretch>
          </p:blipFill>
          <p:spPr>
            <a:xfrm>
              <a:off x="3599052" y="2372938"/>
              <a:ext cx="3461795" cy="1724154"/>
            </a:xfrm>
            <a:prstGeom prst="rect">
              <a:avLst/>
            </a:prstGeom>
          </p:spPr>
        </p:pic>
        <p:sp>
          <p:nvSpPr>
            <p:cNvPr id="128" name="Red Cap 2"/>
            <p:cNvSpPr>
              <a:spLocks noChangeAspect="1"/>
            </p:cNvSpPr>
            <p:nvPr/>
          </p:nvSpPr>
          <p:spPr>
            <a:xfrm>
              <a:off x="4162553" y="2264735"/>
              <a:ext cx="2907791" cy="1453896"/>
            </a:xfrm>
            <a:prstGeom prst="rect">
              <a:avLst/>
            </a:prstGeom>
            <a:solidFill>
              <a:srgbClr val="F4F4F4"/>
            </a:solidFill>
            <a:ln>
              <a:noFill/>
            </a:ln>
            <a:scene3d>
              <a:camera prst="orthographicFront">
                <a:rot lat="20400000" lon="21000000" rev="198000"/>
              </a:camera>
              <a:lightRig rig="balanced" dir="t"/>
            </a:scene3d>
            <a:sp3d extrusionH="165100" prstMaterial="metal">
              <a:bevelT w="19050" h="12700"/>
              <a:extrusionClr>
                <a:srgbClr val="F4F4F4"/>
              </a:extrusionClr>
            </a:sp3d>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sz="4400" spc="-200" dirty="0">
                  <a:ln>
                    <a:solidFill>
                      <a:schemeClr val="tx1">
                        <a:lumMod val="85000"/>
                        <a:lumOff val="15000"/>
                      </a:schemeClr>
                    </a:solidFill>
                  </a:ln>
                  <a:solidFill>
                    <a:srgbClr val="DD1A21"/>
                  </a:solidFill>
                  <a:latin typeface="Poppins Medium" panose="00000600000000000000" pitchFamily="2" charset="0"/>
                  <a:ea typeface="ZCOOL QingKe HuangYou" panose="00000500000000000000" pitchFamily="2" charset="0"/>
                  <a:cs typeface="Poppins Medium" panose="00000600000000000000" pitchFamily="2" charset="0"/>
                </a:rPr>
                <a:t>and music</a:t>
              </a:r>
            </a:p>
          </p:txBody>
        </p:sp>
      </p:grpSp>
      <p:grpSp>
        <p:nvGrpSpPr>
          <p:cNvPr id="129" name="Blue Block 1 v2"/>
          <p:cNvGrpSpPr/>
          <p:nvPr/>
        </p:nvGrpSpPr>
        <p:grpSpPr>
          <a:xfrm>
            <a:off x="2889714" y="2261123"/>
            <a:ext cx="3461795" cy="1832358"/>
            <a:chOff x="0" y="2951273"/>
            <a:chExt cx="3461795" cy="1832358"/>
          </a:xfrm>
        </p:grpSpPr>
        <p:pic>
          <p:nvPicPr>
            <p:cNvPr id="130" name="Blue Bricks 1"/>
            <p:cNvPicPr>
              <a:picLocks noChangeAspect="1"/>
            </p:cNvPicPr>
            <p:nvPr/>
          </p:nvPicPr>
          <p:blipFill>
            <a:blip r:embed="rId9" cstate="print">
              <a:extLst>
                <a:ext uri="{28A0092B-C50C-407E-A947-70E740481C1C}">
                  <a14:useLocalDpi xmlns:a14="http://schemas.microsoft.com/office/drawing/2010/main" val="0"/>
                </a:ext>
              </a:extLst>
            </a:blip>
            <a:stretch>
              <a:fillRect/>
            </a:stretch>
          </p:blipFill>
          <p:spPr>
            <a:xfrm>
              <a:off x="0" y="3059476"/>
              <a:ext cx="3461795" cy="1724155"/>
            </a:xfrm>
            <a:prstGeom prst="rect">
              <a:avLst/>
            </a:prstGeom>
          </p:spPr>
        </p:pic>
        <p:sp>
          <p:nvSpPr>
            <p:cNvPr id="131" name="Blue Cap 1"/>
            <p:cNvSpPr>
              <a:spLocks noChangeAspect="1"/>
            </p:cNvSpPr>
            <p:nvPr/>
          </p:nvSpPr>
          <p:spPr>
            <a:xfrm>
              <a:off x="213811" y="2951273"/>
              <a:ext cx="2907791" cy="1453896"/>
            </a:xfrm>
            <a:prstGeom prst="rect">
              <a:avLst/>
            </a:prstGeom>
            <a:solidFill>
              <a:srgbClr val="F4F4F4"/>
            </a:solidFill>
            <a:ln>
              <a:noFill/>
            </a:ln>
            <a:scene3d>
              <a:camera prst="orthographicFront">
                <a:rot lat="20400000" lon="21000000" rev="198000"/>
              </a:camera>
              <a:lightRig rig="balanced" dir="t"/>
            </a:scene3d>
            <a:sp3d extrusionH="165100" prstMaterial="metal">
              <a:bevelT w="19050" h="12700"/>
              <a:extrusionClr>
                <a:srgbClr val="F4F4F4"/>
              </a:extrusionClr>
            </a:sp3d>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sz="4400" spc="-200" dirty="0">
                  <a:ln>
                    <a:solidFill>
                      <a:schemeClr val="tx1">
                        <a:lumMod val="85000"/>
                        <a:lumOff val="15000"/>
                      </a:schemeClr>
                    </a:solidFill>
                  </a:ln>
                  <a:solidFill>
                    <a:srgbClr val="106DDE"/>
                  </a:solidFill>
                  <a:latin typeface="Poppins Medium" panose="00000600000000000000" pitchFamily="2" charset="0"/>
                  <a:ea typeface="ZCOOL QingKe HuangYou" panose="00000500000000000000" pitchFamily="2" charset="0"/>
                  <a:cs typeface="Poppins Medium" panose="00000600000000000000" pitchFamily="2" charset="0"/>
                </a:rPr>
                <a:t>All </a:t>
              </a:r>
            </a:p>
            <a:p>
              <a:pPr algn="ctr"/>
              <a:r>
                <a:rPr lang="en-US" sz="4400" spc="-200" dirty="0">
                  <a:ln>
                    <a:solidFill>
                      <a:schemeClr val="tx1">
                        <a:lumMod val="85000"/>
                        <a:lumOff val="15000"/>
                      </a:schemeClr>
                    </a:solidFill>
                  </a:ln>
                  <a:solidFill>
                    <a:srgbClr val="106DDE"/>
                  </a:solidFill>
                  <a:latin typeface="Poppins Medium" panose="00000600000000000000" pitchFamily="2" charset="0"/>
                  <a:ea typeface="ZCOOL QingKe HuangYou" panose="00000500000000000000" pitchFamily="2" charset="0"/>
                  <a:cs typeface="Poppins Medium" panose="00000600000000000000" pitchFamily="2" charset="0"/>
                </a:rPr>
                <a:t>images</a:t>
              </a:r>
            </a:p>
          </p:txBody>
        </p:sp>
      </p:grpSp>
      <p:grpSp>
        <p:nvGrpSpPr>
          <p:cNvPr id="132" name="Green Block 2"/>
          <p:cNvGrpSpPr/>
          <p:nvPr/>
        </p:nvGrpSpPr>
        <p:grpSpPr>
          <a:xfrm>
            <a:off x="8678633" y="2267600"/>
            <a:ext cx="3471048" cy="1832358"/>
            <a:chOff x="9405482" y="2271998"/>
            <a:chExt cx="3471048" cy="1832358"/>
          </a:xfrm>
        </p:grpSpPr>
        <p:pic>
          <p:nvPicPr>
            <p:cNvPr id="133" name="Green Bricks 2"/>
            <p:cNvPicPr>
              <a:picLocks noChangeAspect="1"/>
            </p:cNvPicPr>
            <p:nvPr/>
          </p:nvPicPr>
          <p:blipFill>
            <a:blip r:embed="rId7" cstate="print">
              <a:extLst>
                <a:ext uri="{28A0092B-C50C-407E-A947-70E740481C1C}">
                  <a14:useLocalDpi xmlns:a14="http://schemas.microsoft.com/office/drawing/2010/main" val="0"/>
                </a:ext>
              </a:extLst>
            </a:blip>
            <a:stretch>
              <a:fillRect/>
            </a:stretch>
          </p:blipFill>
          <p:spPr>
            <a:xfrm>
              <a:off x="9405482" y="2380201"/>
              <a:ext cx="3456007" cy="1724155"/>
            </a:xfrm>
            <a:prstGeom prst="rect">
              <a:avLst/>
            </a:prstGeom>
          </p:spPr>
        </p:pic>
        <p:sp>
          <p:nvSpPr>
            <p:cNvPr id="134" name="Green Cap 2"/>
            <p:cNvSpPr>
              <a:spLocks noChangeAspect="1"/>
            </p:cNvSpPr>
            <p:nvPr/>
          </p:nvSpPr>
          <p:spPr>
            <a:xfrm>
              <a:off x="9968739" y="2271998"/>
              <a:ext cx="2907791" cy="1453896"/>
            </a:xfrm>
            <a:prstGeom prst="rect">
              <a:avLst/>
            </a:prstGeom>
            <a:solidFill>
              <a:srgbClr val="F4F4F4"/>
            </a:solidFill>
            <a:ln>
              <a:noFill/>
            </a:ln>
            <a:scene3d>
              <a:camera prst="orthographicFront">
                <a:rot lat="20400000" lon="21000000" rev="198000"/>
              </a:camera>
              <a:lightRig rig="balanced" dir="t"/>
            </a:scene3d>
            <a:sp3d extrusionH="165100" prstMaterial="metal">
              <a:bevelT w="19050" h="12700"/>
              <a:extrusionClr>
                <a:srgbClr val="F4F4F4"/>
              </a:extrusionClr>
            </a:sp3d>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sz="4400" spc="-200" dirty="0">
                  <a:ln>
                    <a:solidFill>
                      <a:schemeClr val="tx1">
                        <a:lumMod val="85000"/>
                        <a:lumOff val="15000"/>
                      </a:schemeClr>
                    </a:solidFill>
                  </a:ln>
                  <a:solidFill>
                    <a:srgbClr val="04A043"/>
                  </a:solidFill>
                  <a:latin typeface="Poppins Medium" panose="00000600000000000000" pitchFamily="2" charset="0"/>
                  <a:ea typeface="ZCOOL QingKe HuangYou" panose="00000500000000000000" pitchFamily="2" charset="0"/>
                  <a:cs typeface="Poppins Medium" panose="00000600000000000000" pitchFamily="2" charset="0"/>
                </a:rPr>
                <a:t>Leandri140029.</a:t>
              </a:r>
            </a:p>
          </p:txBody>
        </p:sp>
      </p:grpSp>
      <p:grpSp>
        <p:nvGrpSpPr>
          <p:cNvPr id="135" name="Red Block 2"/>
          <p:cNvGrpSpPr/>
          <p:nvPr/>
        </p:nvGrpSpPr>
        <p:grpSpPr>
          <a:xfrm>
            <a:off x="5780995" y="2261861"/>
            <a:ext cx="3471292" cy="1832357"/>
            <a:chOff x="3599052" y="2264735"/>
            <a:chExt cx="3471292" cy="1832357"/>
          </a:xfrm>
        </p:grpSpPr>
        <p:pic>
          <p:nvPicPr>
            <p:cNvPr id="136" name="Red Bricks 2"/>
            <p:cNvPicPr>
              <a:picLocks noChangeAspect="1"/>
            </p:cNvPicPr>
            <p:nvPr/>
          </p:nvPicPr>
          <p:blipFill>
            <a:blip r:embed="rId8" cstate="print">
              <a:extLst>
                <a:ext uri="{28A0092B-C50C-407E-A947-70E740481C1C}">
                  <a14:useLocalDpi xmlns:a14="http://schemas.microsoft.com/office/drawing/2010/main" val="0"/>
                </a:ext>
              </a:extLst>
            </a:blip>
            <a:stretch>
              <a:fillRect/>
            </a:stretch>
          </p:blipFill>
          <p:spPr>
            <a:xfrm>
              <a:off x="3599052" y="2372938"/>
              <a:ext cx="3461795" cy="1724154"/>
            </a:xfrm>
            <a:prstGeom prst="rect">
              <a:avLst/>
            </a:prstGeom>
          </p:spPr>
        </p:pic>
        <p:sp>
          <p:nvSpPr>
            <p:cNvPr id="137" name="Red Cap 2"/>
            <p:cNvSpPr>
              <a:spLocks noChangeAspect="1"/>
            </p:cNvSpPr>
            <p:nvPr/>
          </p:nvSpPr>
          <p:spPr>
            <a:xfrm>
              <a:off x="4162553" y="2264735"/>
              <a:ext cx="2907791" cy="1453896"/>
            </a:xfrm>
            <a:prstGeom prst="rect">
              <a:avLst/>
            </a:prstGeom>
            <a:solidFill>
              <a:srgbClr val="F4F4F4"/>
            </a:solidFill>
            <a:ln>
              <a:noFill/>
            </a:ln>
            <a:scene3d>
              <a:camera prst="orthographicFront">
                <a:rot lat="20400000" lon="21000000" rev="198000"/>
              </a:camera>
              <a:lightRig rig="balanced" dir="t"/>
            </a:scene3d>
            <a:sp3d extrusionH="165100" prstMaterial="metal">
              <a:bevelT w="19050" h="12700"/>
              <a:extrusionClr>
                <a:srgbClr val="F4F4F4"/>
              </a:extrusionClr>
            </a:sp3d>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sz="4400" spc="-200" dirty="0">
                  <a:ln>
                    <a:solidFill>
                      <a:schemeClr val="tx1">
                        <a:lumMod val="85000"/>
                        <a:lumOff val="15000"/>
                      </a:schemeClr>
                    </a:solidFill>
                  </a:ln>
                  <a:solidFill>
                    <a:srgbClr val="DD1A21"/>
                  </a:solidFill>
                  <a:latin typeface="Poppins Medium" panose="00000600000000000000" pitchFamily="2" charset="0"/>
                  <a:ea typeface="ZCOOL QingKe HuangYou" panose="00000500000000000000" pitchFamily="2" charset="0"/>
                  <a:cs typeface="Poppins Medium" panose="00000600000000000000" pitchFamily="2" charset="0"/>
                </a:rPr>
                <a:t>sounds </a:t>
              </a:r>
            </a:p>
            <a:p>
              <a:pPr algn="ctr"/>
              <a:r>
                <a:rPr lang="en-US" sz="4400" spc="-200" dirty="0">
                  <a:ln>
                    <a:solidFill>
                      <a:schemeClr val="tx1">
                        <a:lumMod val="85000"/>
                        <a:lumOff val="15000"/>
                      </a:schemeClr>
                    </a:solidFill>
                  </a:ln>
                  <a:solidFill>
                    <a:srgbClr val="DD1A21"/>
                  </a:solidFill>
                  <a:latin typeface="Poppins Medium" panose="00000600000000000000" pitchFamily="2" charset="0"/>
                  <a:ea typeface="ZCOOL QingKe HuangYou" panose="00000500000000000000" pitchFamily="2" charset="0"/>
                  <a:cs typeface="Poppins Medium" panose="00000600000000000000" pitchFamily="2" charset="0"/>
                </a:rPr>
                <a:t>by</a:t>
              </a:r>
            </a:p>
          </p:txBody>
        </p:sp>
      </p:grpSp>
      <p:grpSp>
        <p:nvGrpSpPr>
          <p:cNvPr id="138" name="Blue Block 1 v2"/>
          <p:cNvGrpSpPr/>
          <p:nvPr/>
        </p:nvGrpSpPr>
        <p:grpSpPr>
          <a:xfrm>
            <a:off x="2890321" y="2264853"/>
            <a:ext cx="3461795" cy="1832358"/>
            <a:chOff x="0" y="2951273"/>
            <a:chExt cx="3461795" cy="1832358"/>
          </a:xfrm>
        </p:grpSpPr>
        <p:pic>
          <p:nvPicPr>
            <p:cNvPr id="139" name="Blue Bricks 1"/>
            <p:cNvPicPr>
              <a:picLocks noChangeAspect="1"/>
            </p:cNvPicPr>
            <p:nvPr/>
          </p:nvPicPr>
          <p:blipFill>
            <a:blip r:embed="rId9" cstate="print">
              <a:extLst>
                <a:ext uri="{28A0092B-C50C-407E-A947-70E740481C1C}">
                  <a14:useLocalDpi xmlns:a14="http://schemas.microsoft.com/office/drawing/2010/main" val="0"/>
                </a:ext>
              </a:extLst>
            </a:blip>
            <a:stretch>
              <a:fillRect/>
            </a:stretch>
          </p:blipFill>
          <p:spPr>
            <a:xfrm>
              <a:off x="0" y="3059476"/>
              <a:ext cx="3461795" cy="1724155"/>
            </a:xfrm>
            <a:prstGeom prst="rect">
              <a:avLst/>
            </a:prstGeom>
          </p:spPr>
        </p:pic>
        <p:sp>
          <p:nvSpPr>
            <p:cNvPr id="140" name="Blue Cap 1"/>
            <p:cNvSpPr>
              <a:spLocks noChangeAspect="1"/>
            </p:cNvSpPr>
            <p:nvPr/>
          </p:nvSpPr>
          <p:spPr>
            <a:xfrm>
              <a:off x="213811" y="2951273"/>
              <a:ext cx="2907791" cy="1453896"/>
            </a:xfrm>
            <a:prstGeom prst="rect">
              <a:avLst/>
            </a:prstGeom>
            <a:solidFill>
              <a:srgbClr val="F4F4F4"/>
            </a:solidFill>
            <a:ln>
              <a:noFill/>
            </a:ln>
            <a:scene3d>
              <a:camera prst="orthographicFront">
                <a:rot lat="20400000" lon="21000000" rev="198000"/>
              </a:camera>
              <a:lightRig rig="balanced" dir="t"/>
            </a:scene3d>
            <a:sp3d extrusionH="165100" prstMaterial="metal">
              <a:bevelT w="19050" h="12700"/>
              <a:extrusionClr>
                <a:srgbClr val="F4F4F4"/>
              </a:extrusionClr>
            </a:sp3d>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sz="4400" spc="-200" dirty="0">
                  <a:ln>
                    <a:solidFill>
                      <a:schemeClr val="tx1">
                        <a:lumMod val="85000"/>
                        <a:lumOff val="15000"/>
                      </a:schemeClr>
                    </a:solidFill>
                  </a:ln>
                  <a:solidFill>
                    <a:srgbClr val="106DDE"/>
                  </a:solidFill>
                  <a:latin typeface="Poppins Medium" panose="00000600000000000000" pitchFamily="2" charset="0"/>
                  <a:ea typeface="ZCOOL QingKe HuangYou" panose="00000500000000000000" pitchFamily="2" charset="0"/>
                  <a:cs typeface="Poppins Medium" panose="00000600000000000000" pitchFamily="2" charset="0"/>
                </a:rPr>
                <a:t>Plastic brick</a:t>
              </a:r>
            </a:p>
          </p:txBody>
        </p:sp>
      </p:grpSp>
      <p:grpSp>
        <p:nvGrpSpPr>
          <p:cNvPr id="141" name="Block"/>
          <p:cNvGrpSpPr/>
          <p:nvPr/>
        </p:nvGrpSpPr>
        <p:grpSpPr>
          <a:xfrm>
            <a:off x="923295" y="817880"/>
            <a:ext cx="12555821" cy="2621255"/>
            <a:chOff x="923295" y="817880"/>
            <a:chExt cx="12555821" cy="2621255"/>
          </a:xfrm>
        </p:grpSpPr>
        <p:pic>
          <p:nvPicPr>
            <p:cNvPr id="142" name="1x3 Blue"/>
            <p:cNvPicPr>
              <a:picLocks noChangeAspect="1"/>
            </p:cNvPicPr>
            <p:nvPr/>
          </p:nvPicPr>
          <p:blipFill>
            <a:blip r:embed="rId10" cstate="print">
              <a:extLst>
                <a:ext uri="{28A0092B-C50C-407E-A947-70E740481C1C}">
                  <a14:useLocalDpi xmlns:a14="http://schemas.microsoft.com/office/drawing/2010/main" val="0"/>
                </a:ext>
              </a:extLst>
            </a:blip>
            <a:stretch>
              <a:fillRect/>
            </a:stretch>
          </p:blipFill>
          <p:spPr>
            <a:xfrm>
              <a:off x="4305300" y="2886456"/>
              <a:ext cx="1198714" cy="530352"/>
            </a:xfrm>
            <a:prstGeom prst="rect">
              <a:avLst/>
            </a:prstGeom>
          </p:spPr>
        </p:pic>
        <p:pic>
          <p:nvPicPr>
            <p:cNvPr id="143" name="1x4 Blue"/>
            <p:cNvPicPr>
              <a:picLocks noChangeAspect="1"/>
            </p:cNvPicPr>
            <p:nvPr/>
          </p:nvPicPr>
          <p:blipFill>
            <a:blip r:embed="rId11" cstate="print">
              <a:extLst>
                <a:ext uri="{28A0092B-C50C-407E-A947-70E740481C1C}">
                  <a14:useLocalDpi xmlns:a14="http://schemas.microsoft.com/office/drawing/2010/main" val="0"/>
                </a:ext>
              </a:extLst>
            </a:blip>
            <a:stretch>
              <a:fillRect/>
            </a:stretch>
          </p:blipFill>
          <p:spPr>
            <a:xfrm>
              <a:off x="1290355" y="817880"/>
              <a:ext cx="1557664" cy="530352"/>
            </a:xfrm>
            <a:prstGeom prst="rect">
              <a:avLst/>
            </a:prstGeom>
          </p:spPr>
        </p:pic>
        <p:pic>
          <p:nvPicPr>
            <p:cNvPr id="144" name="2x2 Blue"/>
            <p:cNvPicPr>
              <a:picLocks noChangeAspect="1"/>
            </p:cNvPicPr>
            <p:nvPr/>
          </p:nvPicPr>
          <p:blipFill>
            <a:blip r:embed="rId12" cstate="print">
              <a:extLst>
                <a:ext uri="{28A0092B-C50C-407E-A947-70E740481C1C}">
                  <a14:useLocalDpi xmlns:a14="http://schemas.microsoft.com/office/drawing/2010/main" val="0"/>
                </a:ext>
              </a:extLst>
            </a:blip>
            <a:stretch>
              <a:fillRect/>
            </a:stretch>
          </p:blipFill>
          <p:spPr>
            <a:xfrm>
              <a:off x="2418080" y="1166360"/>
              <a:ext cx="838289" cy="859536"/>
            </a:xfrm>
            <a:prstGeom prst="rect">
              <a:avLst/>
            </a:prstGeom>
          </p:spPr>
        </p:pic>
        <p:pic>
          <p:nvPicPr>
            <p:cNvPr id="145" name="1x1 Blue"/>
            <p:cNvPicPr>
              <a:picLocks noChangeAspect="1"/>
            </p:cNvPicPr>
            <p:nvPr/>
          </p:nvPicPr>
          <p:blipFill>
            <a:blip r:embed="rId13" cstate="print">
              <a:extLst>
                <a:ext uri="{28A0092B-C50C-407E-A947-70E740481C1C}">
                  <a14:useLocalDpi xmlns:a14="http://schemas.microsoft.com/office/drawing/2010/main" val="0"/>
                </a:ext>
              </a:extLst>
            </a:blip>
            <a:stretch>
              <a:fillRect/>
            </a:stretch>
          </p:blipFill>
          <p:spPr>
            <a:xfrm>
              <a:off x="923295" y="817880"/>
              <a:ext cx="471205" cy="530352"/>
            </a:xfrm>
            <a:prstGeom prst="rect">
              <a:avLst/>
            </a:prstGeom>
          </p:spPr>
        </p:pic>
        <p:pic>
          <p:nvPicPr>
            <p:cNvPr id="146" name="2x2 Blue"/>
            <p:cNvPicPr>
              <a:picLocks noChangeAspect="1"/>
            </p:cNvPicPr>
            <p:nvPr/>
          </p:nvPicPr>
          <p:blipFill>
            <a:blip r:embed="rId12" cstate="print">
              <a:extLst>
                <a:ext uri="{28A0092B-C50C-407E-A947-70E740481C1C}">
                  <a14:useLocalDpi xmlns:a14="http://schemas.microsoft.com/office/drawing/2010/main" val="0"/>
                </a:ext>
              </a:extLst>
            </a:blip>
            <a:stretch>
              <a:fillRect/>
            </a:stretch>
          </p:blipFill>
          <p:spPr>
            <a:xfrm>
              <a:off x="942971" y="1156200"/>
              <a:ext cx="838289" cy="859536"/>
            </a:xfrm>
            <a:prstGeom prst="rect">
              <a:avLst/>
            </a:prstGeom>
          </p:spPr>
        </p:pic>
        <p:pic>
          <p:nvPicPr>
            <p:cNvPr id="147" name="1x4 Blue"/>
            <p:cNvPicPr>
              <a:picLocks noChangeAspect="1"/>
            </p:cNvPicPr>
            <p:nvPr/>
          </p:nvPicPr>
          <p:blipFill>
            <a:blip r:embed="rId11" cstate="print">
              <a:extLst>
                <a:ext uri="{28A0092B-C50C-407E-A947-70E740481C1C}">
                  <a14:useLocalDpi xmlns:a14="http://schemas.microsoft.com/office/drawing/2010/main" val="0"/>
                </a:ext>
              </a:extLst>
            </a:blip>
            <a:stretch>
              <a:fillRect/>
            </a:stretch>
          </p:blipFill>
          <p:spPr>
            <a:xfrm>
              <a:off x="1353950" y="1843405"/>
              <a:ext cx="1557664" cy="530352"/>
            </a:xfrm>
            <a:prstGeom prst="rect">
              <a:avLst/>
            </a:prstGeom>
          </p:spPr>
        </p:pic>
        <p:pic>
          <p:nvPicPr>
            <p:cNvPr id="148" name="2x2 Blue"/>
            <p:cNvPicPr>
              <a:picLocks noChangeAspect="1"/>
            </p:cNvPicPr>
            <p:nvPr/>
          </p:nvPicPr>
          <p:blipFill>
            <a:blip r:embed="rId12" cstate="print">
              <a:extLst>
                <a:ext uri="{28A0092B-C50C-407E-A947-70E740481C1C}">
                  <a14:useLocalDpi xmlns:a14="http://schemas.microsoft.com/office/drawing/2010/main" val="0"/>
                </a:ext>
              </a:extLst>
            </a:blip>
            <a:stretch>
              <a:fillRect/>
            </a:stretch>
          </p:blipFill>
          <p:spPr>
            <a:xfrm>
              <a:off x="2477229" y="2204720"/>
              <a:ext cx="838289" cy="859536"/>
            </a:xfrm>
            <a:prstGeom prst="rect">
              <a:avLst/>
            </a:prstGeom>
          </p:spPr>
        </p:pic>
        <p:pic>
          <p:nvPicPr>
            <p:cNvPr id="149" name="1x1 Blue"/>
            <p:cNvPicPr>
              <a:picLocks noChangeAspect="1"/>
            </p:cNvPicPr>
            <p:nvPr/>
          </p:nvPicPr>
          <p:blipFill>
            <a:blip r:embed="rId13" cstate="print">
              <a:extLst>
                <a:ext uri="{28A0092B-C50C-407E-A947-70E740481C1C}">
                  <a14:useLocalDpi xmlns:a14="http://schemas.microsoft.com/office/drawing/2010/main" val="0"/>
                </a:ext>
              </a:extLst>
            </a:blip>
            <a:stretch>
              <a:fillRect/>
            </a:stretch>
          </p:blipFill>
          <p:spPr>
            <a:xfrm>
              <a:off x="980619" y="1840865"/>
              <a:ext cx="471205" cy="530352"/>
            </a:xfrm>
            <a:prstGeom prst="rect">
              <a:avLst/>
            </a:prstGeom>
          </p:spPr>
        </p:pic>
        <p:pic>
          <p:nvPicPr>
            <p:cNvPr id="150" name="2x2 Blue"/>
            <p:cNvPicPr>
              <a:picLocks noChangeAspect="1"/>
            </p:cNvPicPr>
            <p:nvPr/>
          </p:nvPicPr>
          <p:blipFill>
            <a:blip r:embed="rId12" cstate="print">
              <a:extLst>
                <a:ext uri="{28A0092B-C50C-407E-A947-70E740481C1C}">
                  <a14:useLocalDpi xmlns:a14="http://schemas.microsoft.com/office/drawing/2010/main" val="0"/>
                </a:ext>
              </a:extLst>
            </a:blip>
            <a:stretch>
              <a:fillRect/>
            </a:stretch>
          </p:blipFill>
          <p:spPr>
            <a:xfrm>
              <a:off x="1002120" y="2194560"/>
              <a:ext cx="838289" cy="859536"/>
            </a:xfrm>
            <a:prstGeom prst="rect">
              <a:avLst/>
            </a:prstGeom>
          </p:spPr>
        </p:pic>
        <p:pic>
          <p:nvPicPr>
            <p:cNvPr id="151" name="1x4 Blue"/>
            <p:cNvPicPr>
              <a:picLocks noChangeAspect="1"/>
            </p:cNvPicPr>
            <p:nvPr/>
          </p:nvPicPr>
          <p:blipFill>
            <a:blip r:embed="rId11" cstate="print">
              <a:extLst>
                <a:ext uri="{28A0092B-C50C-407E-A947-70E740481C1C}">
                  <a14:useLocalDpi xmlns:a14="http://schemas.microsoft.com/office/drawing/2010/main" val="0"/>
                </a:ext>
              </a:extLst>
            </a:blip>
            <a:stretch>
              <a:fillRect/>
            </a:stretch>
          </p:blipFill>
          <p:spPr>
            <a:xfrm>
              <a:off x="1409700" y="2880360"/>
              <a:ext cx="1557664" cy="530352"/>
            </a:xfrm>
            <a:prstGeom prst="rect">
              <a:avLst/>
            </a:prstGeom>
          </p:spPr>
        </p:pic>
        <p:pic>
          <p:nvPicPr>
            <p:cNvPr id="152" name="1x1 Blue"/>
            <p:cNvPicPr>
              <a:picLocks noChangeAspect="1"/>
            </p:cNvPicPr>
            <p:nvPr/>
          </p:nvPicPr>
          <p:blipFill>
            <a:blip r:embed="rId13" cstate="print">
              <a:extLst>
                <a:ext uri="{28A0092B-C50C-407E-A947-70E740481C1C}">
                  <a14:useLocalDpi xmlns:a14="http://schemas.microsoft.com/office/drawing/2010/main" val="0"/>
                </a:ext>
              </a:extLst>
            </a:blip>
            <a:stretch>
              <a:fillRect/>
            </a:stretch>
          </p:blipFill>
          <p:spPr>
            <a:xfrm>
              <a:off x="1040220" y="2877820"/>
              <a:ext cx="471205" cy="530352"/>
            </a:xfrm>
            <a:prstGeom prst="rect">
              <a:avLst/>
            </a:prstGeom>
          </p:spPr>
        </p:pic>
        <p:pic>
          <p:nvPicPr>
            <p:cNvPr id="153" name="1x2 Blue"/>
            <p:cNvPicPr>
              <a:picLocks/>
            </p:cNvPicPr>
            <p:nvPr/>
          </p:nvPicPr>
          <p:blipFill>
            <a:blip r:embed="rId14" cstate="print">
              <a:extLst>
                <a:ext uri="{28A0092B-C50C-407E-A947-70E740481C1C}">
                  <a14:useLocalDpi xmlns:a14="http://schemas.microsoft.com/office/drawing/2010/main" val="0"/>
                </a:ext>
              </a:extLst>
            </a:blip>
            <a:stretch>
              <a:fillRect/>
            </a:stretch>
          </p:blipFill>
          <p:spPr>
            <a:xfrm>
              <a:off x="3475901" y="829096"/>
              <a:ext cx="813816" cy="529163"/>
            </a:xfrm>
            <a:prstGeom prst="rect">
              <a:avLst/>
            </a:prstGeom>
          </p:spPr>
        </p:pic>
        <p:pic>
          <p:nvPicPr>
            <p:cNvPr id="154" name="2x2 Blue"/>
            <p:cNvPicPr>
              <a:picLocks noChangeAspect="1"/>
            </p:cNvPicPr>
            <p:nvPr/>
          </p:nvPicPr>
          <p:blipFill>
            <a:blip r:embed="rId12" cstate="print">
              <a:extLst>
                <a:ext uri="{28A0092B-C50C-407E-A947-70E740481C1C}">
                  <a14:useLocalDpi xmlns:a14="http://schemas.microsoft.com/office/drawing/2010/main" val="0"/>
                </a:ext>
              </a:extLst>
            </a:blip>
            <a:stretch>
              <a:fillRect/>
            </a:stretch>
          </p:blipFill>
          <p:spPr>
            <a:xfrm>
              <a:off x="3495586" y="1177790"/>
              <a:ext cx="838289" cy="859536"/>
            </a:xfrm>
            <a:prstGeom prst="rect">
              <a:avLst/>
            </a:prstGeom>
          </p:spPr>
        </p:pic>
        <p:pic>
          <p:nvPicPr>
            <p:cNvPr id="155" name="1x2 Blue"/>
            <p:cNvPicPr>
              <a:picLocks/>
            </p:cNvPicPr>
            <p:nvPr/>
          </p:nvPicPr>
          <p:blipFill>
            <a:blip r:embed="rId14" cstate="print">
              <a:extLst>
                <a:ext uri="{28A0092B-C50C-407E-A947-70E740481C1C}">
                  <a14:useLocalDpi xmlns:a14="http://schemas.microsoft.com/office/drawing/2010/main" val="0"/>
                </a:ext>
              </a:extLst>
            </a:blip>
            <a:stretch>
              <a:fillRect/>
            </a:stretch>
          </p:blipFill>
          <p:spPr>
            <a:xfrm>
              <a:off x="3533394" y="1857588"/>
              <a:ext cx="813816" cy="529163"/>
            </a:xfrm>
            <a:prstGeom prst="rect">
              <a:avLst/>
            </a:prstGeom>
          </p:spPr>
        </p:pic>
        <p:pic>
          <p:nvPicPr>
            <p:cNvPr id="156" name="2x2 Blue"/>
            <p:cNvPicPr>
              <a:picLocks noChangeAspect="1"/>
            </p:cNvPicPr>
            <p:nvPr/>
          </p:nvPicPr>
          <p:blipFill>
            <a:blip r:embed="rId12" cstate="print">
              <a:extLst>
                <a:ext uri="{28A0092B-C50C-407E-A947-70E740481C1C}">
                  <a14:useLocalDpi xmlns:a14="http://schemas.microsoft.com/office/drawing/2010/main" val="0"/>
                </a:ext>
              </a:extLst>
            </a:blip>
            <a:stretch>
              <a:fillRect/>
            </a:stretch>
          </p:blipFill>
          <p:spPr>
            <a:xfrm>
              <a:off x="3552825" y="2205990"/>
              <a:ext cx="838289" cy="859536"/>
            </a:xfrm>
            <a:prstGeom prst="rect">
              <a:avLst/>
            </a:prstGeom>
          </p:spPr>
        </p:pic>
        <p:pic>
          <p:nvPicPr>
            <p:cNvPr id="157" name="1x4 Blue"/>
            <p:cNvPicPr>
              <a:picLocks noChangeAspect="1"/>
            </p:cNvPicPr>
            <p:nvPr/>
          </p:nvPicPr>
          <p:blipFill>
            <a:blip r:embed="rId11" cstate="print">
              <a:extLst>
                <a:ext uri="{28A0092B-C50C-407E-A947-70E740481C1C}">
                  <a14:useLocalDpi xmlns:a14="http://schemas.microsoft.com/office/drawing/2010/main" val="0"/>
                </a:ext>
              </a:extLst>
            </a:blip>
            <a:stretch>
              <a:fillRect/>
            </a:stretch>
          </p:blipFill>
          <p:spPr>
            <a:xfrm>
              <a:off x="6011486" y="829556"/>
              <a:ext cx="1557664" cy="530352"/>
            </a:xfrm>
            <a:prstGeom prst="rect">
              <a:avLst/>
            </a:prstGeom>
          </p:spPr>
        </p:pic>
        <p:pic>
          <p:nvPicPr>
            <p:cNvPr id="158" name="2x2 Blue"/>
            <p:cNvPicPr>
              <a:picLocks noChangeAspect="1"/>
            </p:cNvPicPr>
            <p:nvPr/>
          </p:nvPicPr>
          <p:blipFill>
            <a:blip r:embed="rId12" cstate="print">
              <a:extLst>
                <a:ext uri="{28A0092B-C50C-407E-A947-70E740481C1C}">
                  <a14:useLocalDpi xmlns:a14="http://schemas.microsoft.com/office/drawing/2010/main" val="0"/>
                </a:ext>
              </a:extLst>
            </a:blip>
            <a:stretch>
              <a:fillRect/>
            </a:stretch>
          </p:blipFill>
          <p:spPr>
            <a:xfrm>
              <a:off x="7139211" y="1178036"/>
              <a:ext cx="838289" cy="859536"/>
            </a:xfrm>
            <a:prstGeom prst="rect">
              <a:avLst/>
            </a:prstGeom>
          </p:spPr>
        </p:pic>
        <p:pic>
          <p:nvPicPr>
            <p:cNvPr id="159" name="2x2 Blue"/>
            <p:cNvPicPr>
              <a:picLocks noChangeAspect="1"/>
            </p:cNvPicPr>
            <p:nvPr/>
          </p:nvPicPr>
          <p:blipFill>
            <a:blip r:embed="rId12" cstate="print">
              <a:extLst>
                <a:ext uri="{28A0092B-C50C-407E-A947-70E740481C1C}">
                  <a14:useLocalDpi xmlns:a14="http://schemas.microsoft.com/office/drawing/2010/main" val="0"/>
                </a:ext>
              </a:extLst>
            </a:blip>
            <a:stretch>
              <a:fillRect/>
            </a:stretch>
          </p:blipFill>
          <p:spPr>
            <a:xfrm>
              <a:off x="5664102" y="1167876"/>
              <a:ext cx="838289" cy="859536"/>
            </a:xfrm>
            <a:prstGeom prst="rect">
              <a:avLst/>
            </a:prstGeom>
          </p:spPr>
        </p:pic>
        <p:pic>
          <p:nvPicPr>
            <p:cNvPr id="160" name="1x2 Blue"/>
            <p:cNvPicPr>
              <a:picLocks/>
            </p:cNvPicPr>
            <p:nvPr/>
          </p:nvPicPr>
          <p:blipFill>
            <a:blip r:embed="rId14" cstate="print">
              <a:extLst>
                <a:ext uri="{28A0092B-C50C-407E-A947-70E740481C1C}">
                  <a14:useLocalDpi xmlns:a14="http://schemas.microsoft.com/office/drawing/2010/main" val="0"/>
                </a:ext>
              </a:extLst>
            </a:blip>
            <a:stretch>
              <a:fillRect/>
            </a:stretch>
          </p:blipFill>
          <p:spPr>
            <a:xfrm>
              <a:off x="7180580" y="1861818"/>
              <a:ext cx="813816" cy="529163"/>
            </a:xfrm>
            <a:prstGeom prst="rect">
              <a:avLst/>
            </a:prstGeom>
          </p:spPr>
        </p:pic>
        <p:pic>
          <p:nvPicPr>
            <p:cNvPr id="161" name="2x2 Blue"/>
            <p:cNvPicPr>
              <a:picLocks noChangeAspect="1"/>
            </p:cNvPicPr>
            <p:nvPr/>
          </p:nvPicPr>
          <p:blipFill>
            <a:blip r:embed="rId12" cstate="print">
              <a:extLst>
                <a:ext uri="{28A0092B-C50C-407E-A947-70E740481C1C}">
                  <a14:useLocalDpi xmlns:a14="http://schemas.microsoft.com/office/drawing/2010/main" val="0"/>
                </a:ext>
              </a:extLst>
            </a:blip>
            <a:stretch>
              <a:fillRect/>
            </a:stretch>
          </p:blipFill>
          <p:spPr>
            <a:xfrm>
              <a:off x="7198360" y="2216396"/>
              <a:ext cx="838289" cy="859536"/>
            </a:xfrm>
            <a:prstGeom prst="rect">
              <a:avLst/>
            </a:prstGeom>
          </p:spPr>
        </p:pic>
        <p:pic>
          <p:nvPicPr>
            <p:cNvPr id="162" name="1x2 Blue"/>
            <p:cNvPicPr>
              <a:picLocks/>
            </p:cNvPicPr>
            <p:nvPr/>
          </p:nvPicPr>
          <p:blipFill>
            <a:blip r:embed="rId14" cstate="print">
              <a:extLst>
                <a:ext uri="{28A0092B-C50C-407E-A947-70E740481C1C}">
                  <a14:useLocalDpi xmlns:a14="http://schemas.microsoft.com/office/drawing/2010/main" val="0"/>
                </a:ext>
              </a:extLst>
            </a:blip>
            <a:stretch>
              <a:fillRect/>
            </a:stretch>
          </p:blipFill>
          <p:spPr>
            <a:xfrm>
              <a:off x="5701275" y="1851659"/>
              <a:ext cx="813816" cy="529163"/>
            </a:xfrm>
            <a:prstGeom prst="rect">
              <a:avLst/>
            </a:prstGeom>
          </p:spPr>
        </p:pic>
        <p:pic>
          <p:nvPicPr>
            <p:cNvPr id="163" name="2x2 Blue"/>
            <p:cNvPicPr>
              <a:picLocks noChangeAspect="1"/>
            </p:cNvPicPr>
            <p:nvPr/>
          </p:nvPicPr>
          <p:blipFill>
            <a:blip r:embed="rId12" cstate="print">
              <a:extLst>
                <a:ext uri="{28A0092B-C50C-407E-A947-70E740481C1C}">
                  <a14:useLocalDpi xmlns:a14="http://schemas.microsoft.com/office/drawing/2010/main" val="0"/>
                </a:ext>
              </a:extLst>
            </a:blip>
            <a:stretch>
              <a:fillRect/>
            </a:stretch>
          </p:blipFill>
          <p:spPr>
            <a:xfrm>
              <a:off x="5723251" y="2206236"/>
              <a:ext cx="838289" cy="859536"/>
            </a:xfrm>
            <a:prstGeom prst="rect">
              <a:avLst/>
            </a:prstGeom>
          </p:spPr>
        </p:pic>
        <p:pic>
          <p:nvPicPr>
            <p:cNvPr id="164" name="1x4 Blue"/>
            <p:cNvPicPr>
              <a:picLocks noChangeAspect="1"/>
            </p:cNvPicPr>
            <p:nvPr/>
          </p:nvPicPr>
          <p:blipFill>
            <a:blip r:embed="rId11" cstate="print">
              <a:extLst>
                <a:ext uri="{28A0092B-C50C-407E-A947-70E740481C1C}">
                  <a14:useLocalDpi xmlns:a14="http://schemas.microsoft.com/office/drawing/2010/main" val="0"/>
                </a:ext>
              </a:extLst>
            </a:blip>
            <a:stretch>
              <a:fillRect/>
            </a:stretch>
          </p:blipFill>
          <p:spPr>
            <a:xfrm>
              <a:off x="6130831" y="2892036"/>
              <a:ext cx="1557664" cy="530352"/>
            </a:xfrm>
            <a:prstGeom prst="rect">
              <a:avLst/>
            </a:prstGeom>
          </p:spPr>
        </p:pic>
        <p:pic>
          <p:nvPicPr>
            <p:cNvPr id="165" name="1x2 Blue"/>
            <p:cNvPicPr>
              <a:picLocks/>
            </p:cNvPicPr>
            <p:nvPr/>
          </p:nvPicPr>
          <p:blipFill>
            <a:blip r:embed="rId14" cstate="print">
              <a:extLst>
                <a:ext uri="{28A0092B-C50C-407E-A947-70E740481C1C}">
                  <a14:useLocalDpi xmlns:a14="http://schemas.microsoft.com/office/drawing/2010/main" val="0"/>
                </a:ext>
              </a:extLst>
            </a:blip>
            <a:stretch>
              <a:fillRect/>
            </a:stretch>
          </p:blipFill>
          <p:spPr>
            <a:xfrm>
              <a:off x="3592106" y="2885605"/>
              <a:ext cx="813816" cy="529163"/>
            </a:xfrm>
            <a:prstGeom prst="rect">
              <a:avLst/>
            </a:prstGeom>
          </p:spPr>
        </p:pic>
        <p:pic>
          <p:nvPicPr>
            <p:cNvPr id="166" name="1x4 Blue"/>
            <p:cNvPicPr>
              <a:picLocks noChangeAspect="1"/>
            </p:cNvPicPr>
            <p:nvPr/>
          </p:nvPicPr>
          <p:blipFill>
            <a:blip r:embed="rId11" cstate="print">
              <a:extLst>
                <a:ext uri="{28A0092B-C50C-407E-A947-70E740481C1C}">
                  <a14:useLocalDpi xmlns:a14="http://schemas.microsoft.com/office/drawing/2010/main" val="0"/>
                </a:ext>
              </a:extLst>
            </a:blip>
            <a:stretch>
              <a:fillRect/>
            </a:stretch>
          </p:blipFill>
          <p:spPr>
            <a:xfrm>
              <a:off x="8558861" y="823675"/>
              <a:ext cx="1557664" cy="530352"/>
            </a:xfrm>
            <a:prstGeom prst="rect">
              <a:avLst/>
            </a:prstGeom>
          </p:spPr>
        </p:pic>
        <p:pic>
          <p:nvPicPr>
            <p:cNvPr id="167" name="1x2 Blue"/>
            <p:cNvPicPr>
              <a:picLocks/>
            </p:cNvPicPr>
            <p:nvPr/>
          </p:nvPicPr>
          <p:blipFill>
            <a:blip r:embed="rId14" cstate="print">
              <a:extLst>
                <a:ext uri="{28A0092B-C50C-407E-A947-70E740481C1C}">
                  <a14:useLocalDpi xmlns:a14="http://schemas.microsoft.com/office/drawing/2010/main" val="0"/>
                </a:ext>
              </a:extLst>
            </a:blip>
            <a:stretch>
              <a:fillRect/>
            </a:stretch>
          </p:blipFill>
          <p:spPr>
            <a:xfrm>
              <a:off x="9689855" y="1176955"/>
              <a:ext cx="813816" cy="529163"/>
            </a:xfrm>
            <a:prstGeom prst="rect">
              <a:avLst/>
            </a:prstGeom>
          </p:spPr>
        </p:pic>
        <p:pic>
          <p:nvPicPr>
            <p:cNvPr id="168" name="1x2 Blue"/>
            <p:cNvPicPr>
              <a:picLocks/>
            </p:cNvPicPr>
            <p:nvPr/>
          </p:nvPicPr>
          <p:blipFill>
            <a:blip r:embed="rId14" cstate="print">
              <a:extLst>
                <a:ext uri="{28A0092B-C50C-407E-A947-70E740481C1C}">
                  <a14:useLocalDpi xmlns:a14="http://schemas.microsoft.com/office/drawing/2010/main" val="0"/>
                </a:ext>
              </a:extLst>
            </a:blip>
            <a:stretch>
              <a:fillRect/>
            </a:stretch>
          </p:blipFill>
          <p:spPr>
            <a:xfrm>
              <a:off x="8218170" y="1170606"/>
              <a:ext cx="813816" cy="529163"/>
            </a:xfrm>
            <a:prstGeom prst="rect">
              <a:avLst/>
            </a:prstGeom>
          </p:spPr>
        </p:pic>
        <p:pic>
          <p:nvPicPr>
            <p:cNvPr id="169" name="3x2 Blue"/>
            <p:cNvPicPr>
              <a:picLocks/>
            </p:cNvPicPr>
            <p:nvPr/>
          </p:nvPicPr>
          <p:blipFill>
            <a:blip r:embed="rId15" cstate="print">
              <a:extLst>
                <a:ext uri="{28A0092B-C50C-407E-A947-70E740481C1C}">
                  <a14:useLocalDpi xmlns:a14="http://schemas.microsoft.com/office/drawing/2010/main" val="0"/>
                </a:ext>
              </a:extLst>
            </a:blip>
            <a:stretch>
              <a:fillRect/>
            </a:stretch>
          </p:blipFill>
          <p:spPr>
            <a:xfrm>
              <a:off x="8241475" y="1520863"/>
              <a:ext cx="850392" cy="1216152"/>
            </a:xfrm>
            <a:prstGeom prst="rect">
              <a:avLst/>
            </a:prstGeom>
          </p:spPr>
        </p:pic>
        <p:pic>
          <p:nvPicPr>
            <p:cNvPr id="170" name="1x2 Blue"/>
            <p:cNvPicPr>
              <a:picLocks/>
            </p:cNvPicPr>
            <p:nvPr/>
          </p:nvPicPr>
          <p:blipFill>
            <a:blip r:embed="rId14" cstate="print">
              <a:extLst>
                <a:ext uri="{28A0092B-C50C-407E-A947-70E740481C1C}">
                  <a14:useLocalDpi xmlns:a14="http://schemas.microsoft.com/office/drawing/2010/main" val="0"/>
                </a:ext>
              </a:extLst>
            </a:blip>
            <a:stretch>
              <a:fillRect/>
            </a:stretch>
          </p:blipFill>
          <p:spPr>
            <a:xfrm>
              <a:off x="9766055" y="2562009"/>
              <a:ext cx="813816" cy="529163"/>
            </a:xfrm>
            <a:prstGeom prst="rect">
              <a:avLst/>
            </a:prstGeom>
          </p:spPr>
        </p:pic>
        <p:pic>
          <p:nvPicPr>
            <p:cNvPr id="171" name="1x2 Blue"/>
            <p:cNvPicPr>
              <a:picLocks/>
            </p:cNvPicPr>
            <p:nvPr/>
          </p:nvPicPr>
          <p:blipFill>
            <a:blip r:embed="rId14" cstate="print">
              <a:extLst>
                <a:ext uri="{28A0092B-C50C-407E-A947-70E740481C1C}">
                  <a14:useLocalDpi xmlns:a14="http://schemas.microsoft.com/office/drawing/2010/main" val="0"/>
                </a:ext>
              </a:extLst>
            </a:blip>
            <a:stretch>
              <a:fillRect/>
            </a:stretch>
          </p:blipFill>
          <p:spPr>
            <a:xfrm>
              <a:off x="8298180" y="2559470"/>
              <a:ext cx="813816" cy="529163"/>
            </a:xfrm>
            <a:prstGeom prst="rect">
              <a:avLst/>
            </a:prstGeom>
          </p:spPr>
        </p:pic>
        <p:pic>
          <p:nvPicPr>
            <p:cNvPr id="172" name="1x4 Blue"/>
            <p:cNvPicPr>
              <a:picLocks noChangeAspect="1"/>
            </p:cNvPicPr>
            <p:nvPr/>
          </p:nvPicPr>
          <p:blipFill>
            <a:blip r:embed="rId11" cstate="print">
              <a:extLst>
                <a:ext uri="{28A0092B-C50C-407E-A947-70E740481C1C}">
                  <a14:useLocalDpi xmlns:a14="http://schemas.microsoft.com/office/drawing/2010/main" val="0"/>
                </a:ext>
              </a:extLst>
            </a:blip>
            <a:stretch>
              <a:fillRect/>
            </a:stretch>
          </p:blipFill>
          <p:spPr>
            <a:xfrm>
              <a:off x="8685826" y="2901395"/>
              <a:ext cx="1557664" cy="530352"/>
            </a:xfrm>
            <a:prstGeom prst="rect">
              <a:avLst/>
            </a:prstGeom>
          </p:spPr>
        </p:pic>
        <p:pic>
          <p:nvPicPr>
            <p:cNvPr id="173" name="3x2 Blue"/>
            <p:cNvPicPr>
              <a:picLocks/>
            </p:cNvPicPr>
            <p:nvPr/>
          </p:nvPicPr>
          <p:blipFill>
            <a:blip r:embed="rId15" cstate="print">
              <a:extLst>
                <a:ext uri="{28A0092B-C50C-407E-A947-70E740481C1C}">
                  <a14:useLocalDpi xmlns:a14="http://schemas.microsoft.com/office/drawing/2010/main" val="0"/>
                </a:ext>
              </a:extLst>
            </a:blip>
            <a:stretch>
              <a:fillRect/>
            </a:stretch>
          </p:blipFill>
          <p:spPr>
            <a:xfrm>
              <a:off x="10720578" y="830318"/>
              <a:ext cx="850392" cy="1216152"/>
            </a:xfrm>
            <a:prstGeom prst="rect">
              <a:avLst/>
            </a:prstGeom>
          </p:spPr>
        </p:pic>
        <p:pic>
          <p:nvPicPr>
            <p:cNvPr id="174" name="1x2 Blue"/>
            <p:cNvPicPr>
              <a:picLocks/>
            </p:cNvPicPr>
            <p:nvPr/>
          </p:nvPicPr>
          <p:blipFill>
            <a:blip r:embed="rId14" cstate="print">
              <a:extLst>
                <a:ext uri="{28A0092B-C50C-407E-A947-70E740481C1C}">
                  <a14:useLocalDpi xmlns:a14="http://schemas.microsoft.com/office/drawing/2010/main" val="0"/>
                </a:ext>
              </a:extLst>
            </a:blip>
            <a:stretch>
              <a:fillRect/>
            </a:stretch>
          </p:blipFill>
          <p:spPr>
            <a:xfrm>
              <a:off x="12544044" y="831007"/>
              <a:ext cx="813816" cy="529163"/>
            </a:xfrm>
            <a:prstGeom prst="rect">
              <a:avLst/>
            </a:prstGeom>
          </p:spPr>
        </p:pic>
        <p:pic>
          <p:nvPicPr>
            <p:cNvPr id="175" name="1x2 Blue"/>
            <p:cNvPicPr>
              <a:picLocks/>
            </p:cNvPicPr>
            <p:nvPr/>
          </p:nvPicPr>
          <p:blipFill>
            <a:blip r:embed="rId14" cstate="print">
              <a:extLst>
                <a:ext uri="{28A0092B-C50C-407E-A947-70E740481C1C}">
                  <a14:useLocalDpi xmlns:a14="http://schemas.microsoft.com/office/drawing/2010/main" val="0"/>
                </a:ext>
              </a:extLst>
            </a:blip>
            <a:stretch>
              <a:fillRect/>
            </a:stretch>
          </p:blipFill>
          <p:spPr>
            <a:xfrm>
              <a:off x="12198096" y="1177025"/>
              <a:ext cx="813816" cy="529163"/>
            </a:xfrm>
            <a:prstGeom prst="rect">
              <a:avLst/>
            </a:prstGeom>
          </p:spPr>
        </p:pic>
        <p:pic>
          <p:nvPicPr>
            <p:cNvPr id="176" name="1x2 Blue"/>
            <p:cNvPicPr>
              <a:picLocks/>
            </p:cNvPicPr>
            <p:nvPr/>
          </p:nvPicPr>
          <p:blipFill>
            <a:blip r:embed="rId14" cstate="print">
              <a:extLst>
                <a:ext uri="{28A0092B-C50C-407E-A947-70E740481C1C}">
                  <a14:useLocalDpi xmlns:a14="http://schemas.microsoft.com/office/drawing/2010/main" val="0"/>
                </a:ext>
              </a:extLst>
            </a:blip>
            <a:stretch>
              <a:fillRect/>
            </a:stretch>
          </p:blipFill>
          <p:spPr>
            <a:xfrm>
              <a:off x="11857228" y="1521117"/>
              <a:ext cx="813816" cy="529163"/>
            </a:xfrm>
            <a:prstGeom prst="rect">
              <a:avLst/>
            </a:prstGeom>
          </p:spPr>
        </p:pic>
        <p:pic>
          <p:nvPicPr>
            <p:cNvPr id="177" name="1x4 Blue"/>
            <p:cNvPicPr>
              <a:picLocks noChangeAspect="1"/>
            </p:cNvPicPr>
            <p:nvPr/>
          </p:nvPicPr>
          <p:blipFill>
            <a:blip r:embed="rId11" cstate="print">
              <a:extLst>
                <a:ext uri="{28A0092B-C50C-407E-A947-70E740481C1C}">
                  <a14:useLocalDpi xmlns:a14="http://schemas.microsoft.com/office/drawing/2010/main" val="0"/>
                </a:ext>
              </a:extLst>
            </a:blip>
            <a:stretch>
              <a:fillRect/>
            </a:stretch>
          </p:blipFill>
          <p:spPr>
            <a:xfrm>
              <a:off x="10778998" y="1872234"/>
              <a:ext cx="1557664" cy="530352"/>
            </a:xfrm>
            <a:prstGeom prst="rect">
              <a:avLst/>
            </a:prstGeom>
          </p:spPr>
        </p:pic>
        <p:pic>
          <p:nvPicPr>
            <p:cNvPr id="178" name="1x2 Blue"/>
            <p:cNvPicPr>
              <a:picLocks/>
            </p:cNvPicPr>
            <p:nvPr/>
          </p:nvPicPr>
          <p:blipFill>
            <a:blip r:embed="rId14" cstate="print">
              <a:extLst>
                <a:ext uri="{28A0092B-C50C-407E-A947-70E740481C1C}">
                  <a14:useLocalDpi xmlns:a14="http://schemas.microsoft.com/office/drawing/2010/main" val="0"/>
                </a:ext>
              </a:extLst>
            </a:blip>
            <a:stretch>
              <a:fillRect/>
            </a:stretch>
          </p:blipFill>
          <p:spPr>
            <a:xfrm>
              <a:off x="11904218" y="2222319"/>
              <a:ext cx="813816" cy="529163"/>
            </a:xfrm>
            <a:prstGeom prst="rect">
              <a:avLst/>
            </a:prstGeom>
          </p:spPr>
        </p:pic>
        <p:pic>
          <p:nvPicPr>
            <p:cNvPr id="179" name="3x2 Blue"/>
            <p:cNvPicPr>
              <a:picLocks/>
            </p:cNvPicPr>
            <p:nvPr/>
          </p:nvPicPr>
          <p:blipFill>
            <a:blip r:embed="rId15" cstate="print">
              <a:extLst>
                <a:ext uri="{28A0092B-C50C-407E-A947-70E740481C1C}">
                  <a14:useLocalDpi xmlns:a14="http://schemas.microsoft.com/office/drawing/2010/main" val="0"/>
                </a:ext>
              </a:extLst>
            </a:blip>
            <a:stretch>
              <a:fillRect/>
            </a:stretch>
          </p:blipFill>
          <p:spPr>
            <a:xfrm>
              <a:off x="10799572" y="2219173"/>
              <a:ext cx="850392" cy="1216152"/>
            </a:xfrm>
            <a:prstGeom prst="rect">
              <a:avLst/>
            </a:prstGeom>
          </p:spPr>
        </p:pic>
        <p:pic>
          <p:nvPicPr>
            <p:cNvPr id="180" name="1x2 Blue"/>
            <p:cNvPicPr>
              <a:picLocks/>
            </p:cNvPicPr>
            <p:nvPr/>
          </p:nvPicPr>
          <p:blipFill>
            <a:blip r:embed="rId14" cstate="print">
              <a:extLst>
                <a:ext uri="{28A0092B-C50C-407E-A947-70E740481C1C}">
                  <a14:useLocalDpi xmlns:a14="http://schemas.microsoft.com/office/drawing/2010/main" val="0"/>
                </a:ext>
              </a:extLst>
            </a:blip>
            <a:stretch>
              <a:fillRect/>
            </a:stretch>
          </p:blipFill>
          <p:spPr>
            <a:xfrm>
              <a:off x="12285218" y="2568613"/>
              <a:ext cx="813816" cy="529163"/>
            </a:xfrm>
            <a:prstGeom prst="rect">
              <a:avLst/>
            </a:prstGeom>
          </p:spPr>
        </p:pic>
        <p:pic>
          <p:nvPicPr>
            <p:cNvPr id="181" name="1x2 Blue"/>
            <p:cNvPicPr>
              <a:picLocks/>
            </p:cNvPicPr>
            <p:nvPr/>
          </p:nvPicPr>
          <p:blipFill>
            <a:blip r:embed="rId14" cstate="print">
              <a:extLst>
                <a:ext uri="{28A0092B-C50C-407E-A947-70E740481C1C}">
                  <a14:useLocalDpi xmlns:a14="http://schemas.microsoft.com/office/drawing/2010/main" val="0"/>
                </a:ext>
              </a:extLst>
            </a:blip>
            <a:stretch>
              <a:fillRect/>
            </a:stretch>
          </p:blipFill>
          <p:spPr>
            <a:xfrm>
              <a:off x="12665300" y="2909972"/>
              <a:ext cx="813816" cy="529163"/>
            </a:xfrm>
            <a:prstGeom prst="rect">
              <a:avLst/>
            </a:prstGeom>
          </p:spPr>
        </p:pic>
      </p:grpSp>
      <p:grpSp>
        <p:nvGrpSpPr>
          <p:cNvPr id="182" name="Writer"/>
          <p:cNvGrpSpPr/>
          <p:nvPr/>
        </p:nvGrpSpPr>
        <p:grpSpPr>
          <a:xfrm>
            <a:off x="15240" y="3886302"/>
            <a:ext cx="14378734" cy="2647345"/>
            <a:chOff x="15240" y="3886302"/>
            <a:chExt cx="14378734" cy="2647345"/>
          </a:xfrm>
        </p:grpSpPr>
        <p:pic>
          <p:nvPicPr>
            <p:cNvPr id="183" name="3x1 Red"/>
            <p:cNvPicPr>
              <a:picLocks noChangeAspect="1"/>
            </p:cNvPicPr>
            <p:nvPr/>
          </p:nvPicPr>
          <p:blipFill>
            <a:blip r:embed="rId16" cstate="print">
              <a:extLst>
                <a:ext uri="{28A0092B-C50C-407E-A947-70E740481C1C}">
                  <a14:useLocalDpi xmlns:a14="http://schemas.microsoft.com/office/drawing/2010/main" val="0"/>
                </a:ext>
              </a:extLst>
            </a:blip>
            <a:stretch>
              <a:fillRect/>
            </a:stretch>
          </p:blipFill>
          <p:spPr>
            <a:xfrm>
              <a:off x="1107849" y="3886302"/>
              <a:ext cx="508037" cy="1216152"/>
            </a:xfrm>
            <a:prstGeom prst="rect">
              <a:avLst/>
            </a:prstGeom>
          </p:spPr>
        </p:pic>
        <p:pic>
          <p:nvPicPr>
            <p:cNvPr id="184" name="3x2 Red"/>
            <p:cNvPicPr>
              <a:picLocks noChangeAspect="1"/>
            </p:cNvPicPr>
            <p:nvPr/>
          </p:nvPicPr>
          <p:blipFill>
            <a:blip r:embed="rId17" cstate="print">
              <a:extLst>
                <a:ext uri="{28A0092B-C50C-407E-A947-70E740481C1C}">
                  <a14:useLocalDpi xmlns:a14="http://schemas.microsoft.com/office/drawing/2010/main" val="0"/>
                </a:ext>
              </a:extLst>
            </a:blip>
            <a:stretch>
              <a:fillRect/>
            </a:stretch>
          </p:blipFill>
          <p:spPr>
            <a:xfrm>
              <a:off x="1833663" y="3897780"/>
              <a:ext cx="870921" cy="1216152"/>
            </a:xfrm>
            <a:prstGeom prst="rect">
              <a:avLst/>
            </a:prstGeom>
          </p:spPr>
        </p:pic>
        <p:pic>
          <p:nvPicPr>
            <p:cNvPr id="185" name="3x2 Red"/>
            <p:cNvPicPr>
              <a:picLocks noChangeAspect="1"/>
            </p:cNvPicPr>
            <p:nvPr/>
          </p:nvPicPr>
          <p:blipFill>
            <a:blip r:embed="rId17" cstate="print">
              <a:extLst>
                <a:ext uri="{28A0092B-C50C-407E-A947-70E740481C1C}">
                  <a14:useLocalDpi xmlns:a14="http://schemas.microsoft.com/office/drawing/2010/main" val="0"/>
                </a:ext>
              </a:extLst>
            </a:blip>
            <a:stretch>
              <a:fillRect/>
            </a:stretch>
          </p:blipFill>
          <p:spPr>
            <a:xfrm>
              <a:off x="1894856" y="4932172"/>
              <a:ext cx="870921" cy="1216152"/>
            </a:xfrm>
            <a:prstGeom prst="rect">
              <a:avLst/>
            </a:prstGeom>
          </p:spPr>
        </p:pic>
        <p:pic>
          <p:nvPicPr>
            <p:cNvPr id="186" name="1x1 Red"/>
            <p:cNvPicPr>
              <a:picLocks noChangeAspect="1"/>
            </p:cNvPicPr>
            <p:nvPr/>
          </p:nvPicPr>
          <p:blipFill>
            <a:blip r:embed="rId18" cstate="print">
              <a:extLst>
                <a:ext uri="{28A0092B-C50C-407E-A947-70E740481C1C}">
                  <a14:useLocalDpi xmlns:a14="http://schemas.microsoft.com/office/drawing/2010/main" val="0"/>
                </a:ext>
              </a:extLst>
            </a:blip>
            <a:stretch>
              <a:fillRect/>
            </a:stretch>
          </p:blipFill>
          <p:spPr>
            <a:xfrm>
              <a:off x="1954394" y="5965068"/>
              <a:ext cx="471205" cy="530352"/>
            </a:xfrm>
            <a:prstGeom prst="rect">
              <a:avLst/>
            </a:prstGeom>
          </p:spPr>
        </p:pic>
        <p:pic>
          <p:nvPicPr>
            <p:cNvPr id="187" name="3x2 Red"/>
            <p:cNvPicPr>
              <a:picLocks noChangeAspect="1"/>
            </p:cNvPicPr>
            <p:nvPr/>
          </p:nvPicPr>
          <p:blipFill>
            <a:blip r:embed="rId17" cstate="print">
              <a:extLst>
                <a:ext uri="{28A0092B-C50C-407E-A947-70E740481C1C}">
                  <a14:useLocalDpi xmlns:a14="http://schemas.microsoft.com/office/drawing/2010/main" val="0"/>
                </a:ext>
              </a:extLst>
            </a:blip>
            <a:stretch>
              <a:fillRect/>
            </a:stretch>
          </p:blipFill>
          <p:spPr>
            <a:xfrm>
              <a:off x="15240" y="3900350"/>
              <a:ext cx="870921" cy="1216152"/>
            </a:xfrm>
            <a:prstGeom prst="rect">
              <a:avLst/>
            </a:prstGeom>
          </p:spPr>
        </p:pic>
        <p:pic>
          <p:nvPicPr>
            <p:cNvPr id="188" name="1x1 Red"/>
            <p:cNvPicPr>
              <a:picLocks noChangeAspect="1"/>
            </p:cNvPicPr>
            <p:nvPr/>
          </p:nvPicPr>
          <p:blipFill>
            <a:blip r:embed="rId18" cstate="print">
              <a:extLst>
                <a:ext uri="{28A0092B-C50C-407E-A947-70E740481C1C}">
                  <a14:useLocalDpi xmlns:a14="http://schemas.microsoft.com/office/drawing/2010/main" val="0"/>
                </a:ext>
              </a:extLst>
            </a:blip>
            <a:stretch>
              <a:fillRect/>
            </a:stretch>
          </p:blipFill>
          <p:spPr>
            <a:xfrm>
              <a:off x="1164747" y="4925038"/>
              <a:ext cx="471205" cy="530352"/>
            </a:xfrm>
            <a:prstGeom prst="rect">
              <a:avLst/>
            </a:prstGeom>
          </p:spPr>
        </p:pic>
        <p:pic>
          <p:nvPicPr>
            <p:cNvPr id="189" name="1x3 Red"/>
            <p:cNvPicPr>
              <a:picLocks noChangeAspect="1"/>
            </p:cNvPicPr>
            <p:nvPr/>
          </p:nvPicPr>
          <p:blipFill>
            <a:blip r:embed="rId19" cstate="print">
              <a:extLst>
                <a:ext uri="{28A0092B-C50C-407E-A947-70E740481C1C}">
                  <a14:useLocalDpi xmlns:a14="http://schemas.microsoft.com/office/drawing/2010/main" val="0"/>
                </a:ext>
              </a:extLst>
            </a:blip>
            <a:stretch>
              <a:fillRect/>
            </a:stretch>
          </p:blipFill>
          <p:spPr>
            <a:xfrm>
              <a:off x="826553" y="5274514"/>
              <a:ext cx="1198713" cy="530352"/>
            </a:xfrm>
            <a:prstGeom prst="rect">
              <a:avLst/>
            </a:prstGeom>
          </p:spPr>
        </p:pic>
        <p:pic>
          <p:nvPicPr>
            <p:cNvPr id="190" name="1x1 Red"/>
            <p:cNvPicPr>
              <a:picLocks noChangeAspect="1"/>
            </p:cNvPicPr>
            <p:nvPr/>
          </p:nvPicPr>
          <p:blipFill>
            <a:blip r:embed="rId18" cstate="print">
              <a:extLst>
                <a:ext uri="{28A0092B-C50C-407E-A947-70E740481C1C}">
                  <a14:useLocalDpi xmlns:a14="http://schemas.microsoft.com/office/drawing/2010/main" val="0"/>
                </a:ext>
              </a:extLst>
            </a:blip>
            <a:stretch>
              <a:fillRect/>
            </a:stretch>
          </p:blipFill>
          <p:spPr>
            <a:xfrm>
              <a:off x="844841" y="5625496"/>
              <a:ext cx="471205" cy="530352"/>
            </a:xfrm>
            <a:prstGeom prst="rect">
              <a:avLst/>
            </a:prstGeom>
          </p:spPr>
        </p:pic>
        <p:pic>
          <p:nvPicPr>
            <p:cNvPr id="191" name="1x1 Red"/>
            <p:cNvPicPr>
              <a:picLocks noChangeAspect="1"/>
            </p:cNvPicPr>
            <p:nvPr/>
          </p:nvPicPr>
          <p:blipFill>
            <a:blip r:embed="rId18" cstate="print">
              <a:extLst>
                <a:ext uri="{28A0092B-C50C-407E-A947-70E740481C1C}">
                  <a14:useLocalDpi xmlns:a14="http://schemas.microsoft.com/office/drawing/2010/main" val="0"/>
                </a:ext>
              </a:extLst>
            </a:blip>
            <a:stretch>
              <a:fillRect/>
            </a:stretch>
          </p:blipFill>
          <p:spPr>
            <a:xfrm>
              <a:off x="1569047" y="5615638"/>
              <a:ext cx="471205" cy="530352"/>
            </a:xfrm>
            <a:prstGeom prst="rect">
              <a:avLst/>
            </a:prstGeom>
          </p:spPr>
        </p:pic>
        <p:pic>
          <p:nvPicPr>
            <p:cNvPr id="192" name="3x2 Red"/>
            <p:cNvPicPr>
              <a:picLocks noChangeAspect="1"/>
            </p:cNvPicPr>
            <p:nvPr/>
          </p:nvPicPr>
          <p:blipFill>
            <a:blip r:embed="rId17" cstate="print">
              <a:extLst>
                <a:ext uri="{28A0092B-C50C-407E-A947-70E740481C1C}">
                  <a14:useLocalDpi xmlns:a14="http://schemas.microsoft.com/office/drawing/2010/main" val="0"/>
                </a:ext>
              </a:extLst>
            </a:blip>
            <a:stretch>
              <a:fillRect/>
            </a:stretch>
          </p:blipFill>
          <p:spPr>
            <a:xfrm>
              <a:off x="78377" y="4942332"/>
              <a:ext cx="870921" cy="1216152"/>
            </a:xfrm>
            <a:prstGeom prst="rect">
              <a:avLst/>
            </a:prstGeom>
          </p:spPr>
        </p:pic>
        <p:pic>
          <p:nvPicPr>
            <p:cNvPr id="193" name="1x1 Red"/>
            <p:cNvPicPr>
              <a:picLocks noChangeAspect="1"/>
            </p:cNvPicPr>
            <p:nvPr/>
          </p:nvPicPr>
          <p:blipFill>
            <a:blip r:embed="rId18" cstate="print">
              <a:extLst>
                <a:ext uri="{28A0092B-C50C-407E-A947-70E740481C1C}">
                  <a14:useLocalDpi xmlns:a14="http://schemas.microsoft.com/office/drawing/2010/main" val="0"/>
                </a:ext>
              </a:extLst>
            </a:blip>
            <a:stretch>
              <a:fillRect/>
            </a:stretch>
          </p:blipFill>
          <p:spPr>
            <a:xfrm>
              <a:off x="494047" y="5972127"/>
              <a:ext cx="471205" cy="530352"/>
            </a:xfrm>
            <a:prstGeom prst="rect">
              <a:avLst/>
            </a:prstGeom>
          </p:spPr>
        </p:pic>
        <p:pic>
          <p:nvPicPr>
            <p:cNvPr id="194" name="1x4 Red"/>
            <p:cNvPicPr>
              <a:picLocks noChangeAspect="1"/>
            </p:cNvPicPr>
            <p:nvPr/>
          </p:nvPicPr>
          <p:blipFill>
            <a:blip r:embed="rId20" cstate="print">
              <a:extLst>
                <a:ext uri="{28A0092B-C50C-407E-A947-70E740481C1C}">
                  <a14:useLocalDpi xmlns:a14="http://schemas.microsoft.com/office/drawing/2010/main" val="0"/>
                </a:ext>
              </a:extLst>
            </a:blip>
            <a:stretch>
              <a:fillRect/>
            </a:stretch>
          </p:blipFill>
          <p:spPr>
            <a:xfrm>
              <a:off x="5456792" y="3922878"/>
              <a:ext cx="1557663" cy="530352"/>
            </a:xfrm>
            <a:prstGeom prst="rect">
              <a:avLst/>
            </a:prstGeom>
          </p:spPr>
        </p:pic>
        <p:pic>
          <p:nvPicPr>
            <p:cNvPr id="195" name="1x3 Red"/>
            <p:cNvPicPr>
              <a:picLocks noChangeAspect="1"/>
            </p:cNvPicPr>
            <p:nvPr/>
          </p:nvPicPr>
          <p:blipFill>
            <a:blip r:embed="rId19" cstate="print">
              <a:extLst>
                <a:ext uri="{28A0092B-C50C-407E-A947-70E740481C1C}">
                  <a14:useLocalDpi xmlns:a14="http://schemas.microsoft.com/office/drawing/2010/main" val="0"/>
                </a:ext>
              </a:extLst>
            </a:blip>
            <a:stretch>
              <a:fillRect/>
            </a:stretch>
          </p:blipFill>
          <p:spPr>
            <a:xfrm>
              <a:off x="3645205" y="3911984"/>
              <a:ext cx="1198713" cy="530352"/>
            </a:xfrm>
            <a:prstGeom prst="rect">
              <a:avLst/>
            </a:prstGeom>
          </p:spPr>
        </p:pic>
        <p:pic>
          <p:nvPicPr>
            <p:cNvPr id="196" name="2x2 Red"/>
            <p:cNvPicPr>
              <a:picLocks noChangeAspect="1"/>
            </p:cNvPicPr>
            <p:nvPr/>
          </p:nvPicPr>
          <p:blipFill>
            <a:blip r:embed="rId21" cstate="print">
              <a:extLst>
                <a:ext uri="{28A0092B-C50C-407E-A947-70E740481C1C}">
                  <a14:useLocalDpi xmlns:a14="http://schemas.microsoft.com/office/drawing/2010/main" val="0"/>
                </a:ext>
              </a:extLst>
            </a:blip>
            <a:stretch>
              <a:fillRect/>
            </a:stretch>
          </p:blipFill>
          <p:spPr>
            <a:xfrm>
              <a:off x="4390567" y="4264994"/>
              <a:ext cx="838289" cy="859536"/>
            </a:xfrm>
            <a:prstGeom prst="rect">
              <a:avLst/>
            </a:prstGeom>
          </p:spPr>
        </p:pic>
        <p:pic>
          <p:nvPicPr>
            <p:cNvPr id="197" name="1x3 Red"/>
            <p:cNvPicPr>
              <a:picLocks noChangeAspect="1"/>
            </p:cNvPicPr>
            <p:nvPr/>
          </p:nvPicPr>
          <p:blipFill>
            <a:blip r:embed="rId19" cstate="print">
              <a:extLst>
                <a:ext uri="{28A0092B-C50C-407E-A947-70E740481C1C}">
                  <a14:useLocalDpi xmlns:a14="http://schemas.microsoft.com/office/drawing/2010/main" val="0"/>
                </a:ext>
              </a:extLst>
            </a:blip>
            <a:stretch>
              <a:fillRect/>
            </a:stretch>
          </p:blipFill>
          <p:spPr>
            <a:xfrm>
              <a:off x="4050296" y="4948028"/>
              <a:ext cx="1198713" cy="530352"/>
            </a:xfrm>
            <a:prstGeom prst="rect">
              <a:avLst/>
            </a:prstGeom>
          </p:spPr>
        </p:pic>
        <p:pic>
          <p:nvPicPr>
            <p:cNvPr id="198" name="1x2 Red"/>
            <p:cNvPicPr>
              <a:picLocks/>
            </p:cNvPicPr>
            <p:nvPr/>
          </p:nvPicPr>
          <p:blipFill>
            <a:blip r:embed="rId22" cstate="print">
              <a:extLst>
                <a:ext uri="{28A0092B-C50C-407E-A947-70E740481C1C}">
                  <a14:useLocalDpi xmlns:a14="http://schemas.microsoft.com/office/drawing/2010/main" val="0"/>
                </a:ext>
              </a:extLst>
            </a:blip>
            <a:stretch>
              <a:fillRect/>
            </a:stretch>
          </p:blipFill>
          <p:spPr>
            <a:xfrm>
              <a:off x="3717556" y="5292294"/>
              <a:ext cx="822960" cy="530352"/>
            </a:xfrm>
            <a:prstGeom prst="rect">
              <a:avLst/>
            </a:prstGeom>
          </p:spPr>
        </p:pic>
        <p:pic>
          <p:nvPicPr>
            <p:cNvPr id="199" name="3x2 Red"/>
            <p:cNvPicPr>
              <a:picLocks noChangeAspect="1"/>
            </p:cNvPicPr>
            <p:nvPr/>
          </p:nvPicPr>
          <p:blipFill>
            <a:blip r:embed="rId17" cstate="print">
              <a:extLst>
                <a:ext uri="{28A0092B-C50C-407E-A947-70E740481C1C}">
                  <a14:useLocalDpi xmlns:a14="http://schemas.microsoft.com/office/drawing/2010/main" val="0"/>
                </a:ext>
              </a:extLst>
            </a:blip>
            <a:stretch>
              <a:fillRect/>
            </a:stretch>
          </p:blipFill>
          <p:spPr>
            <a:xfrm>
              <a:off x="2919544" y="3908296"/>
              <a:ext cx="870921" cy="1216152"/>
            </a:xfrm>
            <a:prstGeom prst="rect">
              <a:avLst/>
            </a:prstGeom>
          </p:spPr>
        </p:pic>
        <p:pic>
          <p:nvPicPr>
            <p:cNvPr id="200" name="1x2 Red"/>
            <p:cNvPicPr>
              <a:picLocks/>
            </p:cNvPicPr>
            <p:nvPr/>
          </p:nvPicPr>
          <p:blipFill>
            <a:blip r:embed="rId22" cstate="print">
              <a:extLst>
                <a:ext uri="{28A0092B-C50C-407E-A947-70E740481C1C}">
                  <a14:useLocalDpi xmlns:a14="http://schemas.microsoft.com/office/drawing/2010/main" val="0"/>
                </a:ext>
              </a:extLst>
            </a:blip>
            <a:stretch>
              <a:fillRect/>
            </a:stretch>
          </p:blipFill>
          <p:spPr>
            <a:xfrm>
              <a:off x="2979189" y="4940454"/>
              <a:ext cx="822960" cy="530352"/>
            </a:xfrm>
            <a:prstGeom prst="rect">
              <a:avLst/>
            </a:prstGeom>
          </p:spPr>
        </p:pic>
        <p:pic>
          <p:nvPicPr>
            <p:cNvPr id="201" name="3x2 Red"/>
            <p:cNvPicPr>
              <a:picLocks noChangeAspect="1"/>
            </p:cNvPicPr>
            <p:nvPr/>
          </p:nvPicPr>
          <p:blipFill>
            <a:blip r:embed="rId17" cstate="print">
              <a:extLst>
                <a:ext uri="{28A0092B-C50C-407E-A947-70E740481C1C}">
                  <a14:useLocalDpi xmlns:a14="http://schemas.microsoft.com/office/drawing/2010/main" val="0"/>
                </a:ext>
              </a:extLst>
            </a:blip>
            <a:stretch>
              <a:fillRect/>
            </a:stretch>
          </p:blipFill>
          <p:spPr>
            <a:xfrm>
              <a:off x="2996969" y="5290546"/>
              <a:ext cx="870921" cy="1216152"/>
            </a:xfrm>
            <a:prstGeom prst="rect">
              <a:avLst/>
            </a:prstGeom>
          </p:spPr>
        </p:pic>
        <p:pic>
          <p:nvPicPr>
            <p:cNvPr id="202" name="1x2 Red"/>
            <p:cNvPicPr>
              <a:picLocks/>
            </p:cNvPicPr>
            <p:nvPr/>
          </p:nvPicPr>
          <p:blipFill>
            <a:blip r:embed="rId22" cstate="print">
              <a:extLst>
                <a:ext uri="{28A0092B-C50C-407E-A947-70E740481C1C}">
                  <a14:useLocalDpi xmlns:a14="http://schemas.microsoft.com/office/drawing/2010/main" val="0"/>
                </a:ext>
              </a:extLst>
            </a:blip>
            <a:stretch>
              <a:fillRect/>
            </a:stretch>
          </p:blipFill>
          <p:spPr>
            <a:xfrm>
              <a:off x="4100461" y="5643145"/>
              <a:ext cx="822960" cy="530352"/>
            </a:xfrm>
            <a:prstGeom prst="rect">
              <a:avLst/>
            </a:prstGeom>
          </p:spPr>
        </p:pic>
        <p:pic>
          <p:nvPicPr>
            <p:cNvPr id="203" name="1x2 Red"/>
            <p:cNvPicPr>
              <a:picLocks/>
            </p:cNvPicPr>
            <p:nvPr/>
          </p:nvPicPr>
          <p:blipFill>
            <a:blip r:embed="rId22" cstate="print">
              <a:extLst>
                <a:ext uri="{28A0092B-C50C-407E-A947-70E740481C1C}">
                  <a14:useLocalDpi xmlns:a14="http://schemas.microsoft.com/office/drawing/2010/main" val="0"/>
                </a:ext>
              </a:extLst>
            </a:blip>
            <a:stretch>
              <a:fillRect/>
            </a:stretch>
          </p:blipFill>
          <p:spPr>
            <a:xfrm>
              <a:off x="4499241" y="5987415"/>
              <a:ext cx="822960" cy="530352"/>
            </a:xfrm>
            <a:prstGeom prst="rect">
              <a:avLst/>
            </a:prstGeom>
          </p:spPr>
        </p:pic>
        <p:pic>
          <p:nvPicPr>
            <p:cNvPr id="204" name="2x2 Red"/>
            <p:cNvPicPr>
              <a:picLocks/>
            </p:cNvPicPr>
            <p:nvPr/>
          </p:nvPicPr>
          <p:blipFill>
            <a:blip r:embed="rId21" cstate="print">
              <a:extLst>
                <a:ext uri="{28A0092B-C50C-407E-A947-70E740481C1C}">
                  <a14:useLocalDpi xmlns:a14="http://schemas.microsoft.com/office/drawing/2010/main" val="0"/>
                </a:ext>
              </a:extLst>
            </a:blip>
            <a:stretch>
              <a:fillRect/>
            </a:stretch>
          </p:blipFill>
          <p:spPr>
            <a:xfrm>
              <a:off x="5837350" y="4272992"/>
              <a:ext cx="850392" cy="859536"/>
            </a:xfrm>
            <a:prstGeom prst="rect">
              <a:avLst/>
            </a:prstGeom>
          </p:spPr>
        </p:pic>
        <p:pic>
          <p:nvPicPr>
            <p:cNvPr id="205" name="1x2 Red"/>
            <p:cNvPicPr>
              <a:picLocks/>
            </p:cNvPicPr>
            <p:nvPr/>
          </p:nvPicPr>
          <p:blipFill>
            <a:blip r:embed="rId22" cstate="print">
              <a:extLst>
                <a:ext uri="{28A0092B-C50C-407E-A947-70E740481C1C}">
                  <a14:useLocalDpi xmlns:a14="http://schemas.microsoft.com/office/drawing/2010/main" val="0"/>
                </a:ext>
              </a:extLst>
            </a:blip>
            <a:stretch>
              <a:fillRect/>
            </a:stretch>
          </p:blipFill>
          <p:spPr>
            <a:xfrm>
              <a:off x="5879938" y="4949850"/>
              <a:ext cx="822960" cy="530352"/>
            </a:xfrm>
            <a:prstGeom prst="rect">
              <a:avLst/>
            </a:prstGeom>
          </p:spPr>
        </p:pic>
        <p:pic>
          <p:nvPicPr>
            <p:cNvPr id="206" name="2x2 Red"/>
            <p:cNvPicPr>
              <a:picLocks/>
            </p:cNvPicPr>
            <p:nvPr/>
          </p:nvPicPr>
          <p:blipFill>
            <a:blip r:embed="rId21" cstate="print">
              <a:extLst>
                <a:ext uri="{28A0092B-C50C-407E-A947-70E740481C1C}">
                  <a14:useLocalDpi xmlns:a14="http://schemas.microsoft.com/office/drawing/2010/main" val="0"/>
                </a:ext>
              </a:extLst>
            </a:blip>
            <a:stretch>
              <a:fillRect/>
            </a:stretch>
          </p:blipFill>
          <p:spPr>
            <a:xfrm>
              <a:off x="5898326" y="5299914"/>
              <a:ext cx="850392" cy="859536"/>
            </a:xfrm>
            <a:prstGeom prst="rect">
              <a:avLst/>
            </a:prstGeom>
          </p:spPr>
        </p:pic>
        <p:pic>
          <p:nvPicPr>
            <p:cNvPr id="207" name="1x4 Red"/>
            <p:cNvPicPr>
              <a:picLocks noChangeAspect="1"/>
            </p:cNvPicPr>
            <p:nvPr/>
          </p:nvPicPr>
          <p:blipFill>
            <a:blip r:embed="rId20" cstate="print">
              <a:extLst>
                <a:ext uri="{28A0092B-C50C-407E-A947-70E740481C1C}">
                  <a14:useLocalDpi xmlns:a14="http://schemas.microsoft.com/office/drawing/2010/main" val="0"/>
                </a:ext>
              </a:extLst>
            </a:blip>
            <a:stretch>
              <a:fillRect/>
            </a:stretch>
          </p:blipFill>
          <p:spPr>
            <a:xfrm>
              <a:off x="5567508" y="5987954"/>
              <a:ext cx="1557663" cy="530352"/>
            </a:xfrm>
            <a:prstGeom prst="rect">
              <a:avLst/>
            </a:prstGeom>
          </p:spPr>
        </p:pic>
        <p:pic>
          <p:nvPicPr>
            <p:cNvPr id="208" name="1x3 Red"/>
            <p:cNvPicPr>
              <a:picLocks noChangeAspect="1"/>
            </p:cNvPicPr>
            <p:nvPr/>
          </p:nvPicPr>
          <p:blipFill>
            <a:blip r:embed="rId19" cstate="print">
              <a:extLst>
                <a:ext uri="{28A0092B-C50C-407E-A947-70E740481C1C}">
                  <a14:useLocalDpi xmlns:a14="http://schemas.microsoft.com/office/drawing/2010/main" val="0"/>
                </a:ext>
              </a:extLst>
            </a:blip>
            <a:stretch>
              <a:fillRect/>
            </a:stretch>
          </p:blipFill>
          <p:spPr>
            <a:xfrm>
              <a:off x="8369032" y="3924402"/>
              <a:ext cx="1198713" cy="530352"/>
            </a:xfrm>
            <a:prstGeom prst="rect">
              <a:avLst/>
            </a:prstGeom>
          </p:spPr>
        </p:pic>
        <p:pic>
          <p:nvPicPr>
            <p:cNvPr id="209" name="1x3 Red"/>
            <p:cNvPicPr>
              <a:picLocks noChangeAspect="1"/>
            </p:cNvPicPr>
            <p:nvPr/>
          </p:nvPicPr>
          <p:blipFill>
            <a:blip r:embed="rId19" cstate="print">
              <a:extLst>
                <a:ext uri="{28A0092B-C50C-407E-A947-70E740481C1C}">
                  <a14:useLocalDpi xmlns:a14="http://schemas.microsoft.com/office/drawing/2010/main" val="0"/>
                </a:ext>
              </a:extLst>
            </a:blip>
            <a:stretch>
              <a:fillRect/>
            </a:stretch>
          </p:blipFill>
          <p:spPr>
            <a:xfrm>
              <a:off x="7272814" y="3920979"/>
              <a:ext cx="1198713" cy="530352"/>
            </a:xfrm>
            <a:prstGeom prst="rect">
              <a:avLst/>
            </a:prstGeom>
          </p:spPr>
        </p:pic>
        <p:pic>
          <p:nvPicPr>
            <p:cNvPr id="210" name="2x2 Red"/>
            <p:cNvPicPr>
              <a:picLocks/>
            </p:cNvPicPr>
            <p:nvPr/>
          </p:nvPicPr>
          <p:blipFill>
            <a:blip r:embed="rId21" cstate="print">
              <a:extLst>
                <a:ext uri="{28A0092B-C50C-407E-A947-70E740481C1C}">
                  <a14:useLocalDpi xmlns:a14="http://schemas.microsoft.com/office/drawing/2010/main" val="0"/>
                </a:ext>
              </a:extLst>
            </a:blip>
            <a:stretch>
              <a:fillRect/>
            </a:stretch>
          </p:blipFill>
          <p:spPr>
            <a:xfrm>
              <a:off x="8017243" y="4278532"/>
              <a:ext cx="850392" cy="859536"/>
            </a:xfrm>
            <a:prstGeom prst="rect">
              <a:avLst/>
            </a:prstGeom>
          </p:spPr>
        </p:pic>
        <p:pic>
          <p:nvPicPr>
            <p:cNvPr id="211" name="1x2 Red"/>
            <p:cNvPicPr>
              <a:picLocks/>
            </p:cNvPicPr>
            <p:nvPr/>
          </p:nvPicPr>
          <p:blipFill>
            <a:blip r:embed="rId22" cstate="print">
              <a:extLst>
                <a:ext uri="{28A0092B-C50C-407E-A947-70E740481C1C}">
                  <a14:useLocalDpi xmlns:a14="http://schemas.microsoft.com/office/drawing/2010/main" val="0"/>
                </a:ext>
              </a:extLst>
            </a:blip>
            <a:stretch>
              <a:fillRect/>
            </a:stretch>
          </p:blipFill>
          <p:spPr>
            <a:xfrm>
              <a:off x="8059831" y="4955390"/>
              <a:ext cx="822960" cy="530352"/>
            </a:xfrm>
            <a:prstGeom prst="rect">
              <a:avLst/>
            </a:prstGeom>
          </p:spPr>
        </p:pic>
        <p:pic>
          <p:nvPicPr>
            <p:cNvPr id="212" name="2x2 Red"/>
            <p:cNvPicPr>
              <a:picLocks/>
            </p:cNvPicPr>
            <p:nvPr/>
          </p:nvPicPr>
          <p:blipFill>
            <a:blip r:embed="rId21" cstate="print">
              <a:extLst>
                <a:ext uri="{28A0092B-C50C-407E-A947-70E740481C1C}">
                  <a14:useLocalDpi xmlns:a14="http://schemas.microsoft.com/office/drawing/2010/main" val="0"/>
                </a:ext>
              </a:extLst>
            </a:blip>
            <a:stretch>
              <a:fillRect/>
            </a:stretch>
          </p:blipFill>
          <p:spPr>
            <a:xfrm>
              <a:off x="8078219" y="5305454"/>
              <a:ext cx="850392" cy="859536"/>
            </a:xfrm>
            <a:prstGeom prst="rect">
              <a:avLst/>
            </a:prstGeom>
          </p:spPr>
        </p:pic>
        <p:pic>
          <p:nvPicPr>
            <p:cNvPr id="213" name="1x2 Red"/>
            <p:cNvPicPr>
              <a:picLocks/>
            </p:cNvPicPr>
            <p:nvPr/>
          </p:nvPicPr>
          <p:blipFill>
            <a:blip r:embed="rId22" cstate="print">
              <a:extLst>
                <a:ext uri="{28A0092B-C50C-407E-A947-70E740481C1C}">
                  <a14:useLocalDpi xmlns:a14="http://schemas.microsoft.com/office/drawing/2010/main" val="0"/>
                </a:ext>
              </a:extLst>
            </a:blip>
            <a:stretch>
              <a:fillRect/>
            </a:stretch>
          </p:blipFill>
          <p:spPr>
            <a:xfrm>
              <a:off x="10601464" y="4965854"/>
              <a:ext cx="822960" cy="530352"/>
            </a:xfrm>
            <a:prstGeom prst="rect">
              <a:avLst/>
            </a:prstGeom>
          </p:spPr>
        </p:pic>
        <p:pic>
          <p:nvPicPr>
            <p:cNvPr id="214" name="1x2 Red"/>
            <p:cNvPicPr>
              <a:picLocks/>
            </p:cNvPicPr>
            <p:nvPr/>
          </p:nvPicPr>
          <p:blipFill>
            <a:blip r:embed="rId22" cstate="print">
              <a:extLst>
                <a:ext uri="{28A0092B-C50C-407E-A947-70E740481C1C}">
                  <a14:useLocalDpi xmlns:a14="http://schemas.microsoft.com/office/drawing/2010/main" val="0"/>
                </a:ext>
              </a:extLst>
            </a:blip>
            <a:stretch>
              <a:fillRect/>
            </a:stretch>
          </p:blipFill>
          <p:spPr>
            <a:xfrm>
              <a:off x="8117226" y="5987415"/>
              <a:ext cx="822960" cy="530352"/>
            </a:xfrm>
            <a:prstGeom prst="rect">
              <a:avLst/>
            </a:prstGeom>
          </p:spPr>
        </p:pic>
        <p:pic>
          <p:nvPicPr>
            <p:cNvPr id="215" name="1x3 Red"/>
            <p:cNvPicPr>
              <a:picLocks noChangeAspect="1"/>
            </p:cNvPicPr>
            <p:nvPr/>
          </p:nvPicPr>
          <p:blipFill>
            <a:blip r:embed="rId19" cstate="print">
              <a:extLst>
                <a:ext uri="{28A0092B-C50C-407E-A947-70E740481C1C}">
                  <a14:useLocalDpi xmlns:a14="http://schemas.microsoft.com/office/drawing/2010/main" val="0"/>
                </a:ext>
              </a:extLst>
            </a:blip>
            <a:stretch>
              <a:fillRect/>
            </a:stretch>
          </p:blipFill>
          <p:spPr>
            <a:xfrm>
              <a:off x="10540909" y="3927072"/>
              <a:ext cx="1198713" cy="530352"/>
            </a:xfrm>
            <a:prstGeom prst="rect">
              <a:avLst/>
            </a:prstGeom>
          </p:spPr>
        </p:pic>
        <p:pic>
          <p:nvPicPr>
            <p:cNvPr id="216" name="3x2 Red"/>
            <p:cNvPicPr>
              <a:picLocks noChangeAspect="1"/>
            </p:cNvPicPr>
            <p:nvPr/>
          </p:nvPicPr>
          <p:blipFill>
            <a:blip r:embed="rId17" cstate="print">
              <a:extLst>
                <a:ext uri="{28A0092B-C50C-407E-A947-70E740481C1C}">
                  <a14:useLocalDpi xmlns:a14="http://schemas.microsoft.com/office/drawing/2010/main" val="0"/>
                </a:ext>
              </a:extLst>
            </a:blip>
            <a:stretch>
              <a:fillRect/>
            </a:stretch>
          </p:blipFill>
          <p:spPr>
            <a:xfrm>
              <a:off x="9815890" y="3922878"/>
              <a:ext cx="870921" cy="1216152"/>
            </a:xfrm>
            <a:prstGeom prst="rect">
              <a:avLst/>
            </a:prstGeom>
          </p:spPr>
        </p:pic>
        <p:pic>
          <p:nvPicPr>
            <p:cNvPr id="217" name="1x3 Red"/>
            <p:cNvPicPr>
              <a:picLocks noChangeAspect="1"/>
            </p:cNvPicPr>
            <p:nvPr/>
          </p:nvPicPr>
          <p:blipFill>
            <a:blip r:embed="rId19" cstate="print">
              <a:extLst>
                <a:ext uri="{28A0092B-C50C-407E-A947-70E740481C1C}">
                  <a14:useLocalDpi xmlns:a14="http://schemas.microsoft.com/office/drawing/2010/main" val="0"/>
                </a:ext>
              </a:extLst>
            </a:blip>
            <a:stretch>
              <a:fillRect/>
            </a:stretch>
          </p:blipFill>
          <p:spPr>
            <a:xfrm>
              <a:off x="10653447" y="5994203"/>
              <a:ext cx="1198713" cy="530352"/>
            </a:xfrm>
            <a:prstGeom prst="rect">
              <a:avLst/>
            </a:prstGeom>
          </p:spPr>
        </p:pic>
        <p:pic>
          <p:nvPicPr>
            <p:cNvPr id="218" name="1x2 Red"/>
            <p:cNvPicPr>
              <a:picLocks/>
            </p:cNvPicPr>
            <p:nvPr/>
          </p:nvPicPr>
          <p:blipFill>
            <a:blip r:embed="rId22" cstate="print">
              <a:extLst>
                <a:ext uri="{28A0092B-C50C-407E-A947-70E740481C1C}">
                  <a14:useLocalDpi xmlns:a14="http://schemas.microsoft.com/office/drawing/2010/main" val="0"/>
                </a:ext>
              </a:extLst>
            </a:blip>
            <a:stretch>
              <a:fillRect/>
            </a:stretch>
          </p:blipFill>
          <p:spPr>
            <a:xfrm>
              <a:off x="9878725" y="4961421"/>
              <a:ext cx="822960" cy="530352"/>
            </a:xfrm>
            <a:prstGeom prst="rect">
              <a:avLst/>
            </a:prstGeom>
          </p:spPr>
        </p:pic>
        <p:pic>
          <p:nvPicPr>
            <p:cNvPr id="219" name="3x2 Red"/>
            <p:cNvPicPr>
              <a:picLocks noChangeAspect="1"/>
            </p:cNvPicPr>
            <p:nvPr/>
          </p:nvPicPr>
          <p:blipFill>
            <a:blip r:embed="rId17" cstate="print">
              <a:extLst>
                <a:ext uri="{28A0092B-C50C-407E-A947-70E740481C1C}">
                  <a14:useLocalDpi xmlns:a14="http://schemas.microsoft.com/office/drawing/2010/main" val="0"/>
                </a:ext>
              </a:extLst>
            </a:blip>
            <a:stretch>
              <a:fillRect/>
            </a:stretch>
          </p:blipFill>
          <p:spPr>
            <a:xfrm>
              <a:off x="9889393" y="5304615"/>
              <a:ext cx="870921" cy="1216152"/>
            </a:xfrm>
            <a:prstGeom prst="rect">
              <a:avLst/>
            </a:prstGeom>
          </p:spPr>
        </p:pic>
        <p:pic>
          <p:nvPicPr>
            <p:cNvPr id="220" name="1x3 Red"/>
            <p:cNvPicPr>
              <a:picLocks noChangeAspect="1"/>
            </p:cNvPicPr>
            <p:nvPr/>
          </p:nvPicPr>
          <p:blipFill>
            <a:blip r:embed="rId19" cstate="print">
              <a:extLst>
                <a:ext uri="{28A0092B-C50C-407E-A947-70E740481C1C}">
                  <a14:useLocalDpi xmlns:a14="http://schemas.microsoft.com/office/drawing/2010/main" val="0"/>
                </a:ext>
              </a:extLst>
            </a:blip>
            <a:stretch>
              <a:fillRect/>
            </a:stretch>
          </p:blipFill>
          <p:spPr>
            <a:xfrm>
              <a:off x="12716978" y="3927864"/>
              <a:ext cx="1198713" cy="530352"/>
            </a:xfrm>
            <a:prstGeom prst="rect">
              <a:avLst/>
            </a:prstGeom>
          </p:spPr>
        </p:pic>
        <p:pic>
          <p:nvPicPr>
            <p:cNvPr id="221" name="2x2 Red"/>
            <p:cNvPicPr>
              <a:picLocks noChangeAspect="1"/>
            </p:cNvPicPr>
            <p:nvPr/>
          </p:nvPicPr>
          <p:blipFill>
            <a:blip r:embed="rId21" cstate="print">
              <a:extLst>
                <a:ext uri="{28A0092B-C50C-407E-A947-70E740481C1C}">
                  <a14:useLocalDpi xmlns:a14="http://schemas.microsoft.com/office/drawing/2010/main" val="0"/>
                </a:ext>
              </a:extLst>
            </a:blip>
            <a:stretch>
              <a:fillRect/>
            </a:stretch>
          </p:blipFill>
          <p:spPr>
            <a:xfrm>
              <a:off x="13462340" y="4280874"/>
              <a:ext cx="838289" cy="859536"/>
            </a:xfrm>
            <a:prstGeom prst="rect">
              <a:avLst/>
            </a:prstGeom>
          </p:spPr>
        </p:pic>
        <p:pic>
          <p:nvPicPr>
            <p:cNvPr id="222" name="1x3 Red"/>
            <p:cNvPicPr>
              <a:picLocks noChangeAspect="1"/>
            </p:cNvPicPr>
            <p:nvPr/>
          </p:nvPicPr>
          <p:blipFill>
            <a:blip r:embed="rId19" cstate="print">
              <a:extLst>
                <a:ext uri="{28A0092B-C50C-407E-A947-70E740481C1C}">
                  <a14:useLocalDpi xmlns:a14="http://schemas.microsoft.com/office/drawing/2010/main" val="0"/>
                </a:ext>
              </a:extLst>
            </a:blip>
            <a:stretch>
              <a:fillRect/>
            </a:stretch>
          </p:blipFill>
          <p:spPr>
            <a:xfrm>
              <a:off x="13122069" y="4963908"/>
              <a:ext cx="1198713" cy="530352"/>
            </a:xfrm>
            <a:prstGeom prst="rect">
              <a:avLst/>
            </a:prstGeom>
          </p:spPr>
        </p:pic>
        <p:pic>
          <p:nvPicPr>
            <p:cNvPr id="223" name="1x2 Red"/>
            <p:cNvPicPr>
              <a:picLocks/>
            </p:cNvPicPr>
            <p:nvPr/>
          </p:nvPicPr>
          <p:blipFill>
            <a:blip r:embed="rId22" cstate="print">
              <a:extLst>
                <a:ext uri="{28A0092B-C50C-407E-A947-70E740481C1C}">
                  <a14:useLocalDpi xmlns:a14="http://schemas.microsoft.com/office/drawing/2010/main" val="0"/>
                </a:ext>
              </a:extLst>
            </a:blip>
            <a:stretch>
              <a:fillRect/>
            </a:stretch>
          </p:blipFill>
          <p:spPr>
            <a:xfrm>
              <a:off x="12789329" y="5308174"/>
              <a:ext cx="822960" cy="530352"/>
            </a:xfrm>
            <a:prstGeom prst="rect">
              <a:avLst/>
            </a:prstGeom>
          </p:spPr>
        </p:pic>
        <p:pic>
          <p:nvPicPr>
            <p:cNvPr id="224" name="3x2 Red"/>
            <p:cNvPicPr>
              <a:picLocks noChangeAspect="1"/>
            </p:cNvPicPr>
            <p:nvPr/>
          </p:nvPicPr>
          <p:blipFill>
            <a:blip r:embed="rId17" cstate="print">
              <a:extLst>
                <a:ext uri="{28A0092B-C50C-407E-A947-70E740481C1C}">
                  <a14:useLocalDpi xmlns:a14="http://schemas.microsoft.com/office/drawing/2010/main" val="0"/>
                </a:ext>
              </a:extLst>
            </a:blip>
            <a:stretch>
              <a:fillRect/>
            </a:stretch>
          </p:blipFill>
          <p:spPr>
            <a:xfrm>
              <a:off x="11991317" y="3924176"/>
              <a:ext cx="870921" cy="1216152"/>
            </a:xfrm>
            <a:prstGeom prst="rect">
              <a:avLst/>
            </a:prstGeom>
          </p:spPr>
        </p:pic>
        <p:pic>
          <p:nvPicPr>
            <p:cNvPr id="225" name="1x2 Red"/>
            <p:cNvPicPr>
              <a:picLocks/>
            </p:cNvPicPr>
            <p:nvPr/>
          </p:nvPicPr>
          <p:blipFill>
            <a:blip r:embed="rId22" cstate="print">
              <a:extLst>
                <a:ext uri="{28A0092B-C50C-407E-A947-70E740481C1C}">
                  <a14:useLocalDpi xmlns:a14="http://schemas.microsoft.com/office/drawing/2010/main" val="0"/>
                </a:ext>
              </a:extLst>
            </a:blip>
            <a:stretch>
              <a:fillRect/>
            </a:stretch>
          </p:blipFill>
          <p:spPr>
            <a:xfrm>
              <a:off x="12050962" y="4956334"/>
              <a:ext cx="822960" cy="530352"/>
            </a:xfrm>
            <a:prstGeom prst="rect">
              <a:avLst/>
            </a:prstGeom>
          </p:spPr>
        </p:pic>
        <p:pic>
          <p:nvPicPr>
            <p:cNvPr id="226" name="3x2 Red"/>
            <p:cNvPicPr>
              <a:picLocks noChangeAspect="1"/>
            </p:cNvPicPr>
            <p:nvPr/>
          </p:nvPicPr>
          <p:blipFill>
            <a:blip r:embed="rId17" cstate="print">
              <a:extLst>
                <a:ext uri="{28A0092B-C50C-407E-A947-70E740481C1C}">
                  <a14:useLocalDpi xmlns:a14="http://schemas.microsoft.com/office/drawing/2010/main" val="0"/>
                </a:ext>
              </a:extLst>
            </a:blip>
            <a:stretch>
              <a:fillRect/>
            </a:stretch>
          </p:blipFill>
          <p:spPr>
            <a:xfrm>
              <a:off x="12068742" y="5306426"/>
              <a:ext cx="870921" cy="1216152"/>
            </a:xfrm>
            <a:prstGeom prst="rect">
              <a:avLst/>
            </a:prstGeom>
          </p:spPr>
        </p:pic>
        <p:pic>
          <p:nvPicPr>
            <p:cNvPr id="227" name="1x2 Red"/>
            <p:cNvPicPr>
              <a:picLocks/>
            </p:cNvPicPr>
            <p:nvPr/>
          </p:nvPicPr>
          <p:blipFill>
            <a:blip r:embed="rId22" cstate="print">
              <a:extLst>
                <a:ext uri="{28A0092B-C50C-407E-A947-70E740481C1C}">
                  <a14:useLocalDpi xmlns:a14="http://schemas.microsoft.com/office/drawing/2010/main" val="0"/>
                </a:ext>
              </a:extLst>
            </a:blip>
            <a:stretch>
              <a:fillRect/>
            </a:stretch>
          </p:blipFill>
          <p:spPr>
            <a:xfrm>
              <a:off x="13172234" y="5659025"/>
              <a:ext cx="822960" cy="530352"/>
            </a:xfrm>
            <a:prstGeom prst="rect">
              <a:avLst/>
            </a:prstGeom>
          </p:spPr>
        </p:pic>
        <p:pic>
          <p:nvPicPr>
            <p:cNvPr id="228" name="1x2 Red"/>
            <p:cNvPicPr>
              <a:picLocks/>
            </p:cNvPicPr>
            <p:nvPr/>
          </p:nvPicPr>
          <p:blipFill>
            <a:blip r:embed="rId22" cstate="print">
              <a:extLst>
                <a:ext uri="{28A0092B-C50C-407E-A947-70E740481C1C}">
                  <a14:useLocalDpi xmlns:a14="http://schemas.microsoft.com/office/drawing/2010/main" val="0"/>
                </a:ext>
              </a:extLst>
            </a:blip>
            <a:stretch>
              <a:fillRect/>
            </a:stretch>
          </p:blipFill>
          <p:spPr>
            <a:xfrm>
              <a:off x="13571014" y="6003295"/>
              <a:ext cx="822960" cy="530352"/>
            </a:xfrm>
            <a:prstGeom prst="rect">
              <a:avLst/>
            </a:prstGeom>
          </p:spPr>
        </p:pic>
      </p:grpSp>
      <p:pic>
        <p:nvPicPr>
          <p:cNvPr id="229" name="Logo Plate"/>
          <p:cNvPicPr>
            <a:picLocks noChangeAspect="1"/>
          </p:cNvPicPr>
          <p:nvPr/>
        </p:nvPicPr>
        <p:blipFill>
          <a:blip r:embed="rId23" cstate="print">
            <a:extLst>
              <a:ext uri="{28A0092B-C50C-407E-A947-70E740481C1C}">
                <a14:useLocalDpi xmlns:a14="http://schemas.microsoft.com/office/drawing/2010/main" val="0"/>
              </a:ext>
            </a:extLst>
          </a:blip>
          <a:stretch>
            <a:fillRect/>
          </a:stretch>
        </p:blipFill>
        <p:spPr>
          <a:xfrm>
            <a:off x="12174222" y="6819392"/>
            <a:ext cx="2261760" cy="1435608"/>
          </a:xfrm>
          <a:prstGeom prst="rect">
            <a:avLst/>
          </a:prstGeom>
        </p:spPr>
      </p:pic>
      <p:pic>
        <p:nvPicPr>
          <p:cNvPr id="2" name="Sunset.mp3">
            <a:hlinkClick r:id="" action="ppaction://media"/>
          </p:cNvPr>
          <p:cNvPicPr>
            <a:picLocks noChangeAspect="1"/>
          </p:cNvPicPr>
          <p:nvPr>
            <a:audioFile r:link="rId2"/>
            <p:extLst>
              <p:ext uri="{DAA4B4D4-6D71-4841-9C94-3DE7FCFB9230}">
                <p14:media xmlns:p14="http://schemas.microsoft.com/office/powerpoint/2010/main" r:embed="rId1"/>
              </p:ext>
            </p:extLst>
          </p:nvPr>
        </p:nvPicPr>
        <p:blipFill>
          <a:blip r:embed="rId24"/>
          <a:stretch>
            <a:fillRect/>
          </a:stretch>
        </p:blipFill>
        <p:spPr>
          <a:xfrm>
            <a:off x="228257" y="8670925"/>
            <a:ext cx="487363" cy="487363"/>
          </a:xfrm>
          <a:prstGeom prst="rect">
            <a:avLst/>
          </a:prstGeom>
        </p:spPr>
      </p:pic>
    </p:spTree>
    <p:extLst>
      <p:ext uri="{BB962C8B-B14F-4D97-AF65-F5344CB8AC3E}">
        <p14:creationId xmlns:p14="http://schemas.microsoft.com/office/powerpoint/2010/main" val="2075849213"/>
      </p:ext>
    </p:extLst>
  </p:cSld>
  <p:clrMapOvr>
    <a:masterClrMapping/>
  </p:clrMapOvr>
  <mc:AlternateContent xmlns:mc="http://schemas.openxmlformats.org/markup-compatibility/2006" xmlns:p14="http://schemas.microsoft.com/office/powerpoint/2010/main">
    <mc:Choice Requires="p14">
      <p:transition spd="slow" p14:dur="1300">
        <p14:pan dir="u"/>
      </p:transition>
    </mc:Choice>
    <mc:Fallback xmlns="">
      <p:transition spd="slow">
        <p:fade/>
      </p:transition>
    </mc:Fallback>
  </mc:AlternateContent>
  <mc:AlternateContent xmlns:mc="http://schemas.openxmlformats.org/markup-compatibility/2006" xmlns:p14="http://schemas.microsoft.com/office/powerpoint/2010/main">
    <mc:Choice Requires="p14">
      <p:timing>
        <p:tnLst>
          <p:par>
            <p:cTn id="1" dur="indefinite" restart="never" nodeType="tmRoot">
              <p:childTnLst>
                <p:seq concurrent="1" nextAc="seek">
                  <p:cTn id="2" dur="indefinite" nodeType="mainSeq">
                    <p:childTnLst>
                      <p:par>
                        <p:cTn id="3" fill="hold">
                          <p:stCondLst>
                            <p:cond delay="indefinite"/>
                            <p:cond evt="onBegin" delay="0">
                              <p:tn val="2"/>
                            </p:cond>
                          </p:stCondLst>
                          <p:childTnLst>
                            <p:par>
                              <p:cTn id="4" fill="hold">
                                <p:stCondLst>
                                  <p:cond delay="0"/>
                                </p:stCondLst>
                                <p:childTnLst>
                                  <p:par>
                                    <p:cTn id="5" presetID="1" presetClass="mediacall" presetSubtype="0" fill="hold" nodeType="withEffect">
                                      <p:stCondLst>
                                        <p:cond delay="0"/>
                                      </p:stCondLst>
                                      <p:childTnLst>
                                        <p:cmd type="call" cmd="playFrom(0.0)">
                                          <p:cBhvr>
                                            <p:cTn id="6" dur="40097" fill="hold"/>
                                            <p:tgtEl>
                                              <p:spTgt spid="2"/>
                                            </p:tgtEl>
                                          </p:cBhvr>
                                        </p:cmd>
                                      </p:childTnLst>
                                    </p:cTn>
                                  </p:par>
                                  <p:par>
                                    <p:cTn id="7" presetID="42" presetClass="path" presetSubtype="0" fill="hold" nodeType="withEffect" p14:presetBounceEnd="25000">
                                      <p:stCondLst>
                                        <p:cond delay="500"/>
                                      </p:stCondLst>
                                      <p:childTnLst>
                                        <p:animMotion origin="layout" path="M -2.56944E-6 2.59259E-6 L 0.04102 -0.33777 " pathEditMode="relative" rAng="0" ptsTypes="AA" p14:bounceEnd="25000">
                                          <p:cBhvr>
                                            <p:cTn id="8" dur="1000" fill="hold"/>
                                            <p:tgtEl>
                                              <p:spTgt spid="70"/>
                                            </p:tgtEl>
                                            <p:attrNameLst>
                                              <p:attrName>ppt_x</p:attrName>
                                              <p:attrName>ppt_y</p:attrName>
                                            </p:attrNameLst>
                                          </p:cBhvr>
                                          <p:rCtr x="2051" y="-16898"/>
                                        </p:animMotion>
                                      </p:childTnLst>
                                    </p:cTn>
                                  </p:par>
                                  <p:par>
                                    <p:cTn id="9" presetID="6" presetClass="emph" presetSubtype="0" autoRev="1" fill="hold" nodeType="withEffect">
                                      <p:stCondLst>
                                        <p:cond delay="500"/>
                                      </p:stCondLst>
                                      <p:childTnLst>
                                        <p:animScale>
                                          <p:cBhvr>
                                            <p:cTn id="10" dur="500" fill="hold"/>
                                            <p:tgtEl>
                                              <p:spTgt spid="70"/>
                                            </p:tgtEl>
                                          </p:cBhvr>
                                          <p:by x="115000" y="115000"/>
                                        </p:animScale>
                                      </p:childTnLst>
                                    </p:cTn>
                                  </p:par>
                                  <p:par>
                                    <p:cTn id="11" presetID="10" presetClass="entr" presetSubtype="0" fill="hold" nodeType="withEffect">
                                      <p:stCondLst>
                                        <p:cond delay="1500"/>
                                      </p:stCondLst>
                                      <p:childTnLst>
                                        <p:set>
                                          <p:cBhvr>
                                            <p:cTn id="12" dur="1" fill="hold">
                                              <p:stCondLst>
                                                <p:cond delay="0"/>
                                              </p:stCondLst>
                                            </p:cTn>
                                            <p:tgtEl>
                                              <p:spTgt spid="73"/>
                                            </p:tgtEl>
                                            <p:attrNameLst>
                                              <p:attrName>style.visibility</p:attrName>
                                            </p:attrNameLst>
                                          </p:cBhvr>
                                          <p:to>
                                            <p:strVal val="visible"/>
                                          </p:to>
                                        </p:set>
                                        <p:animEffect transition="in" filter="fade">
                                          <p:cBhvr>
                                            <p:cTn id="13" dur="10"/>
                                            <p:tgtEl>
                                              <p:spTgt spid="73"/>
                                            </p:tgtEl>
                                          </p:cBhvr>
                                        </p:animEffect>
                                      </p:childTnLst>
                                    </p:cTn>
                                  </p:par>
                                  <p:par>
                                    <p:cTn id="14" presetID="10" presetClass="exit" presetSubtype="0" fill="hold" nodeType="withEffect">
                                      <p:stCondLst>
                                        <p:cond delay="1500"/>
                                      </p:stCondLst>
                                      <p:childTnLst>
                                        <p:animEffect transition="out" filter="fade">
                                          <p:cBhvr>
                                            <p:cTn id="15" dur="250"/>
                                            <p:tgtEl>
                                              <p:spTgt spid="70"/>
                                            </p:tgtEl>
                                          </p:cBhvr>
                                        </p:animEffect>
                                        <p:set>
                                          <p:cBhvr>
                                            <p:cTn id="16" dur="1" fill="hold">
                                              <p:stCondLst>
                                                <p:cond delay="249"/>
                                              </p:stCondLst>
                                            </p:cTn>
                                            <p:tgtEl>
                                              <p:spTgt spid="70"/>
                                            </p:tgtEl>
                                            <p:attrNameLst>
                                              <p:attrName>style.visibility</p:attrName>
                                            </p:attrNameLst>
                                          </p:cBhvr>
                                          <p:to>
                                            <p:strVal val="hidden"/>
                                          </p:to>
                                        </p:set>
                                      </p:childTnLst>
                                    </p:cTn>
                                  </p:par>
                                  <p:par>
                                    <p:cTn id="17" presetID="10" presetClass="exit" presetSubtype="0" fill="hold" nodeType="withEffect">
                                      <p:stCondLst>
                                        <p:cond delay="1500"/>
                                      </p:stCondLst>
                                      <p:childTnLst>
                                        <p:animEffect transition="out" filter="fade">
                                          <p:cBhvr>
                                            <p:cTn id="18" dur="250"/>
                                            <p:tgtEl>
                                              <p:spTgt spid="102"/>
                                            </p:tgtEl>
                                          </p:cBhvr>
                                        </p:animEffect>
                                        <p:set>
                                          <p:cBhvr>
                                            <p:cTn id="19" dur="1" fill="hold">
                                              <p:stCondLst>
                                                <p:cond delay="249"/>
                                              </p:stCondLst>
                                            </p:cTn>
                                            <p:tgtEl>
                                              <p:spTgt spid="102"/>
                                            </p:tgtEl>
                                            <p:attrNameLst>
                                              <p:attrName>style.visibility</p:attrName>
                                            </p:attrNameLst>
                                          </p:cBhvr>
                                          <p:to>
                                            <p:strVal val="hidden"/>
                                          </p:to>
                                        </p:set>
                                      </p:childTnLst>
                                    </p:cTn>
                                  </p:par>
                                  <p:par>
                                    <p:cTn id="20" presetID="42" presetClass="path" presetSubtype="0" fill="hold" nodeType="withEffect" p14:presetBounceEnd="16667">
                                      <p:stCondLst>
                                        <p:cond delay="2000"/>
                                      </p:stCondLst>
                                      <p:childTnLst>
                                        <p:animMotion origin="layout" path="M -3.99306E-6 -1.85185E-6 L 0.21626 0.5056 " pathEditMode="relative" rAng="0" ptsTypes="AA" p14:bounceEnd="16667">
                                          <p:cBhvr>
                                            <p:cTn id="21" dur="1500" fill="hold"/>
                                            <p:tgtEl>
                                              <p:spTgt spid="73"/>
                                            </p:tgtEl>
                                            <p:attrNameLst>
                                              <p:attrName>ppt_x</p:attrName>
                                              <p:attrName>ppt_y</p:attrName>
                                            </p:attrNameLst>
                                          </p:cBhvr>
                                          <p:rCtr x="10807" y="25270"/>
                                        </p:animMotion>
                                      </p:childTnLst>
                                    </p:cTn>
                                  </p:par>
                                  <p:par>
                                    <p:cTn id="22" presetID="6" presetClass="emph" presetSubtype="0" autoRev="1" fill="hold" nodeType="withEffect">
                                      <p:stCondLst>
                                        <p:cond delay="2000"/>
                                      </p:stCondLst>
                                      <p:childTnLst>
                                        <p:animScale>
                                          <p:cBhvr>
                                            <p:cTn id="23" dur="750" fill="hold"/>
                                            <p:tgtEl>
                                              <p:spTgt spid="73"/>
                                            </p:tgtEl>
                                          </p:cBhvr>
                                          <p:by x="115000" y="115000"/>
                                        </p:animScale>
                                      </p:childTnLst>
                                    </p:cTn>
                                  </p:par>
                                  <p:par>
                                    <p:cTn id="24" presetID="10" presetClass="entr" presetSubtype="0" fill="hold" nodeType="withEffect">
                                      <p:stCondLst>
                                        <p:cond delay="3500"/>
                                      </p:stCondLst>
                                      <p:childTnLst>
                                        <p:set>
                                          <p:cBhvr>
                                            <p:cTn id="25" dur="1" fill="hold">
                                              <p:stCondLst>
                                                <p:cond delay="0"/>
                                              </p:stCondLst>
                                            </p:cTn>
                                            <p:tgtEl>
                                              <p:spTgt spid="99"/>
                                            </p:tgtEl>
                                            <p:attrNameLst>
                                              <p:attrName>style.visibility</p:attrName>
                                            </p:attrNameLst>
                                          </p:cBhvr>
                                          <p:to>
                                            <p:strVal val="visible"/>
                                          </p:to>
                                        </p:set>
                                        <p:animEffect transition="in" filter="fade">
                                          <p:cBhvr>
                                            <p:cTn id="26" dur="10"/>
                                            <p:tgtEl>
                                              <p:spTgt spid="99"/>
                                            </p:tgtEl>
                                          </p:cBhvr>
                                        </p:animEffect>
                                      </p:childTnLst>
                                    </p:cTn>
                                  </p:par>
                                  <p:par>
                                    <p:cTn id="27" presetID="10" presetClass="entr" presetSubtype="0" fill="hold" nodeType="withEffect">
                                      <p:stCondLst>
                                        <p:cond delay="3500"/>
                                      </p:stCondLst>
                                      <p:childTnLst>
                                        <p:set>
                                          <p:cBhvr>
                                            <p:cTn id="28" dur="1" fill="hold">
                                              <p:stCondLst>
                                                <p:cond delay="0"/>
                                              </p:stCondLst>
                                            </p:cTn>
                                            <p:tgtEl>
                                              <p:spTgt spid="96"/>
                                            </p:tgtEl>
                                            <p:attrNameLst>
                                              <p:attrName>style.visibility</p:attrName>
                                            </p:attrNameLst>
                                          </p:cBhvr>
                                          <p:to>
                                            <p:strVal val="visible"/>
                                          </p:to>
                                        </p:set>
                                        <p:animEffect transition="in" filter="fade">
                                          <p:cBhvr>
                                            <p:cTn id="29" dur="10"/>
                                            <p:tgtEl>
                                              <p:spTgt spid="96"/>
                                            </p:tgtEl>
                                          </p:cBhvr>
                                        </p:animEffect>
                                      </p:childTnLst>
                                    </p:cTn>
                                  </p:par>
                                  <p:par>
                                    <p:cTn id="30" presetID="10" presetClass="exit" presetSubtype="0" fill="hold" nodeType="withEffect">
                                      <p:stCondLst>
                                        <p:cond delay="3500"/>
                                      </p:stCondLst>
                                      <p:childTnLst>
                                        <p:animEffect transition="out" filter="fade">
                                          <p:cBhvr>
                                            <p:cTn id="31" dur="250"/>
                                            <p:tgtEl>
                                              <p:spTgt spid="73"/>
                                            </p:tgtEl>
                                          </p:cBhvr>
                                        </p:animEffect>
                                        <p:set>
                                          <p:cBhvr>
                                            <p:cTn id="32" dur="1" fill="hold">
                                              <p:stCondLst>
                                                <p:cond delay="249"/>
                                              </p:stCondLst>
                                            </p:cTn>
                                            <p:tgtEl>
                                              <p:spTgt spid="73"/>
                                            </p:tgtEl>
                                            <p:attrNameLst>
                                              <p:attrName>style.visibility</p:attrName>
                                            </p:attrNameLst>
                                          </p:cBhvr>
                                          <p:to>
                                            <p:strVal val="hidden"/>
                                          </p:to>
                                        </p:set>
                                      </p:childTnLst>
                                    </p:cTn>
                                  </p:par>
                                  <p:par>
                                    <p:cTn id="33" presetID="2" presetClass="exit" presetSubtype="8" accel="84000" fill="hold" nodeType="withEffect">
                                      <p:stCondLst>
                                        <p:cond delay="5750"/>
                                      </p:stCondLst>
                                      <p:childTnLst>
                                        <p:anim calcmode="lin" valueType="num">
                                          <p:cBhvr additive="base">
                                            <p:cTn id="34" dur="500"/>
                                            <p:tgtEl>
                                              <p:spTgt spid="99"/>
                                            </p:tgtEl>
                                            <p:attrNameLst>
                                              <p:attrName>ppt_x</p:attrName>
                                            </p:attrNameLst>
                                          </p:cBhvr>
                                          <p:tavLst>
                                            <p:tav tm="0">
                                              <p:val>
                                                <p:strVal val="ppt_x"/>
                                              </p:val>
                                            </p:tav>
                                            <p:tav tm="100000">
                                              <p:val>
                                                <p:strVal val="0-ppt_w/2"/>
                                              </p:val>
                                            </p:tav>
                                          </p:tavLst>
                                        </p:anim>
                                        <p:anim calcmode="lin" valueType="num">
                                          <p:cBhvr additive="base">
                                            <p:cTn id="35" dur="500"/>
                                            <p:tgtEl>
                                              <p:spTgt spid="99"/>
                                            </p:tgtEl>
                                            <p:attrNameLst>
                                              <p:attrName>ppt_y</p:attrName>
                                            </p:attrNameLst>
                                          </p:cBhvr>
                                          <p:tavLst>
                                            <p:tav tm="0">
                                              <p:val>
                                                <p:strVal val="ppt_y"/>
                                              </p:val>
                                            </p:tav>
                                            <p:tav tm="100000">
                                              <p:val>
                                                <p:strVal val="ppt_y"/>
                                              </p:val>
                                            </p:tav>
                                          </p:tavLst>
                                        </p:anim>
                                        <p:set>
                                          <p:cBhvr>
                                            <p:cTn id="36" dur="1" fill="hold">
                                              <p:stCondLst>
                                                <p:cond delay="499"/>
                                              </p:stCondLst>
                                            </p:cTn>
                                            <p:tgtEl>
                                              <p:spTgt spid="99"/>
                                            </p:tgtEl>
                                            <p:attrNameLst>
                                              <p:attrName>style.visibility</p:attrName>
                                            </p:attrNameLst>
                                          </p:cBhvr>
                                          <p:to>
                                            <p:strVal val="hidden"/>
                                          </p:to>
                                        </p:set>
                                      </p:childTnLst>
                                    </p:cTn>
                                  </p:par>
                                  <p:par>
                                    <p:cTn id="37" presetID="6" presetClass="emph" presetSubtype="0" autoRev="1" fill="hold" nodeType="withEffect">
                                      <p:stCondLst>
                                        <p:cond delay="5750"/>
                                      </p:stCondLst>
                                      <p:childTnLst>
                                        <p:animScale>
                                          <p:cBhvr>
                                            <p:cTn id="38" dur="250" fill="hold"/>
                                            <p:tgtEl>
                                              <p:spTgt spid="99"/>
                                            </p:tgtEl>
                                          </p:cBhvr>
                                          <p:by x="115000" y="115000"/>
                                        </p:animScale>
                                      </p:childTnLst>
                                    </p:cTn>
                                  </p:par>
                                  <p:par>
                                    <p:cTn id="39" presetID="2" presetClass="exit" presetSubtype="4" accel="84000" fill="hold" nodeType="withEffect">
                                      <p:stCondLst>
                                        <p:cond delay="6000"/>
                                      </p:stCondLst>
                                      <p:childTnLst>
                                        <p:anim calcmode="lin" valueType="num">
                                          <p:cBhvr additive="base">
                                            <p:cTn id="40" dur="500"/>
                                            <p:tgtEl>
                                              <p:spTgt spid="96"/>
                                            </p:tgtEl>
                                            <p:attrNameLst>
                                              <p:attrName>ppt_x</p:attrName>
                                            </p:attrNameLst>
                                          </p:cBhvr>
                                          <p:tavLst>
                                            <p:tav tm="0">
                                              <p:val>
                                                <p:strVal val="ppt_x"/>
                                              </p:val>
                                            </p:tav>
                                            <p:tav tm="100000">
                                              <p:val>
                                                <p:strVal val="ppt_x"/>
                                              </p:val>
                                            </p:tav>
                                          </p:tavLst>
                                        </p:anim>
                                        <p:anim calcmode="lin" valueType="num">
                                          <p:cBhvr additive="base">
                                            <p:cTn id="41" dur="500"/>
                                            <p:tgtEl>
                                              <p:spTgt spid="96"/>
                                            </p:tgtEl>
                                            <p:attrNameLst>
                                              <p:attrName>ppt_y</p:attrName>
                                            </p:attrNameLst>
                                          </p:cBhvr>
                                          <p:tavLst>
                                            <p:tav tm="0">
                                              <p:val>
                                                <p:strVal val="ppt_y"/>
                                              </p:val>
                                            </p:tav>
                                            <p:tav tm="100000">
                                              <p:val>
                                                <p:strVal val="1+ppt_h/2"/>
                                              </p:val>
                                            </p:tav>
                                          </p:tavLst>
                                        </p:anim>
                                        <p:set>
                                          <p:cBhvr>
                                            <p:cTn id="42" dur="1" fill="hold">
                                              <p:stCondLst>
                                                <p:cond delay="499"/>
                                              </p:stCondLst>
                                            </p:cTn>
                                            <p:tgtEl>
                                              <p:spTgt spid="96"/>
                                            </p:tgtEl>
                                            <p:attrNameLst>
                                              <p:attrName>style.visibility</p:attrName>
                                            </p:attrNameLst>
                                          </p:cBhvr>
                                          <p:to>
                                            <p:strVal val="hidden"/>
                                          </p:to>
                                        </p:set>
                                      </p:childTnLst>
                                    </p:cTn>
                                  </p:par>
                                  <p:par>
                                    <p:cTn id="43" presetID="6" presetClass="emph" presetSubtype="0" autoRev="1" fill="hold" nodeType="withEffect">
                                      <p:stCondLst>
                                        <p:cond delay="6000"/>
                                      </p:stCondLst>
                                      <p:childTnLst>
                                        <p:animScale>
                                          <p:cBhvr>
                                            <p:cTn id="44" dur="250" fill="hold"/>
                                            <p:tgtEl>
                                              <p:spTgt spid="96"/>
                                            </p:tgtEl>
                                          </p:cBhvr>
                                          <p:by x="115000" y="115000"/>
                                        </p:animScale>
                                      </p:childTnLst>
                                    </p:cTn>
                                  </p:par>
                                  <p:par>
                                    <p:cTn id="45" presetID="2" presetClass="exit" presetSubtype="2" accel="84000" fill="hold" nodeType="withEffect">
                                      <p:stCondLst>
                                        <p:cond delay="6250"/>
                                      </p:stCondLst>
                                      <p:childTnLst>
                                        <p:anim calcmode="lin" valueType="num">
                                          <p:cBhvr additive="base">
                                            <p:cTn id="46" dur="500"/>
                                            <p:tgtEl>
                                              <p:spTgt spid="63"/>
                                            </p:tgtEl>
                                            <p:attrNameLst>
                                              <p:attrName>ppt_x</p:attrName>
                                            </p:attrNameLst>
                                          </p:cBhvr>
                                          <p:tavLst>
                                            <p:tav tm="0">
                                              <p:val>
                                                <p:strVal val="ppt_x"/>
                                              </p:val>
                                            </p:tav>
                                            <p:tav tm="100000">
                                              <p:val>
                                                <p:strVal val="1+ppt_w/2"/>
                                              </p:val>
                                            </p:tav>
                                          </p:tavLst>
                                        </p:anim>
                                        <p:anim calcmode="lin" valueType="num">
                                          <p:cBhvr additive="base">
                                            <p:cTn id="47" dur="500"/>
                                            <p:tgtEl>
                                              <p:spTgt spid="63"/>
                                            </p:tgtEl>
                                            <p:attrNameLst>
                                              <p:attrName>ppt_y</p:attrName>
                                            </p:attrNameLst>
                                          </p:cBhvr>
                                          <p:tavLst>
                                            <p:tav tm="0">
                                              <p:val>
                                                <p:strVal val="ppt_y"/>
                                              </p:val>
                                            </p:tav>
                                            <p:tav tm="100000">
                                              <p:val>
                                                <p:strVal val="ppt_y"/>
                                              </p:val>
                                            </p:tav>
                                          </p:tavLst>
                                        </p:anim>
                                        <p:set>
                                          <p:cBhvr>
                                            <p:cTn id="48" dur="1" fill="hold">
                                              <p:stCondLst>
                                                <p:cond delay="499"/>
                                              </p:stCondLst>
                                            </p:cTn>
                                            <p:tgtEl>
                                              <p:spTgt spid="63"/>
                                            </p:tgtEl>
                                            <p:attrNameLst>
                                              <p:attrName>style.visibility</p:attrName>
                                            </p:attrNameLst>
                                          </p:cBhvr>
                                          <p:to>
                                            <p:strVal val="hidden"/>
                                          </p:to>
                                        </p:set>
                                      </p:childTnLst>
                                    </p:cTn>
                                  </p:par>
                                  <p:par>
                                    <p:cTn id="49" presetID="6" presetClass="emph" presetSubtype="0" autoRev="1" fill="hold" nodeType="withEffect">
                                      <p:stCondLst>
                                        <p:cond delay="6250"/>
                                      </p:stCondLst>
                                      <p:childTnLst>
                                        <p:animScale>
                                          <p:cBhvr>
                                            <p:cTn id="50" dur="250" fill="hold"/>
                                            <p:tgtEl>
                                              <p:spTgt spid="63"/>
                                            </p:tgtEl>
                                          </p:cBhvr>
                                          <p:by x="115000" y="115000"/>
                                        </p:animScale>
                                      </p:childTnLst>
                                    </p:cTn>
                                  </p:par>
                                  <p:par>
                                    <p:cTn id="51" presetID="2" presetClass="entr" presetSubtype="2" decel="50000" fill="hold" nodeType="withEffect">
                                      <p:stCondLst>
                                        <p:cond delay="7000"/>
                                      </p:stCondLst>
                                      <p:childTnLst>
                                        <p:set>
                                          <p:cBhvr>
                                            <p:cTn id="52" dur="1" fill="hold">
                                              <p:stCondLst>
                                                <p:cond delay="0"/>
                                              </p:stCondLst>
                                            </p:cTn>
                                            <p:tgtEl>
                                              <p:spTgt spid="105"/>
                                            </p:tgtEl>
                                            <p:attrNameLst>
                                              <p:attrName>style.visibility</p:attrName>
                                            </p:attrNameLst>
                                          </p:cBhvr>
                                          <p:to>
                                            <p:strVal val="visible"/>
                                          </p:to>
                                        </p:set>
                                        <p:anim calcmode="lin" valueType="num">
                                          <p:cBhvr additive="base">
                                            <p:cTn id="53" dur="500" fill="hold"/>
                                            <p:tgtEl>
                                              <p:spTgt spid="105"/>
                                            </p:tgtEl>
                                            <p:attrNameLst>
                                              <p:attrName>ppt_x</p:attrName>
                                            </p:attrNameLst>
                                          </p:cBhvr>
                                          <p:tavLst>
                                            <p:tav tm="0">
                                              <p:val>
                                                <p:strVal val="1+#ppt_w/2"/>
                                              </p:val>
                                            </p:tav>
                                            <p:tav tm="100000">
                                              <p:val>
                                                <p:strVal val="#ppt_x"/>
                                              </p:val>
                                            </p:tav>
                                          </p:tavLst>
                                        </p:anim>
                                        <p:anim calcmode="lin" valueType="num">
                                          <p:cBhvr additive="base">
                                            <p:cTn id="54" dur="500" fill="hold"/>
                                            <p:tgtEl>
                                              <p:spTgt spid="105"/>
                                            </p:tgtEl>
                                            <p:attrNameLst>
                                              <p:attrName>ppt_y</p:attrName>
                                            </p:attrNameLst>
                                          </p:cBhvr>
                                          <p:tavLst>
                                            <p:tav tm="0">
                                              <p:val>
                                                <p:strVal val="#ppt_y"/>
                                              </p:val>
                                            </p:tav>
                                            <p:tav tm="100000">
                                              <p:val>
                                                <p:strVal val="#ppt_y"/>
                                              </p:val>
                                            </p:tav>
                                          </p:tavLst>
                                        </p:anim>
                                      </p:childTnLst>
                                    </p:cTn>
                                  </p:par>
                                  <p:par>
                                    <p:cTn id="55" presetID="6" presetClass="emph" presetSubtype="0" autoRev="1" fill="hold" nodeType="withEffect">
                                      <p:stCondLst>
                                        <p:cond delay="7000"/>
                                      </p:stCondLst>
                                      <p:childTnLst>
                                        <p:animScale>
                                          <p:cBhvr>
                                            <p:cTn id="56" dur="250" fill="hold"/>
                                            <p:tgtEl>
                                              <p:spTgt spid="105"/>
                                            </p:tgtEl>
                                          </p:cBhvr>
                                          <p:by x="115000" y="115000"/>
                                        </p:animScale>
                                      </p:childTnLst>
                                    </p:cTn>
                                  </p:par>
                                  <p:par>
                                    <p:cTn id="57" presetID="2" presetClass="entr" presetSubtype="1" decel="50000" fill="hold" nodeType="withEffect">
                                      <p:stCondLst>
                                        <p:cond delay="7500"/>
                                      </p:stCondLst>
                                      <p:childTnLst>
                                        <p:set>
                                          <p:cBhvr>
                                            <p:cTn id="58" dur="1" fill="hold">
                                              <p:stCondLst>
                                                <p:cond delay="0"/>
                                              </p:stCondLst>
                                            </p:cTn>
                                            <p:tgtEl>
                                              <p:spTgt spid="111"/>
                                            </p:tgtEl>
                                            <p:attrNameLst>
                                              <p:attrName>style.visibility</p:attrName>
                                            </p:attrNameLst>
                                          </p:cBhvr>
                                          <p:to>
                                            <p:strVal val="visible"/>
                                          </p:to>
                                        </p:set>
                                        <p:anim calcmode="lin" valueType="num">
                                          <p:cBhvr additive="base">
                                            <p:cTn id="59" dur="500" fill="hold"/>
                                            <p:tgtEl>
                                              <p:spTgt spid="111"/>
                                            </p:tgtEl>
                                            <p:attrNameLst>
                                              <p:attrName>ppt_x</p:attrName>
                                            </p:attrNameLst>
                                          </p:cBhvr>
                                          <p:tavLst>
                                            <p:tav tm="0">
                                              <p:val>
                                                <p:strVal val="#ppt_x"/>
                                              </p:val>
                                            </p:tav>
                                            <p:tav tm="100000">
                                              <p:val>
                                                <p:strVal val="#ppt_x"/>
                                              </p:val>
                                            </p:tav>
                                          </p:tavLst>
                                        </p:anim>
                                        <p:anim calcmode="lin" valueType="num">
                                          <p:cBhvr additive="base">
                                            <p:cTn id="60" dur="500" fill="hold"/>
                                            <p:tgtEl>
                                              <p:spTgt spid="111"/>
                                            </p:tgtEl>
                                            <p:attrNameLst>
                                              <p:attrName>ppt_y</p:attrName>
                                            </p:attrNameLst>
                                          </p:cBhvr>
                                          <p:tavLst>
                                            <p:tav tm="0">
                                              <p:val>
                                                <p:strVal val="0-#ppt_h/2"/>
                                              </p:val>
                                            </p:tav>
                                            <p:tav tm="100000">
                                              <p:val>
                                                <p:strVal val="#ppt_y"/>
                                              </p:val>
                                            </p:tav>
                                          </p:tavLst>
                                        </p:anim>
                                      </p:childTnLst>
                                    </p:cTn>
                                  </p:par>
                                  <p:par>
                                    <p:cTn id="61" presetID="6" presetClass="emph" presetSubtype="0" autoRev="1" fill="hold" nodeType="withEffect">
                                      <p:stCondLst>
                                        <p:cond delay="7500"/>
                                      </p:stCondLst>
                                      <p:childTnLst>
                                        <p:animScale>
                                          <p:cBhvr>
                                            <p:cTn id="62" dur="250" fill="hold"/>
                                            <p:tgtEl>
                                              <p:spTgt spid="111"/>
                                            </p:tgtEl>
                                          </p:cBhvr>
                                          <p:by x="115000" y="115000"/>
                                        </p:animScale>
                                      </p:childTnLst>
                                    </p:cTn>
                                  </p:par>
                                  <p:par>
                                    <p:cTn id="63" presetID="2" presetClass="entr" presetSubtype="8" decel="50000" fill="hold" nodeType="withEffect">
                                      <p:stCondLst>
                                        <p:cond delay="8000"/>
                                      </p:stCondLst>
                                      <p:childTnLst>
                                        <p:set>
                                          <p:cBhvr>
                                            <p:cTn id="64" dur="1" fill="hold">
                                              <p:stCondLst>
                                                <p:cond delay="0"/>
                                              </p:stCondLst>
                                            </p:cTn>
                                            <p:tgtEl>
                                              <p:spTgt spid="108"/>
                                            </p:tgtEl>
                                            <p:attrNameLst>
                                              <p:attrName>style.visibility</p:attrName>
                                            </p:attrNameLst>
                                          </p:cBhvr>
                                          <p:to>
                                            <p:strVal val="visible"/>
                                          </p:to>
                                        </p:set>
                                        <p:anim calcmode="lin" valueType="num">
                                          <p:cBhvr additive="base">
                                            <p:cTn id="65" dur="500" fill="hold"/>
                                            <p:tgtEl>
                                              <p:spTgt spid="108"/>
                                            </p:tgtEl>
                                            <p:attrNameLst>
                                              <p:attrName>ppt_x</p:attrName>
                                            </p:attrNameLst>
                                          </p:cBhvr>
                                          <p:tavLst>
                                            <p:tav tm="0">
                                              <p:val>
                                                <p:strVal val="0-#ppt_w/2"/>
                                              </p:val>
                                            </p:tav>
                                            <p:tav tm="100000">
                                              <p:val>
                                                <p:strVal val="#ppt_x"/>
                                              </p:val>
                                            </p:tav>
                                          </p:tavLst>
                                        </p:anim>
                                        <p:anim calcmode="lin" valueType="num">
                                          <p:cBhvr additive="base">
                                            <p:cTn id="66" dur="500" fill="hold"/>
                                            <p:tgtEl>
                                              <p:spTgt spid="108"/>
                                            </p:tgtEl>
                                            <p:attrNameLst>
                                              <p:attrName>ppt_y</p:attrName>
                                            </p:attrNameLst>
                                          </p:cBhvr>
                                          <p:tavLst>
                                            <p:tav tm="0">
                                              <p:val>
                                                <p:strVal val="#ppt_y"/>
                                              </p:val>
                                            </p:tav>
                                            <p:tav tm="100000">
                                              <p:val>
                                                <p:strVal val="#ppt_y"/>
                                              </p:val>
                                            </p:tav>
                                          </p:tavLst>
                                        </p:anim>
                                      </p:childTnLst>
                                    </p:cTn>
                                  </p:par>
                                  <p:par>
                                    <p:cTn id="67" presetID="6" presetClass="emph" presetSubtype="0" autoRev="1" fill="hold" nodeType="withEffect">
                                      <p:stCondLst>
                                        <p:cond delay="8000"/>
                                      </p:stCondLst>
                                      <p:childTnLst>
                                        <p:animScale>
                                          <p:cBhvr>
                                            <p:cTn id="68" dur="250" fill="hold"/>
                                            <p:tgtEl>
                                              <p:spTgt spid="108"/>
                                            </p:tgtEl>
                                          </p:cBhvr>
                                          <p:by x="115000" y="115000"/>
                                        </p:animScale>
                                      </p:childTnLst>
                                    </p:cTn>
                                  </p:par>
                                  <p:par>
                                    <p:cTn id="69" presetID="2" presetClass="exit" presetSubtype="8" accel="84000" fill="hold" nodeType="withEffect">
                                      <p:stCondLst>
                                        <p:cond delay="12500"/>
                                      </p:stCondLst>
                                      <p:childTnLst>
                                        <p:anim calcmode="lin" valueType="num">
                                          <p:cBhvr additive="base">
                                            <p:cTn id="70" dur="500"/>
                                            <p:tgtEl>
                                              <p:spTgt spid="108"/>
                                            </p:tgtEl>
                                            <p:attrNameLst>
                                              <p:attrName>ppt_x</p:attrName>
                                            </p:attrNameLst>
                                          </p:cBhvr>
                                          <p:tavLst>
                                            <p:tav tm="0">
                                              <p:val>
                                                <p:strVal val="ppt_x"/>
                                              </p:val>
                                            </p:tav>
                                            <p:tav tm="100000">
                                              <p:val>
                                                <p:strVal val="0-ppt_w/2"/>
                                              </p:val>
                                            </p:tav>
                                          </p:tavLst>
                                        </p:anim>
                                        <p:anim calcmode="lin" valueType="num">
                                          <p:cBhvr additive="base">
                                            <p:cTn id="71" dur="500"/>
                                            <p:tgtEl>
                                              <p:spTgt spid="108"/>
                                            </p:tgtEl>
                                            <p:attrNameLst>
                                              <p:attrName>ppt_y</p:attrName>
                                            </p:attrNameLst>
                                          </p:cBhvr>
                                          <p:tavLst>
                                            <p:tav tm="0">
                                              <p:val>
                                                <p:strVal val="ppt_y"/>
                                              </p:val>
                                            </p:tav>
                                            <p:tav tm="100000">
                                              <p:val>
                                                <p:strVal val="ppt_y"/>
                                              </p:val>
                                            </p:tav>
                                          </p:tavLst>
                                        </p:anim>
                                        <p:set>
                                          <p:cBhvr>
                                            <p:cTn id="72" dur="1" fill="hold">
                                              <p:stCondLst>
                                                <p:cond delay="499"/>
                                              </p:stCondLst>
                                            </p:cTn>
                                            <p:tgtEl>
                                              <p:spTgt spid="108"/>
                                            </p:tgtEl>
                                            <p:attrNameLst>
                                              <p:attrName>style.visibility</p:attrName>
                                            </p:attrNameLst>
                                          </p:cBhvr>
                                          <p:to>
                                            <p:strVal val="hidden"/>
                                          </p:to>
                                        </p:set>
                                      </p:childTnLst>
                                    </p:cTn>
                                  </p:par>
                                  <p:par>
                                    <p:cTn id="73" presetID="6" presetClass="emph" presetSubtype="0" fill="hold" nodeType="withEffect">
                                      <p:stCondLst>
                                        <p:cond delay="12500"/>
                                      </p:stCondLst>
                                      <p:childTnLst>
                                        <p:animScale>
                                          <p:cBhvr>
                                            <p:cTn id="74" dur="250" fill="hold"/>
                                            <p:tgtEl>
                                              <p:spTgt spid="108"/>
                                            </p:tgtEl>
                                          </p:cBhvr>
                                          <p:by x="115000" y="115000"/>
                                        </p:animScale>
                                      </p:childTnLst>
                                    </p:cTn>
                                  </p:par>
                                  <p:par>
                                    <p:cTn id="75" presetID="2" presetClass="exit" presetSubtype="1" accel="84000" fill="hold" nodeType="withEffect">
                                      <p:stCondLst>
                                        <p:cond delay="12750"/>
                                      </p:stCondLst>
                                      <p:childTnLst>
                                        <p:anim calcmode="lin" valueType="num">
                                          <p:cBhvr additive="base">
                                            <p:cTn id="76" dur="500"/>
                                            <p:tgtEl>
                                              <p:spTgt spid="111"/>
                                            </p:tgtEl>
                                            <p:attrNameLst>
                                              <p:attrName>ppt_x</p:attrName>
                                            </p:attrNameLst>
                                          </p:cBhvr>
                                          <p:tavLst>
                                            <p:tav tm="0">
                                              <p:val>
                                                <p:strVal val="ppt_x"/>
                                              </p:val>
                                            </p:tav>
                                            <p:tav tm="100000">
                                              <p:val>
                                                <p:strVal val="ppt_x"/>
                                              </p:val>
                                            </p:tav>
                                          </p:tavLst>
                                        </p:anim>
                                        <p:anim calcmode="lin" valueType="num">
                                          <p:cBhvr additive="base">
                                            <p:cTn id="77" dur="500"/>
                                            <p:tgtEl>
                                              <p:spTgt spid="111"/>
                                            </p:tgtEl>
                                            <p:attrNameLst>
                                              <p:attrName>ppt_y</p:attrName>
                                            </p:attrNameLst>
                                          </p:cBhvr>
                                          <p:tavLst>
                                            <p:tav tm="0">
                                              <p:val>
                                                <p:strVal val="ppt_y"/>
                                              </p:val>
                                            </p:tav>
                                            <p:tav tm="100000">
                                              <p:val>
                                                <p:strVal val="0-ppt_h/2"/>
                                              </p:val>
                                            </p:tav>
                                          </p:tavLst>
                                        </p:anim>
                                        <p:set>
                                          <p:cBhvr>
                                            <p:cTn id="78" dur="1" fill="hold">
                                              <p:stCondLst>
                                                <p:cond delay="499"/>
                                              </p:stCondLst>
                                            </p:cTn>
                                            <p:tgtEl>
                                              <p:spTgt spid="111"/>
                                            </p:tgtEl>
                                            <p:attrNameLst>
                                              <p:attrName>style.visibility</p:attrName>
                                            </p:attrNameLst>
                                          </p:cBhvr>
                                          <p:to>
                                            <p:strVal val="hidden"/>
                                          </p:to>
                                        </p:set>
                                      </p:childTnLst>
                                    </p:cTn>
                                  </p:par>
                                  <p:par>
                                    <p:cTn id="79" presetID="6" presetClass="emph" presetSubtype="0" fill="hold" nodeType="withEffect">
                                      <p:stCondLst>
                                        <p:cond delay="12750"/>
                                      </p:stCondLst>
                                      <p:childTnLst>
                                        <p:animScale>
                                          <p:cBhvr>
                                            <p:cTn id="80" dur="250" fill="hold"/>
                                            <p:tgtEl>
                                              <p:spTgt spid="111"/>
                                            </p:tgtEl>
                                          </p:cBhvr>
                                          <p:by x="115000" y="115000"/>
                                        </p:animScale>
                                      </p:childTnLst>
                                    </p:cTn>
                                  </p:par>
                                  <p:par>
                                    <p:cTn id="81" presetID="2" presetClass="exit" presetSubtype="2" fill="hold" nodeType="withEffect">
                                      <p:stCondLst>
                                        <p:cond delay="13000"/>
                                      </p:stCondLst>
                                      <p:childTnLst>
                                        <p:anim calcmode="lin" valueType="num">
                                          <p:cBhvr additive="base">
                                            <p:cTn id="82" dur="500"/>
                                            <p:tgtEl>
                                              <p:spTgt spid="105"/>
                                            </p:tgtEl>
                                            <p:attrNameLst>
                                              <p:attrName>ppt_x</p:attrName>
                                            </p:attrNameLst>
                                          </p:cBhvr>
                                          <p:tavLst>
                                            <p:tav tm="0">
                                              <p:val>
                                                <p:strVal val="ppt_x"/>
                                              </p:val>
                                            </p:tav>
                                            <p:tav tm="100000">
                                              <p:val>
                                                <p:strVal val="1+ppt_w/2"/>
                                              </p:val>
                                            </p:tav>
                                          </p:tavLst>
                                        </p:anim>
                                        <p:anim calcmode="lin" valueType="num">
                                          <p:cBhvr additive="base">
                                            <p:cTn id="83" dur="500"/>
                                            <p:tgtEl>
                                              <p:spTgt spid="105"/>
                                            </p:tgtEl>
                                            <p:attrNameLst>
                                              <p:attrName>ppt_y</p:attrName>
                                            </p:attrNameLst>
                                          </p:cBhvr>
                                          <p:tavLst>
                                            <p:tav tm="0">
                                              <p:val>
                                                <p:strVal val="ppt_y"/>
                                              </p:val>
                                            </p:tav>
                                            <p:tav tm="100000">
                                              <p:val>
                                                <p:strVal val="ppt_y"/>
                                              </p:val>
                                            </p:tav>
                                          </p:tavLst>
                                        </p:anim>
                                        <p:set>
                                          <p:cBhvr>
                                            <p:cTn id="84" dur="1" fill="hold">
                                              <p:stCondLst>
                                                <p:cond delay="499"/>
                                              </p:stCondLst>
                                            </p:cTn>
                                            <p:tgtEl>
                                              <p:spTgt spid="105"/>
                                            </p:tgtEl>
                                            <p:attrNameLst>
                                              <p:attrName>style.visibility</p:attrName>
                                            </p:attrNameLst>
                                          </p:cBhvr>
                                          <p:to>
                                            <p:strVal val="hidden"/>
                                          </p:to>
                                        </p:set>
                                      </p:childTnLst>
                                    </p:cTn>
                                  </p:par>
                                  <p:par>
                                    <p:cTn id="85" presetID="6" presetClass="emph" presetSubtype="0" fill="hold" nodeType="withEffect">
                                      <p:stCondLst>
                                        <p:cond delay="13000"/>
                                      </p:stCondLst>
                                      <p:childTnLst>
                                        <p:animScale>
                                          <p:cBhvr>
                                            <p:cTn id="86" dur="250" fill="hold"/>
                                            <p:tgtEl>
                                              <p:spTgt spid="105"/>
                                            </p:tgtEl>
                                          </p:cBhvr>
                                          <p:by x="115000" y="115000"/>
                                        </p:animScale>
                                      </p:childTnLst>
                                    </p:cTn>
                                  </p:par>
                                  <p:par>
                                    <p:cTn id="87" presetID="2" presetClass="entr" presetSubtype="2" decel="50000" fill="hold" nodeType="withEffect">
                                      <p:stCondLst>
                                        <p:cond delay="13500"/>
                                      </p:stCondLst>
                                      <p:childTnLst>
                                        <p:set>
                                          <p:cBhvr>
                                            <p:cTn id="88" dur="1" fill="hold">
                                              <p:stCondLst>
                                                <p:cond delay="0"/>
                                              </p:stCondLst>
                                            </p:cTn>
                                            <p:tgtEl>
                                              <p:spTgt spid="114"/>
                                            </p:tgtEl>
                                            <p:attrNameLst>
                                              <p:attrName>style.visibility</p:attrName>
                                            </p:attrNameLst>
                                          </p:cBhvr>
                                          <p:to>
                                            <p:strVal val="visible"/>
                                          </p:to>
                                        </p:set>
                                        <p:anim calcmode="lin" valueType="num">
                                          <p:cBhvr additive="base">
                                            <p:cTn id="89" dur="500" fill="hold"/>
                                            <p:tgtEl>
                                              <p:spTgt spid="114"/>
                                            </p:tgtEl>
                                            <p:attrNameLst>
                                              <p:attrName>ppt_x</p:attrName>
                                            </p:attrNameLst>
                                          </p:cBhvr>
                                          <p:tavLst>
                                            <p:tav tm="0">
                                              <p:val>
                                                <p:strVal val="1+#ppt_w/2"/>
                                              </p:val>
                                            </p:tav>
                                            <p:tav tm="100000">
                                              <p:val>
                                                <p:strVal val="#ppt_x"/>
                                              </p:val>
                                            </p:tav>
                                          </p:tavLst>
                                        </p:anim>
                                        <p:anim calcmode="lin" valueType="num">
                                          <p:cBhvr additive="base">
                                            <p:cTn id="90" dur="500" fill="hold"/>
                                            <p:tgtEl>
                                              <p:spTgt spid="114"/>
                                            </p:tgtEl>
                                            <p:attrNameLst>
                                              <p:attrName>ppt_y</p:attrName>
                                            </p:attrNameLst>
                                          </p:cBhvr>
                                          <p:tavLst>
                                            <p:tav tm="0">
                                              <p:val>
                                                <p:strVal val="#ppt_y"/>
                                              </p:val>
                                            </p:tav>
                                            <p:tav tm="100000">
                                              <p:val>
                                                <p:strVal val="#ppt_y"/>
                                              </p:val>
                                            </p:tav>
                                          </p:tavLst>
                                        </p:anim>
                                      </p:childTnLst>
                                    </p:cTn>
                                  </p:par>
                                  <p:par>
                                    <p:cTn id="91" presetID="6" presetClass="emph" presetSubtype="0" autoRev="1" fill="hold" nodeType="withEffect">
                                      <p:stCondLst>
                                        <p:cond delay="13500"/>
                                      </p:stCondLst>
                                      <p:childTnLst>
                                        <p:animScale>
                                          <p:cBhvr>
                                            <p:cTn id="92" dur="250" fill="hold"/>
                                            <p:tgtEl>
                                              <p:spTgt spid="114"/>
                                            </p:tgtEl>
                                          </p:cBhvr>
                                          <p:by x="115000" y="115000"/>
                                        </p:animScale>
                                      </p:childTnLst>
                                    </p:cTn>
                                  </p:par>
                                  <p:par>
                                    <p:cTn id="93" presetID="2" presetClass="entr" presetSubtype="1" decel="50000" fill="hold" nodeType="withEffect">
                                      <p:stCondLst>
                                        <p:cond delay="14000"/>
                                      </p:stCondLst>
                                      <p:childTnLst>
                                        <p:set>
                                          <p:cBhvr>
                                            <p:cTn id="94" dur="1" fill="hold">
                                              <p:stCondLst>
                                                <p:cond delay="0"/>
                                              </p:stCondLst>
                                            </p:cTn>
                                            <p:tgtEl>
                                              <p:spTgt spid="117"/>
                                            </p:tgtEl>
                                            <p:attrNameLst>
                                              <p:attrName>style.visibility</p:attrName>
                                            </p:attrNameLst>
                                          </p:cBhvr>
                                          <p:to>
                                            <p:strVal val="visible"/>
                                          </p:to>
                                        </p:set>
                                        <p:anim calcmode="lin" valueType="num">
                                          <p:cBhvr additive="base">
                                            <p:cTn id="95" dur="500" fill="hold"/>
                                            <p:tgtEl>
                                              <p:spTgt spid="117"/>
                                            </p:tgtEl>
                                            <p:attrNameLst>
                                              <p:attrName>ppt_x</p:attrName>
                                            </p:attrNameLst>
                                          </p:cBhvr>
                                          <p:tavLst>
                                            <p:tav tm="0">
                                              <p:val>
                                                <p:strVal val="#ppt_x"/>
                                              </p:val>
                                            </p:tav>
                                            <p:tav tm="100000">
                                              <p:val>
                                                <p:strVal val="#ppt_x"/>
                                              </p:val>
                                            </p:tav>
                                          </p:tavLst>
                                        </p:anim>
                                        <p:anim calcmode="lin" valueType="num">
                                          <p:cBhvr additive="base">
                                            <p:cTn id="96" dur="500" fill="hold"/>
                                            <p:tgtEl>
                                              <p:spTgt spid="117"/>
                                            </p:tgtEl>
                                            <p:attrNameLst>
                                              <p:attrName>ppt_y</p:attrName>
                                            </p:attrNameLst>
                                          </p:cBhvr>
                                          <p:tavLst>
                                            <p:tav tm="0">
                                              <p:val>
                                                <p:strVal val="0-#ppt_h/2"/>
                                              </p:val>
                                            </p:tav>
                                            <p:tav tm="100000">
                                              <p:val>
                                                <p:strVal val="#ppt_y"/>
                                              </p:val>
                                            </p:tav>
                                          </p:tavLst>
                                        </p:anim>
                                      </p:childTnLst>
                                    </p:cTn>
                                  </p:par>
                                  <p:par>
                                    <p:cTn id="97" presetID="6" presetClass="emph" presetSubtype="0" autoRev="1" fill="hold" nodeType="withEffect">
                                      <p:stCondLst>
                                        <p:cond delay="14000"/>
                                      </p:stCondLst>
                                      <p:childTnLst>
                                        <p:animScale>
                                          <p:cBhvr>
                                            <p:cTn id="98" dur="250" fill="hold"/>
                                            <p:tgtEl>
                                              <p:spTgt spid="117"/>
                                            </p:tgtEl>
                                          </p:cBhvr>
                                          <p:by x="115000" y="115000"/>
                                        </p:animScale>
                                      </p:childTnLst>
                                    </p:cTn>
                                  </p:par>
                                  <p:par>
                                    <p:cTn id="99" presetID="2" presetClass="entr" presetSubtype="8" decel="50000" fill="hold" nodeType="withEffect">
                                      <p:stCondLst>
                                        <p:cond delay="14500"/>
                                      </p:stCondLst>
                                      <p:childTnLst>
                                        <p:set>
                                          <p:cBhvr>
                                            <p:cTn id="100" dur="1" fill="hold">
                                              <p:stCondLst>
                                                <p:cond delay="0"/>
                                              </p:stCondLst>
                                            </p:cTn>
                                            <p:tgtEl>
                                              <p:spTgt spid="120"/>
                                            </p:tgtEl>
                                            <p:attrNameLst>
                                              <p:attrName>style.visibility</p:attrName>
                                            </p:attrNameLst>
                                          </p:cBhvr>
                                          <p:to>
                                            <p:strVal val="visible"/>
                                          </p:to>
                                        </p:set>
                                        <p:anim calcmode="lin" valueType="num">
                                          <p:cBhvr additive="base">
                                            <p:cTn id="101" dur="500" fill="hold"/>
                                            <p:tgtEl>
                                              <p:spTgt spid="120"/>
                                            </p:tgtEl>
                                            <p:attrNameLst>
                                              <p:attrName>ppt_x</p:attrName>
                                            </p:attrNameLst>
                                          </p:cBhvr>
                                          <p:tavLst>
                                            <p:tav tm="0">
                                              <p:val>
                                                <p:strVal val="0-#ppt_w/2"/>
                                              </p:val>
                                            </p:tav>
                                            <p:tav tm="100000">
                                              <p:val>
                                                <p:strVal val="#ppt_x"/>
                                              </p:val>
                                            </p:tav>
                                          </p:tavLst>
                                        </p:anim>
                                        <p:anim calcmode="lin" valueType="num">
                                          <p:cBhvr additive="base">
                                            <p:cTn id="102" dur="500" fill="hold"/>
                                            <p:tgtEl>
                                              <p:spTgt spid="120"/>
                                            </p:tgtEl>
                                            <p:attrNameLst>
                                              <p:attrName>ppt_y</p:attrName>
                                            </p:attrNameLst>
                                          </p:cBhvr>
                                          <p:tavLst>
                                            <p:tav tm="0">
                                              <p:val>
                                                <p:strVal val="#ppt_y"/>
                                              </p:val>
                                            </p:tav>
                                            <p:tav tm="100000">
                                              <p:val>
                                                <p:strVal val="#ppt_y"/>
                                              </p:val>
                                            </p:tav>
                                          </p:tavLst>
                                        </p:anim>
                                      </p:childTnLst>
                                    </p:cTn>
                                  </p:par>
                                  <p:par>
                                    <p:cTn id="103" presetID="6" presetClass="emph" presetSubtype="0" autoRev="1" fill="hold" nodeType="withEffect">
                                      <p:stCondLst>
                                        <p:cond delay="14500"/>
                                      </p:stCondLst>
                                      <p:childTnLst>
                                        <p:animScale>
                                          <p:cBhvr>
                                            <p:cTn id="104" dur="250" fill="hold"/>
                                            <p:tgtEl>
                                              <p:spTgt spid="120"/>
                                            </p:tgtEl>
                                          </p:cBhvr>
                                          <p:by x="115000" y="115000"/>
                                        </p:animScale>
                                      </p:childTnLst>
                                    </p:cTn>
                                  </p:par>
                                  <p:par>
                                    <p:cTn id="105" presetID="2" presetClass="exit" presetSubtype="8" accel="84000" fill="hold" nodeType="withEffect">
                                      <p:stCondLst>
                                        <p:cond delay="19000"/>
                                      </p:stCondLst>
                                      <p:childTnLst>
                                        <p:anim calcmode="lin" valueType="num">
                                          <p:cBhvr additive="base">
                                            <p:cTn id="106" dur="500"/>
                                            <p:tgtEl>
                                              <p:spTgt spid="120"/>
                                            </p:tgtEl>
                                            <p:attrNameLst>
                                              <p:attrName>ppt_x</p:attrName>
                                            </p:attrNameLst>
                                          </p:cBhvr>
                                          <p:tavLst>
                                            <p:tav tm="0">
                                              <p:val>
                                                <p:strVal val="ppt_x"/>
                                              </p:val>
                                            </p:tav>
                                            <p:tav tm="100000">
                                              <p:val>
                                                <p:strVal val="0-ppt_w/2"/>
                                              </p:val>
                                            </p:tav>
                                          </p:tavLst>
                                        </p:anim>
                                        <p:anim calcmode="lin" valueType="num">
                                          <p:cBhvr additive="base">
                                            <p:cTn id="107" dur="500"/>
                                            <p:tgtEl>
                                              <p:spTgt spid="120"/>
                                            </p:tgtEl>
                                            <p:attrNameLst>
                                              <p:attrName>ppt_y</p:attrName>
                                            </p:attrNameLst>
                                          </p:cBhvr>
                                          <p:tavLst>
                                            <p:tav tm="0">
                                              <p:val>
                                                <p:strVal val="ppt_y"/>
                                              </p:val>
                                            </p:tav>
                                            <p:tav tm="100000">
                                              <p:val>
                                                <p:strVal val="ppt_y"/>
                                              </p:val>
                                            </p:tav>
                                          </p:tavLst>
                                        </p:anim>
                                        <p:set>
                                          <p:cBhvr>
                                            <p:cTn id="108" dur="1" fill="hold">
                                              <p:stCondLst>
                                                <p:cond delay="499"/>
                                              </p:stCondLst>
                                            </p:cTn>
                                            <p:tgtEl>
                                              <p:spTgt spid="120"/>
                                            </p:tgtEl>
                                            <p:attrNameLst>
                                              <p:attrName>style.visibility</p:attrName>
                                            </p:attrNameLst>
                                          </p:cBhvr>
                                          <p:to>
                                            <p:strVal val="hidden"/>
                                          </p:to>
                                        </p:set>
                                      </p:childTnLst>
                                    </p:cTn>
                                  </p:par>
                                  <p:par>
                                    <p:cTn id="109" presetID="6" presetClass="emph" presetSubtype="0" fill="hold" nodeType="withEffect">
                                      <p:stCondLst>
                                        <p:cond delay="19000"/>
                                      </p:stCondLst>
                                      <p:childTnLst>
                                        <p:animScale>
                                          <p:cBhvr>
                                            <p:cTn id="110" dur="250" fill="hold"/>
                                            <p:tgtEl>
                                              <p:spTgt spid="120"/>
                                            </p:tgtEl>
                                          </p:cBhvr>
                                          <p:by x="115000" y="115000"/>
                                        </p:animScale>
                                      </p:childTnLst>
                                    </p:cTn>
                                  </p:par>
                                  <p:par>
                                    <p:cTn id="111" presetID="2" presetClass="exit" presetSubtype="1" accel="84000" fill="hold" nodeType="withEffect">
                                      <p:stCondLst>
                                        <p:cond delay="19250"/>
                                      </p:stCondLst>
                                      <p:childTnLst>
                                        <p:anim calcmode="lin" valueType="num">
                                          <p:cBhvr additive="base">
                                            <p:cTn id="112" dur="500"/>
                                            <p:tgtEl>
                                              <p:spTgt spid="117"/>
                                            </p:tgtEl>
                                            <p:attrNameLst>
                                              <p:attrName>ppt_x</p:attrName>
                                            </p:attrNameLst>
                                          </p:cBhvr>
                                          <p:tavLst>
                                            <p:tav tm="0">
                                              <p:val>
                                                <p:strVal val="ppt_x"/>
                                              </p:val>
                                            </p:tav>
                                            <p:tav tm="100000">
                                              <p:val>
                                                <p:strVal val="ppt_x"/>
                                              </p:val>
                                            </p:tav>
                                          </p:tavLst>
                                        </p:anim>
                                        <p:anim calcmode="lin" valueType="num">
                                          <p:cBhvr additive="base">
                                            <p:cTn id="113" dur="500"/>
                                            <p:tgtEl>
                                              <p:spTgt spid="117"/>
                                            </p:tgtEl>
                                            <p:attrNameLst>
                                              <p:attrName>ppt_y</p:attrName>
                                            </p:attrNameLst>
                                          </p:cBhvr>
                                          <p:tavLst>
                                            <p:tav tm="0">
                                              <p:val>
                                                <p:strVal val="ppt_y"/>
                                              </p:val>
                                            </p:tav>
                                            <p:tav tm="100000">
                                              <p:val>
                                                <p:strVal val="0-ppt_h/2"/>
                                              </p:val>
                                            </p:tav>
                                          </p:tavLst>
                                        </p:anim>
                                        <p:set>
                                          <p:cBhvr>
                                            <p:cTn id="114" dur="1" fill="hold">
                                              <p:stCondLst>
                                                <p:cond delay="499"/>
                                              </p:stCondLst>
                                            </p:cTn>
                                            <p:tgtEl>
                                              <p:spTgt spid="117"/>
                                            </p:tgtEl>
                                            <p:attrNameLst>
                                              <p:attrName>style.visibility</p:attrName>
                                            </p:attrNameLst>
                                          </p:cBhvr>
                                          <p:to>
                                            <p:strVal val="hidden"/>
                                          </p:to>
                                        </p:set>
                                      </p:childTnLst>
                                    </p:cTn>
                                  </p:par>
                                  <p:par>
                                    <p:cTn id="115" presetID="6" presetClass="emph" presetSubtype="0" fill="hold" nodeType="withEffect">
                                      <p:stCondLst>
                                        <p:cond delay="19250"/>
                                      </p:stCondLst>
                                      <p:childTnLst>
                                        <p:animScale>
                                          <p:cBhvr>
                                            <p:cTn id="116" dur="250" fill="hold"/>
                                            <p:tgtEl>
                                              <p:spTgt spid="117"/>
                                            </p:tgtEl>
                                          </p:cBhvr>
                                          <p:by x="115000" y="115000"/>
                                        </p:animScale>
                                      </p:childTnLst>
                                    </p:cTn>
                                  </p:par>
                                  <p:par>
                                    <p:cTn id="117" presetID="2" presetClass="exit" presetSubtype="2" fill="hold" nodeType="withEffect">
                                      <p:stCondLst>
                                        <p:cond delay="19500"/>
                                      </p:stCondLst>
                                      <p:childTnLst>
                                        <p:anim calcmode="lin" valueType="num">
                                          <p:cBhvr additive="base">
                                            <p:cTn id="118" dur="500"/>
                                            <p:tgtEl>
                                              <p:spTgt spid="114"/>
                                            </p:tgtEl>
                                            <p:attrNameLst>
                                              <p:attrName>ppt_x</p:attrName>
                                            </p:attrNameLst>
                                          </p:cBhvr>
                                          <p:tavLst>
                                            <p:tav tm="0">
                                              <p:val>
                                                <p:strVal val="ppt_x"/>
                                              </p:val>
                                            </p:tav>
                                            <p:tav tm="100000">
                                              <p:val>
                                                <p:strVal val="1+ppt_w/2"/>
                                              </p:val>
                                            </p:tav>
                                          </p:tavLst>
                                        </p:anim>
                                        <p:anim calcmode="lin" valueType="num">
                                          <p:cBhvr additive="base">
                                            <p:cTn id="119" dur="500"/>
                                            <p:tgtEl>
                                              <p:spTgt spid="114"/>
                                            </p:tgtEl>
                                            <p:attrNameLst>
                                              <p:attrName>ppt_y</p:attrName>
                                            </p:attrNameLst>
                                          </p:cBhvr>
                                          <p:tavLst>
                                            <p:tav tm="0">
                                              <p:val>
                                                <p:strVal val="ppt_y"/>
                                              </p:val>
                                            </p:tav>
                                            <p:tav tm="100000">
                                              <p:val>
                                                <p:strVal val="ppt_y"/>
                                              </p:val>
                                            </p:tav>
                                          </p:tavLst>
                                        </p:anim>
                                        <p:set>
                                          <p:cBhvr>
                                            <p:cTn id="120" dur="1" fill="hold">
                                              <p:stCondLst>
                                                <p:cond delay="499"/>
                                              </p:stCondLst>
                                            </p:cTn>
                                            <p:tgtEl>
                                              <p:spTgt spid="114"/>
                                            </p:tgtEl>
                                            <p:attrNameLst>
                                              <p:attrName>style.visibility</p:attrName>
                                            </p:attrNameLst>
                                          </p:cBhvr>
                                          <p:to>
                                            <p:strVal val="hidden"/>
                                          </p:to>
                                        </p:set>
                                      </p:childTnLst>
                                    </p:cTn>
                                  </p:par>
                                  <p:par>
                                    <p:cTn id="121" presetID="6" presetClass="emph" presetSubtype="0" fill="hold" nodeType="withEffect">
                                      <p:stCondLst>
                                        <p:cond delay="19500"/>
                                      </p:stCondLst>
                                      <p:childTnLst>
                                        <p:animScale>
                                          <p:cBhvr>
                                            <p:cTn id="122" dur="250" fill="hold"/>
                                            <p:tgtEl>
                                              <p:spTgt spid="114"/>
                                            </p:tgtEl>
                                          </p:cBhvr>
                                          <p:by x="115000" y="115000"/>
                                        </p:animScale>
                                      </p:childTnLst>
                                    </p:cTn>
                                  </p:par>
                                  <p:par>
                                    <p:cTn id="123" presetID="2" presetClass="entr" presetSubtype="2" decel="50000" fill="hold" nodeType="withEffect">
                                      <p:stCondLst>
                                        <p:cond delay="20000"/>
                                      </p:stCondLst>
                                      <p:childTnLst>
                                        <p:set>
                                          <p:cBhvr>
                                            <p:cTn id="124" dur="1" fill="hold">
                                              <p:stCondLst>
                                                <p:cond delay="0"/>
                                              </p:stCondLst>
                                            </p:cTn>
                                            <p:tgtEl>
                                              <p:spTgt spid="123"/>
                                            </p:tgtEl>
                                            <p:attrNameLst>
                                              <p:attrName>style.visibility</p:attrName>
                                            </p:attrNameLst>
                                          </p:cBhvr>
                                          <p:to>
                                            <p:strVal val="visible"/>
                                          </p:to>
                                        </p:set>
                                        <p:anim calcmode="lin" valueType="num">
                                          <p:cBhvr additive="base">
                                            <p:cTn id="125" dur="500" fill="hold"/>
                                            <p:tgtEl>
                                              <p:spTgt spid="123"/>
                                            </p:tgtEl>
                                            <p:attrNameLst>
                                              <p:attrName>ppt_x</p:attrName>
                                            </p:attrNameLst>
                                          </p:cBhvr>
                                          <p:tavLst>
                                            <p:tav tm="0">
                                              <p:val>
                                                <p:strVal val="1+#ppt_w/2"/>
                                              </p:val>
                                            </p:tav>
                                            <p:tav tm="100000">
                                              <p:val>
                                                <p:strVal val="#ppt_x"/>
                                              </p:val>
                                            </p:tav>
                                          </p:tavLst>
                                        </p:anim>
                                        <p:anim calcmode="lin" valueType="num">
                                          <p:cBhvr additive="base">
                                            <p:cTn id="126" dur="500" fill="hold"/>
                                            <p:tgtEl>
                                              <p:spTgt spid="123"/>
                                            </p:tgtEl>
                                            <p:attrNameLst>
                                              <p:attrName>ppt_y</p:attrName>
                                            </p:attrNameLst>
                                          </p:cBhvr>
                                          <p:tavLst>
                                            <p:tav tm="0">
                                              <p:val>
                                                <p:strVal val="#ppt_y"/>
                                              </p:val>
                                            </p:tav>
                                            <p:tav tm="100000">
                                              <p:val>
                                                <p:strVal val="#ppt_y"/>
                                              </p:val>
                                            </p:tav>
                                          </p:tavLst>
                                        </p:anim>
                                      </p:childTnLst>
                                    </p:cTn>
                                  </p:par>
                                  <p:par>
                                    <p:cTn id="127" presetID="6" presetClass="emph" presetSubtype="0" autoRev="1" fill="hold" nodeType="withEffect">
                                      <p:stCondLst>
                                        <p:cond delay="20000"/>
                                      </p:stCondLst>
                                      <p:childTnLst>
                                        <p:animScale>
                                          <p:cBhvr>
                                            <p:cTn id="128" dur="250" fill="hold"/>
                                            <p:tgtEl>
                                              <p:spTgt spid="123"/>
                                            </p:tgtEl>
                                          </p:cBhvr>
                                          <p:by x="115000" y="115000"/>
                                        </p:animScale>
                                      </p:childTnLst>
                                    </p:cTn>
                                  </p:par>
                                  <p:par>
                                    <p:cTn id="129" presetID="2" presetClass="entr" presetSubtype="1" decel="50000" fill="hold" nodeType="withEffect">
                                      <p:stCondLst>
                                        <p:cond delay="20500"/>
                                      </p:stCondLst>
                                      <p:childTnLst>
                                        <p:set>
                                          <p:cBhvr>
                                            <p:cTn id="130" dur="1" fill="hold">
                                              <p:stCondLst>
                                                <p:cond delay="0"/>
                                              </p:stCondLst>
                                            </p:cTn>
                                            <p:tgtEl>
                                              <p:spTgt spid="126"/>
                                            </p:tgtEl>
                                            <p:attrNameLst>
                                              <p:attrName>style.visibility</p:attrName>
                                            </p:attrNameLst>
                                          </p:cBhvr>
                                          <p:to>
                                            <p:strVal val="visible"/>
                                          </p:to>
                                        </p:set>
                                        <p:anim calcmode="lin" valueType="num">
                                          <p:cBhvr additive="base">
                                            <p:cTn id="131" dur="500" fill="hold"/>
                                            <p:tgtEl>
                                              <p:spTgt spid="126"/>
                                            </p:tgtEl>
                                            <p:attrNameLst>
                                              <p:attrName>ppt_x</p:attrName>
                                            </p:attrNameLst>
                                          </p:cBhvr>
                                          <p:tavLst>
                                            <p:tav tm="0">
                                              <p:val>
                                                <p:strVal val="#ppt_x"/>
                                              </p:val>
                                            </p:tav>
                                            <p:tav tm="100000">
                                              <p:val>
                                                <p:strVal val="#ppt_x"/>
                                              </p:val>
                                            </p:tav>
                                          </p:tavLst>
                                        </p:anim>
                                        <p:anim calcmode="lin" valueType="num">
                                          <p:cBhvr additive="base">
                                            <p:cTn id="132" dur="500" fill="hold"/>
                                            <p:tgtEl>
                                              <p:spTgt spid="126"/>
                                            </p:tgtEl>
                                            <p:attrNameLst>
                                              <p:attrName>ppt_y</p:attrName>
                                            </p:attrNameLst>
                                          </p:cBhvr>
                                          <p:tavLst>
                                            <p:tav tm="0">
                                              <p:val>
                                                <p:strVal val="0-#ppt_h/2"/>
                                              </p:val>
                                            </p:tav>
                                            <p:tav tm="100000">
                                              <p:val>
                                                <p:strVal val="#ppt_y"/>
                                              </p:val>
                                            </p:tav>
                                          </p:tavLst>
                                        </p:anim>
                                      </p:childTnLst>
                                    </p:cTn>
                                  </p:par>
                                  <p:par>
                                    <p:cTn id="133" presetID="6" presetClass="emph" presetSubtype="0" autoRev="1" fill="hold" nodeType="withEffect">
                                      <p:stCondLst>
                                        <p:cond delay="20500"/>
                                      </p:stCondLst>
                                      <p:childTnLst>
                                        <p:animScale>
                                          <p:cBhvr>
                                            <p:cTn id="134" dur="250" fill="hold"/>
                                            <p:tgtEl>
                                              <p:spTgt spid="126"/>
                                            </p:tgtEl>
                                          </p:cBhvr>
                                          <p:by x="115000" y="115000"/>
                                        </p:animScale>
                                      </p:childTnLst>
                                    </p:cTn>
                                  </p:par>
                                  <p:par>
                                    <p:cTn id="135" presetID="2" presetClass="entr" presetSubtype="8" decel="50000" fill="hold" nodeType="withEffect">
                                      <p:stCondLst>
                                        <p:cond delay="21000"/>
                                      </p:stCondLst>
                                      <p:childTnLst>
                                        <p:set>
                                          <p:cBhvr>
                                            <p:cTn id="136" dur="1" fill="hold">
                                              <p:stCondLst>
                                                <p:cond delay="0"/>
                                              </p:stCondLst>
                                            </p:cTn>
                                            <p:tgtEl>
                                              <p:spTgt spid="129"/>
                                            </p:tgtEl>
                                            <p:attrNameLst>
                                              <p:attrName>style.visibility</p:attrName>
                                            </p:attrNameLst>
                                          </p:cBhvr>
                                          <p:to>
                                            <p:strVal val="visible"/>
                                          </p:to>
                                        </p:set>
                                        <p:anim calcmode="lin" valueType="num">
                                          <p:cBhvr additive="base">
                                            <p:cTn id="137" dur="500" fill="hold"/>
                                            <p:tgtEl>
                                              <p:spTgt spid="129"/>
                                            </p:tgtEl>
                                            <p:attrNameLst>
                                              <p:attrName>ppt_x</p:attrName>
                                            </p:attrNameLst>
                                          </p:cBhvr>
                                          <p:tavLst>
                                            <p:tav tm="0">
                                              <p:val>
                                                <p:strVal val="0-#ppt_w/2"/>
                                              </p:val>
                                            </p:tav>
                                            <p:tav tm="100000">
                                              <p:val>
                                                <p:strVal val="#ppt_x"/>
                                              </p:val>
                                            </p:tav>
                                          </p:tavLst>
                                        </p:anim>
                                        <p:anim calcmode="lin" valueType="num">
                                          <p:cBhvr additive="base">
                                            <p:cTn id="138" dur="500" fill="hold"/>
                                            <p:tgtEl>
                                              <p:spTgt spid="129"/>
                                            </p:tgtEl>
                                            <p:attrNameLst>
                                              <p:attrName>ppt_y</p:attrName>
                                            </p:attrNameLst>
                                          </p:cBhvr>
                                          <p:tavLst>
                                            <p:tav tm="0">
                                              <p:val>
                                                <p:strVal val="#ppt_y"/>
                                              </p:val>
                                            </p:tav>
                                            <p:tav tm="100000">
                                              <p:val>
                                                <p:strVal val="#ppt_y"/>
                                              </p:val>
                                            </p:tav>
                                          </p:tavLst>
                                        </p:anim>
                                      </p:childTnLst>
                                    </p:cTn>
                                  </p:par>
                                  <p:par>
                                    <p:cTn id="139" presetID="6" presetClass="emph" presetSubtype="0" autoRev="1" fill="hold" nodeType="withEffect">
                                      <p:stCondLst>
                                        <p:cond delay="21000"/>
                                      </p:stCondLst>
                                      <p:childTnLst>
                                        <p:animScale>
                                          <p:cBhvr>
                                            <p:cTn id="140" dur="250" fill="hold"/>
                                            <p:tgtEl>
                                              <p:spTgt spid="129"/>
                                            </p:tgtEl>
                                          </p:cBhvr>
                                          <p:by x="115000" y="115000"/>
                                        </p:animScale>
                                      </p:childTnLst>
                                    </p:cTn>
                                  </p:par>
                                  <p:par>
                                    <p:cTn id="141" presetID="2" presetClass="exit" presetSubtype="8" accel="84000" fill="hold" nodeType="withEffect">
                                      <p:stCondLst>
                                        <p:cond delay="25500"/>
                                      </p:stCondLst>
                                      <p:childTnLst>
                                        <p:anim calcmode="lin" valueType="num">
                                          <p:cBhvr additive="base">
                                            <p:cTn id="142" dur="500"/>
                                            <p:tgtEl>
                                              <p:spTgt spid="129"/>
                                            </p:tgtEl>
                                            <p:attrNameLst>
                                              <p:attrName>ppt_x</p:attrName>
                                            </p:attrNameLst>
                                          </p:cBhvr>
                                          <p:tavLst>
                                            <p:tav tm="0">
                                              <p:val>
                                                <p:strVal val="ppt_x"/>
                                              </p:val>
                                            </p:tav>
                                            <p:tav tm="100000">
                                              <p:val>
                                                <p:strVal val="0-ppt_w/2"/>
                                              </p:val>
                                            </p:tav>
                                          </p:tavLst>
                                        </p:anim>
                                        <p:anim calcmode="lin" valueType="num">
                                          <p:cBhvr additive="base">
                                            <p:cTn id="143" dur="500"/>
                                            <p:tgtEl>
                                              <p:spTgt spid="129"/>
                                            </p:tgtEl>
                                            <p:attrNameLst>
                                              <p:attrName>ppt_y</p:attrName>
                                            </p:attrNameLst>
                                          </p:cBhvr>
                                          <p:tavLst>
                                            <p:tav tm="0">
                                              <p:val>
                                                <p:strVal val="ppt_y"/>
                                              </p:val>
                                            </p:tav>
                                            <p:tav tm="100000">
                                              <p:val>
                                                <p:strVal val="ppt_y"/>
                                              </p:val>
                                            </p:tav>
                                          </p:tavLst>
                                        </p:anim>
                                        <p:set>
                                          <p:cBhvr>
                                            <p:cTn id="144" dur="1" fill="hold">
                                              <p:stCondLst>
                                                <p:cond delay="499"/>
                                              </p:stCondLst>
                                            </p:cTn>
                                            <p:tgtEl>
                                              <p:spTgt spid="129"/>
                                            </p:tgtEl>
                                            <p:attrNameLst>
                                              <p:attrName>style.visibility</p:attrName>
                                            </p:attrNameLst>
                                          </p:cBhvr>
                                          <p:to>
                                            <p:strVal val="hidden"/>
                                          </p:to>
                                        </p:set>
                                      </p:childTnLst>
                                    </p:cTn>
                                  </p:par>
                                  <p:par>
                                    <p:cTn id="145" presetID="6" presetClass="emph" presetSubtype="0" fill="hold" nodeType="withEffect">
                                      <p:stCondLst>
                                        <p:cond delay="25500"/>
                                      </p:stCondLst>
                                      <p:childTnLst>
                                        <p:animScale>
                                          <p:cBhvr>
                                            <p:cTn id="146" dur="250" fill="hold"/>
                                            <p:tgtEl>
                                              <p:spTgt spid="129"/>
                                            </p:tgtEl>
                                          </p:cBhvr>
                                          <p:by x="115000" y="115000"/>
                                        </p:animScale>
                                      </p:childTnLst>
                                    </p:cTn>
                                  </p:par>
                                  <p:par>
                                    <p:cTn id="147" presetID="2" presetClass="exit" presetSubtype="1" accel="84000" fill="hold" nodeType="withEffect">
                                      <p:stCondLst>
                                        <p:cond delay="25750"/>
                                      </p:stCondLst>
                                      <p:childTnLst>
                                        <p:anim calcmode="lin" valueType="num">
                                          <p:cBhvr additive="base">
                                            <p:cTn id="148" dur="500"/>
                                            <p:tgtEl>
                                              <p:spTgt spid="126"/>
                                            </p:tgtEl>
                                            <p:attrNameLst>
                                              <p:attrName>ppt_x</p:attrName>
                                            </p:attrNameLst>
                                          </p:cBhvr>
                                          <p:tavLst>
                                            <p:tav tm="0">
                                              <p:val>
                                                <p:strVal val="ppt_x"/>
                                              </p:val>
                                            </p:tav>
                                            <p:tav tm="100000">
                                              <p:val>
                                                <p:strVal val="ppt_x"/>
                                              </p:val>
                                            </p:tav>
                                          </p:tavLst>
                                        </p:anim>
                                        <p:anim calcmode="lin" valueType="num">
                                          <p:cBhvr additive="base">
                                            <p:cTn id="149" dur="500"/>
                                            <p:tgtEl>
                                              <p:spTgt spid="126"/>
                                            </p:tgtEl>
                                            <p:attrNameLst>
                                              <p:attrName>ppt_y</p:attrName>
                                            </p:attrNameLst>
                                          </p:cBhvr>
                                          <p:tavLst>
                                            <p:tav tm="0">
                                              <p:val>
                                                <p:strVal val="ppt_y"/>
                                              </p:val>
                                            </p:tav>
                                            <p:tav tm="100000">
                                              <p:val>
                                                <p:strVal val="0-ppt_h/2"/>
                                              </p:val>
                                            </p:tav>
                                          </p:tavLst>
                                        </p:anim>
                                        <p:set>
                                          <p:cBhvr>
                                            <p:cTn id="150" dur="1" fill="hold">
                                              <p:stCondLst>
                                                <p:cond delay="499"/>
                                              </p:stCondLst>
                                            </p:cTn>
                                            <p:tgtEl>
                                              <p:spTgt spid="126"/>
                                            </p:tgtEl>
                                            <p:attrNameLst>
                                              <p:attrName>style.visibility</p:attrName>
                                            </p:attrNameLst>
                                          </p:cBhvr>
                                          <p:to>
                                            <p:strVal val="hidden"/>
                                          </p:to>
                                        </p:set>
                                      </p:childTnLst>
                                    </p:cTn>
                                  </p:par>
                                  <p:par>
                                    <p:cTn id="151" presetID="6" presetClass="emph" presetSubtype="0" fill="hold" nodeType="withEffect">
                                      <p:stCondLst>
                                        <p:cond delay="25750"/>
                                      </p:stCondLst>
                                      <p:childTnLst>
                                        <p:animScale>
                                          <p:cBhvr>
                                            <p:cTn id="152" dur="250" fill="hold"/>
                                            <p:tgtEl>
                                              <p:spTgt spid="126"/>
                                            </p:tgtEl>
                                          </p:cBhvr>
                                          <p:by x="115000" y="115000"/>
                                        </p:animScale>
                                      </p:childTnLst>
                                    </p:cTn>
                                  </p:par>
                                  <p:par>
                                    <p:cTn id="153" presetID="2" presetClass="exit" presetSubtype="2" fill="hold" nodeType="withEffect">
                                      <p:stCondLst>
                                        <p:cond delay="26000"/>
                                      </p:stCondLst>
                                      <p:childTnLst>
                                        <p:anim calcmode="lin" valueType="num">
                                          <p:cBhvr additive="base">
                                            <p:cTn id="154" dur="500"/>
                                            <p:tgtEl>
                                              <p:spTgt spid="123"/>
                                            </p:tgtEl>
                                            <p:attrNameLst>
                                              <p:attrName>ppt_x</p:attrName>
                                            </p:attrNameLst>
                                          </p:cBhvr>
                                          <p:tavLst>
                                            <p:tav tm="0">
                                              <p:val>
                                                <p:strVal val="ppt_x"/>
                                              </p:val>
                                            </p:tav>
                                            <p:tav tm="100000">
                                              <p:val>
                                                <p:strVal val="1+ppt_w/2"/>
                                              </p:val>
                                            </p:tav>
                                          </p:tavLst>
                                        </p:anim>
                                        <p:anim calcmode="lin" valueType="num">
                                          <p:cBhvr additive="base">
                                            <p:cTn id="155" dur="500"/>
                                            <p:tgtEl>
                                              <p:spTgt spid="123"/>
                                            </p:tgtEl>
                                            <p:attrNameLst>
                                              <p:attrName>ppt_y</p:attrName>
                                            </p:attrNameLst>
                                          </p:cBhvr>
                                          <p:tavLst>
                                            <p:tav tm="0">
                                              <p:val>
                                                <p:strVal val="ppt_y"/>
                                              </p:val>
                                            </p:tav>
                                            <p:tav tm="100000">
                                              <p:val>
                                                <p:strVal val="ppt_y"/>
                                              </p:val>
                                            </p:tav>
                                          </p:tavLst>
                                        </p:anim>
                                        <p:set>
                                          <p:cBhvr>
                                            <p:cTn id="156" dur="1" fill="hold">
                                              <p:stCondLst>
                                                <p:cond delay="499"/>
                                              </p:stCondLst>
                                            </p:cTn>
                                            <p:tgtEl>
                                              <p:spTgt spid="123"/>
                                            </p:tgtEl>
                                            <p:attrNameLst>
                                              <p:attrName>style.visibility</p:attrName>
                                            </p:attrNameLst>
                                          </p:cBhvr>
                                          <p:to>
                                            <p:strVal val="hidden"/>
                                          </p:to>
                                        </p:set>
                                      </p:childTnLst>
                                    </p:cTn>
                                  </p:par>
                                  <p:par>
                                    <p:cTn id="157" presetID="6" presetClass="emph" presetSubtype="0" fill="hold" nodeType="withEffect">
                                      <p:stCondLst>
                                        <p:cond delay="26000"/>
                                      </p:stCondLst>
                                      <p:childTnLst>
                                        <p:animScale>
                                          <p:cBhvr>
                                            <p:cTn id="158" dur="250" fill="hold"/>
                                            <p:tgtEl>
                                              <p:spTgt spid="123"/>
                                            </p:tgtEl>
                                          </p:cBhvr>
                                          <p:by x="115000" y="115000"/>
                                        </p:animScale>
                                      </p:childTnLst>
                                    </p:cTn>
                                  </p:par>
                                  <p:par>
                                    <p:cTn id="159" presetID="2" presetClass="entr" presetSubtype="2" decel="50000" fill="hold" nodeType="withEffect">
                                      <p:stCondLst>
                                        <p:cond delay="26500"/>
                                      </p:stCondLst>
                                      <p:childTnLst>
                                        <p:set>
                                          <p:cBhvr>
                                            <p:cTn id="160" dur="1" fill="hold">
                                              <p:stCondLst>
                                                <p:cond delay="0"/>
                                              </p:stCondLst>
                                            </p:cTn>
                                            <p:tgtEl>
                                              <p:spTgt spid="132"/>
                                            </p:tgtEl>
                                            <p:attrNameLst>
                                              <p:attrName>style.visibility</p:attrName>
                                            </p:attrNameLst>
                                          </p:cBhvr>
                                          <p:to>
                                            <p:strVal val="visible"/>
                                          </p:to>
                                        </p:set>
                                        <p:anim calcmode="lin" valueType="num">
                                          <p:cBhvr additive="base">
                                            <p:cTn id="161" dur="500" fill="hold"/>
                                            <p:tgtEl>
                                              <p:spTgt spid="132"/>
                                            </p:tgtEl>
                                            <p:attrNameLst>
                                              <p:attrName>ppt_x</p:attrName>
                                            </p:attrNameLst>
                                          </p:cBhvr>
                                          <p:tavLst>
                                            <p:tav tm="0">
                                              <p:val>
                                                <p:strVal val="1+#ppt_w/2"/>
                                              </p:val>
                                            </p:tav>
                                            <p:tav tm="100000">
                                              <p:val>
                                                <p:strVal val="#ppt_x"/>
                                              </p:val>
                                            </p:tav>
                                          </p:tavLst>
                                        </p:anim>
                                        <p:anim calcmode="lin" valueType="num">
                                          <p:cBhvr additive="base">
                                            <p:cTn id="162" dur="500" fill="hold"/>
                                            <p:tgtEl>
                                              <p:spTgt spid="132"/>
                                            </p:tgtEl>
                                            <p:attrNameLst>
                                              <p:attrName>ppt_y</p:attrName>
                                            </p:attrNameLst>
                                          </p:cBhvr>
                                          <p:tavLst>
                                            <p:tav tm="0">
                                              <p:val>
                                                <p:strVal val="#ppt_y"/>
                                              </p:val>
                                            </p:tav>
                                            <p:tav tm="100000">
                                              <p:val>
                                                <p:strVal val="#ppt_y"/>
                                              </p:val>
                                            </p:tav>
                                          </p:tavLst>
                                        </p:anim>
                                      </p:childTnLst>
                                    </p:cTn>
                                  </p:par>
                                  <p:par>
                                    <p:cTn id="163" presetID="6" presetClass="emph" presetSubtype="0" autoRev="1" fill="hold" nodeType="withEffect">
                                      <p:stCondLst>
                                        <p:cond delay="26500"/>
                                      </p:stCondLst>
                                      <p:childTnLst>
                                        <p:animScale>
                                          <p:cBhvr>
                                            <p:cTn id="164" dur="250" fill="hold"/>
                                            <p:tgtEl>
                                              <p:spTgt spid="132"/>
                                            </p:tgtEl>
                                          </p:cBhvr>
                                          <p:by x="115000" y="115000"/>
                                        </p:animScale>
                                      </p:childTnLst>
                                    </p:cTn>
                                  </p:par>
                                  <p:par>
                                    <p:cTn id="165" presetID="2" presetClass="entr" presetSubtype="1" decel="50000" fill="hold" nodeType="withEffect">
                                      <p:stCondLst>
                                        <p:cond delay="27000"/>
                                      </p:stCondLst>
                                      <p:childTnLst>
                                        <p:set>
                                          <p:cBhvr>
                                            <p:cTn id="166" dur="1" fill="hold">
                                              <p:stCondLst>
                                                <p:cond delay="0"/>
                                              </p:stCondLst>
                                            </p:cTn>
                                            <p:tgtEl>
                                              <p:spTgt spid="135"/>
                                            </p:tgtEl>
                                            <p:attrNameLst>
                                              <p:attrName>style.visibility</p:attrName>
                                            </p:attrNameLst>
                                          </p:cBhvr>
                                          <p:to>
                                            <p:strVal val="visible"/>
                                          </p:to>
                                        </p:set>
                                        <p:anim calcmode="lin" valueType="num">
                                          <p:cBhvr additive="base">
                                            <p:cTn id="167" dur="500" fill="hold"/>
                                            <p:tgtEl>
                                              <p:spTgt spid="135"/>
                                            </p:tgtEl>
                                            <p:attrNameLst>
                                              <p:attrName>ppt_x</p:attrName>
                                            </p:attrNameLst>
                                          </p:cBhvr>
                                          <p:tavLst>
                                            <p:tav tm="0">
                                              <p:val>
                                                <p:strVal val="#ppt_x"/>
                                              </p:val>
                                            </p:tav>
                                            <p:tav tm="100000">
                                              <p:val>
                                                <p:strVal val="#ppt_x"/>
                                              </p:val>
                                            </p:tav>
                                          </p:tavLst>
                                        </p:anim>
                                        <p:anim calcmode="lin" valueType="num">
                                          <p:cBhvr additive="base">
                                            <p:cTn id="168" dur="500" fill="hold"/>
                                            <p:tgtEl>
                                              <p:spTgt spid="135"/>
                                            </p:tgtEl>
                                            <p:attrNameLst>
                                              <p:attrName>ppt_y</p:attrName>
                                            </p:attrNameLst>
                                          </p:cBhvr>
                                          <p:tavLst>
                                            <p:tav tm="0">
                                              <p:val>
                                                <p:strVal val="0-#ppt_h/2"/>
                                              </p:val>
                                            </p:tav>
                                            <p:tav tm="100000">
                                              <p:val>
                                                <p:strVal val="#ppt_y"/>
                                              </p:val>
                                            </p:tav>
                                          </p:tavLst>
                                        </p:anim>
                                      </p:childTnLst>
                                    </p:cTn>
                                  </p:par>
                                  <p:par>
                                    <p:cTn id="169" presetID="6" presetClass="emph" presetSubtype="0" autoRev="1" fill="hold" nodeType="withEffect">
                                      <p:stCondLst>
                                        <p:cond delay="27000"/>
                                      </p:stCondLst>
                                      <p:childTnLst>
                                        <p:animScale>
                                          <p:cBhvr>
                                            <p:cTn id="170" dur="250" fill="hold"/>
                                            <p:tgtEl>
                                              <p:spTgt spid="135"/>
                                            </p:tgtEl>
                                          </p:cBhvr>
                                          <p:by x="115000" y="115000"/>
                                        </p:animScale>
                                      </p:childTnLst>
                                    </p:cTn>
                                  </p:par>
                                  <p:par>
                                    <p:cTn id="171" presetID="2" presetClass="entr" presetSubtype="8" decel="50000" fill="hold" nodeType="withEffect">
                                      <p:stCondLst>
                                        <p:cond delay="27500"/>
                                      </p:stCondLst>
                                      <p:childTnLst>
                                        <p:set>
                                          <p:cBhvr>
                                            <p:cTn id="172" dur="1" fill="hold">
                                              <p:stCondLst>
                                                <p:cond delay="0"/>
                                              </p:stCondLst>
                                            </p:cTn>
                                            <p:tgtEl>
                                              <p:spTgt spid="138"/>
                                            </p:tgtEl>
                                            <p:attrNameLst>
                                              <p:attrName>style.visibility</p:attrName>
                                            </p:attrNameLst>
                                          </p:cBhvr>
                                          <p:to>
                                            <p:strVal val="visible"/>
                                          </p:to>
                                        </p:set>
                                        <p:anim calcmode="lin" valueType="num">
                                          <p:cBhvr additive="base">
                                            <p:cTn id="173" dur="500" fill="hold"/>
                                            <p:tgtEl>
                                              <p:spTgt spid="138"/>
                                            </p:tgtEl>
                                            <p:attrNameLst>
                                              <p:attrName>ppt_x</p:attrName>
                                            </p:attrNameLst>
                                          </p:cBhvr>
                                          <p:tavLst>
                                            <p:tav tm="0">
                                              <p:val>
                                                <p:strVal val="0-#ppt_w/2"/>
                                              </p:val>
                                            </p:tav>
                                            <p:tav tm="100000">
                                              <p:val>
                                                <p:strVal val="#ppt_x"/>
                                              </p:val>
                                            </p:tav>
                                          </p:tavLst>
                                        </p:anim>
                                        <p:anim calcmode="lin" valueType="num">
                                          <p:cBhvr additive="base">
                                            <p:cTn id="174" dur="500" fill="hold"/>
                                            <p:tgtEl>
                                              <p:spTgt spid="138"/>
                                            </p:tgtEl>
                                            <p:attrNameLst>
                                              <p:attrName>ppt_y</p:attrName>
                                            </p:attrNameLst>
                                          </p:cBhvr>
                                          <p:tavLst>
                                            <p:tav tm="0">
                                              <p:val>
                                                <p:strVal val="#ppt_y"/>
                                              </p:val>
                                            </p:tav>
                                            <p:tav tm="100000">
                                              <p:val>
                                                <p:strVal val="#ppt_y"/>
                                              </p:val>
                                            </p:tav>
                                          </p:tavLst>
                                        </p:anim>
                                      </p:childTnLst>
                                    </p:cTn>
                                  </p:par>
                                  <p:par>
                                    <p:cTn id="175" presetID="6" presetClass="emph" presetSubtype="0" autoRev="1" fill="hold" nodeType="withEffect">
                                      <p:stCondLst>
                                        <p:cond delay="27500"/>
                                      </p:stCondLst>
                                      <p:childTnLst>
                                        <p:animScale>
                                          <p:cBhvr>
                                            <p:cTn id="176" dur="250" fill="hold"/>
                                            <p:tgtEl>
                                              <p:spTgt spid="138"/>
                                            </p:tgtEl>
                                          </p:cBhvr>
                                          <p:by x="115000" y="115000"/>
                                        </p:animScale>
                                      </p:childTnLst>
                                    </p:cTn>
                                  </p:par>
                                  <p:par>
                                    <p:cTn id="177" presetID="2" presetClass="exit" presetSubtype="8" accel="84000" fill="hold" nodeType="withEffect">
                                      <p:stCondLst>
                                        <p:cond delay="32000"/>
                                      </p:stCondLst>
                                      <p:childTnLst>
                                        <p:anim calcmode="lin" valueType="num">
                                          <p:cBhvr additive="base">
                                            <p:cTn id="178" dur="500"/>
                                            <p:tgtEl>
                                              <p:spTgt spid="138"/>
                                            </p:tgtEl>
                                            <p:attrNameLst>
                                              <p:attrName>ppt_x</p:attrName>
                                            </p:attrNameLst>
                                          </p:cBhvr>
                                          <p:tavLst>
                                            <p:tav tm="0">
                                              <p:val>
                                                <p:strVal val="ppt_x"/>
                                              </p:val>
                                            </p:tav>
                                            <p:tav tm="100000">
                                              <p:val>
                                                <p:strVal val="0-ppt_w/2"/>
                                              </p:val>
                                            </p:tav>
                                          </p:tavLst>
                                        </p:anim>
                                        <p:anim calcmode="lin" valueType="num">
                                          <p:cBhvr additive="base">
                                            <p:cTn id="179" dur="500"/>
                                            <p:tgtEl>
                                              <p:spTgt spid="138"/>
                                            </p:tgtEl>
                                            <p:attrNameLst>
                                              <p:attrName>ppt_y</p:attrName>
                                            </p:attrNameLst>
                                          </p:cBhvr>
                                          <p:tavLst>
                                            <p:tav tm="0">
                                              <p:val>
                                                <p:strVal val="ppt_y"/>
                                              </p:val>
                                            </p:tav>
                                            <p:tav tm="100000">
                                              <p:val>
                                                <p:strVal val="ppt_y"/>
                                              </p:val>
                                            </p:tav>
                                          </p:tavLst>
                                        </p:anim>
                                        <p:set>
                                          <p:cBhvr>
                                            <p:cTn id="180" dur="1" fill="hold">
                                              <p:stCondLst>
                                                <p:cond delay="499"/>
                                              </p:stCondLst>
                                            </p:cTn>
                                            <p:tgtEl>
                                              <p:spTgt spid="138"/>
                                            </p:tgtEl>
                                            <p:attrNameLst>
                                              <p:attrName>style.visibility</p:attrName>
                                            </p:attrNameLst>
                                          </p:cBhvr>
                                          <p:to>
                                            <p:strVal val="hidden"/>
                                          </p:to>
                                        </p:set>
                                      </p:childTnLst>
                                    </p:cTn>
                                  </p:par>
                                  <p:par>
                                    <p:cTn id="181" presetID="6" presetClass="emph" presetSubtype="0" fill="hold" nodeType="withEffect">
                                      <p:stCondLst>
                                        <p:cond delay="32000"/>
                                      </p:stCondLst>
                                      <p:childTnLst>
                                        <p:animScale>
                                          <p:cBhvr>
                                            <p:cTn id="182" dur="250" fill="hold"/>
                                            <p:tgtEl>
                                              <p:spTgt spid="138"/>
                                            </p:tgtEl>
                                          </p:cBhvr>
                                          <p:by x="115000" y="115000"/>
                                        </p:animScale>
                                      </p:childTnLst>
                                    </p:cTn>
                                  </p:par>
                                  <p:par>
                                    <p:cTn id="183" presetID="2" presetClass="exit" presetSubtype="1" accel="84000" fill="hold" nodeType="withEffect">
                                      <p:stCondLst>
                                        <p:cond delay="32250"/>
                                      </p:stCondLst>
                                      <p:childTnLst>
                                        <p:anim calcmode="lin" valueType="num">
                                          <p:cBhvr additive="base">
                                            <p:cTn id="184" dur="500"/>
                                            <p:tgtEl>
                                              <p:spTgt spid="135"/>
                                            </p:tgtEl>
                                            <p:attrNameLst>
                                              <p:attrName>ppt_x</p:attrName>
                                            </p:attrNameLst>
                                          </p:cBhvr>
                                          <p:tavLst>
                                            <p:tav tm="0">
                                              <p:val>
                                                <p:strVal val="ppt_x"/>
                                              </p:val>
                                            </p:tav>
                                            <p:tav tm="100000">
                                              <p:val>
                                                <p:strVal val="ppt_x"/>
                                              </p:val>
                                            </p:tav>
                                          </p:tavLst>
                                        </p:anim>
                                        <p:anim calcmode="lin" valueType="num">
                                          <p:cBhvr additive="base">
                                            <p:cTn id="185" dur="500"/>
                                            <p:tgtEl>
                                              <p:spTgt spid="135"/>
                                            </p:tgtEl>
                                            <p:attrNameLst>
                                              <p:attrName>ppt_y</p:attrName>
                                            </p:attrNameLst>
                                          </p:cBhvr>
                                          <p:tavLst>
                                            <p:tav tm="0">
                                              <p:val>
                                                <p:strVal val="ppt_y"/>
                                              </p:val>
                                            </p:tav>
                                            <p:tav tm="100000">
                                              <p:val>
                                                <p:strVal val="0-ppt_h/2"/>
                                              </p:val>
                                            </p:tav>
                                          </p:tavLst>
                                        </p:anim>
                                        <p:set>
                                          <p:cBhvr>
                                            <p:cTn id="186" dur="1" fill="hold">
                                              <p:stCondLst>
                                                <p:cond delay="499"/>
                                              </p:stCondLst>
                                            </p:cTn>
                                            <p:tgtEl>
                                              <p:spTgt spid="135"/>
                                            </p:tgtEl>
                                            <p:attrNameLst>
                                              <p:attrName>style.visibility</p:attrName>
                                            </p:attrNameLst>
                                          </p:cBhvr>
                                          <p:to>
                                            <p:strVal val="hidden"/>
                                          </p:to>
                                        </p:set>
                                      </p:childTnLst>
                                    </p:cTn>
                                  </p:par>
                                  <p:par>
                                    <p:cTn id="187" presetID="6" presetClass="emph" presetSubtype="0" fill="hold" nodeType="withEffect">
                                      <p:stCondLst>
                                        <p:cond delay="32250"/>
                                      </p:stCondLst>
                                      <p:childTnLst>
                                        <p:animScale>
                                          <p:cBhvr>
                                            <p:cTn id="188" dur="250" fill="hold"/>
                                            <p:tgtEl>
                                              <p:spTgt spid="135"/>
                                            </p:tgtEl>
                                          </p:cBhvr>
                                          <p:by x="115000" y="115000"/>
                                        </p:animScale>
                                      </p:childTnLst>
                                    </p:cTn>
                                  </p:par>
                                  <p:par>
                                    <p:cTn id="189" presetID="2" presetClass="exit" presetSubtype="2" fill="hold" nodeType="withEffect">
                                      <p:stCondLst>
                                        <p:cond delay="32500"/>
                                      </p:stCondLst>
                                      <p:childTnLst>
                                        <p:anim calcmode="lin" valueType="num">
                                          <p:cBhvr additive="base">
                                            <p:cTn id="190" dur="500"/>
                                            <p:tgtEl>
                                              <p:spTgt spid="132"/>
                                            </p:tgtEl>
                                            <p:attrNameLst>
                                              <p:attrName>ppt_x</p:attrName>
                                            </p:attrNameLst>
                                          </p:cBhvr>
                                          <p:tavLst>
                                            <p:tav tm="0">
                                              <p:val>
                                                <p:strVal val="ppt_x"/>
                                              </p:val>
                                            </p:tav>
                                            <p:tav tm="100000">
                                              <p:val>
                                                <p:strVal val="1+ppt_w/2"/>
                                              </p:val>
                                            </p:tav>
                                          </p:tavLst>
                                        </p:anim>
                                        <p:anim calcmode="lin" valueType="num">
                                          <p:cBhvr additive="base">
                                            <p:cTn id="191" dur="500"/>
                                            <p:tgtEl>
                                              <p:spTgt spid="132"/>
                                            </p:tgtEl>
                                            <p:attrNameLst>
                                              <p:attrName>ppt_y</p:attrName>
                                            </p:attrNameLst>
                                          </p:cBhvr>
                                          <p:tavLst>
                                            <p:tav tm="0">
                                              <p:val>
                                                <p:strVal val="ppt_y"/>
                                              </p:val>
                                            </p:tav>
                                            <p:tav tm="100000">
                                              <p:val>
                                                <p:strVal val="ppt_y"/>
                                              </p:val>
                                            </p:tav>
                                          </p:tavLst>
                                        </p:anim>
                                        <p:set>
                                          <p:cBhvr>
                                            <p:cTn id="192" dur="1" fill="hold">
                                              <p:stCondLst>
                                                <p:cond delay="499"/>
                                              </p:stCondLst>
                                            </p:cTn>
                                            <p:tgtEl>
                                              <p:spTgt spid="132"/>
                                            </p:tgtEl>
                                            <p:attrNameLst>
                                              <p:attrName>style.visibility</p:attrName>
                                            </p:attrNameLst>
                                          </p:cBhvr>
                                          <p:to>
                                            <p:strVal val="hidden"/>
                                          </p:to>
                                        </p:set>
                                      </p:childTnLst>
                                    </p:cTn>
                                  </p:par>
                                  <p:par>
                                    <p:cTn id="193" presetID="6" presetClass="emph" presetSubtype="0" fill="hold" nodeType="withEffect">
                                      <p:stCondLst>
                                        <p:cond delay="32500"/>
                                      </p:stCondLst>
                                      <p:childTnLst>
                                        <p:animScale>
                                          <p:cBhvr>
                                            <p:cTn id="194" dur="250" fill="hold"/>
                                            <p:tgtEl>
                                              <p:spTgt spid="132"/>
                                            </p:tgtEl>
                                          </p:cBhvr>
                                          <p:by x="115000" y="115000"/>
                                        </p:animScale>
                                      </p:childTnLst>
                                    </p:cTn>
                                  </p:par>
                                  <p:par>
                                    <p:cTn id="195" presetID="2" presetClass="exit" presetSubtype="4" fill="hold" nodeType="withEffect">
                                      <p:stCondLst>
                                        <p:cond delay="33000"/>
                                      </p:stCondLst>
                                      <p:childTnLst>
                                        <p:anim calcmode="lin" valueType="num">
                                          <p:cBhvr additive="base">
                                            <p:cTn id="196" dur="500"/>
                                            <p:tgtEl>
                                              <p:spTgt spid="14"/>
                                            </p:tgtEl>
                                            <p:attrNameLst>
                                              <p:attrName>ppt_x</p:attrName>
                                            </p:attrNameLst>
                                          </p:cBhvr>
                                          <p:tavLst>
                                            <p:tav tm="0">
                                              <p:val>
                                                <p:strVal val="ppt_x"/>
                                              </p:val>
                                            </p:tav>
                                            <p:tav tm="100000">
                                              <p:val>
                                                <p:strVal val="ppt_x"/>
                                              </p:val>
                                            </p:tav>
                                          </p:tavLst>
                                        </p:anim>
                                        <p:anim calcmode="lin" valueType="num">
                                          <p:cBhvr additive="base">
                                            <p:cTn id="197" dur="500"/>
                                            <p:tgtEl>
                                              <p:spTgt spid="14"/>
                                            </p:tgtEl>
                                            <p:attrNameLst>
                                              <p:attrName>ppt_y</p:attrName>
                                            </p:attrNameLst>
                                          </p:cBhvr>
                                          <p:tavLst>
                                            <p:tav tm="0">
                                              <p:val>
                                                <p:strVal val="ppt_y"/>
                                              </p:val>
                                            </p:tav>
                                            <p:tav tm="100000">
                                              <p:val>
                                                <p:strVal val="1+ppt_h/2"/>
                                              </p:val>
                                            </p:tav>
                                          </p:tavLst>
                                        </p:anim>
                                        <p:set>
                                          <p:cBhvr>
                                            <p:cTn id="198" dur="1" fill="hold">
                                              <p:stCondLst>
                                                <p:cond delay="499"/>
                                              </p:stCondLst>
                                            </p:cTn>
                                            <p:tgtEl>
                                              <p:spTgt spid="14"/>
                                            </p:tgtEl>
                                            <p:attrNameLst>
                                              <p:attrName>style.visibility</p:attrName>
                                            </p:attrNameLst>
                                          </p:cBhvr>
                                          <p:to>
                                            <p:strVal val="hidden"/>
                                          </p:to>
                                        </p:set>
                                      </p:childTnLst>
                                    </p:cTn>
                                  </p:par>
                                  <p:par>
                                    <p:cTn id="199" presetID="2" presetClass="entr" presetSubtype="1" fill="hold" nodeType="withEffect">
                                      <p:stCondLst>
                                        <p:cond delay="33000"/>
                                      </p:stCondLst>
                                      <p:childTnLst>
                                        <p:set>
                                          <p:cBhvr>
                                            <p:cTn id="200" dur="1" fill="hold">
                                              <p:stCondLst>
                                                <p:cond delay="0"/>
                                              </p:stCondLst>
                                            </p:cTn>
                                            <p:tgtEl>
                                              <p:spTgt spid="230"/>
                                            </p:tgtEl>
                                            <p:attrNameLst>
                                              <p:attrName>style.visibility</p:attrName>
                                            </p:attrNameLst>
                                          </p:cBhvr>
                                          <p:to>
                                            <p:strVal val="visible"/>
                                          </p:to>
                                        </p:set>
                                        <p:anim calcmode="lin" valueType="num">
                                          <p:cBhvr additive="base">
                                            <p:cTn id="201" dur="500" fill="hold"/>
                                            <p:tgtEl>
                                              <p:spTgt spid="230"/>
                                            </p:tgtEl>
                                            <p:attrNameLst>
                                              <p:attrName>ppt_x</p:attrName>
                                            </p:attrNameLst>
                                          </p:cBhvr>
                                          <p:tavLst>
                                            <p:tav tm="0">
                                              <p:val>
                                                <p:strVal val="#ppt_x"/>
                                              </p:val>
                                            </p:tav>
                                            <p:tav tm="100000">
                                              <p:val>
                                                <p:strVal val="#ppt_x"/>
                                              </p:val>
                                            </p:tav>
                                          </p:tavLst>
                                        </p:anim>
                                        <p:anim calcmode="lin" valueType="num">
                                          <p:cBhvr additive="base">
                                            <p:cTn id="202" dur="500" fill="hold"/>
                                            <p:tgtEl>
                                              <p:spTgt spid="230"/>
                                            </p:tgtEl>
                                            <p:attrNameLst>
                                              <p:attrName>ppt_y</p:attrName>
                                            </p:attrNameLst>
                                          </p:cBhvr>
                                          <p:tavLst>
                                            <p:tav tm="0">
                                              <p:val>
                                                <p:strVal val="0-#ppt_h/2"/>
                                              </p:val>
                                            </p:tav>
                                            <p:tav tm="100000">
                                              <p:val>
                                                <p:strVal val="#ppt_y"/>
                                              </p:val>
                                            </p:tav>
                                          </p:tavLst>
                                        </p:anim>
                                      </p:childTnLst>
                                    </p:cTn>
                                  </p:par>
                                  <p:par>
                                    <p:cTn id="203" presetID="2" presetClass="entr" presetSubtype="1" decel="50000" fill="hold" nodeType="withEffect">
                                      <p:stCondLst>
                                        <p:cond delay="33500"/>
                                      </p:stCondLst>
                                      <p:childTnLst>
                                        <p:set>
                                          <p:cBhvr>
                                            <p:cTn id="204" dur="1" fill="hold">
                                              <p:stCondLst>
                                                <p:cond delay="0"/>
                                              </p:stCondLst>
                                            </p:cTn>
                                            <p:tgtEl>
                                              <p:spTgt spid="141"/>
                                            </p:tgtEl>
                                            <p:attrNameLst>
                                              <p:attrName>style.visibility</p:attrName>
                                            </p:attrNameLst>
                                          </p:cBhvr>
                                          <p:to>
                                            <p:strVal val="visible"/>
                                          </p:to>
                                        </p:set>
                                        <p:anim calcmode="lin" valueType="num">
                                          <p:cBhvr additive="base">
                                            <p:cTn id="205" dur="500" fill="hold"/>
                                            <p:tgtEl>
                                              <p:spTgt spid="141"/>
                                            </p:tgtEl>
                                            <p:attrNameLst>
                                              <p:attrName>ppt_x</p:attrName>
                                            </p:attrNameLst>
                                          </p:cBhvr>
                                          <p:tavLst>
                                            <p:tav tm="0">
                                              <p:val>
                                                <p:strVal val="#ppt_x"/>
                                              </p:val>
                                            </p:tav>
                                            <p:tav tm="100000">
                                              <p:val>
                                                <p:strVal val="#ppt_x"/>
                                              </p:val>
                                            </p:tav>
                                          </p:tavLst>
                                        </p:anim>
                                        <p:anim calcmode="lin" valueType="num">
                                          <p:cBhvr additive="base">
                                            <p:cTn id="206" dur="500" fill="hold"/>
                                            <p:tgtEl>
                                              <p:spTgt spid="141"/>
                                            </p:tgtEl>
                                            <p:attrNameLst>
                                              <p:attrName>ppt_y</p:attrName>
                                            </p:attrNameLst>
                                          </p:cBhvr>
                                          <p:tavLst>
                                            <p:tav tm="0">
                                              <p:val>
                                                <p:strVal val="0-#ppt_h/2"/>
                                              </p:val>
                                            </p:tav>
                                            <p:tav tm="100000">
                                              <p:val>
                                                <p:strVal val="#ppt_y"/>
                                              </p:val>
                                            </p:tav>
                                          </p:tavLst>
                                        </p:anim>
                                      </p:childTnLst>
                                    </p:cTn>
                                  </p:par>
                                  <p:par>
                                    <p:cTn id="207" presetID="6" presetClass="emph" presetSubtype="0" autoRev="1" fill="hold" nodeType="withEffect">
                                      <p:stCondLst>
                                        <p:cond delay="33500"/>
                                      </p:stCondLst>
                                      <p:childTnLst>
                                        <p:animScale>
                                          <p:cBhvr>
                                            <p:cTn id="208" dur="250" fill="hold"/>
                                            <p:tgtEl>
                                              <p:spTgt spid="141"/>
                                            </p:tgtEl>
                                          </p:cBhvr>
                                          <p:by x="115000" y="115000"/>
                                        </p:animScale>
                                      </p:childTnLst>
                                    </p:cTn>
                                  </p:par>
                                  <p:par>
                                    <p:cTn id="209" presetID="2" presetClass="entr" presetSubtype="4" decel="50000" fill="hold" nodeType="withEffect">
                                      <p:stCondLst>
                                        <p:cond delay="34000"/>
                                      </p:stCondLst>
                                      <p:childTnLst>
                                        <p:set>
                                          <p:cBhvr>
                                            <p:cTn id="210" dur="1" fill="hold">
                                              <p:stCondLst>
                                                <p:cond delay="0"/>
                                              </p:stCondLst>
                                            </p:cTn>
                                            <p:tgtEl>
                                              <p:spTgt spid="182"/>
                                            </p:tgtEl>
                                            <p:attrNameLst>
                                              <p:attrName>style.visibility</p:attrName>
                                            </p:attrNameLst>
                                          </p:cBhvr>
                                          <p:to>
                                            <p:strVal val="visible"/>
                                          </p:to>
                                        </p:set>
                                        <p:anim calcmode="lin" valueType="num">
                                          <p:cBhvr additive="base">
                                            <p:cTn id="211" dur="500" fill="hold"/>
                                            <p:tgtEl>
                                              <p:spTgt spid="182"/>
                                            </p:tgtEl>
                                            <p:attrNameLst>
                                              <p:attrName>ppt_x</p:attrName>
                                            </p:attrNameLst>
                                          </p:cBhvr>
                                          <p:tavLst>
                                            <p:tav tm="0">
                                              <p:val>
                                                <p:strVal val="#ppt_x"/>
                                              </p:val>
                                            </p:tav>
                                            <p:tav tm="100000">
                                              <p:val>
                                                <p:strVal val="#ppt_x"/>
                                              </p:val>
                                            </p:tav>
                                          </p:tavLst>
                                        </p:anim>
                                        <p:anim calcmode="lin" valueType="num">
                                          <p:cBhvr additive="base">
                                            <p:cTn id="212" dur="500" fill="hold"/>
                                            <p:tgtEl>
                                              <p:spTgt spid="182"/>
                                            </p:tgtEl>
                                            <p:attrNameLst>
                                              <p:attrName>ppt_y</p:attrName>
                                            </p:attrNameLst>
                                          </p:cBhvr>
                                          <p:tavLst>
                                            <p:tav tm="0">
                                              <p:val>
                                                <p:strVal val="1+#ppt_h/2"/>
                                              </p:val>
                                            </p:tav>
                                            <p:tav tm="100000">
                                              <p:val>
                                                <p:strVal val="#ppt_y"/>
                                              </p:val>
                                            </p:tav>
                                          </p:tavLst>
                                        </p:anim>
                                      </p:childTnLst>
                                    </p:cTn>
                                  </p:par>
                                  <p:par>
                                    <p:cTn id="213" presetID="6" presetClass="emph" presetSubtype="0" autoRev="1" fill="hold" nodeType="withEffect">
                                      <p:stCondLst>
                                        <p:cond delay="34000"/>
                                      </p:stCondLst>
                                      <p:childTnLst>
                                        <p:animScale>
                                          <p:cBhvr>
                                            <p:cTn id="214" dur="250" fill="hold"/>
                                            <p:tgtEl>
                                              <p:spTgt spid="182"/>
                                            </p:tgtEl>
                                          </p:cBhvr>
                                          <p:by x="115000" y="115000"/>
                                        </p:animScale>
                                      </p:childTnLst>
                                    </p:cTn>
                                  </p:par>
                                  <p:par>
                                    <p:cTn id="215" presetID="2" presetClass="entr" presetSubtype="6" fill="hold" nodeType="withEffect">
                                      <p:stCondLst>
                                        <p:cond delay="34500"/>
                                      </p:stCondLst>
                                      <p:childTnLst>
                                        <p:set>
                                          <p:cBhvr>
                                            <p:cTn id="216" dur="1" fill="hold">
                                              <p:stCondLst>
                                                <p:cond delay="0"/>
                                              </p:stCondLst>
                                            </p:cTn>
                                            <p:tgtEl>
                                              <p:spTgt spid="229"/>
                                            </p:tgtEl>
                                            <p:attrNameLst>
                                              <p:attrName>style.visibility</p:attrName>
                                            </p:attrNameLst>
                                          </p:cBhvr>
                                          <p:to>
                                            <p:strVal val="visible"/>
                                          </p:to>
                                        </p:set>
                                        <p:anim calcmode="lin" valueType="num">
                                          <p:cBhvr additive="base">
                                            <p:cTn id="217" dur="500" fill="hold"/>
                                            <p:tgtEl>
                                              <p:spTgt spid="229"/>
                                            </p:tgtEl>
                                            <p:attrNameLst>
                                              <p:attrName>ppt_x</p:attrName>
                                            </p:attrNameLst>
                                          </p:cBhvr>
                                          <p:tavLst>
                                            <p:tav tm="0">
                                              <p:val>
                                                <p:strVal val="1+#ppt_w/2"/>
                                              </p:val>
                                            </p:tav>
                                            <p:tav tm="100000">
                                              <p:val>
                                                <p:strVal val="#ppt_x"/>
                                              </p:val>
                                            </p:tav>
                                          </p:tavLst>
                                        </p:anim>
                                        <p:anim calcmode="lin" valueType="num">
                                          <p:cBhvr additive="base">
                                            <p:cTn id="218" dur="500" fill="hold"/>
                                            <p:tgtEl>
                                              <p:spTgt spid="229"/>
                                            </p:tgtEl>
                                            <p:attrNameLst>
                                              <p:attrName>ppt_y</p:attrName>
                                            </p:attrNameLst>
                                          </p:cBhvr>
                                          <p:tavLst>
                                            <p:tav tm="0">
                                              <p:val>
                                                <p:strVal val="1+#ppt_h/2"/>
                                              </p:val>
                                            </p:tav>
                                            <p:tav tm="100000">
                                              <p:val>
                                                <p:strVal val="#ppt_y"/>
                                              </p:val>
                                            </p:tav>
                                          </p:tavLst>
                                        </p:anim>
                                      </p:childTnLst>
                                    </p:cTn>
                                  </p:par>
                                  <p:par>
                                    <p:cTn id="219" presetID="6" presetClass="emph" presetSubtype="0" autoRev="1" fill="hold" nodeType="withEffect">
                                      <p:stCondLst>
                                        <p:cond delay="34500"/>
                                      </p:stCondLst>
                                      <p:childTnLst>
                                        <p:animScale>
                                          <p:cBhvr>
                                            <p:cTn id="220" dur="500" fill="hold"/>
                                            <p:tgtEl>
                                              <p:spTgt spid="229"/>
                                            </p:tgtEl>
                                          </p:cBhvr>
                                          <p:by x="110000" y="110000"/>
                                        </p:animScale>
                                      </p:childTnLst>
                                    </p:cTn>
                                  </p:par>
                                </p:childTnLst>
                              </p:cTn>
                            </p:par>
                          </p:childTnLst>
                        </p:cTn>
                      </p:par>
                    </p:childTnLst>
                  </p:cTn>
                  <p:prevCondLst>
                    <p:cond evt="onPrev" delay="0">
                      <p:tgtEl>
                        <p:sldTgt/>
                      </p:tgtEl>
                    </p:cond>
                  </p:prevCondLst>
                  <p:nextCondLst>
                    <p:cond evt="onNext" delay="0">
                      <p:tgtEl>
                        <p:sldTgt/>
                      </p:tgtEl>
                    </p:cond>
                  </p:nextCondLst>
                </p:seq>
                <p:audio>
                  <p:cMediaNode vol="80000">
                    <p:cTn id="221" fill="hold" display="0">
                      <p:stCondLst>
                        <p:cond delay="indefinite"/>
                      </p:stCondLst>
                      <p:endCondLst>
                        <p:cond evt="onStopAudio" delay="0">
                          <p:tgtEl>
                            <p:sldTgt/>
                          </p:tgtEl>
                        </p:cond>
                      </p:endCondLst>
                    </p:cTn>
                    <p:tgtEl>
                      <p:spTgt spid="2"/>
                    </p:tgtEl>
                  </p:cMediaNode>
                </p:audio>
              </p:childTnLst>
            </p:cTn>
          </p:par>
        </p:tnLst>
      </p:timing>
    </mc:Choice>
    <mc:Fallback xmlns="">
      <p:timing>
        <p:tnLst>
          <p:par>
            <p:cTn id="1" dur="indefinite" restart="never" nodeType="tmRoot">
              <p:childTnLst>
                <p:seq concurrent="1" nextAc="seek">
                  <p:cTn id="2" dur="indefinite" nodeType="mainSeq">
                    <p:childTnLst>
                      <p:par>
                        <p:cTn id="3" fill="hold">
                          <p:stCondLst>
                            <p:cond delay="indefinite"/>
                            <p:cond evt="onBegin" delay="0">
                              <p:tn val="2"/>
                            </p:cond>
                          </p:stCondLst>
                          <p:childTnLst>
                            <p:par>
                              <p:cTn id="4" fill="hold">
                                <p:stCondLst>
                                  <p:cond delay="0"/>
                                </p:stCondLst>
                                <p:childTnLst>
                                  <p:par>
                                    <p:cTn id="5" presetID="1" presetClass="mediacall" presetSubtype="0" fill="hold" nodeType="withEffect">
                                      <p:stCondLst>
                                        <p:cond delay="0"/>
                                      </p:stCondLst>
                                      <p:childTnLst>
                                        <p:cmd type="call" cmd="playFrom(0.0)">
                                          <p:cBhvr>
                                            <p:cTn id="6" dur="40097" fill="hold"/>
                                            <p:tgtEl>
                                              <p:spTgt spid="2"/>
                                            </p:tgtEl>
                                          </p:cBhvr>
                                        </p:cmd>
                                      </p:childTnLst>
                                    </p:cTn>
                                  </p:par>
                                  <p:par>
                                    <p:cTn id="7" presetID="42" presetClass="path" presetSubtype="0" fill="hold" nodeType="withEffect">
                                      <p:stCondLst>
                                        <p:cond delay="500"/>
                                      </p:stCondLst>
                                      <p:childTnLst>
                                        <p:animMotion origin="layout" path="M -2.56944E-6 2.59259E-6 L 0.04102 -0.33777 " pathEditMode="relative" rAng="0" ptsTypes="AA">
                                          <p:cBhvr>
                                            <p:cTn id="8" dur="1000" fill="hold"/>
                                            <p:tgtEl>
                                              <p:spTgt spid="70"/>
                                            </p:tgtEl>
                                            <p:attrNameLst>
                                              <p:attrName>ppt_x</p:attrName>
                                              <p:attrName>ppt_y</p:attrName>
                                            </p:attrNameLst>
                                          </p:cBhvr>
                                          <p:rCtr x="2051" y="-16898"/>
                                        </p:animMotion>
                                      </p:childTnLst>
                                    </p:cTn>
                                  </p:par>
                                  <p:par>
                                    <p:cTn id="9" presetID="6" presetClass="emph" presetSubtype="0" autoRev="1" fill="hold" nodeType="withEffect">
                                      <p:stCondLst>
                                        <p:cond delay="500"/>
                                      </p:stCondLst>
                                      <p:childTnLst>
                                        <p:animScale>
                                          <p:cBhvr>
                                            <p:cTn id="10" dur="500" fill="hold"/>
                                            <p:tgtEl>
                                              <p:spTgt spid="70"/>
                                            </p:tgtEl>
                                          </p:cBhvr>
                                          <p:by x="115000" y="115000"/>
                                        </p:animScale>
                                      </p:childTnLst>
                                    </p:cTn>
                                  </p:par>
                                  <p:par>
                                    <p:cTn id="11" presetID="10" presetClass="entr" presetSubtype="0" fill="hold" nodeType="withEffect">
                                      <p:stCondLst>
                                        <p:cond delay="1500"/>
                                      </p:stCondLst>
                                      <p:childTnLst>
                                        <p:set>
                                          <p:cBhvr>
                                            <p:cTn id="12" dur="1" fill="hold">
                                              <p:stCondLst>
                                                <p:cond delay="0"/>
                                              </p:stCondLst>
                                            </p:cTn>
                                            <p:tgtEl>
                                              <p:spTgt spid="73"/>
                                            </p:tgtEl>
                                            <p:attrNameLst>
                                              <p:attrName>style.visibility</p:attrName>
                                            </p:attrNameLst>
                                          </p:cBhvr>
                                          <p:to>
                                            <p:strVal val="visible"/>
                                          </p:to>
                                        </p:set>
                                        <p:animEffect transition="in" filter="fade">
                                          <p:cBhvr>
                                            <p:cTn id="13" dur="10"/>
                                            <p:tgtEl>
                                              <p:spTgt spid="73"/>
                                            </p:tgtEl>
                                          </p:cBhvr>
                                        </p:animEffect>
                                      </p:childTnLst>
                                    </p:cTn>
                                  </p:par>
                                  <p:par>
                                    <p:cTn id="14" presetID="10" presetClass="exit" presetSubtype="0" fill="hold" nodeType="withEffect">
                                      <p:stCondLst>
                                        <p:cond delay="1500"/>
                                      </p:stCondLst>
                                      <p:childTnLst>
                                        <p:animEffect transition="out" filter="fade">
                                          <p:cBhvr>
                                            <p:cTn id="15" dur="250"/>
                                            <p:tgtEl>
                                              <p:spTgt spid="70"/>
                                            </p:tgtEl>
                                          </p:cBhvr>
                                        </p:animEffect>
                                        <p:set>
                                          <p:cBhvr>
                                            <p:cTn id="16" dur="1" fill="hold">
                                              <p:stCondLst>
                                                <p:cond delay="249"/>
                                              </p:stCondLst>
                                            </p:cTn>
                                            <p:tgtEl>
                                              <p:spTgt spid="70"/>
                                            </p:tgtEl>
                                            <p:attrNameLst>
                                              <p:attrName>style.visibility</p:attrName>
                                            </p:attrNameLst>
                                          </p:cBhvr>
                                          <p:to>
                                            <p:strVal val="hidden"/>
                                          </p:to>
                                        </p:set>
                                      </p:childTnLst>
                                    </p:cTn>
                                  </p:par>
                                  <p:par>
                                    <p:cTn id="17" presetID="10" presetClass="exit" presetSubtype="0" fill="hold" nodeType="withEffect">
                                      <p:stCondLst>
                                        <p:cond delay="1500"/>
                                      </p:stCondLst>
                                      <p:childTnLst>
                                        <p:animEffect transition="out" filter="fade">
                                          <p:cBhvr>
                                            <p:cTn id="18" dur="250"/>
                                            <p:tgtEl>
                                              <p:spTgt spid="102"/>
                                            </p:tgtEl>
                                          </p:cBhvr>
                                        </p:animEffect>
                                        <p:set>
                                          <p:cBhvr>
                                            <p:cTn id="19" dur="1" fill="hold">
                                              <p:stCondLst>
                                                <p:cond delay="249"/>
                                              </p:stCondLst>
                                            </p:cTn>
                                            <p:tgtEl>
                                              <p:spTgt spid="102"/>
                                            </p:tgtEl>
                                            <p:attrNameLst>
                                              <p:attrName>style.visibility</p:attrName>
                                            </p:attrNameLst>
                                          </p:cBhvr>
                                          <p:to>
                                            <p:strVal val="hidden"/>
                                          </p:to>
                                        </p:set>
                                      </p:childTnLst>
                                    </p:cTn>
                                  </p:par>
                                  <p:par>
                                    <p:cTn id="20" presetID="42" presetClass="path" presetSubtype="0" fill="hold" nodeType="withEffect">
                                      <p:stCondLst>
                                        <p:cond delay="2000"/>
                                      </p:stCondLst>
                                      <p:childTnLst>
                                        <p:animMotion origin="layout" path="M -3.99306E-6 -1.85185E-6 L 0.21626 0.5056 " pathEditMode="relative" rAng="0" ptsTypes="AA">
                                          <p:cBhvr>
                                            <p:cTn id="21" dur="1500" fill="hold"/>
                                            <p:tgtEl>
                                              <p:spTgt spid="73"/>
                                            </p:tgtEl>
                                            <p:attrNameLst>
                                              <p:attrName>ppt_x</p:attrName>
                                              <p:attrName>ppt_y</p:attrName>
                                            </p:attrNameLst>
                                          </p:cBhvr>
                                          <p:rCtr x="10807" y="25270"/>
                                        </p:animMotion>
                                      </p:childTnLst>
                                    </p:cTn>
                                  </p:par>
                                  <p:par>
                                    <p:cTn id="22" presetID="6" presetClass="emph" presetSubtype="0" autoRev="1" fill="hold" nodeType="withEffect">
                                      <p:stCondLst>
                                        <p:cond delay="2000"/>
                                      </p:stCondLst>
                                      <p:childTnLst>
                                        <p:animScale>
                                          <p:cBhvr>
                                            <p:cTn id="23" dur="750" fill="hold"/>
                                            <p:tgtEl>
                                              <p:spTgt spid="73"/>
                                            </p:tgtEl>
                                          </p:cBhvr>
                                          <p:by x="115000" y="115000"/>
                                        </p:animScale>
                                      </p:childTnLst>
                                    </p:cTn>
                                  </p:par>
                                  <p:par>
                                    <p:cTn id="24" presetID="10" presetClass="entr" presetSubtype="0" fill="hold" nodeType="withEffect">
                                      <p:stCondLst>
                                        <p:cond delay="3500"/>
                                      </p:stCondLst>
                                      <p:childTnLst>
                                        <p:set>
                                          <p:cBhvr>
                                            <p:cTn id="25" dur="1" fill="hold">
                                              <p:stCondLst>
                                                <p:cond delay="0"/>
                                              </p:stCondLst>
                                            </p:cTn>
                                            <p:tgtEl>
                                              <p:spTgt spid="99"/>
                                            </p:tgtEl>
                                            <p:attrNameLst>
                                              <p:attrName>style.visibility</p:attrName>
                                            </p:attrNameLst>
                                          </p:cBhvr>
                                          <p:to>
                                            <p:strVal val="visible"/>
                                          </p:to>
                                        </p:set>
                                        <p:animEffect transition="in" filter="fade">
                                          <p:cBhvr>
                                            <p:cTn id="26" dur="10"/>
                                            <p:tgtEl>
                                              <p:spTgt spid="99"/>
                                            </p:tgtEl>
                                          </p:cBhvr>
                                        </p:animEffect>
                                      </p:childTnLst>
                                    </p:cTn>
                                  </p:par>
                                  <p:par>
                                    <p:cTn id="27" presetID="10" presetClass="entr" presetSubtype="0" fill="hold" nodeType="withEffect">
                                      <p:stCondLst>
                                        <p:cond delay="3500"/>
                                      </p:stCondLst>
                                      <p:childTnLst>
                                        <p:set>
                                          <p:cBhvr>
                                            <p:cTn id="28" dur="1" fill="hold">
                                              <p:stCondLst>
                                                <p:cond delay="0"/>
                                              </p:stCondLst>
                                            </p:cTn>
                                            <p:tgtEl>
                                              <p:spTgt spid="96"/>
                                            </p:tgtEl>
                                            <p:attrNameLst>
                                              <p:attrName>style.visibility</p:attrName>
                                            </p:attrNameLst>
                                          </p:cBhvr>
                                          <p:to>
                                            <p:strVal val="visible"/>
                                          </p:to>
                                        </p:set>
                                        <p:animEffect transition="in" filter="fade">
                                          <p:cBhvr>
                                            <p:cTn id="29" dur="10"/>
                                            <p:tgtEl>
                                              <p:spTgt spid="96"/>
                                            </p:tgtEl>
                                          </p:cBhvr>
                                        </p:animEffect>
                                      </p:childTnLst>
                                    </p:cTn>
                                  </p:par>
                                  <p:par>
                                    <p:cTn id="30" presetID="10" presetClass="exit" presetSubtype="0" fill="hold" nodeType="withEffect">
                                      <p:stCondLst>
                                        <p:cond delay="3500"/>
                                      </p:stCondLst>
                                      <p:childTnLst>
                                        <p:animEffect transition="out" filter="fade">
                                          <p:cBhvr>
                                            <p:cTn id="31" dur="250"/>
                                            <p:tgtEl>
                                              <p:spTgt spid="73"/>
                                            </p:tgtEl>
                                          </p:cBhvr>
                                        </p:animEffect>
                                        <p:set>
                                          <p:cBhvr>
                                            <p:cTn id="32" dur="1" fill="hold">
                                              <p:stCondLst>
                                                <p:cond delay="249"/>
                                              </p:stCondLst>
                                            </p:cTn>
                                            <p:tgtEl>
                                              <p:spTgt spid="73"/>
                                            </p:tgtEl>
                                            <p:attrNameLst>
                                              <p:attrName>style.visibility</p:attrName>
                                            </p:attrNameLst>
                                          </p:cBhvr>
                                          <p:to>
                                            <p:strVal val="hidden"/>
                                          </p:to>
                                        </p:set>
                                      </p:childTnLst>
                                    </p:cTn>
                                  </p:par>
                                  <p:par>
                                    <p:cTn id="33" presetID="2" presetClass="exit" presetSubtype="8" accel="84000" fill="hold" nodeType="withEffect">
                                      <p:stCondLst>
                                        <p:cond delay="5750"/>
                                      </p:stCondLst>
                                      <p:childTnLst>
                                        <p:anim calcmode="lin" valueType="num">
                                          <p:cBhvr additive="base">
                                            <p:cTn id="34" dur="500"/>
                                            <p:tgtEl>
                                              <p:spTgt spid="99"/>
                                            </p:tgtEl>
                                            <p:attrNameLst>
                                              <p:attrName>ppt_x</p:attrName>
                                            </p:attrNameLst>
                                          </p:cBhvr>
                                          <p:tavLst>
                                            <p:tav tm="0">
                                              <p:val>
                                                <p:strVal val="ppt_x"/>
                                              </p:val>
                                            </p:tav>
                                            <p:tav tm="100000">
                                              <p:val>
                                                <p:strVal val="0-ppt_w/2"/>
                                              </p:val>
                                            </p:tav>
                                          </p:tavLst>
                                        </p:anim>
                                        <p:anim calcmode="lin" valueType="num">
                                          <p:cBhvr additive="base">
                                            <p:cTn id="35" dur="500"/>
                                            <p:tgtEl>
                                              <p:spTgt spid="99"/>
                                            </p:tgtEl>
                                            <p:attrNameLst>
                                              <p:attrName>ppt_y</p:attrName>
                                            </p:attrNameLst>
                                          </p:cBhvr>
                                          <p:tavLst>
                                            <p:tav tm="0">
                                              <p:val>
                                                <p:strVal val="ppt_y"/>
                                              </p:val>
                                            </p:tav>
                                            <p:tav tm="100000">
                                              <p:val>
                                                <p:strVal val="ppt_y"/>
                                              </p:val>
                                            </p:tav>
                                          </p:tavLst>
                                        </p:anim>
                                        <p:set>
                                          <p:cBhvr>
                                            <p:cTn id="36" dur="1" fill="hold">
                                              <p:stCondLst>
                                                <p:cond delay="499"/>
                                              </p:stCondLst>
                                            </p:cTn>
                                            <p:tgtEl>
                                              <p:spTgt spid="99"/>
                                            </p:tgtEl>
                                            <p:attrNameLst>
                                              <p:attrName>style.visibility</p:attrName>
                                            </p:attrNameLst>
                                          </p:cBhvr>
                                          <p:to>
                                            <p:strVal val="hidden"/>
                                          </p:to>
                                        </p:set>
                                      </p:childTnLst>
                                    </p:cTn>
                                  </p:par>
                                  <p:par>
                                    <p:cTn id="37" presetID="6" presetClass="emph" presetSubtype="0" autoRev="1" fill="hold" nodeType="withEffect">
                                      <p:stCondLst>
                                        <p:cond delay="5750"/>
                                      </p:stCondLst>
                                      <p:childTnLst>
                                        <p:animScale>
                                          <p:cBhvr>
                                            <p:cTn id="38" dur="250" fill="hold"/>
                                            <p:tgtEl>
                                              <p:spTgt spid="99"/>
                                            </p:tgtEl>
                                          </p:cBhvr>
                                          <p:by x="115000" y="115000"/>
                                        </p:animScale>
                                      </p:childTnLst>
                                    </p:cTn>
                                  </p:par>
                                  <p:par>
                                    <p:cTn id="39" presetID="2" presetClass="exit" presetSubtype="4" accel="84000" fill="hold" nodeType="withEffect">
                                      <p:stCondLst>
                                        <p:cond delay="6000"/>
                                      </p:stCondLst>
                                      <p:childTnLst>
                                        <p:anim calcmode="lin" valueType="num">
                                          <p:cBhvr additive="base">
                                            <p:cTn id="40" dur="500"/>
                                            <p:tgtEl>
                                              <p:spTgt spid="96"/>
                                            </p:tgtEl>
                                            <p:attrNameLst>
                                              <p:attrName>ppt_x</p:attrName>
                                            </p:attrNameLst>
                                          </p:cBhvr>
                                          <p:tavLst>
                                            <p:tav tm="0">
                                              <p:val>
                                                <p:strVal val="ppt_x"/>
                                              </p:val>
                                            </p:tav>
                                            <p:tav tm="100000">
                                              <p:val>
                                                <p:strVal val="ppt_x"/>
                                              </p:val>
                                            </p:tav>
                                          </p:tavLst>
                                        </p:anim>
                                        <p:anim calcmode="lin" valueType="num">
                                          <p:cBhvr additive="base">
                                            <p:cTn id="41" dur="500"/>
                                            <p:tgtEl>
                                              <p:spTgt spid="96"/>
                                            </p:tgtEl>
                                            <p:attrNameLst>
                                              <p:attrName>ppt_y</p:attrName>
                                            </p:attrNameLst>
                                          </p:cBhvr>
                                          <p:tavLst>
                                            <p:tav tm="0">
                                              <p:val>
                                                <p:strVal val="ppt_y"/>
                                              </p:val>
                                            </p:tav>
                                            <p:tav tm="100000">
                                              <p:val>
                                                <p:strVal val="1+ppt_h/2"/>
                                              </p:val>
                                            </p:tav>
                                          </p:tavLst>
                                        </p:anim>
                                        <p:set>
                                          <p:cBhvr>
                                            <p:cTn id="42" dur="1" fill="hold">
                                              <p:stCondLst>
                                                <p:cond delay="499"/>
                                              </p:stCondLst>
                                            </p:cTn>
                                            <p:tgtEl>
                                              <p:spTgt spid="96"/>
                                            </p:tgtEl>
                                            <p:attrNameLst>
                                              <p:attrName>style.visibility</p:attrName>
                                            </p:attrNameLst>
                                          </p:cBhvr>
                                          <p:to>
                                            <p:strVal val="hidden"/>
                                          </p:to>
                                        </p:set>
                                      </p:childTnLst>
                                    </p:cTn>
                                  </p:par>
                                  <p:par>
                                    <p:cTn id="43" presetID="6" presetClass="emph" presetSubtype="0" autoRev="1" fill="hold" nodeType="withEffect">
                                      <p:stCondLst>
                                        <p:cond delay="6000"/>
                                      </p:stCondLst>
                                      <p:childTnLst>
                                        <p:animScale>
                                          <p:cBhvr>
                                            <p:cTn id="44" dur="250" fill="hold"/>
                                            <p:tgtEl>
                                              <p:spTgt spid="96"/>
                                            </p:tgtEl>
                                          </p:cBhvr>
                                          <p:by x="115000" y="115000"/>
                                        </p:animScale>
                                      </p:childTnLst>
                                    </p:cTn>
                                  </p:par>
                                  <p:par>
                                    <p:cTn id="45" presetID="2" presetClass="exit" presetSubtype="2" accel="84000" fill="hold" nodeType="withEffect">
                                      <p:stCondLst>
                                        <p:cond delay="6250"/>
                                      </p:stCondLst>
                                      <p:childTnLst>
                                        <p:anim calcmode="lin" valueType="num">
                                          <p:cBhvr additive="base">
                                            <p:cTn id="46" dur="500"/>
                                            <p:tgtEl>
                                              <p:spTgt spid="63"/>
                                            </p:tgtEl>
                                            <p:attrNameLst>
                                              <p:attrName>ppt_x</p:attrName>
                                            </p:attrNameLst>
                                          </p:cBhvr>
                                          <p:tavLst>
                                            <p:tav tm="0">
                                              <p:val>
                                                <p:strVal val="ppt_x"/>
                                              </p:val>
                                            </p:tav>
                                            <p:tav tm="100000">
                                              <p:val>
                                                <p:strVal val="1+ppt_w/2"/>
                                              </p:val>
                                            </p:tav>
                                          </p:tavLst>
                                        </p:anim>
                                        <p:anim calcmode="lin" valueType="num">
                                          <p:cBhvr additive="base">
                                            <p:cTn id="47" dur="500"/>
                                            <p:tgtEl>
                                              <p:spTgt spid="63"/>
                                            </p:tgtEl>
                                            <p:attrNameLst>
                                              <p:attrName>ppt_y</p:attrName>
                                            </p:attrNameLst>
                                          </p:cBhvr>
                                          <p:tavLst>
                                            <p:tav tm="0">
                                              <p:val>
                                                <p:strVal val="ppt_y"/>
                                              </p:val>
                                            </p:tav>
                                            <p:tav tm="100000">
                                              <p:val>
                                                <p:strVal val="ppt_y"/>
                                              </p:val>
                                            </p:tav>
                                          </p:tavLst>
                                        </p:anim>
                                        <p:set>
                                          <p:cBhvr>
                                            <p:cTn id="48" dur="1" fill="hold">
                                              <p:stCondLst>
                                                <p:cond delay="499"/>
                                              </p:stCondLst>
                                            </p:cTn>
                                            <p:tgtEl>
                                              <p:spTgt spid="63"/>
                                            </p:tgtEl>
                                            <p:attrNameLst>
                                              <p:attrName>style.visibility</p:attrName>
                                            </p:attrNameLst>
                                          </p:cBhvr>
                                          <p:to>
                                            <p:strVal val="hidden"/>
                                          </p:to>
                                        </p:set>
                                      </p:childTnLst>
                                    </p:cTn>
                                  </p:par>
                                  <p:par>
                                    <p:cTn id="49" presetID="6" presetClass="emph" presetSubtype="0" autoRev="1" fill="hold" nodeType="withEffect">
                                      <p:stCondLst>
                                        <p:cond delay="6250"/>
                                      </p:stCondLst>
                                      <p:childTnLst>
                                        <p:animScale>
                                          <p:cBhvr>
                                            <p:cTn id="50" dur="250" fill="hold"/>
                                            <p:tgtEl>
                                              <p:spTgt spid="63"/>
                                            </p:tgtEl>
                                          </p:cBhvr>
                                          <p:by x="115000" y="115000"/>
                                        </p:animScale>
                                      </p:childTnLst>
                                    </p:cTn>
                                  </p:par>
                                  <p:par>
                                    <p:cTn id="51" presetID="2" presetClass="entr" presetSubtype="2" decel="50000" fill="hold" nodeType="withEffect">
                                      <p:stCondLst>
                                        <p:cond delay="7000"/>
                                      </p:stCondLst>
                                      <p:childTnLst>
                                        <p:set>
                                          <p:cBhvr>
                                            <p:cTn id="52" dur="1" fill="hold">
                                              <p:stCondLst>
                                                <p:cond delay="0"/>
                                              </p:stCondLst>
                                            </p:cTn>
                                            <p:tgtEl>
                                              <p:spTgt spid="105"/>
                                            </p:tgtEl>
                                            <p:attrNameLst>
                                              <p:attrName>style.visibility</p:attrName>
                                            </p:attrNameLst>
                                          </p:cBhvr>
                                          <p:to>
                                            <p:strVal val="visible"/>
                                          </p:to>
                                        </p:set>
                                        <p:anim calcmode="lin" valueType="num">
                                          <p:cBhvr additive="base">
                                            <p:cTn id="53" dur="500" fill="hold"/>
                                            <p:tgtEl>
                                              <p:spTgt spid="105"/>
                                            </p:tgtEl>
                                            <p:attrNameLst>
                                              <p:attrName>ppt_x</p:attrName>
                                            </p:attrNameLst>
                                          </p:cBhvr>
                                          <p:tavLst>
                                            <p:tav tm="0">
                                              <p:val>
                                                <p:strVal val="1+#ppt_w/2"/>
                                              </p:val>
                                            </p:tav>
                                            <p:tav tm="100000">
                                              <p:val>
                                                <p:strVal val="#ppt_x"/>
                                              </p:val>
                                            </p:tav>
                                          </p:tavLst>
                                        </p:anim>
                                        <p:anim calcmode="lin" valueType="num">
                                          <p:cBhvr additive="base">
                                            <p:cTn id="54" dur="500" fill="hold"/>
                                            <p:tgtEl>
                                              <p:spTgt spid="105"/>
                                            </p:tgtEl>
                                            <p:attrNameLst>
                                              <p:attrName>ppt_y</p:attrName>
                                            </p:attrNameLst>
                                          </p:cBhvr>
                                          <p:tavLst>
                                            <p:tav tm="0">
                                              <p:val>
                                                <p:strVal val="#ppt_y"/>
                                              </p:val>
                                            </p:tav>
                                            <p:tav tm="100000">
                                              <p:val>
                                                <p:strVal val="#ppt_y"/>
                                              </p:val>
                                            </p:tav>
                                          </p:tavLst>
                                        </p:anim>
                                      </p:childTnLst>
                                    </p:cTn>
                                  </p:par>
                                  <p:par>
                                    <p:cTn id="55" presetID="6" presetClass="emph" presetSubtype="0" autoRev="1" fill="hold" nodeType="withEffect">
                                      <p:stCondLst>
                                        <p:cond delay="7000"/>
                                      </p:stCondLst>
                                      <p:childTnLst>
                                        <p:animScale>
                                          <p:cBhvr>
                                            <p:cTn id="56" dur="250" fill="hold"/>
                                            <p:tgtEl>
                                              <p:spTgt spid="105"/>
                                            </p:tgtEl>
                                          </p:cBhvr>
                                          <p:by x="115000" y="115000"/>
                                        </p:animScale>
                                      </p:childTnLst>
                                    </p:cTn>
                                  </p:par>
                                  <p:par>
                                    <p:cTn id="57" presetID="2" presetClass="entr" presetSubtype="1" decel="50000" fill="hold" nodeType="withEffect">
                                      <p:stCondLst>
                                        <p:cond delay="7500"/>
                                      </p:stCondLst>
                                      <p:childTnLst>
                                        <p:set>
                                          <p:cBhvr>
                                            <p:cTn id="58" dur="1" fill="hold">
                                              <p:stCondLst>
                                                <p:cond delay="0"/>
                                              </p:stCondLst>
                                            </p:cTn>
                                            <p:tgtEl>
                                              <p:spTgt spid="111"/>
                                            </p:tgtEl>
                                            <p:attrNameLst>
                                              <p:attrName>style.visibility</p:attrName>
                                            </p:attrNameLst>
                                          </p:cBhvr>
                                          <p:to>
                                            <p:strVal val="visible"/>
                                          </p:to>
                                        </p:set>
                                        <p:anim calcmode="lin" valueType="num">
                                          <p:cBhvr additive="base">
                                            <p:cTn id="59" dur="500" fill="hold"/>
                                            <p:tgtEl>
                                              <p:spTgt spid="111"/>
                                            </p:tgtEl>
                                            <p:attrNameLst>
                                              <p:attrName>ppt_x</p:attrName>
                                            </p:attrNameLst>
                                          </p:cBhvr>
                                          <p:tavLst>
                                            <p:tav tm="0">
                                              <p:val>
                                                <p:strVal val="#ppt_x"/>
                                              </p:val>
                                            </p:tav>
                                            <p:tav tm="100000">
                                              <p:val>
                                                <p:strVal val="#ppt_x"/>
                                              </p:val>
                                            </p:tav>
                                          </p:tavLst>
                                        </p:anim>
                                        <p:anim calcmode="lin" valueType="num">
                                          <p:cBhvr additive="base">
                                            <p:cTn id="60" dur="500" fill="hold"/>
                                            <p:tgtEl>
                                              <p:spTgt spid="111"/>
                                            </p:tgtEl>
                                            <p:attrNameLst>
                                              <p:attrName>ppt_y</p:attrName>
                                            </p:attrNameLst>
                                          </p:cBhvr>
                                          <p:tavLst>
                                            <p:tav tm="0">
                                              <p:val>
                                                <p:strVal val="0-#ppt_h/2"/>
                                              </p:val>
                                            </p:tav>
                                            <p:tav tm="100000">
                                              <p:val>
                                                <p:strVal val="#ppt_y"/>
                                              </p:val>
                                            </p:tav>
                                          </p:tavLst>
                                        </p:anim>
                                      </p:childTnLst>
                                    </p:cTn>
                                  </p:par>
                                  <p:par>
                                    <p:cTn id="61" presetID="6" presetClass="emph" presetSubtype="0" autoRev="1" fill="hold" nodeType="withEffect">
                                      <p:stCondLst>
                                        <p:cond delay="7500"/>
                                      </p:stCondLst>
                                      <p:childTnLst>
                                        <p:animScale>
                                          <p:cBhvr>
                                            <p:cTn id="62" dur="250" fill="hold"/>
                                            <p:tgtEl>
                                              <p:spTgt spid="111"/>
                                            </p:tgtEl>
                                          </p:cBhvr>
                                          <p:by x="115000" y="115000"/>
                                        </p:animScale>
                                      </p:childTnLst>
                                    </p:cTn>
                                  </p:par>
                                  <p:par>
                                    <p:cTn id="63" presetID="2" presetClass="entr" presetSubtype="8" decel="50000" fill="hold" nodeType="withEffect">
                                      <p:stCondLst>
                                        <p:cond delay="8000"/>
                                      </p:stCondLst>
                                      <p:childTnLst>
                                        <p:set>
                                          <p:cBhvr>
                                            <p:cTn id="64" dur="1" fill="hold">
                                              <p:stCondLst>
                                                <p:cond delay="0"/>
                                              </p:stCondLst>
                                            </p:cTn>
                                            <p:tgtEl>
                                              <p:spTgt spid="108"/>
                                            </p:tgtEl>
                                            <p:attrNameLst>
                                              <p:attrName>style.visibility</p:attrName>
                                            </p:attrNameLst>
                                          </p:cBhvr>
                                          <p:to>
                                            <p:strVal val="visible"/>
                                          </p:to>
                                        </p:set>
                                        <p:anim calcmode="lin" valueType="num">
                                          <p:cBhvr additive="base">
                                            <p:cTn id="65" dur="500" fill="hold"/>
                                            <p:tgtEl>
                                              <p:spTgt spid="108"/>
                                            </p:tgtEl>
                                            <p:attrNameLst>
                                              <p:attrName>ppt_x</p:attrName>
                                            </p:attrNameLst>
                                          </p:cBhvr>
                                          <p:tavLst>
                                            <p:tav tm="0">
                                              <p:val>
                                                <p:strVal val="0-#ppt_w/2"/>
                                              </p:val>
                                            </p:tav>
                                            <p:tav tm="100000">
                                              <p:val>
                                                <p:strVal val="#ppt_x"/>
                                              </p:val>
                                            </p:tav>
                                          </p:tavLst>
                                        </p:anim>
                                        <p:anim calcmode="lin" valueType="num">
                                          <p:cBhvr additive="base">
                                            <p:cTn id="66" dur="500" fill="hold"/>
                                            <p:tgtEl>
                                              <p:spTgt spid="108"/>
                                            </p:tgtEl>
                                            <p:attrNameLst>
                                              <p:attrName>ppt_y</p:attrName>
                                            </p:attrNameLst>
                                          </p:cBhvr>
                                          <p:tavLst>
                                            <p:tav tm="0">
                                              <p:val>
                                                <p:strVal val="#ppt_y"/>
                                              </p:val>
                                            </p:tav>
                                            <p:tav tm="100000">
                                              <p:val>
                                                <p:strVal val="#ppt_y"/>
                                              </p:val>
                                            </p:tav>
                                          </p:tavLst>
                                        </p:anim>
                                      </p:childTnLst>
                                    </p:cTn>
                                  </p:par>
                                  <p:par>
                                    <p:cTn id="67" presetID="6" presetClass="emph" presetSubtype="0" autoRev="1" fill="hold" nodeType="withEffect">
                                      <p:stCondLst>
                                        <p:cond delay="8000"/>
                                      </p:stCondLst>
                                      <p:childTnLst>
                                        <p:animScale>
                                          <p:cBhvr>
                                            <p:cTn id="68" dur="250" fill="hold"/>
                                            <p:tgtEl>
                                              <p:spTgt spid="108"/>
                                            </p:tgtEl>
                                          </p:cBhvr>
                                          <p:by x="115000" y="115000"/>
                                        </p:animScale>
                                      </p:childTnLst>
                                    </p:cTn>
                                  </p:par>
                                  <p:par>
                                    <p:cTn id="69" presetID="2" presetClass="exit" presetSubtype="8" accel="84000" fill="hold" nodeType="withEffect">
                                      <p:stCondLst>
                                        <p:cond delay="12500"/>
                                      </p:stCondLst>
                                      <p:childTnLst>
                                        <p:anim calcmode="lin" valueType="num">
                                          <p:cBhvr additive="base">
                                            <p:cTn id="70" dur="500"/>
                                            <p:tgtEl>
                                              <p:spTgt spid="108"/>
                                            </p:tgtEl>
                                            <p:attrNameLst>
                                              <p:attrName>ppt_x</p:attrName>
                                            </p:attrNameLst>
                                          </p:cBhvr>
                                          <p:tavLst>
                                            <p:tav tm="0">
                                              <p:val>
                                                <p:strVal val="ppt_x"/>
                                              </p:val>
                                            </p:tav>
                                            <p:tav tm="100000">
                                              <p:val>
                                                <p:strVal val="0-ppt_w/2"/>
                                              </p:val>
                                            </p:tav>
                                          </p:tavLst>
                                        </p:anim>
                                        <p:anim calcmode="lin" valueType="num">
                                          <p:cBhvr additive="base">
                                            <p:cTn id="71" dur="500"/>
                                            <p:tgtEl>
                                              <p:spTgt spid="108"/>
                                            </p:tgtEl>
                                            <p:attrNameLst>
                                              <p:attrName>ppt_y</p:attrName>
                                            </p:attrNameLst>
                                          </p:cBhvr>
                                          <p:tavLst>
                                            <p:tav tm="0">
                                              <p:val>
                                                <p:strVal val="ppt_y"/>
                                              </p:val>
                                            </p:tav>
                                            <p:tav tm="100000">
                                              <p:val>
                                                <p:strVal val="ppt_y"/>
                                              </p:val>
                                            </p:tav>
                                          </p:tavLst>
                                        </p:anim>
                                        <p:set>
                                          <p:cBhvr>
                                            <p:cTn id="72" dur="1" fill="hold">
                                              <p:stCondLst>
                                                <p:cond delay="499"/>
                                              </p:stCondLst>
                                            </p:cTn>
                                            <p:tgtEl>
                                              <p:spTgt spid="108"/>
                                            </p:tgtEl>
                                            <p:attrNameLst>
                                              <p:attrName>style.visibility</p:attrName>
                                            </p:attrNameLst>
                                          </p:cBhvr>
                                          <p:to>
                                            <p:strVal val="hidden"/>
                                          </p:to>
                                        </p:set>
                                      </p:childTnLst>
                                    </p:cTn>
                                  </p:par>
                                  <p:par>
                                    <p:cTn id="73" presetID="6" presetClass="emph" presetSubtype="0" fill="hold" nodeType="withEffect">
                                      <p:stCondLst>
                                        <p:cond delay="12500"/>
                                      </p:stCondLst>
                                      <p:childTnLst>
                                        <p:animScale>
                                          <p:cBhvr>
                                            <p:cTn id="74" dur="250" fill="hold"/>
                                            <p:tgtEl>
                                              <p:spTgt spid="108"/>
                                            </p:tgtEl>
                                          </p:cBhvr>
                                          <p:by x="115000" y="115000"/>
                                        </p:animScale>
                                      </p:childTnLst>
                                    </p:cTn>
                                  </p:par>
                                  <p:par>
                                    <p:cTn id="75" presetID="2" presetClass="exit" presetSubtype="1" accel="84000" fill="hold" nodeType="withEffect">
                                      <p:stCondLst>
                                        <p:cond delay="12750"/>
                                      </p:stCondLst>
                                      <p:childTnLst>
                                        <p:anim calcmode="lin" valueType="num">
                                          <p:cBhvr additive="base">
                                            <p:cTn id="76" dur="500"/>
                                            <p:tgtEl>
                                              <p:spTgt spid="111"/>
                                            </p:tgtEl>
                                            <p:attrNameLst>
                                              <p:attrName>ppt_x</p:attrName>
                                            </p:attrNameLst>
                                          </p:cBhvr>
                                          <p:tavLst>
                                            <p:tav tm="0">
                                              <p:val>
                                                <p:strVal val="ppt_x"/>
                                              </p:val>
                                            </p:tav>
                                            <p:tav tm="100000">
                                              <p:val>
                                                <p:strVal val="ppt_x"/>
                                              </p:val>
                                            </p:tav>
                                          </p:tavLst>
                                        </p:anim>
                                        <p:anim calcmode="lin" valueType="num">
                                          <p:cBhvr additive="base">
                                            <p:cTn id="77" dur="500"/>
                                            <p:tgtEl>
                                              <p:spTgt spid="111"/>
                                            </p:tgtEl>
                                            <p:attrNameLst>
                                              <p:attrName>ppt_y</p:attrName>
                                            </p:attrNameLst>
                                          </p:cBhvr>
                                          <p:tavLst>
                                            <p:tav tm="0">
                                              <p:val>
                                                <p:strVal val="ppt_y"/>
                                              </p:val>
                                            </p:tav>
                                            <p:tav tm="100000">
                                              <p:val>
                                                <p:strVal val="0-ppt_h/2"/>
                                              </p:val>
                                            </p:tav>
                                          </p:tavLst>
                                        </p:anim>
                                        <p:set>
                                          <p:cBhvr>
                                            <p:cTn id="78" dur="1" fill="hold">
                                              <p:stCondLst>
                                                <p:cond delay="499"/>
                                              </p:stCondLst>
                                            </p:cTn>
                                            <p:tgtEl>
                                              <p:spTgt spid="111"/>
                                            </p:tgtEl>
                                            <p:attrNameLst>
                                              <p:attrName>style.visibility</p:attrName>
                                            </p:attrNameLst>
                                          </p:cBhvr>
                                          <p:to>
                                            <p:strVal val="hidden"/>
                                          </p:to>
                                        </p:set>
                                      </p:childTnLst>
                                    </p:cTn>
                                  </p:par>
                                  <p:par>
                                    <p:cTn id="79" presetID="6" presetClass="emph" presetSubtype="0" fill="hold" nodeType="withEffect">
                                      <p:stCondLst>
                                        <p:cond delay="12750"/>
                                      </p:stCondLst>
                                      <p:childTnLst>
                                        <p:animScale>
                                          <p:cBhvr>
                                            <p:cTn id="80" dur="250" fill="hold"/>
                                            <p:tgtEl>
                                              <p:spTgt spid="111"/>
                                            </p:tgtEl>
                                          </p:cBhvr>
                                          <p:by x="115000" y="115000"/>
                                        </p:animScale>
                                      </p:childTnLst>
                                    </p:cTn>
                                  </p:par>
                                  <p:par>
                                    <p:cTn id="81" presetID="2" presetClass="exit" presetSubtype="2" fill="hold" nodeType="withEffect">
                                      <p:stCondLst>
                                        <p:cond delay="13000"/>
                                      </p:stCondLst>
                                      <p:childTnLst>
                                        <p:anim calcmode="lin" valueType="num">
                                          <p:cBhvr additive="base">
                                            <p:cTn id="82" dur="500"/>
                                            <p:tgtEl>
                                              <p:spTgt spid="105"/>
                                            </p:tgtEl>
                                            <p:attrNameLst>
                                              <p:attrName>ppt_x</p:attrName>
                                            </p:attrNameLst>
                                          </p:cBhvr>
                                          <p:tavLst>
                                            <p:tav tm="0">
                                              <p:val>
                                                <p:strVal val="ppt_x"/>
                                              </p:val>
                                            </p:tav>
                                            <p:tav tm="100000">
                                              <p:val>
                                                <p:strVal val="1+ppt_w/2"/>
                                              </p:val>
                                            </p:tav>
                                          </p:tavLst>
                                        </p:anim>
                                        <p:anim calcmode="lin" valueType="num">
                                          <p:cBhvr additive="base">
                                            <p:cTn id="83" dur="500"/>
                                            <p:tgtEl>
                                              <p:spTgt spid="105"/>
                                            </p:tgtEl>
                                            <p:attrNameLst>
                                              <p:attrName>ppt_y</p:attrName>
                                            </p:attrNameLst>
                                          </p:cBhvr>
                                          <p:tavLst>
                                            <p:tav tm="0">
                                              <p:val>
                                                <p:strVal val="ppt_y"/>
                                              </p:val>
                                            </p:tav>
                                            <p:tav tm="100000">
                                              <p:val>
                                                <p:strVal val="ppt_y"/>
                                              </p:val>
                                            </p:tav>
                                          </p:tavLst>
                                        </p:anim>
                                        <p:set>
                                          <p:cBhvr>
                                            <p:cTn id="84" dur="1" fill="hold">
                                              <p:stCondLst>
                                                <p:cond delay="499"/>
                                              </p:stCondLst>
                                            </p:cTn>
                                            <p:tgtEl>
                                              <p:spTgt spid="105"/>
                                            </p:tgtEl>
                                            <p:attrNameLst>
                                              <p:attrName>style.visibility</p:attrName>
                                            </p:attrNameLst>
                                          </p:cBhvr>
                                          <p:to>
                                            <p:strVal val="hidden"/>
                                          </p:to>
                                        </p:set>
                                      </p:childTnLst>
                                    </p:cTn>
                                  </p:par>
                                  <p:par>
                                    <p:cTn id="85" presetID="6" presetClass="emph" presetSubtype="0" fill="hold" nodeType="withEffect">
                                      <p:stCondLst>
                                        <p:cond delay="13000"/>
                                      </p:stCondLst>
                                      <p:childTnLst>
                                        <p:animScale>
                                          <p:cBhvr>
                                            <p:cTn id="86" dur="250" fill="hold"/>
                                            <p:tgtEl>
                                              <p:spTgt spid="105"/>
                                            </p:tgtEl>
                                          </p:cBhvr>
                                          <p:by x="115000" y="115000"/>
                                        </p:animScale>
                                      </p:childTnLst>
                                    </p:cTn>
                                  </p:par>
                                  <p:par>
                                    <p:cTn id="87" presetID="2" presetClass="entr" presetSubtype="2" decel="50000" fill="hold" nodeType="withEffect">
                                      <p:stCondLst>
                                        <p:cond delay="13500"/>
                                      </p:stCondLst>
                                      <p:childTnLst>
                                        <p:set>
                                          <p:cBhvr>
                                            <p:cTn id="88" dur="1" fill="hold">
                                              <p:stCondLst>
                                                <p:cond delay="0"/>
                                              </p:stCondLst>
                                            </p:cTn>
                                            <p:tgtEl>
                                              <p:spTgt spid="114"/>
                                            </p:tgtEl>
                                            <p:attrNameLst>
                                              <p:attrName>style.visibility</p:attrName>
                                            </p:attrNameLst>
                                          </p:cBhvr>
                                          <p:to>
                                            <p:strVal val="visible"/>
                                          </p:to>
                                        </p:set>
                                        <p:anim calcmode="lin" valueType="num">
                                          <p:cBhvr additive="base">
                                            <p:cTn id="89" dur="500" fill="hold"/>
                                            <p:tgtEl>
                                              <p:spTgt spid="114"/>
                                            </p:tgtEl>
                                            <p:attrNameLst>
                                              <p:attrName>ppt_x</p:attrName>
                                            </p:attrNameLst>
                                          </p:cBhvr>
                                          <p:tavLst>
                                            <p:tav tm="0">
                                              <p:val>
                                                <p:strVal val="1+#ppt_w/2"/>
                                              </p:val>
                                            </p:tav>
                                            <p:tav tm="100000">
                                              <p:val>
                                                <p:strVal val="#ppt_x"/>
                                              </p:val>
                                            </p:tav>
                                          </p:tavLst>
                                        </p:anim>
                                        <p:anim calcmode="lin" valueType="num">
                                          <p:cBhvr additive="base">
                                            <p:cTn id="90" dur="500" fill="hold"/>
                                            <p:tgtEl>
                                              <p:spTgt spid="114"/>
                                            </p:tgtEl>
                                            <p:attrNameLst>
                                              <p:attrName>ppt_y</p:attrName>
                                            </p:attrNameLst>
                                          </p:cBhvr>
                                          <p:tavLst>
                                            <p:tav tm="0">
                                              <p:val>
                                                <p:strVal val="#ppt_y"/>
                                              </p:val>
                                            </p:tav>
                                            <p:tav tm="100000">
                                              <p:val>
                                                <p:strVal val="#ppt_y"/>
                                              </p:val>
                                            </p:tav>
                                          </p:tavLst>
                                        </p:anim>
                                      </p:childTnLst>
                                    </p:cTn>
                                  </p:par>
                                  <p:par>
                                    <p:cTn id="91" presetID="6" presetClass="emph" presetSubtype="0" autoRev="1" fill="hold" nodeType="withEffect">
                                      <p:stCondLst>
                                        <p:cond delay="13500"/>
                                      </p:stCondLst>
                                      <p:childTnLst>
                                        <p:animScale>
                                          <p:cBhvr>
                                            <p:cTn id="92" dur="250" fill="hold"/>
                                            <p:tgtEl>
                                              <p:spTgt spid="114"/>
                                            </p:tgtEl>
                                          </p:cBhvr>
                                          <p:by x="115000" y="115000"/>
                                        </p:animScale>
                                      </p:childTnLst>
                                    </p:cTn>
                                  </p:par>
                                  <p:par>
                                    <p:cTn id="93" presetID="2" presetClass="entr" presetSubtype="1" decel="50000" fill="hold" nodeType="withEffect">
                                      <p:stCondLst>
                                        <p:cond delay="14000"/>
                                      </p:stCondLst>
                                      <p:childTnLst>
                                        <p:set>
                                          <p:cBhvr>
                                            <p:cTn id="94" dur="1" fill="hold">
                                              <p:stCondLst>
                                                <p:cond delay="0"/>
                                              </p:stCondLst>
                                            </p:cTn>
                                            <p:tgtEl>
                                              <p:spTgt spid="117"/>
                                            </p:tgtEl>
                                            <p:attrNameLst>
                                              <p:attrName>style.visibility</p:attrName>
                                            </p:attrNameLst>
                                          </p:cBhvr>
                                          <p:to>
                                            <p:strVal val="visible"/>
                                          </p:to>
                                        </p:set>
                                        <p:anim calcmode="lin" valueType="num">
                                          <p:cBhvr additive="base">
                                            <p:cTn id="95" dur="500" fill="hold"/>
                                            <p:tgtEl>
                                              <p:spTgt spid="117"/>
                                            </p:tgtEl>
                                            <p:attrNameLst>
                                              <p:attrName>ppt_x</p:attrName>
                                            </p:attrNameLst>
                                          </p:cBhvr>
                                          <p:tavLst>
                                            <p:tav tm="0">
                                              <p:val>
                                                <p:strVal val="#ppt_x"/>
                                              </p:val>
                                            </p:tav>
                                            <p:tav tm="100000">
                                              <p:val>
                                                <p:strVal val="#ppt_x"/>
                                              </p:val>
                                            </p:tav>
                                          </p:tavLst>
                                        </p:anim>
                                        <p:anim calcmode="lin" valueType="num">
                                          <p:cBhvr additive="base">
                                            <p:cTn id="96" dur="500" fill="hold"/>
                                            <p:tgtEl>
                                              <p:spTgt spid="117"/>
                                            </p:tgtEl>
                                            <p:attrNameLst>
                                              <p:attrName>ppt_y</p:attrName>
                                            </p:attrNameLst>
                                          </p:cBhvr>
                                          <p:tavLst>
                                            <p:tav tm="0">
                                              <p:val>
                                                <p:strVal val="0-#ppt_h/2"/>
                                              </p:val>
                                            </p:tav>
                                            <p:tav tm="100000">
                                              <p:val>
                                                <p:strVal val="#ppt_y"/>
                                              </p:val>
                                            </p:tav>
                                          </p:tavLst>
                                        </p:anim>
                                      </p:childTnLst>
                                    </p:cTn>
                                  </p:par>
                                  <p:par>
                                    <p:cTn id="97" presetID="6" presetClass="emph" presetSubtype="0" autoRev="1" fill="hold" nodeType="withEffect">
                                      <p:stCondLst>
                                        <p:cond delay="14000"/>
                                      </p:stCondLst>
                                      <p:childTnLst>
                                        <p:animScale>
                                          <p:cBhvr>
                                            <p:cTn id="98" dur="250" fill="hold"/>
                                            <p:tgtEl>
                                              <p:spTgt spid="117"/>
                                            </p:tgtEl>
                                          </p:cBhvr>
                                          <p:by x="115000" y="115000"/>
                                        </p:animScale>
                                      </p:childTnLst>
                                    </p:cTn>
                                  </p:par>
                                  <p:par>
                                    <p:cTn id="99" presetID="2" presetClass="entr" presetSubtype="8" decel="50000" fill="hold" nodeType="withEffect">
                                      <p:stCondLst>
                                        <p:cond delay="14500"/>
                                      </p:stCondLst>
                                      <p:childTnLst>
                                        <p:set>
                                          <p:cBhvr>
                                            <p:cTn id="100" dur="1" fill="hold">
                                              <p:stCondLst>
                                                <p:cond delay="0"/>
                                              </p:stCondLst>
                                            </p:cTn>
                                            <p:tgtEl>
                                              <p:spTgt spid="120"/>
                                            </p:tgtEl>
                                            <p:attrNameLst>
                                              <p:attrName>style.visibility</p:attrName>
                                            </p:attrNameLst>
                                          </p:cBhvr>
                                          <p:to>
                                            <p:strVal val="visible"/>
                                          </p:to>
                                        </p:set>
                                        <p:anim calcmode="lin" valueType="num">
                                          <p:cBhvr additive="base">
                                            <p:cTn id="101" dur="500" fill="hold"/>
                                            <p:tgtEl>
                                              <p:spTgt spid="120"/>
                                            </p:tgtEl>
                                            <p:attrNameLst>
                                              <p:attrName>ppt_x</p:attrName>
                                            </p:attrNameLst>
                                          </p:cBhvr>
                                          <p:tavLst>
                                            <p:tav tm="0">
                                              <p:val>
                                                <p:strVal val="0-#ppt_w/2"/>
                                              </p:val>
                                            </p:tav>
                                            <p:tav tm="100000">
                                              <p:val>
                                                <p:strVal val="#ppt_x"/>
                                              </p:val>
                                            </p:tav>
                                          </p:tavLst>
                                        </p:anim>
                                        <p:anim calcmode="lin" valueType="num">
                                          <p:cBhvr additive="base">
                                            <p:cTn id="102" dur="500" fill="hold"/>
                                            <p:tgtEl>
                                              <p:spTgt spid="120"/>
                                            </p:tgtEl>
                                            <p:attrNameLst>
                                              <p:attrName>ppt_y</p:attrName>
                                            </p:attrNameLst>
                                          </p:cBhvr>
                                          <p:tavLst>
                                            <p:tav tm="0">
                                              <p:val>
                                                <p:strVal val="#ppt_y"/>
                                              </p:val>
                                            </p:tav>
                                            <p:tav tm="100000">
                                              <p:val>
                                                <p:strVal val="#ppt_y"/>
                                              </p:val>
                                            </p:tav>
                                          </p:tavLst>
                                        </p:anim>
                                      </p:childTnLst>
                                    </p:cTn>
                                  </p:par>
                                  <p:par>
                                    <p:cTn id="103" presetID="6" presetClass="emph" presetSubtype="0" autoRev="1" fill="hold" nodeType="withEffect">
                                      <p:stCondLst>
                                        <p:cond delay="14500"/>
                                      </p:stCondLst>
                                      <p:childTnLst>
                                        <p:animScale>
                                          <p:cBhvr>
                                            <p:cTn id="104" dur="250" fill="hold"/>
                                            <p:tgtEl>
                                              <p:spTgt spid="120"/>
                                            </p:tgtEl>
                                          </p:cBhvr>
                                          <p:by x="115000" y="115000"/>
                                        </p:animScale>
                                      </p:childTnLst>
                                    </p:cTn>
                                  </p:par>
                                  <p:par>
                                    <p:cTn id="105" presetID="2" presetClass="exit" presetSubtype="8" accel="84000" fill="hold" nodeType="withEffect">
                                      <p:stCondLst>
                                        <p:cond delay="19000"/>
                                      </p:stCondLst>
                                      <p:childTnLst>
                                        <p:anim calcmode="lin" valueType="num">
                                          <p:cBhvr additive="base">
                                            <p:cTn id="106" dur="500"/>
                                            <p:tgtEl>
                                              <p:spTgt spid="120"/>
                                            </p:tgtEl>
                                            <p:attrNameLst>
                                              <p:attrName>ppt_x</p:attrName>
                                            </p:attrNameLst>
                                          </p:cBhvr>
                                          <p:tavLst>
                                            <p:tav tm="0">
                                              <p:val>
                                                <p:strVal val="ppt_x"/>
                                              </p:val>
                                            </p:tav>
                                            <p:tav tm="100000">
                                              <p:val>
                                                <p:strVal val="0-ppt_w/2"/>
                                              </p:val>
                                            </p:tav>
                                          </p:tavLst>
                                        </p:anim>
                                        <p:anim calcmode="lin" valueType="num">
                                          <p:cBhvr additive="base">
                                            <p:cTn id="107" dur="500"/>
                                            <p:tgtEl>
                                              <p:spTgt spid="120"/>
                                            </p:tgtEl>
                                            <p:attrNameLst>
                                              <p:attrName>ppt_y</p:attrName>
                                            </p:attrNameLst>
                                          </p:cBhvr>
                                          <p:tavLst>
                                            <p:tav tm="0">
                                              <p:val>
                                                <p:strVal val="ppt_y"/>
                                              </p:val>
                                            </p:tav>
                                            <p:tav tm="100000">
                                              <p:val>
                                                <p:strVal val="ppt_y"/>
                                              </p:val>
                                            </p:tav>
                                          </p:tavLst>
                                        </p:anim>
                                        <p:set>
                                          <p:cBhvr>
                                            <p:cTn id="108" dur="1" fill="hold">
                                              <p:stCondLst>
                                                <p:cond delay="499"/>
                                              </p:stCondLst>
                                            </p:cTn>
                                            <p:tgtEl>
                                              <p:spTgt spid="120"/>
                                            </p:tgtEl>
                                            <p:attrNameLst>
                                              <p:attrName>style.visibility</p:attrName>
                                            </p:attrNameLst>
                                          </p:cBhvr>
                                          <p:to>
                                            <p:strVal val="hidden"/>
                                          </p:to>
                                        </p:set>
                                      </p:childTnLst>
                                    </p:cTn>
                                  </p:par>
                                  <p:par>
                                    <p:cTn id="109" presetID="6" presetClass="emph" presetSubtype="0" fill="hold" nodeType="withEffect">
                                      <p:stCondLst>
                                        <p:cond delay="19000"/>
                                      </p:stCondLst>
                                      <p:childTnLst>
                                        <p:animScale>
                                          <p:cBhvr>
                                            <p:cTn id="110" dur="250" fill="hold"/>
                                            <p:tgtEl>
                                              <p:spTgt spid="120"/>
                                            </p:tgtEl>
                                          </p:cBhvr>
                                          <p:by x="115000" y="115000"/>
                                        </p:animScale>
                                      </p:childTnLst>
                                    </p:cTn>
                                  </p:par>
                                  <p:par>
                                    <p:cTn id="111" presetID="2" presetClass="exit" presetSubtype="1" accel="84000" fill="hold" nodeType="withEffect">
                                      <p:stCondLst>
                                        <p:cond delay="19250"/>
                                      </p:stCondLst>
                                      <p:childTnLst>
                                        <p:anim calcmode="lin" valueType="num">
                                          <p:cBhvr additive="base">
                                            <p:cTn id="112" dur="500"/>
                                            <p:tgtEl>
                                              <p:spTgt spid="117"/>
                                            </p:tgtEl>
                                            <p:attrNameLst>
                                              <p:attrName>ppt_x</p:attrName>
                                            </p:attrNameLst>
                                          </p:cBhvr>
                                          <p:tavLst>
                                            <p:tav tm="0">
                                              <p:val>
                                                <p:strVal val="ppt_x"/>
                                              </p:val>
                                            </p:tav>
                                            <p:tav tm="100000">
                                              <p:val>
                                                <p:strVal val="ppt_x"/>
                                              </p:val>
                                            </p:tav>
                                          </p:tavLst>
                                        </p:anim>
                                        <p:anim calcmode="lin" valueType="num">
                                          <p:cBhvr additive="base">
                                            <p:cTn id="113" dur="500"/>
                                            <p:tgtEl>
                                              <p:spTgt spid="117"/>
                                            </p:tgtEl>
                                            <p:attrNameLst>
                                              <p:attrName>ppt_y</p:attrName>
                                            </p:attrNameLst>
                                          </p:cBhvr>
                                          <p:tavLst>
                                            <p:tav tm="0">
                                              <p:val>
                                                <p:strVal val="ppt_y"/>
                                              </p:val>
                                            </p:tav>
                                            <p:tav tm="100000">
                                              <p:val>
                                                <p:strVal val="0-ppt_h/2"/>
                                              </p:val>
                                            </p:tav>
                                          </p:tavLst>
                                        </p:anim>
                                        <p:set>
                                          <p:cBhvr>
                                            <p:cTn id="114" dur="1" fill="hold">
                                              <p:stCondLst>
                                                <p:cond delay="499"/>
                                              </p:stCondLst>
                                            </p:cTn>
                                            <p:tgtEl>
                                              <p:spTgt spid="117"/>
                                            </p:tgtEl>
                                            <p:attrNameLst>
                                              <p:attrName>style.visibility</p:attrName>
                                            </p:attrNameLst>
                                          </p:cBhvr>
                                          <p:to>
                                            <p:strVal val="hidden"/>
                                          </p:to>
                                        </p:set>
                                      </p:childTnLst>
                                    </p:cTn>
                                  </p:par>
                                  <p:par>
                                    <p:cTn id="115" presetID="6" presetClass="emph" presetSubtype="0" fill="hold" nodeType="withEffect">
                                      <p:stCondLst>
                                        <p:cond delay="19250"/>
                                      </p:stCondLst>
                                      <p:childTnLst>
                                        <p:animScale>
                                          <p:cBhvr>
                                            <p:cTn id="116" dur="250" fill="hold"/>
                                            <p:tgtEl>
                                              <p:spTgt spid="117"/>
                                            </p:tgtEl>
                                          </p:cBhvr>
                                          <p:by x="115000" y="115000"/>
                                        </p:animScale>
                                      </p:childTnLst>
                                    </p:cTn>
                                  </p:par>
                                  <p:par>
                                    <p:cTn id="117" presetID="2" presetClass="exit" presetSubtype="2" fill="hold" nodeType="withEffect">
                                      <p:stCondLst>
                                        <p:cond delay="19500"/>
                                      </p:stCondLst>
                                      <p:childTnLst>
                                        <p:anim calcmode="lin" valueType="num">
                                          <p:cBhvr additive="base">
                                            <p:cTn id="118" dur="500"/>
                                            <p:tgtEl>
                                              <p:spTgt spid="114"/>
                                            </p:tgtEl>
                                            <p:attrNameLst>
                                              <p:attrName>ppt_x</p:attrName>
                                            </p:attrNameLst>
                                          </p:cBhvr>
                                          <p:tavLst>
                                            <p:tav tm="0">
                                              <p:val>
                                                <p:strVal val="ppt_x"/>
                                              </p:val>
                                            </p:tav>
                                            <p:tav tm="100000">
                                              <p:val>
                                                <p:strVal val="1+ppt_w/2"/>
                                              </p:val>
                                            </p:tav>
                                          </p:tavLst>
                                        </p:anim>
                                        <p:anim calcmode="lin" valueType="num">
                                          <p:cBhvr additive="base">
                                            <p:cTn id="119" dur="500"/>
                                            <p:tgtEl>
                                              <p:spTgt spid="114"/>
                                            </p:tgtEl>
                                            <p:attrNameLst>
                                              <p:attrName>ppt_y</p:attrName>
                                            </p:attrNameLst>
                                          </p:cBhvr>
                                          <p:tavLst>
                                            <p:tav tm="0">
                                              <p:val>
                                                <p:strVal val="ppt_y"/>
                                              </p:val>
                                            </p:tav>
                                            <p:tav tm="100000">
                                              <p:val>
                                                <p:strVal val="ppt_y"/>
                                              </p:val>
                                            </p:tav>
                                          </p:tavLst>
                                        </p:anim>
                                        <p:set>
                                          <p:cBhvr>
                                            <p:cTn id="120" dur="1" fill="hold">
                                              <p:stCondLst>
                                                <p:cond delay="499"/>
                                              </p:stCondLst>
                                            </p:cTn>
                                            <p:tgtEl>
                                              <p:spTgt spid="114"/>
                                            </p:tgtEl>
                                            <p:attrNameLst>
                                              <p:attrName>style.visibility</p:attrName>
                                            </p:attrNameLst>
                                          </p:cBhvr>
                                          <p:to>
                                            <p:strVal val="hidden"/>
                                          </p:to>
                                        </p:set>
                                      </p:childTnLst>
                                    </p:cTn>
                                  </p:par>
                                  <p:par>
                                    <p:cTn id="121" presetID="6" presetClass="emph" presetSubtype="0" fill="hold" nodeType="withEffect">
                                      <p:stCondLst>
                                        <p:cond delay="19500"/>
                                      </p:stCondLst>
                                      <p:childTnLst>
                                        <p:animScale>
                                          <p:cBhvr>
                                            <p:cTn id="122" dur="250" fill="hold"/>
                                            <p:tgtEl>
                                              <p:spTgt spid="114"/>
                                            </p:tgtEl>
                                          </p:cBhvr>
                                          <p:by x="115000" y="115000"/>
                                        </p:animScale>
                                      </p:childTnLst>
                                    </p:cTn>
                                  </p:par>
                                  <p:par>
                                    <p:cTn id="123" presetID="2" presetClass="entr" presetSubtype="2" decel="50000" fill="hold" nodeType="withEffect">
                                      <p:stCondLst>
                                        <p:cond delay="20000"/>
                                      </p:stCondLst>
                                      <p:childTnLst>
                                        <p:set>
                                          <p:cBhvr>
                                            <p:cTn id="124" dur="1" fill="hold">
                                              <p:stCondLst>
                                                <p:cond delay="0"/>
                                              </p:stCondLst>
                                            </p:cTn>
                                            <p:tgtEl>
                                              <p:spTgt spid="123"/>
                                            </p:tgtEl>
                                            <p:attrNameLst>
                                              <p:attrName>style.visibility</p:attrName>
                                            </p:attrNameLst>
                                          </p:cBhvr>
                                          <p:to>
                                            <p:strVal val="visible"/>
                                          </p:to>
                                        </p:set>
                                        <p:anim calcmode="lin" valueType="num">
                                          <p:cBhvr additive="base">
                                            <p:cTn id="125" dur="500" fill="hold"/>
                                            <p:tgtEl>
                                              <p:spTgt spid="123"/>
                                            </p:tgtEl>
                                            <p:attrNameLst>
                                              <p:attrName>ppt_x</p:attrName>
                                            </p:attrNameLst>
                                          </p:cBhvr>
                                          <p:tavLst>
                                            <p:tav tm="0">
                                              <p:val>
                                                <p:strVal val="1+#ppt_w/2"/>
                                              </p:val>
                                            </p:tav>
                                            <p:tav tm="100000">
                                              <p:val>
                                                <p:strVal val="#ppt_x"/>
                                              </p:val>
                                            </p:tav>
                                          </p:tavLst>
                                        </p:anim>
                                        <p:anim calcmode="lin" valueType="num">
                                          <p:cBhvr additive="base">
                                            <p:cTn id="126" dur="500" fill="hold"/>
                                            <p:tgtEl>
                                              <p:spTgt spid="123"/>
                                            </p:tgtEl>
                                            <p:attrNameLst>
                                              <p:attrName>ppt_y</p:attrName>
                                            </p:attrNameLst>
                                          </p:cBhvr>
                                          <p:tavLst>
                                            <p:tav tm="0">
                                              <p:val>
                                                <p:strVal val="#ppt_y"/>
                                              </p:val>
                                            </p:tav>
                                            <p:tav tm="100000">
                                              <p:val>
                                                <p:strVal val="#ppt_y"/>
                                              </p:val>
                                            </p:tav>
                                          </p:tavLst>
                                        </p:anim>
                                      </p:childTnLst>
                                    </p:cTn>
                                  </p:par>
                                  <p:par>
                                    <p:cTn id="127" presetID="6" presetClass="emph" presetSubtype="0" autoRev="1" fill="hold" nodeType="withEffect">
                                      <p:stCondLst>
                                        <p:cond delay="20000"/>
                                      </p:stCondLst>
                                      <p:childTnLst>
                                        <p:animScale>
                                          <p:cBhvr>
                                            <p:cTn id="128" dur="250" fill="hold"/>
                                            <p:tgtEl>
                                              <p:spTgt spid="123"/>
                                            </p:tgtEl>
                                          </p:cBhvr>
                                          <p:by x="115000" y="115000"/>
                                        </p:animScale>
                                      </p:childTnLst>
                                    </p:cTn>
                                  </p:par>
                                  <p:par>
                                    <p:cTn id="129" presetID="2" presetClass="entr" presetSubtype="1" decel="50000" fill="hold" nodeType="withEffect">
                                      <p:stCondLst>
                                        <p:cond delay="20500"/>
                                      </p:stCondLst>
                                      <p:childTnLst>
                                        <p:set>
                                          <p:cBhvr>
                                            <p:cTn id="130" dur="1" fill="hold">
                                              <p:stCondLst>
                                                <p:cond delay="0"/>
                                              </p:stCondLst>
                                            </p:cTn>
                                            <p:tgtEl>
                                              <p:spTgt spid="126"/>
                                            </p:tgtEl>
                                            <p:attrNameLst>
                                              <p:attrName>style.visibility</p:attrName>
                                            </p:attrNameLst>
                                          </p:cBhvr>
                                          <p:to>
                                            <p:strVal val="visible"/>
                                          </p:to>
                                        </p:set>
                                        <p:anim calcmode="lin" valueType="num">
                                          <p:cBhvr additive="base">
                                            <p:cTn id="131" dur="500" fill="hold"/>
                                            <p:tgtEl>
                                              <p:spTgt spid="126"/>
                                            </p:tgtEl>
                                            <p:attrNameLst>
                                              <p:attrName>ppt_x</p:attrName>
                                            </p:attrNameLst>
                                          </p:cBhvr>
                                          <p:tavLst>
                                            <p:tav tm="0">
                                              <p:val>
                                                <p:strVal val="#ppt_x"/>
                                              </p:val>
                                            </p:tav>
                                            <p:tav tm="100000">
                                              <p:val>
                                                <p:strVal val="#ppt_x"/>
                                              </p:val>
                                            </p:tav>
                                          </p:tavLst>
                                        </p:anim>
                                        <p:anim calcmode="lin" valueType="num">
                                          <p:cBhvr additive="base">
                                            <p:cTn id="132" dur="500" fill="hold"/>
                                            <p:tgtEl>
                                              <p:spTgt spid="126"/>
                                            </p:tgtEl>
                                            <p:attrNameLst>
                                              <p:attrName>ppt_y</p:attrName>
                                            </p:attrNameLst>
                                          </p:cBhvr>
                                          <p:tavLst>
                                            <p:tav tm="0">
                                              <p:val>
                                                <p:strVal val="0-#ppt_h/2"/>
                                              </p:val>
                                            </p:tav>
                                            <p:tav tm="100000">
                                              <p:val>
                                                <p:strVal val="#ppt_y"/>
                                              </p:val>
                                            </p:tav>
                                          </p:tavLst>
                                        </p:anim>
                                      </p:childTnLst>
                                    </p:cTn>
                                  </p:par>
                                  <p:par>
                                    <p:cTn id="133" presetID="6" presetClass="emph" presetSubtype="0" autoRev="1" fill="hold" nodeType="withEffect">
                                      <p:stCondLst>
                                        <p:cond delay="20500"/>
                                      </p:stCondLst>
                                      <p:childTnLst>
                                        <p:animScale>
                                          <p:cBhvr>
                                            <p:cTn id="134" dur="250" fill="hold"/>
                                            <p:tgtEl>
                                              <p:spTgt spid="126"/>
                                            </p:tgtEl>
                                          </p:cBhvr>
                                          <p:by x="115000" y="115000"/>
                                        </p:animScale>
                                      </p:childTnLst>
                                    </p:cTn>
                                  </p:par>
                                  <p:par>
                                    <p:cTn id="135" presetID="2" presetClass="entr" presetSubtype="8" decel="50000" fill="hold" nodeType="withEffect">
                                      <p:stCondLst>
                                        <p:cond delay="21000"/>
                                      </p:stCondLst>
                                      <p:childTnLst>
                                        <p:set>
                                          <p:cBhvr>
                                            <p:cTn id="136" dur="1" fill="hold">
                                              <p:stCondLst>
                                                <p:cond delay="0"/>
                                              </p:stCondLst>
                                            </p:cTn>
                                            <p:tgtEl>
                                              <p:spTgt spid="129"/>
                                            </p:tgtEl>
                                            <p:attrNameLst>
                                              <p:attrName>style.visibility</p:attrName>
                                            </p:attrNameLst>
                                          </p:cBhvr>
                                          <p:to>
                                            <p:strVal val="visible"/>
                                          </p:to>
                                        </p:set>
                                        <p:anim calcmode="lin" valueType="num">
                                          <p:cBhvr additive="base">
                                            <p:cTn id="137" dur="500" fill="hold"/>
                                            <p:tgtEl>
                                              <p:spTgt spid="129"/>
                                            </p:tgtEl>
                                            <p:attrNameLst>
                                              <p:attrName>ppt_x</p:attrName>
                                            </p:attrNameLst>
                                          </p:cBhvr>
                                          <p:tavLst>
                                            <p:tav tm="0">
                                              <p:val>
                                                <p:strVal val="0-#ppt_w/2"/>
                                              </p:val>
                                            </p:tav>
                                            <p:tav tm="100000">
                                              <p:val>
                                                <p:strVal val="#ppt_x"/>
                                              </p:val>
                                            </p:tav>
                                          </p:tavLst>
                                        </p:anim>
                                        <p:anim calcmode="lin" valueType="num">
                                          <p:cBhvr additive="base">
                                            <p:cTn id="138" dur="500" fill="hold"/>
                                            <p:tgtEl>
                                              <p:spTgt spid="129"/>
                                            </p:tgtEl>
                                            <p:attrNameLst>
                                              <p:attrName>ppt_y</p:attrName>
                                            </p:attrNameLst>
                                          </p:cBhvr>
                                          <p:tavLst>
                                            <p:tav tm="0">
                                              <p:val>
                                                <p:strVal val="#ppt_y"/>
                                              </p:val>
                                            </p:tav>
                                            <p:tav tm="100000">
                                              <p:val>
                                                <p:strVal val="#ppt_y"/>
                                              </p:val>
                                            </p:tav>
                                          </p:tavLst>
                                        </p:anim>
                                      </p:childTnLst>
                                    </p:cTn>
                                  </p:par>
                                  <p:par>
                                    <p:cTn id="139" presetID="6" presetClass="emph" presetSubtype="0" autoRev="1" fill="hold" nodeType="withEffect">
                                      <p:stCondLst>
                                        <p:cond delay="21000"/>
                                      </p:stCondLst>
                                      <p:childTnLst>
                                        <p:animScale>
                                          <p:cBhvr>
                                            <p:cTn id="140" dur="250" fill="hold"/>
                                            <p:tgtEl>
                                              <p:spTgt spid="129"/>
                                            </p:tgtEl>
                                          </p:cBhvr>
                                          <p:by x="115000" y="115000"/>
                                        </p:animScale>
                                      </p:childTnLst>
                                    </p:cTn>
                                  </p:par>
                                  <p:par>
                                    <p:cTn id="141" presetID="2" presetClass="exit" presetSubtype="8" accel="84000" fill="hold" nodeType="withEffect">
                                      <p:stCondLst>
                                        <p:cond delay="25500"/>
                                      </p:stCondLst>
                                      <p:childTnLst>
                                        <p:anim calcmode="lin" valueType="num">
                                          <p:cBhvr additive="base">
                                            <p:cTn id="142" dur="500"/>
                                            <p:tgtEl>
                                              <p:spTgt spid="129"/>
                                            </p:tgtEl>
                                            <p:attrNameLst>
                                              <p:attrName>ppt_x</p:attrName>
                                            </p:attrNameLst>
                                          </p:cBhvr>
                                          <p:tavLst>
                                            <p:tav tm="0">
                                              <p:val>
                                                <p:strVal val="ppt_x"/>
                                              </p:val>
                                            </p:tav>
                                            <p:tav tm="100000">
                                              <p:val>
                                                <p:strVal val="0-ppt_w/2"/>
                                              </p:val>
                                            </p:tav>
                                          </p:tavLst>
                                        </p:anim>
                                        <p:anim calcmode="lin" valueType="num">
                                          <p:cBhvr additive="base">
                                            <p:cTn id="143" dur="500"/>
                                            <p:tgtEl>
                                              <p:spTgt spid="129"/>
                                            </p:tgtEl>
                                            <p:attrNameLst>
                                              <p:attrName>ppt_y</p:attrName>
                                            </p:attrNameLst>
                                          </p:cBhvr>
                                          <p:tavLst>
                                            <p:tav tm="0">
                                              <p:val>
                                                <p:strVal val="ppt_y"/>
                                              </p:val>
                                            </p:tav>
                                            <p:tav tm="100000">
                                              <p:val>
                                                <p:strVal val="ppt_y"/>
                                              </p:val>
                                            </p:tav>
                                          </p:tavLst>
                                        </p:anim>
                                        <p:set>
                                          <p:cBhvr>
                                            <p:cTn id="144" dur="1" fill="hold">
                                              <p:stCondLst>
                                                <p:cond delay="499"/>
                                              </p:stCondLst>
                                            </p:cTn>
                                            <p:tgtEl>
                                              <p:spTgt spid="129"/>
                                            </p:tgtEl>
                                            <p:attrNameLst>
                                              <p:attrName>style.visibility</p:attrName>
                                            </p:attrNameLst>
                                          </p:cBhvr>
                                          <p:to>
                                            <p:strVal val="hidden"/>
                                          </p:to>
                                        </p:set>
                                      </p:childTnLst>
                                    </p:cTn>
                                  </p:par>
                                  <p:par>
                                    <p:cTn id="145" presetID="6" presetClass="emph" presetSubtype="0" fill="hold" nodeType="withEffect">
                                      <p:stCondLst>
                                        <p:cond delay="25500"/>
                                      </p:stCondLst>
                                      <p:childTnLst>
                                        <p:animScale>
                                          <p:cBhvr>
                                            <p:cTn id="146" dur="250" fill="hold"/>
                                            <p:tgtEl>
                                              <p:spTgt spid="129"/>
                                            </p:tgtEl>
                                          </p:cBhvr>
                                          <p:by x="115000" y="115000"/>
                                        </p:animScale>
                                      </p:childTnLst>
                                    </p:cTn>
                                  </p:par>
                                  <p:par>
                                    <p:cTn id="147" presetID="2" presetClass="exit" presetSubtype="1" accel="84000" fill="hold" nodeType="withEffect">
                                      <p:stCondLst>
                                        <p:cond delay="25750"/>
                                      </p:stCondLst>
                                      <p:childTnLst>
                                        <p:anim calcmode="lin" valueType="num">
                                          <p:cBhvr additive="base">
                                            <p:cTn id="148" dur="500"/>
                                            <p:tgtEl>
                                              <p:spTgt spid="126"/>
                                            </p:tgtEl>
                                            <p:attrNameLst>
                                              <p:attrName>ppt_x</p:attrName>
                                            </p:attrNameLst>
                                          </p:cBhvr>
                                          <p:tavLst>
                                            <p:tav tm="0">
                                              <p:val>
                                                <p:strVal val="ppt_x"/>
                                              </p:val>
                                            </p:tav>
                                            <p:tav tm="100000">
                                              <p:val>
                                                <p:strVal val="ppt_x"/>
                                              </p:val>
                                            </p:tav>
                                          </p:tavLst>
                                        </p:anim>
                                        <p:anim calcmode="lin" valueType="num">
                                          <p:cBhvr additive="base">
                                            <p:cTn id="149" dur="500"/>
                                            <p:tgtEl>
                                              <p:spTgt spid="126"/>
                                            </p:tgtEl>
                                            <p:attrNameLst>
                                              <p:attrName>ppt_y</p:attrName>
                                            </p:attrNameLst>
                                          </p:cBhvr>
                                          <p:tavLst>
                                            <p:tav tm="0">
                                              <p:val>
                                                <p:strVal val="ppt_y"/>
                                              </p:val>
                                            </p:tav>
                                            <p:tav tm="100000">
                                              <p:val>
                                                <p:strVal val="0-ppt_h/2"/>
                                              </p:val>
                                            </p:tav>
                                          </p:tavLst>
                                        </p:anim>
                                        <p:set>
                                          <p:cBhvr>
                                            <p:cTn id="150" dur="1" fill="hold">
                                              <p:stCondLst>
                                                <p:cond delay="499"/>
                                              </p:stCondLst>
                                            </p:cTn>
                                            <p:tgtEl>
                                              <p:spTgt spid="126"/>
                                            </p:tgtEl>
                                            <p:attrNameLst>
                                              <p:attrName>style.visibility</p:attrName>
                                            </p:attrNameLst>
                                          </p:cBhvr>
                                          <p:to>
                                            <p:strVal val="hidden"/>
                                          </p:to>
                                        </p:set>
                                      </p:childTnLst>
                                    </p:cTn>
                                  </p:par>
                                  <p:par>
                                    <p:cTn id="151" presetID="6" presetClass="emph" presetSubtype="0" fill="hold" nodeType="withEffect">
                                      <p:stCondLst>
                                        <p:cond delay="25750"/>
                                      </p:stCondLst>
                                      <p:childTnLst>
                                        <p:animScale>
                                          <p:cBhvr>
                                            <p:cTn id="152" dur="250" fill="hold"/>
                                            <p:tgtEl>
                                              <p:spTgt spid="126"/>
                                            </p:tgtEl>
                                          </p:cBhvr>
                                          <p:by x="115000" y="115000"/>
                                        </p:animScale>
                                      </p:childTnLst>
                                    </p:cTn>
                                  </p:par>
                                  <p:par>
                                    <p:cTn id="153" presetID="2" presetClass="exit" presetSubtype="2" fill="hold" nodeType="withEffect">
                                      <p:stCondLst>
                                        <p:cond delay="26000"/>
                                      </p:stCondLst>
                                      <p:childTnLst>
                                        <p:anim calcmode="lin" valueType="num">
                                          <p:cBhvr additive="base">
                                            <p:cTn id="154" dur="500"/>
                                            <p:tgtEl>
                                              <p:spTgt spid="123"/>
                                            </p:tgtEl>
                                            <p:attrNameLst>
                                              <p:attrName>ppt_x</p:attrName>
                                            </p:attrNameLst>
                                          </p:cBhvr>
                                          <p:tavLst>
                                            <p:tav tm="0">
                                              <p:val>
                                                <p:strVal val="ppt_x"/>
                                              </p:val>
                                            </p:tav>
                                            <p:tav tm="100000">
                                              <p:val>
                                                <p:strVal val="1+ppt_w/2"/>
                                              </p:val>
                                            </p:tav>
                                          </p:tavLst>
                                        </p:anim>
                                        <p:anim calcmode="lin" valueType="num">
                                          <p:cBhvr additive="base">
                                            <p:cTn id="155" dur="500"/>
                                            <p:tgtEl>
                                              <p:spTgt spid="123"/>
                                            </p:tgtEl>
                                            <p:attrNameLst>
                                              <p:attrName>ppt_y</p:attrName>
                                            </p:attrNameLst>
                                          </p:cBhvr>
                                          <p:tavLst>
                                            <p:tav tm="0">
                                              <p:val>
                                                <p:strVal val="ppt_y"/>
                                              </p:val>
                                            </p:tav>
                                            <p:tav tm="100000">
                                              <p:val>
                                                <p:strVal val="ppt_y"/>
                                              </p:val>
                                            </p:tav>
                                          </p:tavLst>
                                        </p:anim>
                                        <p:set>
                                          <p:cBhvr>
                                            <p:cTn id="156" dur="1" fill="hold">
                                              <p:stCondLst>
                                                <p:cond delay="499"/>
                                              </p:stCondLst>
                                            </p:cTn>
                                            <p:tgtEl>
                                              <p:spTgt spid="123"/>
                                            </p:tgtEl>
                                            <p:attrNameLst>
                                              <p:attrName>style.visibility</p:attrName>
                                            </p:attrNameLst>
                                          </p:cBhvr>
                                          <p:to>
                                            <p:strVal val="hidden"/>
                                          </p:to>
                                        </p:set>
                                      </p:childTnLst>
                                    </p:cTn>
                                  </p:par>
                                  <p:par>
                                    <p:cTn id="157" presetID="6" presetClass="emph" presetSubtype="0" fill="hold" nodeType="withEffect">
                                      <p:stCondLst>
                                        <p:cond delay="26000"/>
                                      </p:stCondLst>
                                      <p:childTnLst>
                                        <p:animScale>
                                          <p:cBhvr>
                                            <p:cTn id="158" dur="250" fill="hold"/>
                                            <p:tgtEl>
                                              <p:spTgt spid="123"/>
                                            </p:tgtEl>
                                          </p:cBhvr>
                                          <p:by x="115000" y="115000"/>
                                        </p:animScale>
                                      </p:childTnLst>
                                    </p:cTn>
                                  </p:par>
                                  <p:par>
                                    <p:cTn id="159" presetID="2" presetClass="entr" presetSubtype="2" decel="50000" fill="hold" nodeType="withEffect">
                                      <p:stCondLst>
                                        <p:cond delay="26500"/>
                                      </p:stCondLst>
                                      <p:childTnLst>
                                        <p:set>
                                          <p:cBhvr>
                                            <p:cTn id="160" dur="1" fill="hold">
                                              <p:stCondLst>
                                                <p:cond delay="0"/>
                                              </p:stCondLst>
                                            </p:cTn>
                                            <p:tgtEl>
                                              <p:spTgt spid="132"/>
                                            </p:tgtEl>
                                            <p:attrNameLst>
                                              <p:attrName>style.visibility</p:attrName>
                                            </p:attrNameLst>
                                          </p:cBhvr>
                                          <p:to>
                                            <p:strVal val="visible"/>
                                          </p:to>
                                        </p:set>
                                        <p:anim calcmode="lin" valueType="num">
                                          <p:cBhvr additive="base">
                                            <p:cTn id="161" dur="500" fill="hold"/>
                                            <p:tgtEl>
                                              <p:spTgt spid="132"/>
                                            </p:tgtEl>
                                            <p:attrNameLst>
                                              <p:attrName>ppt_x</p:attrName>
                                            </p:attrNameLst>
                                          </p:cBhvr>
                                          <p:tavLst>
                                            <p:tav tm="0">
                                              <p:val>
                                                <p:strVal val="1+#ppt_w/2"/>
                                              </p:val>
                                            </p:tav>
                                            <p:tav tm="100000">
                                              <p:val>
                                                <p:strVal val="#ppt_x"/>
                                              </p:val>
                                            </p:tav>
                                          </p:tavLst>
                                        </p:anim>
                                        <p:anim calcmode="lin" valueType="num">
                                          <p:cBhvr additive="base">
                                            <p:cTn id="162" dur="500" fill="hold"/>
                                            <p:tgtEl>
                                              <p:spTgt spid="132"/>
                                            </p:tgtEl>
                                            <p:attrNameLst>
                                              <p:attrName>ppt_y</p:attrName>
                                            </p:attrNameLst>
                                          </p:cBhvr>
                                          <p:tavLst>
                                            <p:tav tm="0">
                                              <p:val>
                                                <p:strVal val="#ppt_y"/>
                                              </p:val>
                                            </p:tav>
                                            <p:tav tm="100000">
                                              <p:val>
                                                <p:strVal val="#ppt_y"/>
                                              </p:val>
                                            </p:tav>
                                          </p:tavLst>
                                        </p:anim>
                                      </p:childTnLst>
                                    </p:cTn>
                                  </p:par>
                                  <p:par>
                                    <p:cTn id="163" presetID="6" presetClass="emph" presetSubtype="0" autoRev="1" fill="hold" nodeType="withEffect">
                                      <p:stCondLst>
                                        <p:cond delay="26500"/>
                                      </p:stCondLst>
                                      <p:childTnLst>
                                        <p:animScale>
                                          <p:cBhvr>
                                            <p:cTn id="164" dur="250" fill="hold"/>
                                            <p:tgtEl>
                                              <p:spTgt spid="132"/>
                                            </p:tgtEl>
                                          </p:cBhvr>
                                          <p:by x="115000" y="115000"/>
                                        </p:animScale>
                                      </p:childTnLst>
                                    </p:cTn>
                                  </p:par>
                                  <p:par>
                                    <p:cTn id="165" presetID="2" presetClass="entr" presetSubtype="1" decel="50000" fill="hold" nodeType="withEffect">
                                      <p:stCondLst>
                                        <p:cond delay="27000"/>
                                      </p:stCondLst>
                                      <p:childTnLst>
                                        <p:set>
                                          <p:cBhvr>
                                            <p:cTn id="166" dur="1" fill="hold">
                                              <p:stCondLst>
                                                <p:cond delay="0"/>
                                              </p:stCondLst>
                                            </p:cTn>
                                            <p:tgtEl>
                                              <p:spTgt spid="135"/>
                                            </p:tgtEl>
                                            <p:attrNameLst>
                                              <p:attrName>style.visibility</p:attrName>
                                            </p:attrNameLst>
                                          </p:cBhvr>
                                          <p:to>
                                            <p:strVal val="visible"/>
                                          </p:to>
                                        </p:set>
                                        <p:anim calcmode="lin" valueType="num">
                                          <p:cBhvr additive="base">
                                            <p:cTn id="167" dur="500" fill="hold"/>
                                            <p:tgtEl>
                                              <p:spTgt spid="135"/>
                                            </p:tgtEl>
                                            <p:attrNameLst>
                                              <p:attrName>ppt_x</p:attrName>
                                            </p:attrNameLst>
                                          </p:cBhvr>
                                          <p:tavLst>
                                            <p:tav tm="0">
                                              <p:val>
                                                <p:strVal val="#ppt_x"/>
                                              </p:val>
                                            </p:tav>
                                            <p:tav tm="100000">
                                              <p:val>
                                                <p:strVal val="#ppt_x"/>
                                              </p:val>
                                            </p:tav>
                                          </p:tavLst>
                                        </p:anim>
                                        <p:anim calcmode="lin" valueType="num">
                                          <p:cBhvr additive="base">
                                            <p:cTn id="168" dur="500" fill="hold"/>
                                            <p:tgtEl>
                                              <p:spTgt spid="135"/>
                                            </p:tgtEl>
                                            <p:attrNameLst>
                                              <p:attrName>ppt_y</p:attrName>
                                            </p:attrNameLst>
                                          </p:cBhvr>
                                          <p:tavLst>
                                            <p:tav tm="0">
                                              <p:val>
                                                <p:strVal val="0-#ppt_h/2"/>
                                              </p:val>
                                            </p:tav>
                                            <p:tav tm="100000">
                                              <p:val>
                                                <p:strVal val="#ppt_y"/>
                                              </p:val>
                                            </p:tav>
                                          </p:tavLst>
                                        </p:anim>
                                      </p:childTnLst>
                                    </p:cTn>
                                  </p:par>
                                  <p:par>
                                    <p:cTn id="169" presetID="6" presetClass="emph" presetSubtype="0" autoRev="1" fill="hold" nodeType="withEffect">
                                      <p:stCondLst>
                                        <p:cond delay="27000"/>
                                      </p:stCondLst>
                                      <p:childTnLst>
                                        <p:animScale>
                                          <p:cBhvr>
                                            <p:cTn id="170" dur="250" fill="hold"/>
                                            <p:tgtEl>
                                              <p:spTgt spid="135"/>
                                            </p:tgtEl>
                                          </p:cBhvr>
                                          <p:by x="115000" y="115000"/>
                                        </p:animScale>
                                      </p:childTnLst>
                                    </p:cTn>
                                  </p:par>
                                  <p:par>
                                    <p:cTn id="171" presetID="2" presetClass="entr" presetSubtype="8" decel="50000" fill="hold" nodeType="withEffect">
                                      <p:stCondLst>
                                        <p:cond delay="27500"/>
                                      </p:stCondLst>
                                      <p:childTnLst>
                                        <p:set>
                                          <p:cBhvr>
                                            <p:cTn id="172" dur="1" fill="hold">
                                              <p:stCondLst>
                                                <p:cond delay="0"/>
                                              </p:stCondLst>
                                            </p:cTn>
                                            <p:tgtEl>
                                              <p:spTgt spid="138"/>
                                            </p:tgtEl>
                                            <p:attrNameLst>
                                              <p:attrName>style.visibility</p:attrName>
                                            </p:attrNameLst>
                                          </p:cBhvr>
                                          <p:to>
                                            <p:strVal val="visible"/>
                                          </p:to>
                                        </p:set>
                                        <p:anim calcmode="lin" valueType="num">
                                          <p:cBhvr additive="base">
                                            <p:cTn id="173" dur="500" fill="hold"/>
                                            <p:tgtEl>
                                              <p:spTgt spid="138"/>
                                            </p:tgtEl>
                                            <p:attrNameLst>
                                              <p:attrName>ppt_x</p:attrName>
                                            </p:attrNameLst>
                                          </p:cBhvr>
                                          <p:tavLst>
                                            <p:tav tm="0">
                                              <p:val>
                                                <p:strVal val="0-#ppt_w/2"/>
                                              </p:val>
                                            </p:tav>
                                            <p:tav tm="100000">
                                              <p:val>
                                                <p:strVal val="#ppt_x"/>
                                              </p:val>
                                            </p:tav>
                                          </p:tavLst>
                                        </p:anim>
                                        <p:anim calcmode="lin" valueType="num">
                                          <p:cBhvr additive="base">
                                            <p:cTn id="174" dur="500" fill="hold"/>
                                            <p:tgtEl>
                                              <p:spTgt spid="138"/>
                                            </p:tgtEl>
                                            <p:attrNameLst>
                                              <p:attrName>ppt_y</p:attrName>
                                            </p:attrNameLst>
                                          </p:cBhvr>
                                          <p:tavLst>
                                            <p:tav tm="0">
                                              <p:val>
                                                <p:strVal val="#ppt_y"/>
                                              </p:val>
                                            </p:tav>
                                            <p:tav tm="100000">
                                              <p:val>
                                                <p:strVal val="#ppt_y"/>
                                              </p:val>
                                            </p:tav>
                                          </p:tavLst>
                                        </p:anim>
                                      </p:childTnLst>
                                    </p:cTn>
                                  </p:par>
                                  <p:par>
                                    <p:cTn id="175" presetID="6" presetClass="emph" presetSubtype="0" autoRev="1" fill="hold" nodeType="withEffect">
                                      <p:stCondLst>
                                        <p:cond delay="27500"/>
                                      </p:stCondLst>
                                      <p:childTnLst>
                                        <p:animScale>
                                          <p:cBhvr>
                                            <p:cTn id="176" dur="250" fill="hold"/>
                                            <p:tgtEl>
                                              <p:spTgt spid="138"/>
                                            </p:tgtEl>
                                          </p:cBhvr>
                                          <p:by x="115000" y="115000"/>
                                        </p:animScale>
                                      </p:childTnLst>
                                    </p:cTn>
                                  </p:par>
                                  <p:par>
                                    <p:cTn id="177" presetID="2" presetClass="exit" presetSubtype="8" accel="84000" fill="hold" nodeType="withEffect">
                                      <p:stCondLst>
                                        <p:cond delay="32000"/>
                                      </p:stCondLst>
                                      <p:childTnLst>
                                        <p:anim calcmode="lin" valueType="num">
                                          <p:cBhvr additive="base">
                                            <p:cTn id="178" dur="500"/>
                                            <p:tgtEl>
                                              <p:spTgt spid="138"/>
                                            </p:tgtEl>
                                            <p:attrNameLst>
                                              <p:attrName>ppt_x</p:attrName>
                                            </p:attrNameLst>
                                          </p:cBhvr>
                                          <p:tavLst>
                                            <p:tav tm="0">
                                              <p:val>
                                                <p:strVal val="ppt_x"/>
                                              </p:val>
                                            </p:tav>
                                            <p:tav tm="100000">
                                              <p:val>
                                                <p:strVal val="0-ppt_w/2"/>
                                              </p:val>
                                            </p:tav>
                                          </p:tavLst>
                                        </p:anim>
                                        <p:anim calcmode="lin" valueType="num">
                                          <p:cBhvr additive="base">
                                            <p:cTn id="179" dur="500"/>
                                            <p:tgtEl>
                                              <p:spTgt spid="138"/>
                                            </p:tgtEl>
                                            <p:attrNameLst>
                                              <p:attrName>ppt_y</p:attrName>
                                            </p:attrNameLst>
                                          </p:cBhvr>
                                          <p:tavLst>
                                            <p:tav tm="0">
                                              <p:val>
                                                <p:strVal val="ppt_y"/>
                                              </p:val>
                                            </p:tav>
                                            <p:tav tm="100000">
                                              <p:val>
                                                <p:strVal val="ppt_y"/>
                                              </p:val>
                                            </p:tav>
                                          </p:tavLst>
                                        </p:anim>
                                        <p:set>
                                          <p:cBhvr>
                                            <p:cTn id="180" dur="1" fill="hold">
                                              <p:stCondLst>
                                                <p:cond delay="499"/>
                                              </p:stCondLst>
                                            </p:cTn>
                                            <p:tgtEl>
                                              <p:spTgt spid="138"/>
                                            </p:tgtEl>
                                            <p:attrNameLst>
                                              <p:attrName>style.visibility</p:attrName>
                                            </p:attrNameLst>
                                          </p:cBhvr>
                                          <p:to>
                                            <p:strVal val="hidden"/>
                                          </p:to>
                                        </p:set>
                                      </p:childTnLst>
                                    </p:cTn>
                                  </p:par>
                                  <p:par>
                                    <p:cTn id="181" presetID="6" presetClass="emph" presetSubtype="0" fill="hold" nodeType="withEffect">
                                      <p:stCondLst>
                                        <p:cond delay="32000"/>
                                      </p:stCondLst>
                                      <p:childTnLst>
                                        <p:animScale>
                                          <p:cBhvr>
                                            <p:cTn id="182" dur="250" fill="hold"/>
                                            <p:tgtEl>
                                              <p:spTgt spid="138"/>
                                            </p:tgtEl>
                                          </p:cBhvr>
                                          <p:by x="115000" y="115000"/>
                                        </p:animScale>
                                      </p:childTnLst>
                                    </p:cTn>
                                  </p:par>
                                  <p:par>
                                    <p:cTn id="183" presetID="2" presetClass="exit" presetSubtype="1" accel="84000" fill="hold" nodeType="withEffect">
                                      <p:stCondLst>
                                        <p:cond delay="32250"/>
                                      </p:stCondLst>
                                      <p:childTnLst>
                                        <p:anim calcmode="lin" valueType="num">
                                          <p:cBhvr additive="base">
                                            <p:cTn id="184" dur="500"/>
                                            <p:tgtEl>
                                              <p:spTgt spid="135"/>
                                            </p:tgtEl>
                                            <p:attrNameLst>
                                              <p:attrName>ppt_x</p:attrName>
                                            </p:attrNameLst>
                                          </p:cBhvr>
                                          <p:tavLst>
                                            <p:tav tm="0">
                                              <p:val>
                                                <p:strVal val="ppt_x"/>
                                              </p:val>
                                            </p:tav>
                                            <p:tav tm="100000">
                                              <p:val>
                                                <p:strVal val="ppt_x"/>
                                              </p:val>
                                            </p:tav>
                                          </p:tavLst>
                                        </p:anim>
                                        <p:anim calcmode="lin" valueType="num">
                                          <p:cBhvr additive="base">
                                            <p:cTn id="185" dur="500"/>
                                            <p:tgtEl>
                                              <p:spTgt spid="135"/>
                                            </p:tgtEl>
                                            <p:attrNameLst>
                                              <p:attrName>ppt_y</p:attrName>
                                            </p:attrNameLst>
                                          </p:cBhvr>
                                          <p:tavLst>
                                            <p:tav tm="0">
                                              <p:val>
                                                <p:strVal val="ppt_y"/>
                                              </p:val>
                                            </p:tav>
                                            <p:tav tm="100000">
                                              <p:val>
                                                <p:strVal val="0-ppt_h/2"/>
                                              </p:val>
                                            </p:tav>
                                          </p:tavLst>
                                        </p:anim>
                                        <p:set>
                                          <p:cBhvr>
                                            <p:cTn id="186" dur="1" fill="hold">
                                              <p:stCondLst>
                                                <p:cond delay="499"/>
                                              </p:stCondLst>
                                            </p:cTn>
                                            <p:tgtEl>
                                              <p:spTgt spid="135"/>
                                            </p:tgtEl>
                                            <p:attrNameLst>
                                              <p:attrName>style.visibility</p:attrName>
                                            </p:attrNameLst>
                                          </p:cBhvr>
                                          <p:to>
                                            <p:strVal val="hidden"/>
                                          </p:to>
                                        </p:set>
                                      </p:childTnLst>
                                    </p:cTn>
                                  </p:par>
                                  <p:par>
                                    <p:cTn id="187" presetID="6" presetClass="emph" presetSubtype="0" fill="hold" nodeType="withEffect">
                                      <p:stCondLst>
                                        <p:cond delay="32250"/>
                                      </p:stCondLst>
                                      <p:childTnLst>
                                        <p:animScale>
                                          <p:cBhvr>
                                            <p:cTn id="188" dur="250" fill="hold"/>
                                            <p:tgtEl>
                                              <p:spTgt spid="135"/>
                                            </p:tgtEl>
                                          </p:cBhvr>
                                          <p:by x="115000" y="115000"/>
                                        </p:animScale>
                                      </p:childTnLst>
                                    </p:cTn>
                                  </p:par>
                                  <p:par>
                                    <p:cTn id="189" presetID="2" presetClass="exit" presetSubtype="2" fill="hold" nodeType="withEffect">
                                      <p:stCondLst>
                                        <p:cond delay="32500"/>
                                      </p:stCondLst>
                                      <p:childTnLst>
                                        <p:anim calcmode="lin" valueType="num">
                                          <p:cBhvr additive="base">
                                            <p:cTn id="190" dur="500"/>
                                            <p:tgtEl>
                                              <p:spTgt spid="132"/>
                                            </p:tgtEl>
                                            <p:attrNameLst>
                                              <p:attrName>ppt_x</p:attrName>
                                            </p:attrNameLst>
                                          </p:cBhvr>
                                          <p:tavLst>
                                            <p:tav tm="0">
                                              <p:val>
                                                <p:strVal val="ppt_x"/>
                                              </p:val>
                                            </p:tav>
                                            <p:tav tm="100000">
                                              <p:val>
                                                <p:strVal val="1+ppt_w/2"/>
                                              </p:val>
                                            </p:tav>
                                          </p:tavLst>
                                        </p:anim>
                                        <p:anim calcmode="lin" valueType="num">
                                          <p:cBhvr additive="base">
                                            <p:cTn id="191" dur="500"/>
                                            <p:tgtEl>
                                              <p:spTgt spid="132"/>
                                            </p:tgtEl>
                                            <p:attrNameLst>
                                              <p:attrName>ppt_y</p:attrName>
                                            </p:attrNameLst>
                                          </p:cBhvr>
                                          <p:tavLst>
                                            <p:tav tm="0">
                                              <p:val>
                                                <p:strVal val="ppt_y"/>
                                              </p:val>
                                            </p:tav>
                                            <p:tav tm="100000">
                                              <p:val>
                                                <p:strVal val="ppt_y"/>
                                              </p:val>
                                            </p:tav>
                                          </p:tavLst>
                                        </p:anim>
                                        <p:set>
                                          <p:cBhvr>
                                            <p:cTn id="192" dur="1" fill="hold">
                                              <p:stCondLst>
                                                <p:cond delay="499"/>
                                              </p:stCondLst>
                                            </p:cTn>
                                            <p:tgtEl>
                                              <p:spTgt spid="132"/>
                                            </p:tgtEl>
                                            <p:attrNameLst>
                                              <p:attrName>style.visibility</p:attrName>
                                            </p:attrNameLst>
                                          </p:cBhvr>
                                          <p:to>
                                            <p:strVal val="hidden"/>
                                          </p:to>
                                        </p:set>
                                      </p:childTnLst>
                                    </p:cTn>
                                  </p:par>
                                  <p:par>
                                    <p:cTn id="193" presetID="6" presetClass="emph" presetSubtype="0" fill="hold" nodeType="withEffect">
                                      <p:stCondLst>
                                        <p:cond delay="32500"/>
                                      </p:stCondLst>
                                      <p:childTnLst>
                                        <p:animScale>
                                          <p:cBhvr>
                                            <p:cTn id="194" dur="250" fill="hold"/>
                                            <p:tgtEl>
                                              <p:spTgt spid="132"/>
                                            </p:tgtEl>
                                          </p:cBhvr>
                                          <p:by x="115000" y="115000"/>
                                        </p:animScale>
                                      </p:childTnLst>
                                    </p:cTn>
                                  </p:par>
                                  <p:par>
                                    <p:cTn id="195" presetID="2" presetClass="exit" presetSubtype="4" fill="hold" nodeType="withEffect">
                                      <p:stCondLst>
                                        <p:cond delay="33000"/>
                                      </p:stCondLst>
                                      <p:childTnLst>
                                        <p:anim calcmode="lin" valueType="num">
                                          <p:cBhvr additive="base">
                                            <p:cTn id="196" dur="500"/>
                                            <p:tgtEl>
                                              <p:spTgt spid="14"/>
                                            </p:tgtEl>
                                            <p:attrNameLst>
                                              <p:attrName>ppt_x</p:attrName>
                                            </p:attrNameLst>
                                          </p:cBhvr>
                                          <p:tavLst>
                                            <p:tav tm="0">
                                              <p:val>
                                                <p:strVal val="ppt_x"/>
                                              </p:val>
                                            </p:tav>
                                            <p:tav tm="100000">
                                              <p:val>
                                                <p:strVal val="ppt_x"/>
                                              </p:val>
                                            </p:tav>
                                          </p:tavLst>
                                        </p:anim>
                                        <p:anim calcmode="lin" valueType="num">
                                          <p:cBhvr additive="base">
                                            <p:cTn id="197" dur="500"/>
                                            <p:tgtEl>
                                              <p:spTgt spid="14"/>
                                            </p:tgtEl>
                                            <p:attrNameLst>
                                              <p:attrName>ppt_y</p:attrName>
                                            </p:attrNameLst>
                                          </p:cBhvr>
                                          <p:tavLst>
                                            <p:tav tm="0">
                                              <p:val>
                                                <p:strVal val="ppt_y"/>
                                              </p:val>
                                            </p:tav>
                                            <p:tav tm="100000">
                                              <p:val>
                                                <p:strVal val="1+ppt_h/2"/>
                                              </p:val>
                                            </p:tav>
                                          </p:tavLst>
                                        </p:anim>
                                        <p:set>
                                          <p:cBhvr>
                                            <p:cTn id="198" dur="1" fill="hold">
                                              <p:stCondLst>
                                                <p:cond delay="499"/>
                                              </p:stCondLst>
                                            </p:cTn>
                                            <p:tgtEl>
                                              <p:spTgt spid="14"/>
                                            </p:tgtEl>
                                            <p:attrNameLst>
                                              <p:attrName>style.visibility</p:attrName>
                                            </p:attrNameLst>
                                          </p:cBhvr>
                                          <p:to>
                                            <p:strVal val="hidden"/>
                                          </p:to>
                                        </p:set>
                                      </p:childTnLst>
                                    </p:cTn>
                                  </p:par>
                                  <p:par>
                                    <p:cTn id="199" presetID="2" presetClass="entr" presetSubtype="1" fill="hold" nodeType="withEffect">
                                      <p:stCondLst>
                                        <p:cond delay="33000"/>
                                      </p:stCondLst>
                                      <p:childTnLst>
                                        <p:set>
                                          <p:cBhvr>
                                            <p:cTn id="200" dur="1" fill="hold">
                                              <p:stCondLst>
                                                <p:cond delay="0"/>
                                              </p:stCondLst>
                                            </p:cTn>
                                            <p:tgtEl>
                                              <p:spTgt spid="230"/>
                                            </p:tgtEl>
                                            <p:attrNameLst>
                                              <p:attrName>style.visibility</p:attrName>
                                            </p:attrNameLst>
                                          </p:cBhvr>
                                          <p:to>
                                            <p:strVal val="visible"/>
                                          </p:to>
                                        </p:set>
                                        <p:anim calcmode="lin" valueType="num">
                                          <p:cBhvr additive="base">
                                            <p:cTn id="201" dur="500" fill="hold"/>
                                            <p:tgtEl>
                                              <p:spTgt spid="230"/>
                                            </p:tgtEl>
                                            <p:attrNameLst>
                                              <p:attrName>ppt_x</p:attrName>
                                            </p:attrNameLst>
                                          </p:cBhvr>
                                          <p:tavLst>
                                            <p:tav tm="0">
                                              <p:val>
                                                <p:strVal val="#ppt_x"/>
                                              </p:val>
                                            </p:tav>
                                            <p:tav tm="100000">
                                              <p:val>
                                                <p:strVal val="#ppt_x"/>
                                              </p:val>
                                            </p:tav>
                                          </p:tavLst>
                                        </p:anim>
                                        <p:anim calcmode="lin" valueType="num">
                                          <p:cBhvr additive="base">
                                            <p:cTn id="202" dur="500" fill="hold"/>
                                            <p:tgtEl>
                                              <p:spTgt spid="230"/>
                                            </p:tgtEl>
                                            <p:attrNameLst>
                                              <p:attrName>ppt_y</p:attrName>
                                            </p:attrNameLst>
                                          </p:cBhvr>
                                          <p:tavLst>
                                            <p:tav tm="0">
                                              <p:val>
                                                <p:strVal val="0-#ppt_h/2"/>
                                              </p:val>
                                            </p:tav>
                                            <p:tav tm="100000">
                                              <p:val>
                                                <p:strVal val="#ppt_y"/>
                                              </p:val>
                                            </p:tav>
                                          </p:tavLst>
                                        </p:anim>
                                      </p:childTnLst>
                                    </p:cTn>
                                  </p:par>
                                  <p:par>
                                    <p:cTn id="203" presetID="2" presetClass="entr" presetSubtype="1" decel="50000" fill="hold" nodeType="withEffect">
                                      <p:stCondLst>
                                        <p:cond delay="33500"/>
                                      </p:stCondLst>
                                      <p:childTnLst>
                                        <p:set>
                                          <p:cBhvr>
                                            <p:cTn id="204" dur="1" fill="hold">
                                              <p:stCondLst>
                                                <p:cond delay="0"/>
                                              </p:stCondLst>
                                            </p:cTn>
                                            <p:tgtEl>
                                              <p:spTgt spid="141"/>
                                            </p:tgtEl>
                                            <p:attrNameLst>
                                              <p:attrName>style.visibility</p:attrName>
                                            </p:attrNameLst>
                                          </p:cBhvr>
                                          <p:to>
                                            <p:strVal val="visible"/>
                                          </p:to>
                                        </p:set>
                                        <p:anim calcmode="lin" valueType="num">
                                          <p:cBhvr additive="base">
                                            <p:cTn id="205" dur="500" fill="hold"/>
                                            <p:tgtEl>
                                              <p:spTgt spid="141"/>
                                            </p:tgtEl>
                                            <p:attrNameLst>
                                              <p:attrName>ppt_x</p:attrName>
                                            </p:attrNameLst>
                                          </p:cBhvr>
                                          <p:tavLst>
                                            <p:tav tm="0">
                                              <p:val>
                                                <p:strVal val="#ppt_x"/>
                                              </p:val>
                                            </p:tav>
                                            <p:tav tm="100000">
                                              <p:val>
                                                <p:strVal val="#ppt_x"/>
                                              </p:val>
                                            </p:tav>
                                          </p:tavLst>
                                        </p:anim>
                                        <p:anim calcmode="lin" valueType="num">
                                          <p:cBhvr additive="base">
                                            <p:cTn id="206" dur="500" fill="hold"/>
                                            <p:tgtEl>
                                              <p:spTgt spid="141"/>
                                            </p:tgtEl>
                                            <p:attrNameLst>
                                              <p:attrName>ppt_y</p:attrName>
                                            </p:attrNameLst>
                                          </p:cBhvr>
                                          <p:tavLst>
                                            <p:tav tm="0">
                                              <p:val>
                                                <p:strVal val="0-#ppt_h/2"/>
                                              </p:val>
                                            </p:tav>
                                            <p:tav tm="100000">
                                              <p:val>
                                                <p:strVal val="#ppt_y"/>
                                              </p:val>
                                            </p:tav>
                                          </p:tavLst>
                                        </p:anim>
                                      </p:childTnLst>
                                    </p:cTn>
                                  </p:par>
                                  <p:par>
                                    <p:cTn id="207" presetID="6" presetClass="emph" presetSubtype="0" autoRev="1" fill="hold" nodeType="withEffect">
                                      <p:stCondLst>
                                        <p:cond delay="33500"/>
                                      </p:stCondLst>
                                      <p:childTnLst>
                                        <p:animScale>
                                          <p:cBhvr>
                                            <p:cTn id="208" dur="250" fill="hold"/>
                                            <p:tgtEl>
                                              <p:spTgt spid="141"/>
                                            </p:tgtEl>
                                          </p:cBhvr>
                                          <p:by x="115000" y="115000"/>
                                        </p:animScale>
                                      </p:childTnLst>
                                    </p:cTn>
                                  </p:par>
                                  <p:par>
                                    <p:cTn id="209" presetID="2" presetClass="entr" presetSubtype="4" decel="50000" fill="hold" nodeType="withEffect">
                                      <p:stCondLst>
                                        <p:cond delay="34000"/>
                                      </p:stCondLst>
                                      <p:childTnLst>
                                        <p:set>
                                          <p:cBhvr>
                                            <p:cTn id="210" dur="1" fill="hold">
                                              <p:stCondLst>
                                                <p:cond delay="0"/>
                                              </p:stCondLst>
                                            </p:cTn>
                                            <p:tgtEl>
                                              <p:spTgt spid="182"/>
                                            </p:tgtEl>
                                            <p:attrNameLst>
                                              <p:attrName>style.visibility</p:attrName>
                                            </p:attrNameLst>
                                          </p:cBhvr>
                                          <p:to>
                                            <p:strVal val="visible"/>
                                          </p:to>
                                        </p:set>
                                        <p:anim calcmode="lin" valueType="num">
                                          <p:cBhvr additive="base">
                                            <p:cTn id="211" dur="500" fill="hold"/>
                                            <p:tgtEl>
                                              <p:spTgt spid="182"/>
                                            </p:tgtEl>
                                            <p:attrNameLst>
                                              <p:attrName>ppt_x</p:attrName>
                                            </p:attrNameLst>
                                          </p:cBhvr>
                                          <p:tavLst>
                                            <p:tav tm="0">
                                              <p:val>
                                                <p:strVal val="#ppt_x"/>
                                              </p:val>
                                            </p:tav>
                                            <p:tav tm="100000">
                                              <p:val>
                                                <p:strVal val="#ppt_x"/>
                                              </p:val>
                                            </p:tav>
                                          </p:tavLst>
                                        </p:anim>
                                        <p:anim calcmode="lin" valueType="num">
                                          <p:cBhvr additive="base">
                                            <p:cTn id="212" dur="500" fill="hold"/>
                                            <p:tgtEl>
                                              <p:spTgt spid="182"/>
                                            </p:tgtEl>
                                            <p:attrNameLst>
                                              <p:attrName>ppt_y</p:attrName>
                                            </p:attrNameLst>
                                          </p:cBhvr>
                                          <p:tavLst>
                                            <p:tav tm="0">
                                              <p:val>
                                                <p:strVal val="1+#ppt_h/2"/>
                                              </p:val>
                                            </p:tav>
                                            <p:tav tm="100000">
                                              <p:val>
                                                <p:strVal val="#ppt_y"/>
                                              </p:val>
                                            </p:tav>
                                          </p:tavLst>
                                        </p:anim>
                                      </p:childTnLst>
                                    </p:cTn>
                                  </p:par>
                                  <p:par>
                                    <p:cTn id="213" presetID="6" presetClass="emph" presetSubtype="0" autoRev="1" fill="hold" nodeType="withEffect">
                                      <p:stCondLst>
                                        <p:cond delay="34000"/>
                                      </p:stCondLst>
                                      <p:childTnLst>
                                        <p:animScale>
                                          <p:cBhvr>
                                            <p:cTn id="214" dur="250" fill="hold"/>
                                            <p:tgtEl>
                                              <p:spTgt spid="182"/>
                                            </p:tgtEl>
                                          </p:cBhvr>
                                          <p:by x="115000" y="115000"/>
                                        </p:animScale>
                                      </p:childTnLst>
                                    </p:cTn>
                                  </p:par>
                                  <p:par>
                                    <p:cTn id="215" presetID="2" presetClass="entr" presetSubtype="6" fill="hold" nodeType="withEffect">
                                      <p:stCondLst>
                                        <p:cond delay="34500"/>
                                      </p:stCondLst>
                                      <p:childTnLst>
                                        <p:set>
                                          <p:cBhvr>
                                            <p:cTn id="216" dur="1" fill="hold">
                                              <p:stCondLst>
                                                <p:cond delay="0"/>
                                              </p:stCondLst>
                                            </p:cTn>
                                            <p:tgtEl>
                                              <p:spTgt spid="229"/>
                                            </p:tgtEl>
                                            <p:attrNameLst>
                                              <p:attrName>style.visibility</p:attrName>
                                            </p:attrNameLst>
                                          </p:cBhvr>
                                          <p:to>
                                            <p:strVal val="visible"/>
                                          </p:to>
                                        </p:set>
                                        <p:anim calcmode="lin" valueType="num">
                                          <p:cBhvr additive="base">
                                            <p:cTn id="217" dur="500" fill="hold"/>
                                            <p:tgtEl>
                                              <p:spTgt spid="229"/>
                                            </p:tgtEl>
                                            <p:attrNameLst>
                                              <p:attrName>ppt_x</p:attrName>
                                            </p:attrNameLst>
                                          </p:cBhvr>
                                          <p:tavLst>
                                            <p:tav tm="0">
                                              <p:val>
                                                <p:strVal val="1+#ppt_w/2"/>
                                              </p:val>
                                            </p:tav>
                                            <p:tav tm="100000">
                                              <p:val>
                                                <p:strVal val="#ppt_x"/>
                                              </p:val>
                                            </p:tav>
                                          </p:tavLst>
                                        </p:anim>
                                        <p:anim calcmode="lin" valueType="num">
                                          <p:cBhvr additive="base">
                                            <p:cTn id="218" dur="500" fill="hold"/>
                                            <p:tgtEl>
                                              <p:spTgt spid="229"/>
                                            </p:tgtEl>
                                            <p:attrNameLst>
                                              <p:attrName>ppt_y</p:attrName>
                                            </p:attrNameLst>
                                          </p:cBhvr>
                                          <p:tavLst>
                                            <p:tav tm="0">
                                              <p:val>
                                                <p:strVal val="1+#ppt_h/2"/>
                                              </p:val>
                                            </p:tav>
                                            <p:tav tm="100000">
                                              <p:val>
                                                <p:strVal val="#ppt_y"/>
                                              </p:val>
                                            </p:tav>
                                          </p:tavLst>
                                        </p:anim>
                                      </p:childTnLst>
                                    </p:cTn>
                                  </p:par>
                                  <p:par>
                                    <p:cTn id="219" presetID="6" presetClass="emph" presetSubtype="0" autoRev="1" fill="hold" nodeType="withEffect">
                                      <p:stCondLst>
                                        <p:cond delay="34500"/>
                                      </p:stCondLst>
                                      <p:childTnLst>
                                        <p:animScale>
                                          <p:cBhvr>
                                            <p:cTn id="220" dur="500" fill="hold"/>
                                            <p:tgtEl>
                                              <p:spTgt spid="229"/>
                                            </p:tgtEl>
                                          </p:cBhvr>
                                          <p:by x="110000" y="110000"/>
                                        </p:animScale>
                                      </p:childTnLst>
                                    </p:cTn>
                                  </p:par>
                                </p:childTnLst>
                              </p:cTn>
                            </p:par>
                          </p:childTnLst>
                        </p:cTn>
                      </p:par>
                    </p:childTnLst>
                  </p:cTn>
                  <p:prevCondLst>
                    <p:cond evt="onPrev" delay="0">
                      <p:tgtEl>
                        <p:sldTgt/>
                      </p:tgtEl>
                    </p:cond>
                  </p:prevCondLst>
                  <p:nextCondLst>
                    <p:cond evt="onNext" delay="0">
                      <p:tgtEl>
                        <p:sldTgt/>
                      </p:tgtEl>
                    </p:cond>
                  </p:nextCondLst>
                </p:seq>
                <p:audio>
                  <p:cMediaNode vol="80000">
                    <p:cTn id="221" fill="hold" display="0">
                      <p:stCondLst>
                        <p:cond delay="indefinite"/>
                      </p:stCondLst>
                      <p:endCondLst>
                        <p:cond evt="onStopAudio" delay="0">
                          <p:tgtEl>
                            <p:sldTgt/>
                          </p:tgtEl>
                        </p:cond>
                      </p:endCondLst>
                    </p:cTn>
                    <p:tgtEl>
                      <p:spTgt spid="2"/>
                    </p:tgtEl>
                  </p:cMediaNode>
                </p:audio>
              </p:childTnLst>
            </p:cTn>
          </p:par>
        </p:tnLst>
      </p:timing>
    </mc:Fallback>
  </mc:AlternateContent>
</p:sld>
</file>

<file path=ppt/slides/slide14.xml><?xml version="1.0" encoding="utf-8"?>
<p:sld xmlns:a="http://schemas.openxmlformats.org/drawingml/2006/main" xmlns:r="http://schemas.openxmlformats.org/officeDocument/2006/relationships" xmlns:p="http://schemas.openxmlformats.org/presentationml/2006/main" show="0">
  <p:cSld>
    <p:spTree>
      <p:nvGrpSpPr>
        <p:cNvPr id="1" name=""/>
        <p:cNvGrpSpPr/>
        <p:nvPr/>
      </p:nvGrpSpPr>
      <p:grpSpPr>
        <a:xfrm>
          <a:off x="0" y="0"/>
          <a:ext cx="0" cy="0"/>
          <a:chOff x="0" y="0"/>
          <a:chExt cx="0" cy="0"/>
        </a:xfrm>
      </p:grpSpPr>
      <p:pic>
        <p:nvPicPr>
          <p:cNvPr id="14" name="Baseplate"/>
          <p:cNvPicPr>
            <a:picLocks noChangeAspect="1"/>
          </p:cNvPicPr>
          <p:nvPr/>
        </p:nvPicPr>
        <p:blipFill>
          <a:blip r:embed="rId13" cstate="print">
            <a:extLst>
              <a:ext uri="{28A0092B-C50C-407E-A947-70E740481C1C}">
                <a14:useLocalDpi xmlns:a14="http://schemas.microsoft.com/office/drawing/2010/main" val="0"/>
              </a:ext>
            </a:extLst>
          </a:blip>
          <a:stretch>
            <a:fillRect/>
          </a:stretch>
        </p:blipFill>
        <p:spPr>
          <a:xfrm>
            <a:off x="-594469" y="-54465"/>
            <a:ext cx="15819338" cy="8503919"/>
          </a:xfrm>
          <a:prstGeom prst="rect">
            <a:avLst/>
          </a:prstGeom>
        </p:spPr>
      </p:pic>
      <p:pic>
        <p:nvPicPr>
          <p:cNvPr id="51" name="Timer 1x2"/>
          <p:cNvPicPr>
            <a:picLocks/>
          </p:cNvPicPr>
          <p:nvPr/>
        </p:nvPicPr>
        <p:blipFill>
          <a:blip r:embed="rId14" cstate="print">
            <a:extLst>
              <a:ext uri="{28A0092B-C50C-407E-A947-70E740481C1C}">
                <a14:useLocalDpi xmlns:a14="http://schemas.microsoft.com/office/drawing/2010/main" val="0"/>
              </a:ext>
            </a:extLst>
          </a:blip>
          <a:stretch>
            <a:fillRect/>
          </a:stretch>
        </p:blipFill>
        <p:spPr>
          <a:xfrm>
            <a:off x="13929822" y="-203906"/>
            <a:ext cx="832104" cy="529163"/>
          </a:xfrm>
          <a:prstGeom prst="rect">
            <a:avLst/>
          </a:prstGeom>
        </p:spPr>
      </p:pic>
      <p:pic>
        <p:nvPicPr>
          <p:cNvPr id="86" name="Blue Bricks 4"/>
          <p:cNvPicPr>
            <a:picLocks noChangeAspect="1"/>
          </p:cNvPicPr>
          <p:nvPr/>
        </p:nvPicPr>
        <p:blipFill>
          <a:blip r:embed="rId15" cstate="print">
            <a:extLst>
              <a:ext uri="{28A0092B-C50C-407E-A947-70E740481C1C}">
                <a14:useLocalDpi xmlns:a14="http://schemas.microsoft.com/office/drawing/2010/main" val="0"/>
              </a:ext>
            </a:extLst>
          </a:blip>
          <a:stretch>
            <a:fillRect/>
          </a:stretch>
        </p:blipFill>
        <p:spPr>
          <a:xfrm>
            <a:off x="198911" y="6500690"/>
            <a:ext cx="3461795" cy="1724155"/>
          </a:xfrm>
          <a:prstGeom prst="rect">
            <a:avLst/>
          </a:prstGeom>
        </p:spPr>
      </p:pic>
      <p:sp>
        <p:nvSpPr>
          <p:cNvPr id="87" name="Blue Cap 4"/>
          <p:cNvSpPr>
            <a:spLocks noChangeAspect="1"/>
          </p:cNvSpPr>
          <p:nvPr/>
        </p:nvSpPr>
        <p:spPr>
          <a:xfrm>
            <a:off x="412722" y="6392487"/>
            <a:ext cx="2907791" cy="1453896"/>
          </a:xfrm>
          <a:prstGeom prst="rect">
            <a:avLst/>
          </a:prstGeom>
          <a:solidFill>
            <a:srgbClr val="F4F4F4"/>
          </a:solidFill>
          <a:ln>
            <a:noFill/>
          </a:ln>
          <a:scene3d>
            <a:camera prst="orthographicFront">
              <a:rot lat="20400000" lon="21000000" rev="198000"/>
            </a:camera>
            <a:lightRig rig="balanced" dir="t"/>
          </a:scene3d>
          <a:sp3d extrusionH="165100" prstMaterial="metal">
            <a:bevelT w="19050" h="12700"/>
            <a:extrusionClr>
              <a:srgbClr val="F4F4F4"/>
            </a:extrusionClr>
          </a:sp3d>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sz="4400" spc="-200" dirty="0">
                <a:ln>
                  <a:solidFill>
                    <a:schemeClr val="tx1">
                      <a:lumMod val="85000"/>
                      <a:lumOff val="15000"/>
                    </a:schemeClr>
                  </a:solidFill>
                </a:ln>
                <a:solidFill>
                  <a:srgbClr val="106DDE"/>
                </a:solidFill>
                <a:latin typeface="Poppins Medium" panose="00000600000000000000" pitchFamily="2" charset="0"/>
                <a:ea typeface="ZCOOL QingKe HuangYou" panose="00000500000000000000" pitchFamily="2" charset="0"/>
                <a:cs typeface="Poppins Medium" panose="00000600000000000000" pitchFamily="2" charset="0"/>
              </a:rPr>
              <a:t>Your Text</a:t>
            </a:r>
          </a:p>
        </p:txBody>
      </p:sp>
      <p:pic>
        <p:nvPicPr>
          <p:cNvPr id="17" name="Red Bricks 1"/>
          <p:cNvPicPr>
            <a:picLocks noChangeAspect="1"/>
          </p:cNvPicPr>
          <p:nvPr/>
        </p:nvPicPr>
        <p:blipFill>
          <a:blip r:embed="rId16" cstate="print">
            <a:extLst>
              <a:ext uri="{28A0092B-C50C-407E-A947-70E740481C1C}">
                <a14:useLocalDpi xmlns:a14="http://schemas.microsoft.com/office/drawing/2010/main" val="0"/>
              </a:ext>
            </a:extLst>
          </a:blip>
          <a:stretch>
            <a:fillRect/>
          </a:stretch>
        </p:blipFill>
        <p:spPr>
          <a:xfrm>
            <a:off x="5454268" y="3074923"/>
            <a:ext cx="3461795" cy="1724154"/>
          </a:xfrm>
          <a:prstGeom prst="rect">
            <a:avLst/>
          </a:prstGeom>
        </p:spPr>
      </p:pic>
      <p:sp>
        <p:nvSpPr>
          <p:cNvPr id="18" name="Red Cap 1"/>
          <p:cNvSpPr>
            <a:spLocks noChangeAspect="1"/>
          </p:cNvSpPr>
          <p:nvPr/>
        </p:nvSpPr>
        <p:spPr>
          <a:xfrm>
            <a:off x="6017769" y="2966720"/>
            <a:ext cx="2907791" cy="1453896"/>
          </a:xfrm>
          <a:prstGeom prst="rect">
            <a:avLst/>
          </a:prstGeom>
          <a:solidFill>
            <a:srgbClr val="F4F4F4"/>
          </a:solidFill>
          <a:ln>
            <a:noFill/>
          </a:ln>
          <a:scene3d>
            <a:camera prst="orthographicFront">
              <a:rot lat="20400000" lon="21000000" rev="198000"/>
            </a:camera>
            <a:lightRig rig="balanced" dir="t"/>
          </a:scene3d>
          <a:sp3d extrusionH="165100" prstMaterial="metal">
            <a:bevelT w="19050" h="12700"/>
            <a:extrusionClr>
              <a:srgbClr val="F4F4F4"/>
            </a:extrusionClr>
          </a:sp3d>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sz="4400" spc="-200" dirty="0">
                <a:ln>
                  <a:solidFill>
                    <a:schemeClr val="tx1">
                      <a:lumMod val="85000"/>
                      <a:lumOff val="15000"/>
                    </a:schemeClr>
                  </a:solidFill>
                </a:ln>
                <a:solidFill>
                  <a:srgbClr val="DD1A21"/>
                </a:solidFill>
                <a:latin typeface="Poppins Medium" panose="00000600000000000000" pitchFamily="2" charset="0"/>
                <a:ea typeface="ZCOOL QingKe HuangYou" panose="00000500000000000000" pitchFamily="2" charset="0"/>
                <a:cs typeface="Poppins Medium" panose="00000600000000000000" pitchFamily="2" charset="0"/>
              </a:rPr>
              <a:t>Your Text</a:t>
            </a:r>
          </a:p>
        </p:txBody>
      </p:sp>
      <p:pic>
        <p:nvPicPr>
          <p:cNvPr id="13" name="Green Bricks 1"/>
          <p:cNvPicPr>
            <a:picLocks noChangeAspect="1"/>
          </p:cNvPicPr>
          <p:nvPr/>
        </p:nvPicPr>
        <p:blipFill>
          <a:blip r:embed="rId17" cstate="print">
            <a:extLst>
              <a:ext uri="{28A0092B-C50C-407E-A947-70E740481C1C}">
                <a14:useLocalDpi xmlns:a14="http://schemas.microsoft.com/office/drawing/2010/main" val="0"/>
              </a:ext>
            </a:extLst>
          </a:blip>
          <a:stretch>
            <a:fillRect/>
          </a:stretch>
        </p:blipFill>
        <p:spPr>
          <a:xfrm>
            <a:off x="9286304" y="312925"/>
            <a:ext cx="3456007" cy="1724155"/>
          </a:xfrm>
          <a:prstGeom prst="rect">
            <a:avLst/>
          </a:prstGeom>
        </p:spPr>
      </p:pic>
      <p:sp>
        <p:nvSpPr>
          <p:cNvPr id="15" name="Green Cap 1"/>
          <p:cNvSpPr>
            <a:spLocks noChangeAspect="1"/>
          </p:cNvSpPr>
          <p:nvPr/>
        </p:nvSpPr>
        <p:spPr>
          <a:xfrm>
            <a:off x="9850629" y="204722"/>
            <a:ext cx="2907791" cy="1453896"/>
          </a:xfrm>
          <a:prstGeom prst="rect">
            <a:avLst/>
          </a:prstGeom>
          <a:solidFill>
            <a:srgbClr val="F4F4F4"/>
          </a:solidFill>
          <a:ln>
            <a:noFill/>
          </a:ln>
          <a:scene3d>
            <a:camera prst="orthographicFront">
              <a:rot lat="20400000" lon="21000000" rev="198000"/>
            </a:camera>
            <a:lightRig rig="balanced" dir="t"/>
          </a:scene3d>
          <a:sp3d extrusionH="165100" prstMaterial="metal">
            <a:bevelT w="19050" h="12700"/>
            <a:extrusionClr>
              <a:srgbClr val="F4F4F4"/>
            </a:extrusionClr>
          </a:sp3d>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sz="4400" spc="-200" dirty="0">
                <a:ln>
                  <a:solidFill>
                    <a:schemeClr val="tx1">
                      <a:lumMod val="85000"/>
                      <a:lumOff val="15000"/>
                    </a:schemeClr>
                  </a:solidFill>
                </a:ln>
                <a:solidFill>
                  <a:srgbClr val="04A043"/>
                </a:solidFill>
                <a:latin typeface="Poppins Medium" panose="00000600000000000000" pitchFamily="2" charset="0"/>
                <a:ea typeface="ZCOOL QingKe HuangYou" panose="00000500000000000000" pitchFamily="2" charset="0"/>
                <a:cs typeface="Poppins Medium" panose="00000600000000000000" pitchFamily="2" charset="0"/>
              </a:rPr>
              <a:t>Your Text</a:t>
            </a:r>
          </a:p>
        </p:txBody>
      </p:sp>
      <p:pic>
        <p:nvPicPr>
          <p:cNvPr id="30" name="Green Bricks 2"/>
          <p:cNvPicPr>
            <a:picLocks noChangeAspect="1"/>
          </p:cNvPicPr>
          <p:nvPr/>
        </p:nvPicPr>
        <p:blipFill>
          <a:blip r:embed="rId17" cstate="print">
            <a:extLst>
              <a:ext uri="{28A0092B-C50C-407E-A947-70E740481C1C}">
                <a14:useLocalDpi xmlns:a14="http://schemas.microsoft.com/office/drawing/2010/main" val="0"/>
              </a:ext>
            </a:extLst>
          </a:blip>
          <a:stretch>
            <a:fillRect/>
          </a:stretch>
        </p:blipFill>
        <p:spPr>
          <a:xfrm>
            <a:off x="9405482" y="2380201"/>
            <a:ext cx="3456007" cy="1724155"/>
          </a:xfrm>
          <a:prstGeom prst="rect">
            <a:avLst/>
          </a:prstGeom>
        </p:spPr>
      </p:pic>
      <p:sp>
        <p:nvSpPr>
          <p:cNvPr id="31" name="Green Cap 2"/>
          <p:cNvSpPr>
            <a:spLocks noChangeAspect="1"/>
          </p:cNvSpPr>
          <p:nvPr/>
        </p:nvSpPr>
        <p:spPr>
          <a:xfrm>
            <a:off x="9968739" y="2271998"/>
            <a:ext cx="2907791" cy="1453896"/>
          </a:xfrm>
          <a:prstGeom prst="rect">
            <a:avLst/>
          </a:prstGeom>
          <a:solidFill>
            <a:srgbClr val="F4F4F4"/>
          </a:solidFill>
          <a:ln>
            <a:noFill/>
          </a:ln>
          <a:scene3d>
            <a:camera prst="orthographicFront">
              <a:rot lat="20400000" lon="21000000" rev="198000"/>
            </a:camera>
            <a:lightRig rig="balanced" dir="t"/>
          </a:scene3d>
          <a:sp3d extrusionH="165100" prstMaterial="metal">
            <a:bevelT w="19050" h="12700"/>
            <a:extrusionClr>
              <a:srgbClr val="F4F4F4"/>
            </a:extrusionClr>
          </a:sp3d>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sz="4400" spc="-200" dirty="0">
                <a:ln>
                  <a:solidFill>
                    <a:schemeClr val="tx1">
                      <a:lumMod val="85000"/>
                      <a:lumOff val="15000"/>
                    </a:schemeClr>
                  </a:solidFill>
                </a:ln>
                <a:solidFill>
                  <a:srgbClr val="04A043"/>
                </a:solidFill>
                <a:latin typeface="Poppins Medium" panose="00000600000000000000" pitchFamily="2" charset="0"/>
                <a:ea typeface="ZCOOL QingKe HuangYou" panose="00000500000000000000" pitchFamily="2" charset="0"/>
                <a:cs typeface="Poppins Medium" panose="00000600000000000000" pitchFamily="2" charset="0"/>
              </a:rPr>
              <a:t>Your Text</a:t>
            </a:r>
          </a:p>
        </p:txBody>
      </p:sp>
      <p:pic>
        <p:nvPicPr>
          <p:cNvPr id="33" name="Green Bricks 3"/>
          <p:cNvPicPr>
            <a:picLocks noChangeAspect="1"/>
          </p:cNvPicPr>
          <p:nvPr/>
        </p:nvPicPr>
        <p:blipFill>
          <a:blip r:embed="rId17" cstate="print">
            <a:extLst>
              <a:ext uri="{28A0092B-C50C-407E-A947-70E740481C1C}">
                <a14:useLocalDpi xmlns:a14="http://schemas.microsoft.com/office/drawing/2010/main" val="0"/>
              </a:ext>
            </a:extLst>
          </a:blip>
          <a:stretch>
            <a:fillRect/>
          </a:stretch>
        </p:blipFill>
        <p:spPr>
          <a:xfrm>
            <a:off x="9526095" y="4456170"/>
            <a:ext cx="3456007" cy="1724155"/>
          </a:xfrm>
          <a:prstGeom prst="rect">
            <a:avLst/>
          </a:prstGeom>
        </p:spPr>
      </p:pic>
      <p:sp>
        <p:nvSpPr>
          <p:cNvPr id="34" name="Green Cap 3"/>
          <p:cNvSpPr>
            <a:spLocks noChangeAspect="1"/>
          </p:cNvSpPr>
          <p:nvPr/>
        </p:nvSpPr>
        <p:spPr>
          <a:xfrm>
            <a:off x="10091929" y="4347967"/>
            <a:ext cx="2907791" cy="1453896"/>
          </a:xfrm>
          <a:prstGeom prst="rect">
            <a:avLst/>
          </a:prstGeom>
          <a:solidFill>
            <a:srgbClr val="F4F4F4"/>
          </a:solidFill>
          <a:ln>
            <a:noFill/>
          </a:ln>
          <a:scene3d>
            <a:camera prst="orthographicFront">
              <a:rot lat="20400000" lon="21000000" rev="198000"/>
            </a:camera>
            <a:lightRig rig="balanced" dir="t"/>
          </a:scene3d>
          <a:sp3d extrusionH="165100" prstMaterial="metal">
            <a:bevelT w="19050" h="12700"/>
            <a:extrusionClr>
              <a:srgbClr val="F4F4F4"/>
            </a:extrusionClr>
          </a:sp3d>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sz="4400" spc="-200" dirty="0">
                <a:ln>
                  <a:solidFill>
                    <a:schemeClr val="tx1">
                      <a:lumMod val="85000"/>
                      <a:lumOff val="15000"/>
                    </a:schemeClr>
                  </a:solidFill>
                </a:ln>
                <a:solidFill>
                  <a:srgbClr val="04A043"/>
                </a:solidFill>
                <a:latin typeface="Poppins Medium" panose="00000600000000000000" pitchFamily="2" charset="0"/>
                <a:ea typeface="ZCOOL QingKe HuangYou" panose="00000500000000000000" pitchFamily="2" charset="0"/>
                <a:cs typeface="Poppins Medium" panose="00000600000000000000" pitchFamily="2" charset="0"/>
              </a:rPr>
              <a:t>Your Text</a:t>
            </a:r>
          </a:p>
        </p:txBody>
      </p:sp>
      <p:pic>
        <p:nvPicPr>
          <p:cNvPr id="36" name="Green Bricks 4"/>
          <p:cNvPicPr>
            <a:picLocks noChangeAspect="1"/>
          </p:cNvPicPr>
          <p:nvPr/>
        </p:nvPicPr>
        <p:blipFill>
          <a:blip r:embed="rId17" cstate="print">
            <a:extLst>
              <a:ext uri="{28A0092B-C50C-407E-A947-70E740481C1C}">
                <a14:useLocalDpi xmlns:a14="http://schemas.microsoft.com/office/drawing/2010/main" val="0"/>
              </a:ext>
            </a:extLst>
          </a:blip>
          <a:stretch>
            <a:fillRect/>
          </a:stretch>
        </p:blipFill>
        <p:spPr>
          <a:xfrm>
            <a:off x="9635113" y="6523446"/>
            <a:ext cx="3456007" cy="1724155"/>
          </a:xfrm>
          <a:prstGeom prst="rect">
            <a:avLst/>
          </a:prstGeom>
        </p:spPr>
      </p:pic>
      <p:sp>
        <p:nvSpPr>
          <p:cNvPr id="37" name="Green Cap 4"/>
          <p:cNvSpPr>
            <a:spLocks noChangeAspect="1"/>
          </p:cNvSpPr>
          <p:nvPr/>
        </p:nvSpPr>
        <p:spPr>
          <a:xfrm>
            <a:off x="10201149" y="6415243"/>
            <a:ext cx="2907791" cy="1453896"/>
          </a:xfrm>
          <a:prstGeom prst="rect">
            <a:avLst/>
          </a:prstGeom>
          <a:solidFill>
            <a:srgbClr val="F4F4F4"/>
          </a:solidFill>
          <a:ln>
            <a:noFill/>
          </a:ln>
          <a:scene3d>
            <a:camera prst="orthographicFront">
              <a:rot lat="20400000" lon="21000000" rev="198000"/>
            </a:camera>
            <a:lightRig rig="balanced" dir="t"/>
          </a:scene3d>
          <a:sp3d extrusionH="165100" prstMaterial="metal">
            <a:bevelT w="19050" h="12700"/>
            <a:extrusionClr>
              <a:srgbClr val="F4F4F4"/>
            </a:extrusionClr>
          </a:sp3d>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sz="4400" spc="-200" dirty="0">
                <a:ln>
                  <a:solidFill>
                    <a:schemeClr val="tx1">
                      <a:lumMod val="85000"/>
                      <a:lumOff val="15000"/>
                    </a:schemeClr>
                  </a:solidFill>
                </a:ln>
                <a:solidFill>
                  <a:srgbClr val="04A043"/>
                </a:solidFill>
                <a:latin typeface="Poppins Medium" panose="00000600000000000000" pitchFamily="2" charset="0"/>
                <a:ea typeface="ZCOOL QingKe HuangYou" panose="00000500000000000000" pitchFamily="2" charset="0"/>
                <a:cs typeface="Poppins Medium" panose="00000600000000000000" pitchFamily="2" charset="0"/>
              </a:rPr>
              <a:t>Your Text</a:t>
            </a:r>
          </a:p>
        </p:txBody>
      </p:sp>
      <p:pic>
        <p:nvPicPr>
          <p:cNvPr id="66" name="Blue Bricks 1"/>
          <p:cNvPicPr>
            <a:picLocks noChangeAspect="1"/>
          </p:cNvPicPr>
          <p:nvPr/>
        </p:nvPicPr>
        <p:blipFill>
          <a:blip r:embed="rId15" cstate="print">
            <a:extLst>
              <a:ext uri="{28A0092B-C50C-407E-A947-70E740481C1C}">
                <a14:useLocalDpi xmlns:a14="http://schemas.microsoft.com/office/drawing/2010/main" val="0"/>
              </a:ext>
            </a:extLst>
          </a:blip>
          <a:stretch>
            <a:fillRect/>
          </a:stretch>
        </p:blipFill>
        <p:spPr>
          <a:xfrm>
            <a:off x="-135942" y="294709"/>
            <a:ext cx="3461795" cy="1724155"/>
          </a:xfrm>
          <a:prstGeom prst="rect">
            <a:avLst/>
          </a:prstGeom>
        </p:spPr>
      </p:pic>
      <p:sp>
        <p:nvSpPr>
          <p:cNvPr id="67" name="Blue Cap 1"/>
          <p:cNvSpPr>
            <a:spLocks noChangeAspect="1"/>
          </p:cNvSpPr>
          <p:nvPr/>
        </p:nvSpPr>
        <p:spPr>
          <a:xfrm>
            <a:off x="77869" y="186506"/>
            <a:ext cx="2907791" cy="1453896"/>
          </a:xfrm>
          <a:prstGeom prst="rect">
            <a:avLst/>
          </a:prstGeom>
          <a:solidFill>
            <a:srgbClr val="F4F4F4"/>
          </a:solidFill>
          <a:ln>
            <a:noFill/>
          </a:ln>
          <a:scene3d>
            <a:camera prst="orthographicFront">
              <a:rot lat="20400000" lon="21000000" rev="198000"/>
            </a:camera>
            <a:lightRig rig="balanced" dir="t"/>
          </a:scene3d>
          <a:sp3d extrusionH="165100" prstMaterial="metal">
            <a:bevelT w="19050" h="12700"/>
            <a:extrusionClr>
              <a:srgbClr val="F4F4F4"/>
            </a:extrusionClr>
          </a:sp3d>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sz="4400" spc="-200" dirty="0">
                <a:ln>
                  <a:solidFill>
                    <a:schemeClr val="tx1">
                      <a:lumMod val="85000"/>
                      <a:lumOff val="15000"/>
                    </a:schemeClr>
                  </a:solidFill>
                </a:ln>
                <a:solidFill>
                  <a:srgbClr val="106DDE"/>
                </a:solidFill>
                <a:latin typeface="Poppins Medium" panose="00000600000000000000" pitchFamily="2" charset="0"/>
                <a:ea typeface="ZCOOL QingKe HuangYou" panose="00000500000000000000" pitchFamily="2" charset="0"/>
                <a:cs typeface="Poppins Medium" panose="00000600000000000000" pitchFamily="2" charset="0"/>
              </a:rPr>
              <a:t>Your Text</a:t>
            </a:r>
          </a:p>
        </p:txBody>
      </p:sp>
      <p:pic>
        <p:nvPicPr>
          <p:cNvPr id="68" name="Blue Bricks 2"/>
          <p:cNvPicPr>
            <a:picLocks noChangeAspect="1"/>
          </p:cNvPicPr>
          <p:nvPr/>
        </p:nvPicPr>
        <p:blipFill>
          <a:blip r:embed="rId15" cstate="print">
            <a:extLst>
              <a:ext uri="{28A0092B-C50C-407E-A947-70E740481C1C}">
                <a14:useLocalDpi xmlns:a14="http://schemas.microsoft.com/office/drawing/2010/main" val="0"/>
              </a:ext>
            </a:extLst>
          </a:blip>
          <a:stretch>
            <a:fillRect/>
          </a:stretch>
        </p:blipFill>
        <p:spPr>
          <a:xfrm>
            <a:off x="-14900" y="2362559"/>
            <a:ext cx="3461795" cy="1724155"/>
          </a:xfrm>
          <a:prstGeom prst="rect">
            <a:avLst/>
          </a:prstGeom>
        </p:spPr>
      </p:pic>
      <p:sp>
        <p:nvSpPr>
          <p:cNvPr id="69" name="Blue Cap 2"/>
          <p:cNvSpPr>
            <a:spLocks noChangeAspect="1"/>
          </p:cNvSpPr>
          <p:nvPr/>
        </p:nvSpPr>
        <p:spPr>
          <a:xfrm>
            <a:off x="198911" y="2254356"/>
            <a:ext cx="2907791" cy="1453896"/>
          </a:xfrm>
          <a:prstGeom prst="rect">
            <a:avLst/>
          </a:prstGeom>
          <a:solidFill>
            <a:srgbClr val="F4F4F4"/>
          </a:solidFill>
          <a:ln>
            <a:noFill/>
          </a:ln>
          <a:scene3d>
            <a:camera prst="orthographicFront">
              <a:rot lat="20400000" lon="21000000" rev="198000"/>
            </a:camera>
            <a:lightRig rig="balanced" dir="t"/>
          </a:scene3d>
          <a:sp3d extrusionH="165100" prstMaterial="metal">
            <a:bevelT w="19050" h="12700"/>
            <a:extrusionClr>
              <a:srgbClr val="F4F4F4"/>
            </a:extrusionClr>
          </a:sp3d>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sz="4400" spc="-200" dirty="0">
                <a:ln>
                  <a:solidFill>
                    <a:schemeClr val="tx1">
                      <a:lumMod val="85000"/>
                      <a:lumOff val="15000"/>
                    </a:schemeClr>
                  </a:solidFill>
                </a:ln>
                <a:solidFill>
                  <a:srgbClr val="106DDE"/>
                </a:solidFill>
                <a:latin typeface="Poppins Medium" panose="00000600000000000000" pitchFamily="2" charset="0"/>
                <a:ea typeface="ZCOOL QingKe HuangYou" panose="00000500000000000000" pitchFamily="2" charset="0"/>
                <a:cs typeface="Poppins Medium" panose="00000600000000000000" pitchFamily="2" charset="0"/>
              </a:rPr>
              <a:t>Your Text</a:t>
            </a:r>
          </a:p>
        </p:txBody>
      </p:sp>
      <p:pic>
        <p:nvPicPr>
          <p:cNvPr id="77" name="Blue Bricks 3"/>
          <p:cNvPicPr>
            <a:picLocks noChangeAspect="1"/>
          </p:cNvPicPr>
          <p:nvPr/>
        </p:nvPicPr>
        <p:blipFill>
          <a:blip r:embed="rId15" cstate="print">
            <a:extLst>
              <a:ext uri="{28A0092B-C50C-407E-A947-70E740481C1C}">
                <a14:useLocalDpi xmlns:a14="http://schemas.microsoft.com/office/drawing/2010/main" val="0"/>
              </a:ext>
            </a:extLst>
          </a:blip>
          <a:stretch>
            <a:fillRect/>
          </a:stretch>
        </p:blipFill>
        <p:spPr>
          <a:xfrm>
            <a:off x="91780" y="4435850"/>
            <a:ext cx="3461795" cy="1724155"/>
          </a:xfrm>
          <a:prstGeom prst="rect">
            <a:avLst/>
          </a:prstGeom>
        </p:spPr>
      </p:pic>
      <p:sp>
        <p:nvSpPr>
          <p:cNvPr id="78" name="Blue Cap 3"/>
          <p:cNvSpPr>
            <a:spLocks noChangeAspect="1"/>
          </p:cNvSpPr>
          <p:nvPr/>
        </p:nvSpPr>
        <p:spPr>
          <a:xfrm>
            <a:off x="305591" y="4327647"/>
            <a:ext cx="2907791" cy="1453896"/>
          </a:xfrm>
          <a:prstGeom prst="rect">
            <a:avLst/>
          </a:prstGeom>
          <a:solidFill>
            <a:srgbClr val="F4F4F4"/>
          </a:solidFill>
          <a:ln>
            <a:noFill/>
          </a:ln>
          <a:scene3d>
            <a:camera prst="orthographicFront">
              <a:rot lat="20400000" lon="21000000" rev="198000"/>
            </a:camera>
            <a:lightRig rig="balanced" dir="t"/>
          </a:scene3d>
          <a:sp3d extrusionH="165100" prstMaterial="metal">
            <a:bevelT w="19050" h="12700"/>
            <a:extrusionClr>
              <a:srgbClr val="F4F4F4"/>
            </a:extrusionClr>
          </a:sp3d>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sz="4400" spc="-200" dirty="0">
                <a:ln>
                  <a:solidFill>
                    <a:schemeClr val="tx1">
                      <a:lumMod val="85000"/>
                      <a:lumOff val="15000"/>
                    </a:schemeClr>
                  </a:solidFill>
                </a:ln>
                <a:solidFill>
                  <a:srgbClr val="106DDE"/>
                </a:solidFill>
                <a:latin typeface="Poppins Medium" panose="00000600000000000000" pitchFamily="2" charset="0"/>
                <a:ea typeface="ZCOOL QingKe HuangYou" panose="00000500000000000000" pitchFamily="2" charset="0"/>
                <a:cs typeface="Poppins Medium" panose="00000600000000000000" pitchFamily="2" charset="0"/>
              </a:rPr>
              <a:t>Your Text</a:t>
            </a:r>
          </a:p>
        </p:txBody>
      </p:sp>
      <p:pic>
        <p:nvPicPr>
          <p:cNvPr id="49" name="Points Reveal 1.mp3">
            <a:hlinkClick r:id="" action="ppaction://media"/>
          </p:cNvPr>
          <p:cNvPicPr>
            <a:picLocks noChangeAspect="1"/>
          </p:cNvPicPr>
          <p:nvPr>
            <a:audioFile r:link="rId2"/>
            <p:extLst>
              <p:ext uri="{DAA4B4D4-6D71-4841-9C94-3DE7FCFB9230}">
                <p14:media xmlns:p14="http://schemas.microsoft.com/office/powerpoint/2010/main" r:embed="rId1"/>
              </p:ext>
            </p:extLst>
          </p:nvPr>
        </p:nvPicPr>
        <p:blipFill>
          <a:blip r:embed="rId18"/>
          <a:stretch>
            <a:fillRect/>
          </a:stretch>
        </p:blipFill>
        <p:spPr>
          <a:xfrm>
            <a:off x="1905000" y="8528098"/>
            <a:ext cx="487363" cy="487363"/>
          </a:xfrm>
          <a:prstGeom prst="rect">
            <a:avLst/>
          </a:prstGeom>
        </p:spPr>
      </p:pic>
      <p:pic>
        <p:nvPicPr>
          <p:cNvPr id="50" name="Points Reveal 2.mp3">
            <a:hlinkClick r:id="" action="ppaction://media"/>
          </p:cNvPr>
          <p:cNvPicPr>
            <a:picLocks noChangeAspect="1"/>
          </p:cNvPicPr>
          <p:nvPr>
            <a:audioFile r:link="rId4"/>
            <p:extLst>
              <p:ext uri="{DAA4B4D4-6D71-4841-9C94-3DE7FCFB9230}">
                <p14:media xmlns:p14="http://schemas.microsoft.com/office/powerpoint/2010/main" r:embed="rId3"/>
              </p:ext>
            </p:extLst>
          </p:nvPr>
        </p:nvPicPr>
        <p:blipFill>
          <a:blip r:embed="rId18"/>
          <a:stretch>
            <a:fillRect/>
          </a:stretch>
        </p:blipFill>
        <p:spPr>
          <a:xfrm>
            <a:off x="2743200" y="8534400"/>
            <a:ext cx="487363" cy="487363"/>
          </a:xfrm>
          <a:prstGeom prst="rect">
            <a:avLst/>
          </a:prstGeom>
        </p:spPr>
      </p:pic>
      <p:pic>
        <p:nvPicPr>
          <p:cNvPr id="4" name="gold piece sequence (4 pieces) 2 (leandri140029).mp3">
            <a:hlinkClick r:id="" action="ppaction://media"/>
          </p:cNvPr>
          <p:cNvPicPr>
            <a:picLocks noChangeAspect="1"/>
          </p:cNvPicPr>
          <p:nvPr>
            <a:audioFile r:link="rId6"/>
            <p:extLst>
              <p:ext uri="{DAA4B4D4-6D71-4841-9C94-3DE7FCFB9230}">
                <p14:media xmlns:p14="http://schemas.microsoft.com/office/powerpoint/2010/main" r:embed="rId5"/>
              </p:ext>
            </p:extLst>
          </p:nvPr>
        </p:nvPicPr>
        <p:blipFill>
          <a:blip r:embed="rId18"/>
          <a:stretch>
            <a:fillRect/>
          </a:stretch>
        </p:blipFill>
        <p:spPr>
          <a:xfrm>
            <a:off x="7227982" y="8539196"/>
            <a:ext cx="487363" cy="487363"/>
          </a:xfrm>
          <a:prstGeom prst="rect">
            <a:avLst/>
          </a:prstGeom>
        </p:spPr>
      </p:pic>
      <p:pic>
        <p:nvPicPr>
          <p:cNvPr id="52" name="Walking Shoes.mp3">
            <a:hlinkClick r:id="" action="ppaction://media"/>
          </p:cNvPr>
          <p:cNvPicPr>
            <a:picLocks noChangeAspect="1"/>
          </p:cNvPicPr>
          <p:nvPr>
            <a:audioFile r:link="rId8"/>
            <p:extLst>
              <p:ext uri="{DAA4B4D4-6D71-4841-9C94-3DE7FCFB9230}">
                <p14:media xmlns:p14="http://schemas.microsoft.com/office/powerpoint/2010/main" r:embed="rId7"/>
              </p:ext>
            </p:extLst>
          </p:nvPr>
        </p:nvPicPr>
        <p:blipFill>
          <a:blip r:embed="rId19"/>
          <a:stretch>
            <a:fillRect/>
          </a:stretch>
        </p:blipFill>
        <p:spPr>
          <a:xfrm>
            <a:off x="4841362" y="8528097"/>
            <a:ext cx="487363" cy="487363"/>
          </a:xfrm>
          <a:prstGeom prst="rect">
            <a:avLst/>
          </a:prstGeom>
        </p:spPr>
      </p:pic>
      <p:pic>
        <p:nvPicPr>
          <p:cNvPr id="53" name="Gold Coin 1">
            <a:extLst>
              <a:ext uri="{FF2B5EF4-FFF2-40B4-BE49-F238E27FC236}">
                <a16:creationId xmlns:a16="http://schemas.microsoft.com/office/drawing/2014/main" id="{2944527D-9841-8E40-BC73-5D484850BFF1}"/>
              </a:ext>
            </a:extLst>
          </p:cNvPr>
          <p:cNvPicPr>
            <a:picLocks noChangeAspect="1"/>
          </p:cNvPicPr>
          <p:nvPr/>
        </p:nvPicPr>
        <p:blipFill>
          <a:blip r:embed="rId20" cstate="print">
            <a:extLst>
              <a:ext uri="{28A0092B-C50C-407E-A947-70E740481C1C}">
                <a14:useLocalDpi xmlns:a14="http://schemas.microsoft.com/office/drawing/2010/main" val="0"/>
              </a:ext>
            </a:extLst>
          </a:blip>
          <a:stretch>
            <a:fillRect/>
          </a:stretch>
        </p:blipFill>
        <p:spPr>
          <a:xfrm>
            <a:off x="3433739" y="255787"/>
            <a:ext cx="400420" cy="374904"/>
          </a:xfrm>
          <a:prstGeom prst="rect">
            <a:avLst/>
          </a:prstGeom>
        </p:spPr>
      </p:pic>
      <p:pic>
        <p:nvPicPr>
          <p:cNvPr id="54" name="Gold Coin 2">
            <a:extLst>
              <a:ext uri="{FF2B5EF4-FFF2-40B4-BE49-F238E27FC236}">
                <a16:creationId xmlns:a16="http://schemas.microsoft.com/office/drawing/2014/main" id="{2CE485D7-32DA-16B4-7367-0D233A189989}"/>
              </a:ext>
            </a:extLst>
          </p:cNvPr>
          <p:cNvPicPr>
            <a:picLocks noChangeAspect="1"/>
          </p:cNvPicPr>
          <p:nvPr/>
        </p:nvPicPr>
        <p:blipFill>
          <a:blip r:embed="rId20" cstate="print">
            <a:extLst>
              <a:ext uri="{28A0092B-C50C-407E-A947-70E740481C1C}">
                <a14:useLocalDpi xmlns:a14="http://schemas.microsoft.com/office/drawing/2010/main" val="0"/>
              </a:ext>
            </a:extLst>
          </a:blip>
          <a:stretch>
            <a:fillRect/>
          </a:stretch>
        </p:blipFill>
        <p:spPr>
          <a:xfrm>
            <a:off x="4161625" y="261883"/>
            <a:ext cx="400420" cy="374904"/>
          </a:xfrm>
          <a:prstGeom prst="rect">
            <a:avLst/>
          </a:prstGeom>
        </p:spPr>
      </p:pic>
      <p:pic>
        <p:nvPicPr>
          <p:cNvPr id="58" name="Gold Coin 1">
            <a:extLst>
              <a:ext uri="{FF2B5EF4-FFF2-40B4-BE49-F238E27FC236}">
                <a16:creationId xmlns:a16="http://schemas.microsoft.com/office/drawing/2014/main" id="{01FCF8D1-6451-FEA2-04F0-46621B7889AB}"/>
              </a:ext>
            </a:extLst>
          </p:cNvPr>
          <p:cNvPicPr>
            <a:picLocks noChangeAspect="1"/>
          </p:cNvPicPr>
          <p:nvPr/>
        </p:nvPicPr>
        <p:blipFill>
          <a:blip r:embed="rId20" cstate="print">
            <a:extLst>
              <a:ext uri="{28A0092B-C50C-407E-A947-70E740481C1C}">
                <a14:useLocalDpi xmlns:a14="http://schemas.microsoft.com/office/drawing/2010/main" val="0"/>
              </a:ext>
            </a:extLst>
          </a:blip>
          <a:stretch>
            <a:fillRect/>
          </a:stretch>
        </p:blipFill>
        <p:spPr>
          <a:xfrm>
            <a:off x="3548254" y="2331110"/>
            <a:ext cx="400420" cy="374904"/>
          </a:xfrm>
          <a:prstGeom prst="rect">
            <a:avLst/>
          </a:prstGeom>
        </p:spPr>
      </p:pic>
      <p:pic>
        <p:nvPicPr>
          <p:cNvPr id="59" name="Gold Coin 2">
            <a:extLst>
              <a:ext uri="{FF2B5EF4-FFF2-40B4-BE49-F238E27FC236}">
                <a16:creationId xmlns:a16="http://schemas.microsoft.com/office/drawing/2014/main" id="{4D367738-02BF-E34A-E2C5-7648650560CE}"/>
              </a:ext>
            </a:extLst>
          </p:cNvPr>
          <p:cNvPicPr>
            <a:picLocks noChangeAspect="1"/>
          </p:cNvPicPr>
          <p:nvPr/>
        </p:nvPicPr>
        <p:blipFill>
          <a:blip r:embed="rId20" cstate="print">
            <a:extLst>
              <a:ext uri="{28A0092B-C50C-407E-A947-70E740481C1C}">
                <a14:useLocalDpi xmlns:a14="http://schemas.microsoft.com/office/drawing/2010/main" val="0"/>
              </a:ext>
            </a:extLst>
          </a:blip>
          <a:stretch>
            <a:fillRect/>
          </a:stretch>
        </p:blipFill>
        <p:spPr>
          <a:xfrm>
            <a:off x="4276140" y="2337206"/>
            <a:ext cx="400420" cy="374904"/>
          </a:xfrm>
          <a:prstGeom prst="rect">
            <a:avLst/>
          </a:prstGeom>
        </p:spPr>
      </p:pic>
      <p:pic>
        <p:nvPicPr>
          <p:cNvPr id="60" name="Gold Coin 3">
            <a:extLst>
              <a:ext uri="{FF2B5EF4-FFF2-40B4-BE49-F238E27FC236}">
                <a16:creationId xmlns:a16="http://schemas.microsoft.com/office/drawing/2014/main" id="{2D421196-681F-78A7-1DC3-F4E1461F075D}"/>
              </a:ext>
            </a:extLst>
          </p:cNvPr>
          <p:cNvPicPr>
            <a:picLocks noChangeAspect="1"/>
          </p:cNvPicPr>
          <p:nvPr/>
        </p:nvPicPr>
        <p:blipFill>
          <a:blip r:embed="rId20" cstate="print">
            <a:extLst>
              <a:ext uri="{28A0092B-C50C-407E-A947-70E740481C1C}">
                <a14:useLocalDpi xmlns:a14="http://schemas.microsoft.com/office/drawing/2010/main" val="0"/>
              </a:ext>
            </a:extLst>
          </a:blip>
          <a:stretch>
            <a:fillRect/>
          </a:stretch>
        </p:blipFill>
        <p:spPr>
          <a:xfrm>
            <a:off x="3583736" y="3027357"/>
            <a:ext cx="400420" cy="374904"/>
          </a:xfrm>
          <a:prstGeom prst="rect">
            <a:avLst/>
          </a:prstGeom>
        </p:spPr>
      </p:pic>
      <p:pic>
        <p:nvPicPr>
          <p:cNvPr id="61" name="Gold Coin 4">
            <a:extLst>
              <a:ext uri="{FF2B5EF4-FFF2-40B4-BE49-F238E27FC236}">
                <a16:creationId xmlns:a16="http://schemas.microsoft.com/office/drawing/2014/main" id="{55B1402F-8991-52D0-9774-387EF8EB2EFE}"/>
              </a:ext>
            </a:extLst>
          </p:cNvPr>
          <p:cNvPicPr>
            <a:picLocks noChangeAspect="1"/>
          </p:cNvPicPr>
          <p:nvPr/>
        </p:nvPicPr>
        <p:blipFill>
          <a:blip r:embed="rId20" cstate="print">
            <a:extLst>
              <a:ext uri="{28A0092B-C50C-407E-A947-70E740481C1C}">
                <a14:useLocalDpi xmlns:a14="http://schemas.microsoft.com/office/drawing/2010/main" val="0"/>
              </a:ext>
            </a:extLst>
          </a:blip>
          <a:stretch>
            <a:fillRect/>
          </a:stretch>
        </p:blipFill>
        <p:spPr>
          <a:xfrm>
            <a:off x="4312716" y="3033453"/>
            <a:ext cx="400420" cy="374904"/>
          </a:xfrm>
          <a:prstGeom prst="rect">
            <a:avLst/>
          </a:prstGeom>
        </p:spPr>
      </p:pic>
      <p:pic>
        <p:nvPicPr>
          <p:cNvPr id="62" name="Gold Coin 5">
            <a:extLst>
              <a:ext uri="{FF2B5EF4-FFF2-40B4-BE49-F238E27FC236}">
                <a16:creationId xmlns:a16="http://schemas.microsoft.com/office/drawing/2014/main" id="{8EC24EA5-A2C6-7619-838B-A3F78359A056}"/>
              </a:ext>
            </a:extLst>
          </p:cNvPr>
          <p:cNvPicPr>
            <a:picLocks noChangeAspect="1"/>
          </p:cNvPicPr>
          <p:nvPr/>
        </p:nvPicPr>
        <p:blipFill>
          <a:blip r:embed="rId20" cstate="print">
            <a:extLst>
              <a:ext uri="{28A0092B-C50C-407E-A947-70E740481C1C}">
                <a14:useLocalDpi xmlns:a14="http://schemas.microsoft.com/office/drawing/2010/main" val="0"/>
              </a:ext>
            </a:extLst>
          </a:blip>
          <a:stretch>
            <a:fillRect/>
          </a:stretch>
        </p:blipFill>
        <p:spPr>
          <a:xfrm>
            <a:off x="3930250" y="2686590"/>
            <a:ext cx="400420" cy="374904"/>
          </a:xfrm>
          <a:prstGeom prst="rect">
            <a:avLst/>
          </a:prstGeom>
        </p:spPr>
      </p:pic>
      <p:pic>
        <p:nvPicPr>
          <p:cNvPr id="63" name="Gold Coin 1">
            <a:extLst>
              <a:ext uri="{FF2B5EF4-FFF2-40B4-BE49-F238E27FC236}">
                <a16:creationId xmlns:a16="http://schemas.microsoft.com/office/drawing/2014/main" id="{C635270D-6525-FA67-E555-83AFB8522276}"/>
              </a:ext>
            </a:extLst>
          </p:cNvPr>
          <p:cNvPicPr>
            <a:picLocks noChangeAspect="1"/>
          </p:cNvPicPr>
          <p:nvPr/>
        </p:nvPicPr>
        <p:blipFill>
          <a:blip r:embed="rId20" cstate="print">
            <a:extLst>
              <a:ext uri="{28A0092B-C50C-407E-A947-70E740481C1C}">
                <a14:useLocalDpi xmlns:a14="http://schemas.microsoft.com/office/drawing/2010/main" val="0"/>
              </a:ext>
            </a:extLst>
          </a:blip>
          <a:stretch>
            <a:fillRect/>
          </a:stretch>
        </p:blipFill>
        <p:spPr>
          <a:xfrm>
            <a:off x="3666257" y="4395908"/>
            <a:ext cx="400420" cy="374904"/>
          </a:xfrm>
          <a:prstGeom prst="rect">
            <a:avLst/>
          </a:prstGeom>
        </p:spPr>
      </p:pic>
      <p:pic>
        <p:nvPicPr>
          <p:cNvPr id="72" name="Gold Coin 1">
            <a:extLst>
              <a:ext uri="{FF2B5EF4-FFF2-40B4-BE49-F238E27FC236}">
                <a16:creationId xmlns:a16="http://schemas.microsoft.com/office/drawing/2014/main" id="{C84583A5-D49E-94E0-CB5E-C7E31590FCEA}"/>
              </a:ext>
            </a:extLst>
          </p:cNvPr>
          <p:cNvPicPr>
            <a:picLocks noChangeAspect="1"/>
          </p:cNvPicPr>
          <p:nvPr/>
        </p:nvPicPr>
        <p:blipFill>
          <a:blip r:embed="rId20" cstate="print">
            <a:extLst>
              <a:ext uri="{28A0092B-C50C-407E-A947-70E740481C1C}">
                <a14:useLocalDpi xmlns:a14="http://schemas.microsoft.com/office/drawing/2010/main" val="0"/>
              </a:ext>
            </a:extLst>
          </a:blip>
          <a:stretch>
            <a:fillRect/>
          </a:stretch>
        </p:blipFill>
        <p:spPr>
          <a:xfrm>
            <a:off x="3773700" y="6459603"/>
            <a:ext cx="400420" cy="374904"/>
          </a:xfrm>
          <a:prstGeom prst="rect">
            <a:avLst/>
          </a:prstGeom>
        </p:spPr>
      </p:pic>
      <p:pic>
        <p:nvPicPr>
          <p:cNvPr id="73" name="Gold Coin 2">
            <a:extLst>
              <a:ext uri="{FF2B5EF4-FFF2-40B4-BE49-F238E27FC236}">
                <a16:creationId xmlns:a16="http://schemas.microsoft.com/office/drawing/2014/main" id="{8471FBB4-0B6B-3F25-B147-D4BD47C4DF48}"/>
              </a:ext>
            </a:extLst>
          </p:cNvPr>
          <p:cNvPicPr>
            <a:picLocks noChangeAspect="1"/>
          </p:cNvPicPr>
          <p:nvPr/>
        </p:nvPicPr>
        <p:blipFill>
          <a:blip r:embed="rId20" cstate="print">
            <a:extLst>
              <a:ext uri="{28A0092B-C50C-407E-A947-70E740481C1C}">
                <a14:useLocalDpi xmlns:a14="http://schemas.microsoft.com/office/drawing/2010/main" val="0"/>
              </a:ext>
            </a:extLst>
          </a:blip>
          <a:stretch>
            <a:fillRect/>
          </a:stretch>
        </p:blipFill>
        <p:spPr>
          <a:xfrm>
            <a:off x="4501586" y="6465699"/>
            <a:ext cx="400420" cy="374904"/>
          </a:xfrm>
          <a:prstGeom prst="rect">
            <a:avLst/>
          </a:prstGeom>
        </p:spPr>
      </p:pic>
      <p:pic>
        <p:nvPicPr>
          <p:cNvPr id="74" name="Gold Coin 3">
            <a:extLst>
              <a:ext uri="{FF2B5EF4-FFF2-40B4-BE49-F238E27FC236}">
                <a16:creationId xmlns:a16="http://schemas.microsoft.com/office/drawing/2014/main" id="{85E79E38-8EA1-C01F-9DEF-7408A25E5596}"/>
              </a:ext>
            </a:extLst>
          </p:cNvPr>
          <p:cNvPicPr>
            <a:picLocks noChangeAspect="1"/>
          </p:cNvPicPr>
          <p:nvPr/>
        </p:nvPicPr>
        <p:blipFill>
          <a:blip r:embed="rId20" cstate="print">
            <a:extLst>
              <a:ext uri="{28A0092B-C50C-407E-A947-70E740481C1C}">
                <a14:useLocalDpi xmlns:a14="http://schemas.microsoft.com/office/drawing/2010/main" val="0"/>
              </a:ext>
            </a:extLst>
          </a:blip>
          <a:stretch>
            <a:fillRect/>
          </a:stretch>
        </p:blipFill>
        <p:spPr>
          <a:xfrm>
            <a:off x="3809182" y="7155850"/>
            <a:ext cx="400420" cy="374904"/>
          </a:xfrm>
          <a:prstGeom prst="rect">
            <a:avLst/>
          </a:prstGeom>
        </p:spPr>
      </p:pic>
      <p:pic>
        <p:nvPicPr>
          <p:cNvPr id="75" name="Gold Coin 4">
            <a:extLst>
              <a:ext uri="{FF2B5EF4-FFF2-40B4-BE49-F238E27FC236}">
                <a16:creationId xmlns:a16="http://schemas.microsoft.com/office/drawing/2014/main" id="{39328579-7BE6-F851-2F03-1EBF84D8A66C}"/>
              </a:ext>
            </a:extLst>
          </p:cNvPr>
          <p:cNvPicPr>
            <a:picLocks noChangeAspect="1"/>
          </p:cNvPicPr>
          <p:nvPr/>
        </p:nvPicPr>
        <p:blipFill>
          <a:blip r:embed="rId20" cstate="print">
            <a:extLst>
              <a:ext uri="{28A0092B-C50C-407E-A947-70E740481C1C}">
                <a14:useLocalDpi xmlns:a14="http://schemas.microsoft.com/office/drawing/2010/main" val="0"/>
              </a:ext>
            </a:extLst>
          </a:blip>
          <a:stretch>
            <a:fillRect/>
          </a:stretch>
        </p:blipFill>
        <p:spPr>
          <a:xfrm>
            <a:off x="4538162" y="7161946"/>
            <a:ext cx="400420" cy="374904"/>
          </a:xfrm>
          <a:prstGeom prst="rect">
            <a:avLst/>
          </a:prstGeom>
        </p:spPr>
      </p:pic>
      <p:pic>
        <p:nvPicPr>
          <p:cNvPr id="79" name="Gold Coin 1">
            <a:extLst>
              <a:ext uri="{FF2B5EF4-FFF2-40B4-BE49-F238E27FC236}">
                <a16:creationId xmlns:a16="http://schemas.microsoft.com/office/drawing/2014/main" id="{B519E1ED-137D-1E12-CE45-775BC3726AC6}"/>
              </a:ext>
            </a:extLst>
          </p:cNvPr>
          <p:cNvPicPr>
            <a:picLocks noChangeAspect="1"/>
          </p:cNvPicPr>
          <p:nvPr/>
        </p:nvPicPr>
        <p:blipFill>
          <a:blip r:embed="rId20" cstate="print">
            <a:extLst>
              <a:ext uri="{28A0092B-C50C-407E-A947-70E740481C1C}">
                <a14:useLocalDpi xmlns:a14="http://schemas.microsoft.com/office/drawing/2010/main" val="0"/>
              </a:ext>
            </a:extLst>
          </a:blip>
          <a:stretch>
            <a:fillRect/>
          </a:stretch>
        </p:blipFill>
        <p:spPr>
          <a:xfrm>
            <a:off x="12861981" y="279730"/>
            <a:ext cx="400420" cy="374904"/>
          </a:xfrm>
          <a:prstGeom prst="rect">
            <a:avLst/>
          </a:prstGeom>
        </p:spPr>
      </p:pic>
      <p:pic>
        <p:nvPicPr>
          <p:cNvPr id="92" name="Gold Coin 1">
            <a:extLst>
              <a:ext uri="{FF2B5EF4-FFF2-40B4-BE49-F238E27FC236}">
                <a16:creationId xmlns:a16="http://schemas.microsoft.com/office/drawing/2014/main" id="{8B7A3FF4-DEED-AB40-0853-6A0CD696DD85}"/>
              </a:ext>
            </a:extLst>
          </p:cNvPr>
          <p:cNvPicPr>
            <a:picLocks noChangeAspect="1"/>
          </p:cNvPicPr>
          <p:nvPr/>
        </p:nvPicPr>
        <p:blipFill>
          <a:blip r:embed="rId20" cstate="print">
            <a:extLst>
              <a:ext uri="{28A0092B-C50C-407E-A947-70E740481C1C}">
                <a14:useLocalDpi xmlns:a14="http://schemas.microsoft.com/office/drawing/2010/main" val="0"/>
              </a:ext>
            </a:extLst>
          </a:blip>
          <a:stretch>
            <a:fillRect/>
          </a:stretch>
        </p:blipFill>
        <p:spPr>
          <a:xfrm>
            <a:off x="12976496" y="2355053"/>
            <a:ext cx="400420" cy="374904"/>
          </a:xfrm>
          <a:prstGeom prst="rect">
            <a:avLst/>
          </a:prstGeom>
        </p:spPr>
      </p:pic>
      <p:pic>
        <p:nvPicPr>
          <p:cNvPr id="93" name="Gold Coin 2">
            <a:extLst>
              <a:ext uri="{FF2B5EF4-FFF2-40B4-BE49-F238E27FC236}">
                <a16:creationId xmlns:a16="http://schemas.microsoft.com/office/drawing/2014/main" id="{5235CDF8-05A8-5A21-1AC4-5150C90AC0E8}"/>
              </a:ext>
            </a:extLst>
          </p:cNvPr>
          <p:cNvPicPr>
            <a:picLocks noChangeAspect="1"/>
          </p:cNvPicPr>
          <p:nvPr/>
        </p:nvPicPr>
        <p:blipFill>
          <a:blip r:embed="rId20" cstate="print">
            <a:extLst>
              <a:ext uri="{28A0092B-C50C-407E-A947-70E740481C1C}">
                <a14:useLocalDpi xmlns:a14="http://schemas.microsoft.com/office/drawing/2010/main" val="0"/>
              </a:ext>
            </a:extLst>
          </a:blip>
          <a:stretch>
            <a:fillRect/>
          </a:stretch>
        </p:blipFill>
        <p:spPr>
          <a:xfrm>
            <a:off x="13704382" y="2361149"/>
            <a:ext cx="400420" cy="374904"/>
          </a:xfrm>
          <a:prstGeom prst="rect">
            <a:avLst/>
          </a:prstGeom>
        </p:spPr>
      </p:pic>
      <p:pic>
        <p:nvPicPr>
          <p:cNvPr id="94" name="Gold Coin 3">
            <a:extLst>
              <a:ext uri="{FF2B5EF4-FFF2-40B4-BE49-F238E27FC236}">
                <a16:creationId xmlns:a16="http://schemas.microsoft.com/office/drawing/2014/main" id="{ADDA8BED-F5B9-5C15-8E85-A4CFF5D62B3A}"/>
              </a:ext>
            </a:extLst>
          </p:cNvPr>
          <p:cNvPicPr>
            <a:picLocks noChangeAspect="1"/>
          </p:cNvPicPr>
          <p:nvPr/>
        </p:nvPicPr>
        <p:blipFill>
          <a:blip r:embed="rId20" cstate="print">
            <a:extLst>
              <a:ext uri="{28A0092B-C50C-407E-A947-70E740481C1C}">
                <a14:useLocalDpi xmlns:a14="http://schemas.microsoft.com/office/drawing/2010/main" val="0"/>
              </a:ext>
            </a:extLst>
          </a:blip>
          <a:stretch>
            <a:fillRect/>
          </a:stretch>
        </p:blipFill>
        <p:spPr>
          <a:xfrm>
            <a:off x="13011978" y="3051300"/>
            <a:ext cx="400420" cy="374904"/>
          </a:xfrm>
          <a:prstGeom prst="rect">
            <a:avLst/>
          </a:prstGeom>
        </p:spPr>
      </p:pic>
      <p:pic>
        <p:nvPicPr>
          <p:cNvPr id="97" name="Gold Coin 1">
            <a:extLst>
              <a:ext uri="{FF2B5EF4-FFF2-40B4-BE49-F238E27FC236}">
                <a16:creationId xmlns:a16="http://schemas.microsoft.com/office/drawing/2014/main" id="{60BD5144-73A1-F3B7-784A-28ABD0D4707A}"/>
              </a:ext>
            </a:extLst>
          </p:cNvPr>
          <p:cNvPicPr>
            <a:picLocks noChangeAspect="1"/>
          </p:cNvPicPr>
          <p:nvPr/>
        </p:nvPicPr>
        <p:blipFill>
          <a:blip r:embed="rId20" cstate="print">
            <a:extLst>
              <a:ext uri="{28A0092B-C50C-407E-A947-70E740481C1C}">
                <a14:useLocalDpi xmlns:a14="http://schemas.microsoft.com/office/drawing/2010/main" val="0"/>
              </a:ext>
            </a:extLst>
          </a:blip>
          <a:stretch>
            <a:fillRect/>
          </a:stretch>
        </p:blipFill>
        <p:spPr>
          <a:xfrm>
            <a:off x="13094499" y="4419851"/>
            <a:ext cx="400420" cy="374904"/>
          </a:xfrm>
          <a:prstGeom prst="rect">
            <a:avLst/>
          </a:prstGeom>
        </p:spPr>
      </p:pic>
      <p:pic>
        <p:nvPicPr>
          <p:cNvPr id="98" name="Gold Coin 2">
            <a:extLst>
              <a:ext uri="{FF2B5EF4-FFF2-40B4-BE49-F238E27FC236}">
                <a16:creationId xmlns:a16="http://schemas.microsoft.com/office/drawing/2014/main" id="{98CDDFE1-7228-7502-E4DE-EA53C5FF6C57}"/>
              </a:ext>
            </a:extLst>
          </p:cNvPr>
          <p:cNvPicPr>
            <a:picLocks noChangeAspect="1"/>
          </p:cNvPicPr>
          <p:nvPr/>
        </p:nvPicPr>
        <p:blipFill>
          <a:blip r:embed="rId20" cstate="print">
            <a:extLst>
              <a:ext uri="{28A0092B-C50C-407E-A947-70E740481C1C}">
                <a14:useLocalDpi xmlns:a14="http://schemas.microsoft.com/office/drawing/2010/main" val="0"/>
              </a:ext>
            </a:extLst>
          </a:blip>
          <a:stretch>
            <a:fillRect/>
          </a:stretch>
        </p:blipFill>
        <p:spPr>
          <a:xfrm>
            <a:off x="13822385" y="4425947"/>
            <a:ext cx="400420" cy="374904"/>
          </a:xfrm>
          <a:prstGeom prst="rect">
            <a:avLst/>
          </a:prstGeom>
        </p:spPr>
      </p:pic>
      <p:pic>
        <p:nvPicPr>
          <p:cNvPr id="102" name="Gold Coin 1">
            <a:extLst>
              <a:ext uri="{FF2B5EF4-FFF2-40B4-BE49-F238E27FC236}">
                <a16:creationId xmlns:a16="http://schemas.microsoft.com/office/drawing/2014/main" id="{99F11F17-3DDD-EC5A-F24E-8E4F673FE650}"/>
              </a:ext>
            </a:extLst>
          </p:cNvPr>
          <p:cNvPicPr>
            <a:picLocks noChangeAspect="1"/>
          </p:cNvPicPr>
          <p:nvPr/>
        </p:nvPicPr>
        <p:blipFill>
          <a:blip r:embed="rId20" cstate="print">
            <a:extLst>
              <a:ext uri="{28A0092B-C50C-407E-A947-70E740481C1C}">
                <a14:useLocalDpi xmlns:a14="http://schemas.microsoft.com/office/drawing/2010/main" val="0"/>
              </a:ext>
            </a:extLst>
          </a:blip>
          <a:stretch>
            <a:fillRect/>
          </a:stretch>
        </p:blipFill>
        <p:spPr>
          <a:xfrm>
            <a:off x="13201942" y="6483546"/>
            <a:ext cx="400420" cy="374904"/>
          </a:xfrm>
          <a:prstGeom prst="rect">
            <a:avLst/>
          </a:prstGeom>
        </p:spPr>
      </p:pic>
      <p:pic>
        <p:nvPicPr>
          <p:cNvPr id="103" name="Gold Coin 2">
            <a:extLst>
              <a:ext uri="{FF2B5EF4-FFF2-40B4-BE49-F238E27FC236}">
                <a16:creationId xmlns:a16="http://schemas.microsoft.com/office/drawing/2014/main" id="{84A56950-E01E-B3B1-F4C0-693CB5E68951}"/>
              </a:ext>
            </a:extLst>
          </p:cNvPr>
          <p:cNvPicPr>
            <a:picLocks noChangeAspect="1"/>
          </p:cNvPicPr>
          <p:nvPr/>
        </p:nvPicPr>
        <p:blipFill>
          <a:blip r:embed="rId20" cstate="print">
            <a:extLst>
              <a:ext uri="{28A0092B-C50C-407E-A947-70E740481C1C}">
                <a14:useLocalDpi xmlns:a14="http://schemas.microsoft.com/office/drawing/2010/main" val="0"/>
              </a:ext>
            </a:extLst>
          </a:blip>
          <a:stretch>
            <a:fillRect/>
          </a:stretch>
        </p:blipFill>
        <p:spPr>
          <a:xfrm>
            <a:off x="13929828" y="6489642"/>
            <a:ext cx="400420" cy="374904"/>
          </a:xfrm>
          <a:prstGeom prst="rect">
            <a:avLst/>
          </a:prstGeom>
        </p:spPr>
      </p:pic>
      <p:pic>
        <p:nvPicPr>
          <p:cNvPr id="104" name="Gold Coin 3">
            <a:extLst>
              <a:ext uri="{FF2B5EF4-FFF2-40B4-BE49-F238E27FC236}">
                <a16:creationId xmlns:a16="http://schemas.microsoft.com/office/drawing/2014/main" id="{84C15DDC-7F4B-84D2-0344-330AF045FFFA}"/>
              </a:ext>
            </a:extLst>
          </p:cNvPr>
          <p:cNvPicPr>
            <a:picLocks noChangeAspect="1"/>
          </p:cNvPicPr>
          <p:nvPr/>
        </p:nvPicPr>
        <p:blipFill>
          <a:blip r:embed="rId20" cstate="print">
            <a:extLst>
              <a:ext uri="{28A0092B-C50C-407E-A947-70E740481C1C}">
                <a14:useLocalDpi xmlns:a14="http://schemas.microsoft.com/office/drawing/2010/main" val="0"/>
              </a:ext>
            </a:extLst>
          </a:blip>
          <a:stretch>
            <a:fillRect/>
          </a:stretch>
        </p:blipFill>
        <p:spPr>
          <a:xfrm>
            <a:off x="13237424" y="7179793"/>
            <a:ext cx="400420" cy="374904"/>
          </a:xfrm>
          <a:prstGeom prst="rect">
            <a:avLst/>
          </a:prstGeom>
        </p:spPr>
      </p:pic>
      <p:pic>
        <p:nvPicPr>
          <p:cNvPr id="105" name="Gold Coin 4">
            <a:extLst>
              <a:ext uri="{FF2B5EF4-FFF2-40B4-BE49-F238E27FC236}">
                <a16:creationId xmlns:a16="http://schemas.microsoft.com/office/drawing/2014/main" id="{7E54ECFD-A833-6A11-B083-C027E026904D}"/>
              </a:ext>
            </a:extLst>
          </p:cNvPr>
          <p:cNvPicPr>
            <a:picLocks noChangeAspect="1"/>
          </p:cNvPicPr>
          <p:nvPr/>
        </p:nvPicPr>
        <p:blipFill>
          <a:blip r:embed="rId20" cstate="print">
            <a:extLst>
              <a:ext uri="{28A0092B-C50C-407E-A947-70E740481C1C}">
                <a14:useLocalDpi xmlns:a14="http://schemas.microsoft.com/office/drawing/2010/main" val="0"/>
              </a:ext>
            </a:extLst>
          </a:blip>
          <a:stretch>
            <a:fillRect/>
          </a:stretch>
        </p:blipFill>
        <p:spPr>
          <a:xfrm>
            <a:off x="13966404" y="7185889"/>
            <a:ext cx="400420" cy="374904"/>
          </a:xfrm>
          <a:prstGeom prst="rect">
            <a:avLst/>
          </a:prstGeom>
        </p:spPr>
      </p:pic>
      <p:pic>
        <p:nvPicPr>
          <p:cNvPr id="107" name="gold piece sequence (5 pieces) 1 (leandri140029).mp3">
            <a:hlinkClick r:id="" action="ppaction://media"/>
          </p:cNvPr>
          <p:cNvPicPr>
            <a:picLocks noChangeAspect="1"/>
          </p:cNvPicPr>
          <p:nvPr>
            <a:audioFile r:link="rId10"/>
            <p:extLst>
              <p:ext uri="{DAA4B4D4-6D71-4841-9C94-3DE7FCFB9230}">
                <p14:media xmlns:p14="http://schemas.microsoft.com/office/powerpoint/2010/main" r:embed="rId9"/>
              </p:ext>
            </p:extLst>
          </p:nvPr>
        </p:nvPicPr>
        <p:blipFill>
          <a:blip r:embed="rId21"/>
          <a:stretch>
            <a:fillRect/>
          </a:stretch>
        </p:blipFill>
        <p:spPr>
          <a:xfrm>
            <a:off x="6346507" y="8534399"/>
            <a:ext cx="487363" cy="487363"/>
          </a:xfrm>
          <a:prstGeom prst="rect">
            <a:avLst/>
          </a:prstGeom>
        </p:spPr>
      </p:pic>
    </p:spTree>
    <p:extLst>
      <p:ext uri="{BB962C8B-B14F-4D97-AF65-F5344CB8AC3E}">
        <p14:creationId xmlns:p14="http://schemas.microsoft.com/office/powerpoint/2010/main" val="3898965822"/>
      </p:ext>
    </p:extLst>
  </p:cSld>
  <p:clrMapOvr>
    <a:masterClrMapping/>
  </p:clrMapOvr>
  <mc:AlternateContent xmlns:mc="http://schemas.openxmlformats.org/markup-compatibility/2006" xmlns:p14="http://schemas.microsoft.com/office/powerpoint/2010/main">
    <mc:Choice Requires="p14">
      <p:transition spd="slow" p14:dur="1300">
        <p14:pan/>
      </p:transition>
    </mc:Choice>
    <mc:Fallback xmlns="">
      <p:transition spd="slow">
        <p:fade/>
      </p:transition>
    </mc:Fallback>
  </mc:AlternateContent>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mediacall" presetSubtype="0" fill="hold" nodeType="clickEffect">
                                  <p:stCondLst>
                                    <p:cond delay="0"/>
                                  </p:stCondLst>
                                  <p:childTnLst>
                                    <p:cmd type="call" cmd="playFrom(0.0)">
                                      <p:cBhvr>
                                        <p:cTn id="6" dur="40045" fill="hold"/>
                                        <p:tgtEl>
                                          <p:spTgt spid="52"/>
                                        </p:tgtEl>
                                      </p:cBhvr>
                                    </p:cmd>
                                  </p:childTnLst>
                                </p:cTn>
                              </p:par>
                              <p:par>
                                <p:cTn id="7" presetID="0" presetClass="path" presetSubtype="0" fill="hold" nodeType="withEffect">
                                  <p:stCondLst>
                                    <p:cond delay="0"/>
                                  </p:stCondLst>
                                  <p:childTnLst>
                                    <p:animMotion origin="layout" path="M 0.00021 -0.00077 L 0.00021 -0.0216 L -0.02518 -0.0216 L -0.02518 0.00039 L -0.02518 -0.0216 L -0.04926 -0.0216 L -0.04992 -0.00077 L -0.04926 -0.0216 L -0.07466 -0.0216 L -0.07531 -0.00174 L -0.07531 -0.0216 L -0.0994 -0.0216 L -0.10005 -0.00174 L -0.10059 -0.0216 L -0.12424 -0.0216 L -0.12479 -0.00174 L -0.12479 -0.02045 L -0.14953 -0.0216 L -0.14953 -0.00289 L -0.14953 -0.0216 L -0.17426 -0.02276 L -0.17426 -0.00174 L -0.17492 -0.0216 L -0.19835 -0.02276 L -0.199 -0.00174 L -0.199 -0.02276 L -0.22385 -0.02276 L -0.22385 -0.00174 L -0.22385 -0.02276 L -0.24913 -0.02276 L -0.24848 -0.00289 L -0.24848 -0.02276 L -0.27387 -0.02276 L -0.27387 -0.00174 L -0.27387 -0.02276 L -0.29818 -0.02276 L -0.29818 -0.00174 L -0.29872 -0.02276 L -0.32346 -0.02276 L -0.32346 -0.00174 L -0.324 -0.02276 L -0.34755 -0.02276 L -0.34755 -0.00174 L -0.3469 -0.02392 L -0.37175 -0.02392 L -0.37229 -0.00289 L -0.37229 -0.02392 L -0.39768 -0.02392 L -0.39768 -0.00174 L -0.39703 -0.02488 L -0.42177 -0.02488 L -0.42242 -0.00174 L -0.42242 -0.02488 L -0.44662 -0.02488 L -0.44716 -0.00289 L -0.44716 -0.02488 L -0.4719 -0.02488 L -0.4719 -0.00289 L -0.47125 -0.02488 L -0.49664 -0.02488 L -0.49664 -0.00289 L -0.4961 -0.02604 L -0.52138 -0.02604 L -0.52138 -0.00174 L -0.52138 -0.02604 L -0.54623 -0.02604 L -0.54623 -0.00405 L -0.54623 -0.02604 L -0.57042 -0.02604 L -0.57042 -0.00289 L -0.57107 -0.02604 L -0.59571 -0.02604 L -0.59571 -0.00405 L -0.59505 -0.02604 L -0.61979 -0.02604 L -0.62045 -0.00405 L -0.62045 -0.02604 L -0.64594 -0.02604 L -0.64594 -0.00405 L -0.64594 -0.0272 L -0.67058 -0.0272 L -0.66992 -0.00289 L -0.67058 -0.02604 L -0.69532 -0.02604 L -0.69466 -0.00405 L -0.69597 -0.02604 L -0.72016 -0.02604 L -0.72081 -0.00405 L -0.72016 -0.0272 L -0.74414 -0.0272 L -0.7436 -0.00289 L -0.74414 -0.02604 L -0.76953 -0.02604 L -0.76953 -0.00405 L -0.76953 -0.02604 L -0.79373 -0.02604 L -0.79373 -0.00405 L -0.79373 -0.02488 L -0.81847 -0.02488 L -0.81912 -0.00521 L -0.81847 -0.02488 L -0.84386 -0.02488 L -0.84386 -0.00405 L -0.84386 -0.02488 L -0.8686 -0.02488 L -0.8686 -0.00405 L -0.8686 -0.02488 L -0.89334 -0.02488 L -0.89334 -0.00405 L -0.89334 -0.02488 L -0.91808 -0.02488 L -0.91808 -0.00521 L -0.91808 -0.02604 L -0.94282 -0.02604 L -0.94282 -0.00637 L -0.94282 -0.02604 L -0.96756 -0.02604 L -0.96756 -0.00521 L -0.96756 -0.02604 L -0.99176 -0.02604 L -0.9923 -0.00637 " pathEditMode="relative" ptsTypes="AAAAAAAAAAAAAAAAAAAAAAAAAAAAAAAAAAAAAAAAAAAAAAAAAAAAAAAAAAAAAAAAAAAAAAAAAAAAAAAAAAAAAAAAAAAAAAAAAAAAAAAAAAAAAAAAAAAAAAAAA">
                                      <p:cBhvr>
                                        <p:cTn id="8" dur="40000" fill="hold"/>
                                        <p:tgtEl>
                                          <p:spTgt spid="51"/>
                                        </p:tgtEl>
                                        <p:attrNameLst>
                                          <p:attrName>ppt_x</p:attrName>
                                          <p:attrName>ppt_y</p:attrName>
                                        </p:attrNameLst>
                                      </p:cBhvr>
                                    </p:animMotion>
                                  </p:childTnLst>
                                </p:cTn>
                              </p:par>
                            </p:childTnLst>
                          </p:cTn>
                        </p:par>
                      </p:childTnLst>
                    </p:cTn>
                  </p:par>
                  <p:par>
                    <p:cTn id="9" fill="hold">
                      <p:stCondLst>
                        <p:cond delay="indefinite"/>
                      </p:stCondLst>
                      <p:childTnLst>
                        <p:par>
                          <p:cTn id="10" fill="hold">
                            <p:stCondLst>
                              <p:cond delay="0"/>
                            </p:stCondLst>
                            <p:childTnLst>
                              <p:par>
                                <p:cTn id="11" presetID="1" presetClass="mediacall" presetSubtype="0" fill="hold" nodeType="clickEffect">
                                  <p:stCondLst>
                                    <p:cond delay="0"/>
                                  </p:stCondLst>
                                  <p:childTnLst>
                                    <p:cmd type="call" cmd="playFrom(0.0)">
                                      <p:cBhvr>
                                        <p:cTn id="12" dur="417" fill="hold"/>
                                        <p:tgtEl>
                                          <p:spTgt spid="49"/>
                                        </p:tgtEl>
                                      </p:cBhvr>
                                    </p:cmd>
                                  </p:childTnLst>
                                </p:cTn>
                              </p:par>
                            </p:childTnLst>
                          </p:cTn>
                        </p:par>
                        <p:par>
                          <p:cTn id="13" fill="hold">
                            <p:stCondLst>
                              <p:cond delay="417"/>
                            </p:stCondLst>
                            <p:childTnLst>
                              <p:par>
                                <p:cTn id="14" presetID="1" presetClass="mediacall" presetSubtype="0" fill="hold" nodeType="afterEffect">
                                  <p:stCondLst>
                                    <p:cond delay="0"/>
                                  </p:stCondLst>
                                  <p:childTnLst>
                                    <p:cmd type="call" cmd="playFrom(0.0)">
                                      <p:cBhvr>
                                        <p:cTn id="15" dur="1152" fill="hold"/>
                                        <p:tgtEl>
                                          <p:spTgt spid="107"/>
                                        </p:tgtEl>
                                      </p:cBhvr>
                                    </p:cmd>
                                  </p:childTnLst>
                                </p:cTn>
                              </p:par>
                              <p:par>
                                <p:cTn id="16" presetID="2" presetClass="entr" presetSubtype="1" fill="hold" nodeType="withEffect">
                                  <p:stCondLst>
                                    <p:cond delay="0"/>
                                  </p:stCondLst>
                                  <p:childTnLst>
                                    <p:set>
                                      <p:cBhvr>
                                        <p:cTn id="17" dur="1" fill="hold">
                                          <p:stCondLst>
                                            <p:cond delay="0"/>
                                          </p:stCondLst>
                                        </p:cTn>
                                        <p:tgtEl>
                                          <p:spTgt spid="53"/>
                                        </p:tgtEl>
                                        <p:attrNameLst>
                                          <p:attrName>style.visibility</p:attrName>
                                        </p:attrNameLst>
                                      </p:cBhvr>
                                      <p:to>
                                        <p:strVal val="visible"/>
                                      </p:to>
                                    </p:set>
                                    <p:anim calcmode="lin" valueType="num">
                                      <p:cBhvr additive="base">
                                        <p:cTn id="18" dur="250" fill="hold"/>
                                        <p:tgtEl>
                                          <p:spTgt spid="53"/>
                                        </p:tgtEl>
                                        <p:attrNameLst>
                                          <p:attrName>ppt_x</p:attrName>
                                        </p:attrNameLst>
                                      </p:cBhvr>
                                      <p:tavLst>
                                        <p:tav tm="0">
                                          <p:val>
                                            <p:strVal val="#ppt_x"/>
                                          </p:val>
                                        </p:tav>
                                        <p:tav tm="100000">
                                          <p:val>
                                            <p:strVal val="#ppt_x"/>
                                          </p:val>
                                        </p:tav>
                                      </p:tavLst>
                                    </p:anim>
                                    <p:anim calcmode="lin" valueType="num">
                                      <p:cBhvr additive="base">
                                        <p:cTn id="19" dur="250" fill="hold"/>
                                        <p:tgtEl>
                                          <p:spTgt spid="53"/>
                                        </p:tgtEl>
                                        <p:attrNameLst>
                                          <p:attrName>ppt_y</p:attrName>
                                        </p:attrNameLst>
                                      </p:cBhvr>
                                      <p:tavLst>
                                        <p:tav tm="0">
                                          <p:val>
                                            <p:strVal val="0-#ppt_h/2"/>
                                          </p:val>
                                        </p:tav>
                                        <p:tav tm="100000">
                                          <p:val>
                                            <p:strVal val="#ppt_y"/>
                                          </p:val>
                                        </p:tav>
                                      </p:tavLst>
                                    </p:anim>
                                  </p:childTnLst>
                                </p:cTn>
                              </p:par>
                              <p:par>
                                <p:cTn id="20" presetID="2" presetClass="entr" presetSubtype="1" fill="hold" nodeType="withEffect">
                                  <p:stCondLst>
                                    <p:cond delay="0"/>
                                  </p:stCondLst>
                                  <p:childTnLst>
                                    <p:set>
                                      <p:cBhvr>
                                        <p:cTn id="21" dur="1" fill="hold">
                                          <p:stCondLst>
                                            <p:cond delay="0"/>
                                          </p:stCondLst>
                                        </p:cTn>
                                        <p:tgtEl>
                                          <p:spTgt spid="58"/>
                                        </p:tgtEl>
                                        <p:attrNameLst>
                                          <p:attrName>style.visibility</p:attrName>
                                        </p:attrNameLst>
                                      </p:cBhvr>
                                      <p:to>
                                        <p:strVal val="visible"/>
                                      </p:to>
                                    </p:set>
                                    <p:anim calcmode="lin" valueType="num">
                                      <p:cBhvr additive="base">
                                        <p:cTn id="22" dur="250" fill="hold"/>
                                        <p:tgtEl>
                                          <p:spTgt spid="58"/>
                                        </p:tgtEl>
                                        <p:attrNameLst>
                                          <p:attrName>ppt_x</p:attrName>
                                        </p:attrNameLst>
                                      </p:cBhvr>
                                      <p:tavLst>
                                        <p:tav tm="0">
                                          <p:val>
                                            <p:strVal val="#ppt_x"/>
                                          </p:val>
                                        </p:tav>
                                        <p:tav tm="100000">
                                          <p:val>
                                            <p:strVal val="#ppt_x"/>
                                          </p:val>
                                        </p:tav>
                                      </p:tavLst>
                                    </p:anim>
                                    <p:anim calcmode="lin" valueType="num">
                                      <p:cBhvr additive="base">
                                        <p:cTn id="23" dur="250" fill="hold"/>
                                        <p:tgtEl>
                                          <p:spTgt spid="58"/>
                                        </p:tgtEl>
                                        <p:attrNameLst>
                                          <p:attrName>ppt_y</p:attrName>
                                        </p:attrNameLst>
                                      </p:cBhvr>
                                      <p:tavLst>
                                        <p:tav tm="0">
                                          <p:val>
                                            <p:strVal val="0-#ppt_h/2"/>
                                          </p:val>
                                        </p:tav>
                                        <p:tav tm="100000">
                                          <p:val>
                                            <p:strVal val="#ppt_y"/>
                                          </p:val>
                                        </p:tav>
                                      </p:tavLst>
                                    </p:anim>
                                  </p:childTnLst>
                                </p:cTn>
                              </p:par>
                              <p:par>
                                <p:cTn id="24" presetID="2" presetClass="entr" presetSubtype="1" fill="hold" nodeType="withEffect">
                                  <p:stCondLst>
                                    <p:cond delay="0"/>
                                  </p:stCondLst>
                                  <p:childTnLst>
                                    <p:set>
                                      <p:cBhvr>
                                        <p:cTn id="25" dur="1" fill="hold">
                                          <p:stCondLst>
                                            <p:cond delay="0"/>
                                          </p:stCondLst>
                                        </p:cTn>
                                        <p:tgtEl>
                                          <p:spTgt spid="63"/>
                                        </p:tgtEl>
                                        <p:attrNameLst>
                                          <p:attrName>style.visibility</p:attrName>
                                        </p:attrNameLst>
                                      </p:cBhvr>
                                      <p:to>
                                        <p:strVal val="visible"/>
                                      </p:to>
                                    </p:set>
                                    <p:anim calcmode="lin" valueType="num">
                                      <p:cBhvr additive="base">
                                        <p:cTn id="26" dur="250" fill="hold"/>
                                        <p:tgtEl>
                                          <p:spTgt spid="63"/>
                                        </p:tgtEl>
                                        <p:attrNameLst>
                                          <p:attrName>ppt_x</p:attrName>
                                        </p:attrNameLst>
                                      </p:cBhvr>
                                      <p:tavLst>
                                        <p:tav tm="0">
                                          <p:val>
                                            <p:strVal val="#ppt_x"/>
                                          </p:val>
                                        </p:tav>
                                        <p:tav tm="100000">
                                          <p:val>
                                            <p:strVal val="#ppt_x"/>
                                          </p:val>
                                        </p:tav>
                                      </p:tavLst>
                                    </p:anim>
                                    <p:anim calcmode="lin" valueType="num">
                                      <p:cBhvr additive="base">
                                        <p:cTn id="27" dur="250" fill="hold"/>
                                        <p:tgtEl>
                                          <p:spTgt spid="63"/>
                                        </p:tgtEl>
                                        <p:attrNameLst>
                                          <p:attrName>ppt_y</p:attrName>
                                        </p:attrNameLst>
                                      </p:cBhvr>
                                      <p:tavLst>
                                        <p:tav tm="0">
                                          <p:val>
                                            <p:strVal val="0-#ppt_h/2"/>
                                          </p:val>
                                        </p:tav>
                                        <p:tav tm="100000">
                                          <p:val>
                                            <p:strVal val="#ppt_y"/>
                                          </p:val>
                                        </p:tav>
                                      </p:tavLst>
                                    </p:anim>
                                  </p:childTnLst>
                                </p:cTn>
                              </p:par>
                              <p:par>
                                <p:cTn id="28" presetID="2" presetClass="entr" presetSubtype="1" fill="hold" nodeType="withEffect">
                                  <p:stCondLst>
                                    <p:cond delay="0"/>
                                  </p:stCondLst>
                                  <p:childTnLst>
                                    <p:set>
                                      <p:cBhvr>
                                        <p:cTn id="29" dur="1" fill="hold">
                                          <p:stCondLst>
                                            <p:cond delay="0"/>
                                          </p:stCondLst>
                                        </p:cTn>
                                        <p:tgtEl>
                                          <p:spTgt spid="72"/>
                                        </p:tgtEl>
                                        <p:attrNameLst>
                                          <p:attrName>style.visibility</p:attrName>
                                        </p:attrNameLst>
                                      </p:cBhvr>
                                      <p:to>
                                        <p:strVal val="visible"/>
                                      </p:to>
                                    </p:set>
                                    <p:anim calcmode="lin" valueType="num">
                                      <p:cBhvr additive="base">
                                        <p:cTn id="30" dur="250" fill="hold"/>
                                        <p:tgtEl>
                                          <p:spTgt spid="72"/>
                                        </p:tgtEl>
                                        <p:attrNameLst>
                                          <p:attrName>ppt_x</p:attrName>
                                        </p:attrNameLst>
                                      </p:cBhvr>
                                      <p:tavLst>
                                        <p:tav tm="0">
                                          <p:val>
                                            <p:strVal val="#ppt_x"/>
                                          </p:val>
                                        </p:tav>
                                        <p:tav tm="100000">
                                          <p:val>
                                            <p:strVal val="#ppt_x"/>
                                          </p:val>
                                        </p:tav>
                                      </p:tavLst>
                                    </p:anim>
                                    <p:anim calcmode="lin" valueType="num">
                                      <p:cBhvr additive="base">
                                        <p:cTn id="31" dur="250" fill="hold"/>
                                        <p:tgtEl>
                                          <p:spTgt spid="72"/>
                                        </p:tgtEl>
                                        <p:attrNameLst>
                                          <p:attrName>ppt_y</p:attrName>
                                        </p:attrNameLst>
                                      </p:cBhvr>
                                      <p:tavLst>
                                        <p:tav tm="0">
                                          <p:val>
                                            <p:strVal val="0-#ppt_h/2"/>
                                          </p:val>
                                        </p:tav>
                                        <p:tav tm="100000">
                                          <p:val>
                                            <p:strVal val="#ppt_y"/>
                                          </p:val>
                                        </p:tav>
                                      </p:tavLst>
                                    </p:anim>
                                  </p:childTnLst>
                                </p:cTn>
                              </p:par>
                              <p:par>
                                <p:cTn id="32" presetID="2" presetClass="entr" presetSubtype="1" fill="hold" nodeType="withEffect">
                                  <p:stCondLst>
                                    <p:cond delay="250"/>
                                  </p:stCondLst>
                                  <p:childTnLst>
                                    <p:set>
                                      <p:cBhvr>
                                        <p:cTn id="33" dur="1" fill="hold">
                                          <p:stCondLst>
                                            <p:cond delay="0"/>
                                          </p:stCondLst>
                                        </p:cTn>
                                        <p:tgtEl>
                                          <p:spTgt spid="54"/>
                                        </p:tgtEl>
                                        <p:attrNameLst>
                                          <p:attrName>style.visibility</p:attrName>
                                        </p:attrNameLst>
                                      </p:cBhvr>
                                      <p:to>
                                        <p:strVal val="visible"/>
                                      </p:to>
                                    </p:set>
                                    <p:anim calcmode="lin" valueType="num">
                                      <p:cBhvr additive="base">
                                        <p:cTn id="34" dur="250" fill="hold"/>
                                        <p:tgtEl>
                                          <p:spTgt spid="54"/>
                                        </p:tgtEl>
                                        <p:attrNameLst>
                                          <p:attrName>ppt_x</p:attrName>
                                        </p:attrNameLst>
                                      </p:cBhvr>
                                      <p:tavLst>
                                        <p:tav tm="0">
                                          <p:val>
                                            <p:strVal val="#ppt_x"/>
                                          </p:val>
                                        </p:tav>
                                        <p:tav tm="100000">
                                          <p:val>
                                            <p:strVal val="#ppt_x"/>
                                          </p:val>
                                        </p:tav>
                                      </p:tavLst>
                                    </p:anim>
                                    <p:anim calcmode="lin" valueType="num">
                                      <p:cBhvr additive="base">
                                        <p:cTn id="35" dur="250" fill="hold"/>
                                        <p:tgtEl>
                                          <p:spTgt spid="54"/>
                                        </p:tgtEl>
                                        <p:attrNameLst>
                                          <p:attrName>ppt_y</p:attrName>
                                        </p:attrNameLst>
                                      </p:cBhvr>
                                      <p:tavLst>
                                        <p:tav tm="0">
                                          <p:val>
                                            <p:strVal val="0-#ppt_h/2"/>
                                          </p:val>
                                        </p:tav>
                                        <p:tav tm="100000">
                                          <p:val>
                                            <p:strVal val="#ppt_y"/>
                                          </p:val>
                                        </p:tav>
                                      </p:tavLst>
                                    </p:anim>
                                  </p:childTnLst>
                                </p:cTn>
                              </p:par>
                              <p:par>
                                <p:cTn id="36" presetID="2" presetClass="entr" presetSubtype="1" fill="hold" nodeType="withEffect">
                                  <p:stCondLst>
                                    <p:cond delay="250"/>
                                  </p:stCondLst>
                                  <p:childTnLst>
                                    <p:set>
                                      <p:cBhvr>
                                        <p:cTn id="37" dur="1" fill="hold">
                                          <p:stCondLst>
                                            <p:cond delay="0"/>
                                          </p:stCondLst>
                                        </p:cTn>
                                        <p:tgtEl>
                                          <p:spTgt spid="59"/>
                                        </p:tgtEl>
                                        <p:attrNameLst>
                                          <p:attrName>style.visibility</p:attrName>
                                        </p:attrNameLst>
                                      </p:cBhvr>
                                      <p:to>
                                        <p:strVal val="visible"/>
                                      </p:to>
                                    </p:set>
                                    <p:anim calcmode="lin" valueType="num">
                                      <p:cBhvr additive="base">
                                        <p:cTn id="38" dur="250" fill="hold"/>
                                        <p:tgtEl>
                                          <p:spTgt spid="59"/>
                                        </p:tgtEl>
                                        <p:attrNameLst>
                                          <p:attrName>ppt_x</p:attrName>
                                        </p:attrNameLst>
                                      </p:cBhvr>
                                      <p:tavLst>
                                        <p:tav tm="0">
                                          <p:val>
                                            <p:strVal val="#ppt_x"/>
                                          </p:val>
                                        </p:tav>
                                        <p:tav tm="100000">
                                          <p:val>
                                            <p:strVal val="#ppt_x"/>
                                          </p:val>
                                        </p:tav>
                                      </p:tavLst>
                                    </p:anim>
                                    <p:anim calcmode="lin" valueType="num">
                                      <p:cBhvr additive="base">
                                        <p:cTn id="39" dur="250" fill="hold"/>
                                        <p:tgtEl>
                                          <p:spTgt spid="59"/>
                                        </p:tgtEl>
                                        <p:attrNameLst>
                                          <p:attrName>ppt_y</p:attrName>
                                        </p:attrNameLst>
                                      </p:cBhvr>
                                      <p:tavLst>
                                        <p:tav tm="0">
                                          <p:val>
                                            <p:strVal val="0-#ppt_h/2"/>
                                          </p:val>
                                        </p:tav>
                                        <p:tav tm="100000">
                                          <p:val>
                                            <p:strVal val="#ppt_y"/>
                                          </p:val>
                                        </p:tav>
                                      </p:tavLst>
                                    </p:anim>
                                  </p:childTnLst>
                                </p:cTn>
                              </p:par>
                              <p:par>
                                <p:cTn id="40" presetID="2" presetClass="entr" presetSubtype="1" fill="hold" nodeType="withEffect">
                                  <p:stCondLst>
                                    <p:cond delay="250"/>
                                  </p:stCondLst>
                                  <p:childTnLst>
                                    <p:set>
                                      <p:cBhvr>
                                        <p:cTn id="41" dur="1" fill="hold">
                                          <p:stCondLst>
                                            <p:cond delay="0"/>
                                          </p:stCondLst>
                                        </p:cTn>
                                        <p:tgtEl>
                                          <p:spTgt spid="73"/>
                                        </p:tgtEl>
                                        <p:attrNameLst>
                                          <p:attrName>style.visibility</p:attrName>
                                        </p:attrNameLst>
                                      </p:cBhvr>
                                      <p:to>
                                        <p:strVal val="visible"/>
                                      </p:to>
                                    </p:set>
                                    <p:anim calcmode="lin" valueType="num">
                                      <p:cBhvr additive="base">
                                        <p:cTn id="42" dur="250" fill="hold"/>
                                        <p:tgtEl>
                                          <p:spTgt spid="73"/>
                                        </p:tgtEl>
                                        <p:attrNameLst>
                                          <p:attrName>ppt_x</p:attrName>
                                        </p:attrNameLst>
                                      </p:cBhvr>
                                      <p:tavLst>
                                        <p:tav tm="0">
                                          <p:val>
                                            <p:strVal val="#ppt_x"/>
                                          </p:val>
                                        </p:tav>
                                        <p:tav tm="100000">
                                          <p:val>
                                            <p:strVal val="#ppt_x"/>
                                          </p:val>
                                        </p:tav>
                                      </p:tavLst>
                                    </p:anim>
                                    <p:anim calcmode="lin" valueType="num">
                                      <p:cBhvr additive="base">
                                        <p:cTn id="43" dur="250" fill="hold"/>
                                        <p:tgtEl>
                                          <p:spTgt spid="73"/>
                                        </p:tgtEl>
                                        <p:attrNameLst>
                                          <p:attrName>ppt_y</p:attrName>
                                        </p:attrNameLst>
                                      </p:cBhvr>
                                      <p:tavLst>
                                        <p:tav tm="0">
                                          <p:val>
                                            <p:strVal val="0-#ppt_h/2"/>
                                          </p:val>
                                        </p:tav>
                                        <p:tav tm="100000">
                                          <p:val>
                                            <p:strVal val="#ppt_y"/>
                                          </p:val>
                                        </p:tav>
                                      </p:tavLst>
                                    </p:anim>
                                  </p:childTnLst>
                                </p:cTn>
                              </p:par>
                              <p:par>
                                <p:cTn id="44" presetID="2" presetClass="entr" presetSubtype="1" fill="hold" nodeType="withEffect">
                                  <p:stCondLst>
                                    <p:cond delay="500"/>
                                  </p:stCondLst>
                                  <p:childTnLst>
                                    <p:set>
                                      <p:cBhvr>
                                        <p:cTn id="45" dur="1" fill="hold">
                                          <p:stCondLst>
                                            <p:cond delay="0"/>
                                          </p:stCondLst>
                                        </p:cTn>
                                        <p:tgtEl>
                                          <p:spTgt spid="60"/>
                                        </p:tgtEl>
                                        <p:attrNameLst>
                                          <p:attrName>style.visibility</p:attrName>
                                        </p:attrNameLst>
                                      </p:cBhvr>
                                      <p:to>
                                        <p:strVal val="visible"/>
                                      </p:to>
                                    </p:set>
                                    <p:anim calcmode="lin" valueType="num">
                                      <p:cBhvr additive="base">
                                        <p:cTn id="46" dur="250" fill="hold"/>
                                        <p:tgtEl>
                                          <p:spTgt spid="60"/>
                                        </p:tgtEl>
                                        <p:attrNameLst>
                                          <p:attrName>ppt_x</p:attrName>
                                        </p:attrNameLst>
                                      </p:cBhvr>
                                      <p:tavLst>
                                        <p:tav tm="0">
                                          <p:val>
                                            <p:strVal val="#ppt_x"/>
                                          </p:val>
                                        </p:tav>
                                        <p:tav tm="100000">
                                          <p:val>
                                            <p:strVal val="#ppt_x"/>
                                          </p:val>
                                        </p:tav>
                                      </p:tavLst>
                                    </p:anim>
                                    <p:anim calcmode="lin" valueType="num">
                                      <p:cBhvr additive="base">
                                        <p:cTn id="47" dur="250" fill="hold"/>
                                        <p:tgtEl>
                                          <p:spTgt spid="60"/>
                                        </p:tgtEl>
                                        <p:attrNameLst>
                                          <p:attrName>ppt_y</p:attrName>
                                        </p:attrNameLst>
                                      </p:cBhvr>
                                      <p:tavLst>
                                        <p:tav tm="0">
                                          <p:val>
                                            <p:strVal val="0-#ppt_h/2"/>
                                          </p:val>
                                        </p:tav>
                                        <p:tav tm="100000">
                                          <p:val>
                                            <p:strVal val="#ppt_y"/>
                                          </p:val>
                                        </p:tav>
                                      </p:tavLst>
                                    </p:anim>
                                  </p:childTnLst>
                                </p:cTn>
                              </p:par>
                              <p:par>
                                <p:cTn id="48" presetID="2" presetClass="entr" presetSubtype="1" fill="hold" nodeType="withEffect">
                                  <p:stCondLst>
                                    <p:cond delay="500"/>
                                  </p:stCondLst>
                                  <p:childTnLst>
                                    <p:set>
                                      <p:cBhvr>
                                        <p:cTn id="49" dur="1" fill="hold">
                                          <p:stCondLst>
                                            <p:cond delay="0"/>
                                          </p:stCondLst>
                                        </p:cTn>
                                        <p:tgtEl>
                                          <p:spTgt spid="74"/>
                                        </p:tgtEl>
                                        <p:attrNameLst>
                                          <p:attrName>style.visibility</p:attrName>
                                        </p:attrNameLst>
                                      </p:cBhvr>
                                      <p:to>
                                        <p:strVal val="visible"/>
                                      </p:to>
                                    </p:set>
                                    <p:anim calcmode="lin" valueType="num">
                                      <p:cBhvr additive="base">
                                        <p:cTn id="50" dur="250" fill="hold"/>
                                        <p:tgtEl>
                                          <p:spTgt spid="74"/>
                                        </p:tgtEl>
                                        <p:attrNameLst>
                                          <p:attrName>ppt_x</p:attrName>
                                        </p:attrNameLst>
                                      </p:cBhvr>
                                      <p:tavLst>
                                        <p:tav tm="0">
                                          <p:val>
                                            <p:strVal val="#ppt_x"/>
                                          </p:val>
                                        </p:tav>
                                        <p:tav tm="100000">
                                          <p:val>
                                            <p:strVal val="#ppt_x"/>
                                          </p:val>
                                        </p:tav>
                                      </p:tavLst>
                                    </p:anim>
                                    <p:anim calcmode="lin" valueType="num">
                                      <p:cBhvr additive="base">
                                        <p:cTn id="51" dur="250" fill="hold"/>
                                        <p:tgtEl>
                                          <p:spTgt spid="74"/>
                                        </p:tgtEl>
                                        <p:attrNameLst>
                                          <p:attrName>ppt_y</p:attrName>
                                        </p:attrNameLst>
                                      </p:cBhvr>
                                      <p:tavLst>
                                        <p:tav tm="0">
                                          <p:val>
                                            <p:strVal val="0-#ppt_h/2"/>
                                          </p:val>
                                        </p:tav>
                                        <p:tav tm="100000">
                                          <p:val>
                                            <p:strVal val="#ppt_y"/>
                                          </p:val>
                                        </p:tav>
                                      </p:tavLst>
                                    </p:anim>
                                  </p:childTnLst>
                                </p:cTn>
                              </p:par>
                              <p:par>
                                <p:cTn id="52" presetID="2" presetClass="entr" presetSubtype="1" fill="hold" nodeType="withEffect">
                                  <p:stCondLst>
                                    <p:cond delay="750"/>
                                  </p:stCondLst>
                                  <p:childTnLst>
                                    <p:set>
                                      <p:cBhvr>
                                        <p:cTn id="53" dur="1" fill="hold">
                                          <p:stCondLst>
                                            <p:cond delay="0"/>
                                          </p:stCondLst>
                                        </p:cTn>
                                        <p:tgtEl>
                                          <p:spTgt spid="61"/>
                                        </p:tgtEl>
                                        <p:attrNameLst>
                                          <p:attrName>style.visibility</p:attrName>
                                        </p:attrNameLst>
                                      </p:cBhvr>
                                      <p:to>
                                        <p:strVal val="visible"/>
                                      </p:to>
                                    </p:set>
                                    <p:anim calcmode="lin" valueType="num">
                                      <p:cBhvr additive="base">
                                        <p:cTn id="54" dur="250" fill="hold"/>
                                        <p:tgtEl>
                                          <p:spTgt spid="61"/>
                                        </p:tgtEl>
                                        <p:attrNameLst>
                                          <p:attrName>ppt_x</p:attrName>
                                        </p:attrNameLst>
                                      </p:cBhvr>
                                      <p:tavLst>
                                        <p:tav tm="0">
                                          <p:val>
                                            <p:strVal val="#ppt_x"/>
                                          </p:val>
                                        </p:tav>
                                        <p:tav tm="100000">
                                          <p:val>
                                            <p:strVal val="#ppt_x"/>
                                          </p:val>
                                        </p:tav>
                                      </p:tavLst>
                                    </p:anim>
                                    <p:anim calcmode="lin" valueType="num">
                                      <p:cBhvr additive="base">
                                        <p:cTn id="55" dur="250" fill="hold"/>
                                        <p:tgtEl>
                                          <p:spTgt spid="61"/>
                                        </p:tgtEl>
                                        <p:attrNameLst>
                                          <p:attrName>ppt_y</p:attrName>
                                        </p:attrNameLst>
                                      </p:cBhvr>
                                      <p:tavLst>
                                        <p:tav tm="0">
                                          <p:val>
                                            <p:strVal val="0-#ppt_h/2"/>
                                          </p:val>
                                        </p:tav>
                                        <p:tav tm="100000">
                                          <p:val>
                                            <p:strVal val="#ppt_y"/>
                                          </p:val>
                                        </p:tav>
                                      </p:tavLst>
                                    </p:anim>
                                  </p:childTnLst>
                                </p:cTn>
                              </p:par>
                              <p:par>
                                <p:cTn id="56" presetID="2" presetClass="entr" presetSubtype="1" fill="hold" nodeType="withEffect">
                                  <p:stCondLst>
                                    <p:cond delay="750"/>
                                  </p:stCondLst>
                                  <p:childTnLst>
                                    <p:set>
                                      <p:cBhvr>
                                        <p:cTn id="57" dur="1" fill="hold">
                                          <p:stCondLst>
                                            <p:cond delay="0"/>
                                          </p:stCondLst>
                                        </p:cTn>
                                        <p:tgtEl>
                                          <p:spTgt spid="75"/>
                                        </p:tgtEl>
                                        <p:attrNameLst>
                                          <p:attrName>style.visibility</p:attrName>
                                        </p:attrNameLst>
                                      </p:cBhvr>
                                      <p:to>
                                        <p:strVal val="visible"/>
                                      </p:to>
                                    </p:set>
                                    <p:anim calcmode="lin" valueType="num">
                                      <p:cBhvr additive="base">
                                        <p:cTn id="58" dur="250" fill="hold"/>
                                        <p:tgtEl>
                                          <p:spTgt spid="75"/>
                                        </p:tgtEl>
                                        <p:attrNameLst>
                                          <p:attrName>ppt_x</p:attrName>
                                        </p:attrNameLst>
                                      </p:cBhvr>
                                      <p:tavLst>
                                        <p:tav tm="0">
                                          <p:val>
                                            <p:strVal val="#ppt_x"/>
                                          </p:val>
                                        </p:tav>
                                        <p:tav tm="100000">
                                          <p:val>
                                            <p:strVal val="#ppt_x"/>
                                          </p:val>
                                        </p:tav>
                                      </p:tavLst>
                                    </p:anim>
                                    <p:anim calcmode="lin" valueType="num">
                                      <p:cBhvr additive="base">
                                        <p:cTn id="59" dur="250" fill="hold"/>
                                        <p:tgtEl>
                                          <p:spTgt spid="75"/>
                                        </p:tgtEl>
                                        <p:attrNameLst>
                                          <p:attrName>ppt_y</p:attrName>
                                        </p:attrNameLst>
                                      </p:cBhvr>
                                      <p:tavLst>
                                        <p:tav tm="0">
                                          <p:val>
                                            <p:strVal val="0-#ppt_h/2"/>
                                          </p:val>
                                        </p:tav>
                                        <p:tav tm="100000">
                                          <p:val>
                                            <p:strVal val="#ppt_y"/>
                                          </p:val>
                                        </p:tav>
                                      </p:tavLst>
                                    </p:anim>
                                  </p:childTnLst>
                                </p:cTn>
                              </p:par>
                              <p:par>
                                <p:cTn id="60" presetID="2" presetClass="entr" presetSubtype="1" fill="hold" nodeType="withEffect">
                                  <p:stCondLst>
                                    <p:cond delay="1000"/>
                                  </p:stCondLst>
                                  <p:childTnLst>
                                    <p:set>
                                      <p:cBhvr>
                                        <p:cTn id="61" dur="1" fill="hold">
                                          <p:stCondLst>
                                            <p:cond delay="0"/>
                                          </p:stCondLst>
                                        </p:cTn>
                                        <p:tgtEl>
                                          <p:spTgt spid="62"/>
                                        </p:tgtEl>
                                        <p:attrNameLst>
                                          <p:attrName>style.visibility</p:attrName>
                                        </p:attrNameLst>
                                      </p:cBhvr>
                                      <p:to>
                                        <p:strVal val="visible"/>
                                      </p:to>
                                    </p:set>
                                    <p:anim calcmode="lin" valueType="num">
                                      <p:cBhvr additive="base">
                                        <p:cTn id="62" dur="250" fill="hold"/>
                                        <p:tgtEl>
                                          <p:spTgt spid="62"/>
                                        </p:tgtEl>
                                        <p:attrNameLst>
                                          <p:attrName>ppt_x</p:attrName>
                                        </p:attrNameLst>
                                      </p:cBhvr>
                                      <p:tavLst>
                                        <p:tav tm="0">
                                          <p:val>
                                            <p:strVal val="#ppt_x"/>
                                          </p:val>
                                        </p:tav>
                                        <p:tav tm="100000">
                                          <p:val>
                                            <p:strVal val="#ppt_x"/>
                                          </p:val>
                                        </p:tav>
                                      </p:tavLst>
                                    </p:anim>
                                    <p:anim calcmode="lin" valueType="num">
                                      <p:cBhvr additive="base">
                                        <p:cTn id="63" dur="250" fill="hold"/>
                                        <p:tgtEl>
                                          <p:spTgt spid="62"/>
                                        </p:tgtEl>
                                        <p:attrNameLst>
                                          <p:attrName>ppt_y</p:attrName>
                                        </p:attrNameLst>
                                      </p:cBhvr>
                                      <p:tavLst>
                                        <p:tav tm="0">
                                          <p:val>
                                            <p:strVal val="0-#ppt_h/2"/>
                                          </p:val>
                                        </p:tav>
                                        <p:tav tm="100000">
                                          <p:val>
                                            <p:strVal val="#ppt_y"/>
                                          </p:val>
                                        </p:tav>
                                      </p:tavLst>
                                    </p:anim>
                                  </p:childTnLst>
                                </p:cTn>
                              </p:par>
                            </p:childTnLst>
                          </p:cTn>
                        </p:par>
                      </p:childTnLst>
                    </p:cTn>
                  </p:par>
                  <p:par>
                    <p:cTn id="64" fill="hold">
                      <p:stCondLst>
                        <p:cond delay="indefinite"/>
                      </p:stCondLst>
                      <p:childTnLst>
                        <p:par>
                          <p:cTn id="65" fill="hold">
                            <p:stCondLst>
                              <p:cond delay="0"/>
                            </p:stCondLst>
                            <p:childTnLst>
                              <p:par>
                                <p:cTn id="66" presetID="1" presetClass="mediacall" presetSubtype="0" fill="hold" nodeType="clickEffect">
                                  <p:stCondLst>
                                    <p:cond delay="0"/>
                                  </p:stCondLst>
                                  <p:childTnLst>
                                    <p:cmd type="call" cmd="playFrom(0.0)">
                                      <p:cBhvr>
                                        <p:cTn id="67" dur="417" fill="hold"/>
                                        <p:tgtEl>
                                          <p:spTgt spid="50"/>
                                        </p:tgtEl>
                                      </p:cBhvr>
                                    </p:cmd>
                                  </p:childTnLst>
                                </p:cTn>
                              </p:par>
                            </p:childTnLst>
                          </p:cTn>
                        </p:par>
                        <p:par>
                          <p:cTn id="68" fill="hold">
                            <p:stCondLst>
                              <p:cond delay="417"/>
                            </p:stCondLst>
                            <p:childTnLst>
                              <p:par>
                                <p:cTn id="69" presetID="1" presetClass="mediacall" presetSubtype="0" fill="hold" nodeType="afterEffect">
                                  <p:stCondLst>
                                    <p:cond delay="0"/>
                                  </p:stCondLst>
                                  <p:childTnLst>
                                    <p:cmd type="call" cmd="playFrom(0.0)">
                                      <p:cBhvr>
                                        <p:cTn id="70" dur="888" fill="hold"/>
                                        <p:tgtEl>
                                          <p:spTgt spid="4"/>
                                        </p:tgtEl>
                                      </p:cBhvr>
                                    </p:cmd>
                                  </p:childTnLst>
                                </p:cTn>
                              </p:par>
                              <p:par>
                                <p:cTn id="71" presetID="2" presetClass="entr" presetSubtype="1" fill="hold" nodeType="withEffect">
                                  <p:stCondLst>
                                    <p:cond delay="0"/>
                                  </p:stCondLst>
                                  <p:childTnLst>
                                    <p:set>
                                      <p:cBhvr>
                                        <p:cTn id="72" dur="1" fill="hold">
                                          <p:stCondLst>
                                            <p:cond delay="0"/>
                                          </p:stCondLst>
                                        </p:cTn>
                                        <p:tgtEl>
                                          <p:spTgt spid="79"/>
                                        </p:tgtEl>
                                        <p:attrNameLst>
                                          <p:attrName>style.visibility</p:attrName>
                                        </p:attrNameLst>
                                      </p:cBhvr>
                                      <p:to>
                                        <p:strVal val="visible"/>
                                      </p:to>
                                    </p:set>
                                    <p:anim calcmode="lin" valueType="num">
                                      <p:cBhvr additive="base">
                                        <p:cTn id="73" dur="250" fill="hold"/>
                                        <p:tgtEl>
                                          <p:spTgt spid="79"/>
                                        </p:tgtEl>
                                        <p:attrNameLst>
                                          <p:attrName>ppt_x</p:attrName>
                                        </p:attrNameLst>
                                      </p:cBhvr>
                                      <p:tavLst>
                                        <p:tav tm="0">
                                          <p:val>
                                            <p:strVal val="#ppt_x"/>
                                          </p:val>
                                        </p:tav>
                                        <p:tav tm="100000">
                                          <p:val>
                                            <p:strVal val="#ppt_x"/>
                                          </p:val>
                                        </p:tav>
                                      </p:tavLst>
                                    </p:anim>
                                    <p:anim calcmode="lin" valueType="num">
                                      <p:cBhvr additive="base">
                                        <p:cTn id="74" dur="250" fill="hold"/>
                                        <p:tgtEl>
                                          <p:spTgt spid="79"/>
                                        </p:tgtEl>
                                        <p:attrNameLst>
                                          <p:attrName>ppt_y</p:attrName>
                                        </p:attrNameLst>
                                      </p:cBhvr>
                                      <p:tavLst>
                                        <p:tav tm="0">
                                          <p:val>
                                            <p:strVal val="0-#ppt_h/2"/>
                                          </p:val>
                                        </p:tav>
                                        <p:tav tm="100000">
                                          <p:val>
                                            <p:strVal val="#ppt_y"/>
                                          </p:val>
                                        </p:tav>
                                      </p:tavLst>
                                    </p:anim>
                                  </p:childTnLst>
                                </p:cTn>
                              </p:par>
                              <p:par>
                                <p:cTn id="75" presetID="2" presetClass="entr" presetSubtype="1" fill="hold" nodeType="withEffect">
                                  <p:stCondLst>
                                    <p:cond delay="0"/>
                                  </p:stCondLst>
                                  <p:childTnLst>
                                    <p:set>
                                      <p:cBhvr>
                                        <p:cTn id="76" dur="1" fill="hold">
                                          <p:stCondLst>
                                            <p:cond delay="0"/>
                                          </p:stCondLst>
                                        </p:cTn>
                                        <p:tgtEl>
                                          <p:spTgt spid="92"/>
                                        </p:tgtEl>
                                        <p:attrNameLst>
                                          <p:attrName>style.visibility</p:attrName>
                                        </p:attrNameLst>
                                      </p:cBhvr>
                                      <p:to>
                                        <p:strVal val="visible"/>
                                      </p:to>
                                    </p:set>
                                    <p:anim calcmode="lin" valueType="num">
                                      <p:cBhvr additive="base">
                                        <p:cTn id="77" dur="250" fill="hold"/>
                                        <p:tgtEl>
                                          <p:spTgt spid="92"/>
                                        </p:tgtEl>
                                        <p:attrNameLst>
                                          <p:attrName>ppt_x</p:attrName>
                                        </p:attrNameLst>
                                      </p:cBhvr>
                                      <p:tavLst>
                                        <p:tav tm="0">
                                          <p:val>
                                            <p:strVal val="#ppt_x"/>
                                          </p:val>
                                        </p:tav>
                                        <p:tav tm="100000">
                                          <p:val>
                                            <p:strVal val="#ppt_x"/>
                                          </p:val>
                                        </p:tav>
                                      </p:tavLst>
                                    </p:anim>
                                    <p:anim calcmode="lin" valueType="num">
                                      <p:cBhvr additive="base">
                                        <p:cTn id="78" dur="250" fill="hold"/>
                                        <p:tgtEl>
                                          <p:spTgt spid="92"/>
                                        </p:tgtEl>
                                        <p:attrNameLst>
                                          <p:attrName>ppt_y</p:attrName>
                                        </p:attrNameLst>
                                      </p:cBhvr>
                                      <p:tavLst>
                                        <p:tav tm="0">
                                          <p:val>
                                            <p:strVal val="0-#ppt_h/2"/>
                                          </p:val>
                                        </p:tav>
                                        <p:tav tm="100000">
                                          <p:val>
                                            <p:strVal val="#ppt_y"/>
                                          </p:val>
                                        </p:tav>
                                      </p:tavLst>
                                    </p:anim>
                                  </p:childTnLst>
                                </p:cTn>
                              </p:par>
                              <p:par>
                                <p:cTn id="79" presetID="2" presetClass="entr" presetSubtype="1" fill="hold" nodeType="withEffect">
                                  <p:stCondLst>
                                    <p:cond delay="0"/>
                                  </p:stCondLst>
                                  <p:childTnLst>
                                    <p:set>
                                      <p:cBhvr>
                                        <p:cTn id="80" dur="1" fill="hold">
                                          <p:stCondLst>
                                            <p:cond delay="0"/>
                                          </p:stCondLst>
                                        </p:cTn>
                                        <p:tgtEl>
                                          <p:spTgt spid="97"/>
                                        </p:tgtEl>
                                        <p:attrNameLst>
                                          <p:attrName>style.visibility</p:attrName>
                                        </p:attrNameLst>
                                      </p:cBhvr>
                                      <p:to>
                                        <p:strVal val="visible"/>
                                      </p:to>
                                    </p:set>
                                    <p:anim calcmode="lin" valueType="num">
                                      <p:cBhvr additive="base">
                                        <p:cTn id="81" dur="250" fill="hold"/>
                                        <p:tgtEl>
                                          <p:spTgt spid="97"/>
                                        </p:tgtEl>
                                        <p:attrNameLst>
                                          <p:attrName>ppt_x</p:attrName>
                                        </p:attrNameLst>
                                      </p:cBhvr>
                                      <p:tavLst>
                                        <p:tav tm="0">
                                          <p:val>
                                            <p:strVal val="#ppt_x"/>
                                          </p:val>
                                        </p:tav>
                                        <p:tav tm="100000">
                                          <p:val>
                                            <p:strVal val="#ppt_x"/>
                                          </p:val>
                                        </p:tav>
                                      </p:tavLst>
                                    </p:anim>
                                    <p:anim calcmode="lin" valueType="num">
                                      <p:cBhvr additive="base">
                                        <p:cTn id="82" dur="250" fill="hold"/>
                                        <p:tgtEl>
                                          <p:spTgt spid="97"/>
                                        </p:tgtEl>
                                        <p:attrNameLst>
                                          <p:attrName>ppt_y</p:attrName>
                                        </p:attrNameLst>
                                      </p:cBhvr>
                                      <p:tavLst>
                                        <p:tav tm="0">
                                          <p:val>
                                            <p:strVal val="0-#ppt_h/2"/>
                                          </p:val>
                                        </p:tav>
                                        <p:tav tm="100000">
                                          <p:val>
                                            <p:strVal val="#ppt_y"/>
                                          </p:val>
                                        </p:tav>
                                      </p:tavLst>
                                    </p:anim>
                                  </p:childTnLst>
                                </p:cTn>
                              </p:par>
                              <p:par>
                                <p:cTn id="83" presetID="2" presetClass="entr" presetSubtype="1" fill="hold" nodeType="withEffect">
                                  <p:stCondLst>
                                    <p:cond delay="0"/>
                                  </p:stCondLst>
                                  <p:childTnLst>
                                    <p:set>
                                      <p:cBhvr>
                                        <p:cTn id="84" dur="1" fill="hold">
                                          <p:stCondLst>
                                            <p:cond delay="0"/>
                                          </p:stCondLst>
                                        </p:cTn>
                                        <p:tgtEl>
                                          <p:spTgt spid="102"/>
                                        </p:tgtEl>
                                        <p:attrNameLst>
                                          <p:attrName>style.visibility</p:attrName>
                                        </p:attrNameLst>
                                      </p:cBhvr>
                                      <p:to>
                                        <p:strVal val="visible"/>
                                      </p:to>
                                    </p:set>
                                    <p:anim calcmode="lin" valueType="num">
                                      <p:cBhvr additive="base">
                                        <p:cTn id="85" dur="250" fill="hold"/>
                                        <p:tgtEl>
                                          <p:spTgt spid="102"/>
                                        </p:tgtEl>
                                        <p:attrNameLst>
                                          <p:attrName>ppt_x</p:attrName>
                                        </p:attrNameLst>
                                      </p:cBhvr>
                                      <p:tavLst>
                                        <p:tav tm="0">
                                          <p:val>
                                            <p:strVal val="#ppt_x"/>
                                          </p:val>
                                        </p:tav>
                                        <p:tav tm="100000">
                                          <p:val>
                                            <p:strVal val="#ppt_x"/>
                                          </p:val>
                                        </p:tav>
                                      </p:tavLst>
                                    </p:anim>
                                    <p:anim calcmode="lin" valueType="num">
                                      <p:cBhvr additive="base">
                                        <p:cTn id="86" dur="250" fill="hold"/>
                                        <p:tgtEl>
                                          <p:spTgt spid="102"/>
                                        </p:tgtEl>
                                        <p:attrNameLst>
                                          <p:attrName>ppt_y</p:attrName>
                                        </p:attrNameLst>
                                      </p:cBhvr>
                                      <p:tavLst>
                                        <p:tav tm="0">
                                          <p:val>
                                            <p:strVal val="0-#ppt_h/2"/>
                                          </p:val>
                                        </p:tav>
                                        <p:tav tm="100000">
                                          <p:val>
                                            <p:strVal val="#ppt_y"/>
                                          </p:val>
                                        </p:tav>
                                      </p:tavLst>
                                    </p:anim>
                                  </p:childTnLst>
                                </p:cTn>
                              </p:par>
                              <p:par>
                                <p:cTn id="87" presetID="2" presetClass="entr" presetSubtype="1" fill="hold" nodeType="withEffect">
                                  <p:stCondLst>
                                    <p:cond delay="250"/>
                                  </p:stCondLst>
                                  <p:childTnLst>
                                    <p:set>
                                      <p:cBhvr>
                                        <p:cTn id="88" dur="1" fill="hold">
                                          <p:stCondLst>
                                            <p:cond delay="0"/>
                                          </p:stCondLst>
                                        </p:cTn>
                                        <p:tgtEl>
                                          <p:spTgt spid="93"/>
                                        </p:tgtEl>
                                        <p:attrNameLst>
                                          <p:attrName>style.visibility</p:attrName>
                                        </p:attrNameLst>
                                      </p:cBhvr>
                                      <p:to>
                                        <p:strVal val="visible"/>
                                      </p:to>
                                    </p:set>
                                    <p:anim calcmode="lin" valueType="num">
                                      <p:cBhvr additive="base">
                                        <p:cTn id="89" dur="250" fill="hold"/>
                                        <p:tgtEl>
                                          <p:spTgt spid="93"/>
                                        </p:tgtEl>
                                        <p:attrNameLst>
                                          <p:attrName>ppt_x</p:attrName>
                                        </p:attrNameLst>
                                      </p:cBhvr>
                                      <p:tavLst>
                                        <p:tav tm="0">
                                          <p:val>
                                            <p:strVal val="#ppt_x"/>
                                          </p:val>
                                        </p:tav>
                                        <p:tav tm="100000">
                                          <p:val>
                                            <p:strVal val="#ppt_x"/>
                                          </p:val>
                                        </p:tav>
                                      </p:tavLst>
                                    </p:anim>
                                    <p:anim calcmode="lin" valueType="num">
                                      <p:cBhvr additive="base">
                                        <p:cTn id="90" dur="250" fill="hold"/>
                                        <p:tgtEl>
                                          <p:spTgt spid="93"/>
                                        </p:tgtEl>
                                        <p:attrNameLst>
                                          <p:attrName>ppt_y</p:attrName>
                                        </p:attrNameLst>
                                      </p:cBhvr>
                                      <p:tavLst>
                                        <p:tav tm="0">
                                          <p:val>
                                            <p:strVal val="0-#ppt_h/2"/>
                                          </p:val>
                                        </p:tav>
                                        <p:tav tm="100000">
                                          <p:val>
                                            <p:strVal val="#ppt_y"/>
                                          </p:val>
                                        </p:tav>
                                      </p:tavLst>
                                    </p:anim>
                                  </p:childTnLst>
                                </p:cTn>
                              </p:par>
                              <p:par>
                                <p:cTn id="91" presetID="2" presetClass="entr" presetSubtype="1" fill="hold" nodeType="withEffect">
                                  <p:stCondLst>
                                    <p:cond delay="250"/>
                                  </p:stCondLst>
                                  <p:childTnLst>
                                    <p:set>
                                      <p:cBhvr>
                                        <p:cTn id="92" dur="1" fill="hold">
                                          <p:stCondLst>
                                            <p:cond delay="0"/>
                                          </p:stCondLst>
                                        </p:cTn>
                                        <p:tgtEl>
                                          <p:spTgt spid="98"/>
                                        </p:tgtEl>
                                        <p:attrNameLst>
                                          <p:attrName>style.visibility</p:attrName>
                                        </p:attrNameLst>
                                      </p:cBhvr>
                                      <p:to>
                                        <p:strVal val="visible"/>
                                      </p:to>
                                    </p:set>
                                    <p:anim calcmode="lin" valueType="num">
                                      <p:cBhvr additive="base">
                                        <p:cTn id="93" dur="250" fill="hold"/>
                                        <p:tgtEl>
                                          <p:spTgt spid="98"/>
                                        </p:tgtEl>
                                        <p:attrNameLst>
                                          <p:attrName>ppt_x</p:attrName>
                                        </p:attrNameLst>
                                      </p:cBhvr>
                                      <p:tavLst>
                                        <p:tav tm="0">
                                          <p:val>
                                            <p:strVal val="#ppt_x"/>
                                          </p:val>
                                        </p:tav>
                                        <p:tav tm="100000">
                                          <p:val>
                                            <p:strVal val="#ppt_x"/>
                                          </p:val>
                                        </p:tav>
                                      </p:tavLst>
                                    </p:anim>
                                    <p:anim calcmode="lin" valueType="num">
                                      <p:cBhvr additive="base">
                                        <p:cTn id="94" dur="250" fill="hold"/>
                                        <p:tgtEl>
                                          <p:spTgt spid="98"/>
                                        </p:tgtEl>
                                        <p:attrNameLst>
                                          <p:attrName>ppt_y</p:attrName>
                                        </p:attrNameLst>
                                      </p:cBhvr>
                                      <p:tavLst>
                                        <p:tav tm="0">
                                          <p:val>
                                            <p:strVal val="0-#ppt_h/2"/>
                                          </p:val>
                                        </p:tav>
                                        <p:tav tm="100000">
                                          <p:val>
                                            <p:strVal val="#ppt_y"/>
                                          </p:val>
                                        </p:tav>
                                      </p:tavLst>
                                    </p:anim>
                                  </p:childTnLst>
                                </p:cTn>
                              </p:par>
                              <p:par>
                                <p:cTn id="95" presetID="2" presetClass="entr" presetSubtype="1" fill="hold" nodeType="withEffect">
                                  <p:stCondLst>
                                    <p:cond delay="250"/>
                                  </p:stCondLst>
                                  <p:childTnLst>
                                    <p:set>
                                      <p:cBhvr>
                                        <p:cTn id="96" dur="1" fill="hold">
                                          <p:stCondLst>
                                            <p:cond delay="0"/>
                                          </p:stCondLst>
                                        </p:cTn>
                                        <p:tgtEl>
                                          <p:spTgt spid="103"/>
                                        </p:tgtEl>
                                        <p:attrNameLst>
                                          <p:attrName>style.visibility</p:attrName>
                                        </p:attrNameLst>
                                      </p:cBhvr>
                                      <p:to>
                                        <p:strVal val="visible"/>
                                      </p:to>
                                    </p:set>
                                    <p:anim calcmode="lin" valueType="num">
                                      <p:cBhvr additive="base">
                                        <p:cTn id="97" dur="250" fill="hold"/>
                                        <p:tgtEl>
                                          <p:spTgt spid="103"/>
                                        </p:tgtEl>
                                        <p:attrNameLst>
                                          <p:attrName>ppt_x</p:attrName>
                                        </p:attrNameLst>
                                      </p:cBhvr>
                                      <p:tavLst>
                                        <p:tav tm="0">
                                          <p:val>
                                            <p:strVal val="#ppt_x"/>
                                          </p:val>
                                        </p:tav>
                                        <p:tav tm="100000">
                                          <p:val>
                                            <p:strVal val="#ppt_x"/>
                                          </p:val>
                                        </p:tav>
                                      </p:tavLst>
                                    </p:anim>
                                    <p:anim calcmode="lin" valueType="num">
                                      <p:cBhvr additive="base">
                                        <p:cTn id="98" dur="250" fill="hold"/>
                                        <p:tgtEl>
                                          <p:spTgt spid="103"/>
                                        </p:tgtEl>
                                        <p:attrNameLst>
                                          <p:attrName>ppt_y</p:attrName>
                                        </p:attrNameLst>
                                      </p:cBhvr>
                                      <p:tavLst>
                                        <p:tav tm="0">
                                          <p:val>
                                            <p:strVal val="0-#ppt_h/2"/>
                                          </p:val>
                                        </p:tav>
                                        <p:tav tm="100000">
                                          <p:val>
                                            <p:strVal val="#ppt_y"/>
                                          </p:val>
                                        </p:tav>
                                      </p:tavLst>
                                    </p:anim>
                                  </p:childTnLst>
                                </p:cTn>
                              </p:par>
                              <p:par>
                                <p:cTn id="99" presetID="2" presetClass="entr" presetSubtype="1" fill="hold" nodeType="withEffect">
                                  <p:stCondLst>
                                    <p:cond delay="500"/>
                                  </p:stCondLst>
                                  <p:childTnLst>
                                    <p:set>
                                      <p:cBhvr>
                                        <p:cTn id="100" dur="1" fill="hold">
                                          <p:stCondLst>
                                            <p:cond delay="0"/>
                                          </p:stCondLst>
                                        </p:cTn>
                                        <p:tgtEl>
                                          <p:spTgt spid="94"/>
                                        </p:tgtEl>
                                        <p:attrNameLst>
                                          <p:attrName>style.visibility</p:attrName>
                                        </p:attrNameLst>
                                      </p:cBhvr>
                                      <p:to>
                                        <p:strVal val="visible"/>
                                      </p:to>
                                    </p:set>
                                    <p:anim calcmode="lin" valueType="num">
                                      <p:cBhvr additive="base">
                                        <p:cTn id="101" dur="250" fill="hold"/>
                                        <p:tgtEl>
                                          <p:spTgt spid="94"/>
                                        </p:tgtEl>
                                        <p:attrNameLst>
                                          <p:attrName>ppt_x</p:attrName>
                                        </p:attrNameLst>
                                      </p:cBhvr>
                                      <p:tavLst>
                                        <p:tav tm="0">
                                          <p:val>
                                            <p:strVal val="#ppt_x"/>
                                          </p:val>
                                        </p:tav>
                                        <p:tav tm="100000">
                                          <p:val>
                                            <p:strVal val="#ppt_x"/>
                                          </p:val>
                                        </p:tav>
                                      </p:tavLst>
                                    </p:anim>
                                    <p:anim calcmode="lin" valueType="num">
                                      <p:cBhvr additive="base">
                                        <p:cTn id="102" dur="250" fill="hold"/>
                                        <p:tgtEl>
                                          <p:spTgt spid="94"/>
                                        </p:tgtEl>
                                        <p:attrNameLst>
                                          <p:attrName>ppt_y</p:attrName>
                                        </p:attrNameLst>
                                      </p:cBhvr>
                                      <p:tavLst>
                                        <p:tav tm="0">
                                          <p:val>
                                            <p:strVal val="0-#ppt_h/2"/>
                                          </p:val>
                                        </p:tav>
                                        <p:tav tm="100000">
                                          <p:val>
                                            <p:strVal val="#ppt_y"/>
                                          </p:val>
                                        </p:tav>
                                      </p:tavLst>
                                    </p:anim>
                                  </p:childTnLst>
                                </p:cTn>
                              </p:par>
                              <p:par>
                                <p:cTn id="103" presetID="2" presetClass="entr" presetSubtype="1" fill="hold" nodeType="withEffect">
                                  <p:stCondLst>
                                    <p:cond delay="500"/>
                                  </p:stCondLst>
                                  <p:childTnLst>
                                    <p:set>
                                      <p:cBhvr>
                                        <p:cTn id="104" dur="1" fill="hold">
                                          <p:stCondLst>
                                            <p:cond delay="0"/>
                                          </p:stCondLst>
                                        </p:cTn>
                                        <p:tgtEl>
                                          <p:spTgt spid="104"/>
                                        </p:tgtEl>
                                        <p:attrNameLst>
                                          <p:attrName>style.visibility</p:attrName>
                                        </p:attrNameLst>
                                      </p:cBhvr>
                                      <p:to>
                                        <p:strVal val="visible"/>
                                      </p:to>
                                    </p:set>
                                    <p:anim calcmode="lin" valueType="num">
                                      <p:cBhvr additive="base">
                                        <p:cTn id="105" dur="250" fill="hold"/>
                                        <p:tgtEl>
                                          <p:spTgt spid="104"/>
                                        </p:tgtEl>
                                        <p:attrNameLst>
                                          <p:attrName>ppt_x</p:attrName>
                                        </p:attrNameLst>
                                      </p:cBhvr>
                                      <p:tavLst>
                                        <p:tav tm="0">
                                          <p:val>
                                            <p:strVal val="#ppt_x"/>
                                          </p:val>
                                        </p:tav>
                                        <p:tav tm="100000">
                                          <p:val>
                                            <p:strVal val="#ppt_x"/>
                                          </p:val>
                                        </p:tav>
                                      </p:tavLst>
                                    </p:anim>
                                    <p:anim calcmode="lin" valueType="num">
                                      <p:cBhvr additive="base">
                                        <p:cTn id="106" dur="250" fill="hold"/>
                                        <p:tgtEl>
                                          <p:spTgt spid="104"/>
                                        </p:tgtEl>
                                        <p:attrNameLst>
                                          <p:attrName>ppt_y</p:attrName>
                                        </p:attrNameLst>
                                      </p:cBhvr>
                                      <p:tavLst>
                                        <p:tav tm="0">
                                          <p:val>
                                            <p:strVal val="0-#ppt_h/2"/>
                                          </p:val>
                                        </p:tav>
                                        <p:tav tm="100000">
                                          <p:val>
                                            <p:strVal val="#ppt_y"/>
                                          </p:val>
                                        </p:tav>
                                      </p:tavLst>
                                    </p:anim>
                                  </p:childTnLst>
                                </p:cTn>
                              </p:par>
                              <p:par>
                                <p:cTn id="107" presetID="2" presetClass="entr" presetSubtype="1" fill="hold" nodeType="withEffect">
                                  <p:stCondLst>
                                    <p:cond delay="750"/>
                                  </p:stCondLst>
                                  <p:childTnLst>
                                    <p:set>
                                      <p:cBhvr>
                                        <p:cTn id="108" dur="1" fill="hold">
                                          <p:stCondLst>
                                            <p:cond delay="0"/>
                                          </p:stCondLst>
                                        </p:cTn>
                                        <p:tgtEl>
                                          <p:spTgt spid="105"/>
                                        </p:tgtEl>
                                        <p:attrNameLst>
                                          <p:attrName>style.visibility</p:attrName>
                                        </p:attrNameLst>
                                      </p:cBhvr>
                                      <p:to>
                                        <p:strVal val="visible"/>
                                      </p:to>
                                    </p:set>
                                    <p:anim calcmode="lin" valueType="num">
                                      <p:cBhvr additive="base">
                                        <p:cTn id="109" dur="250" fill="hold"/>
                                        <p:tgtEl>
                                          <p:spTgt spid="105"/>
                                        </p:tgtEl>
                                        <p:attrNameLst>
                                          <p:attrName>ppt_x</p:attrName>
                                        </p:attrNameLst>
                                      </p:cBhvr>
                                      <p:tavLst>
                                        <p:tav tm="0">
                                          <p:val>
                                            <p:strVal val="#ppt_x"/>
                                          </p:val>
                                        </p:tav>
                                        <p:tav tm="100000">
                                          <p:val>
                                            <p:strVal val="#ppt_x"/>
                                          </p:val>
                                        </p:tav>
                                      </p:tavLst>
                                    </p:anim>
                                    <p:anim calcmode="lin" valueType="num">
                                      <p:cBhvr additive="base">
                                        <p:cTn id="110" dur="250" fill="hold"/>
                                        <p:tgtEl>
                                          <p:spTgt spid="105"/>
                                        </p:tgtEl>
                                        <p:attrNameLst>
                                          <p:attrName>ppt_y</p:attrName>
                                        </p:attrNameLst>
                                      </p:cBhvr>
                                      <p:tavLst>
                                        <p:tav tm="0">
                                          <p:val>
                                            <p:strVal val="0-#ppt_h/2"/>
                                          </p:val>
                                        </p:tav>
                                        <p:tav tm="100000">
                                          <p:val>
                                            <p:strVal val="#ppt_y"/>
                                          </p:val>
                                        </p:tav>
                                      </p:tavLst>
                                    </p:anim>
                                  </p:childTnLst>
                                </p:cTn>
                              </p:par>
                            </p:childTnLst>
                          </p:cTn>
                        </p:par>
                      </p:childTnLst>
                    </p:cTn>
                  </p:par>
                </p:childTnLst>
              </p:cTn>
              <p:prevCondLst>
                <p:cond evt="onPrev" delay="0">
                  <p:tgtEl>
                    <p:sldTgt/>
                  </p:tgtEl>
                </p:cond>
              </p:prevCondLst>
              <p:nextCondLst>
                <p:cond evt="onNext" delay="0">
                  <p:tgtEl>
                    <p:sldTgt/>
                  </p:tgtEl>
                </p:cond>
              </p:nextCondLst>
            </p:seq>
            <p:audio>
              <p:cMediaNode vol="100000">
                <p:cTn id="111" fill="hold" display="0">
                  <p:stCondLst>
                    <p:cond delay="indefinite"/>
                  </p:stCondLst>
                  <p:endCondLst>
                    <p:cond evt="onStopAudio" delay="0">
                      <p:tgtEl>
                        <p:sldTgt/>
                      </p:tgtEl>
                    </p:cond>
                  </p:endCondLst>
                </p:cTn>
                <p:tgtEl>
                  <p:spTgt spid="49"/>
                </p:tgtEl>
              </p:cMediaNode>
            </p:audio>
            <p:audio>
              <p:cMediaNode vol="100000">
                <p:cTn id="112" fill="hold" display="0">
                  <p:stCondLst>
                    <p:cond delay="indefinite"/>
                  </p:stCondLst>
                  <p:endCondLst>
                    <p:cond evt="onStopAudio" delay="0">
                      <p:tgtEl>
                        <p:sldTgt/>
                      </p:tgtEl>
                    </p:cond>
                  </p:endCondLst>
                </p:cTn>
                <p:tgtEl>
                  <p:spTgt spid="50"/>
                </p:tgtEl>
              </p:cMediaNode>
            </p:audio>
            <p:audio>
              <p:cMediaNode vol="80000">
                <p:cTn id="113" fill="hold" display="0">
                  <p:stCondLst>
                    <p:cond delay="indefinite"/>
                  </p:stCondLst>
                  <p:endCondLst>
                    <p:cond evt="onStopAudio" delay="0">
                      <p:tgtEl>
                        <p:sldTgt/>
                      </p:tgtEl>
                    </p:cond>
                  </p:endCondLst>
                </p:cTn>
                <p:tgtEl>
                  <p:spTgt spid="4"/>
                </p:tgtEl>
              </p:cMediaNode>
            </p:audio>
            <p:audio>
              <p:cMediaNode vol="80303">
                <p:cTn id="114" fill="hold" display="0">
                  <p:stCondLst>
                    <p:cond delay="indefinite"/>
                  </p:stCondLst>
                  <p:endCondLst>
                    <p:cond evt="onStopAudio" delay="0">
                      <p:tgtEl>
                        <p:sldTgt/>
                      </p:tgtEl>
                    </p:cond>
                    <p:cond evt="onNext" delay="0">
                      <p:tgtEl>
                        <p:sldTgt/>
                      </p:tgtEl>
                    </p:cond>
                  </p:endCondLst>
                </p:cTn>
                <p:tgtEl>
                  <p:spTgt spid="52"/>
                </p:tgtEl>
              </p:cMediaNode>
            </p:audio>
            <p:audio>
              <p:cMediaNode vol="80000">
                <p:cTn id="115" fill="hold" display="0">
                  <p:stCondLst>
                    <p:cond delay="indefinite"/>
                  </p:stCondLst>
                  <p:endCondLst>
                    <p:cond evt="onStopAudio" delay="0">
                      <p:tgtEl>
                        <p:sldTgt/>
                      </p:tgtEl>
                    </p:cond>
                  </p:endCondLst>
                </p:cTn>
                <p:tgtEl>
                  <p:spTgt spid="107"/>
                </p:tgtEl>
              </p:cMediaNode>
            </p:audio>
          </p:childTnLst>
        </p:cTn>
      </p:par>
    </p:tnLst>
  </p:timing>
</p:sld>
</file>

<file path=ppt/slides/slide15.xml><?xml version="1.0" encoding="utf-8"?>
<p:sld xmlns:a="http://schemas.openxmlformats.org/drawingml/2006/main" xmlns:r="http://schemas.openxmlformats.org/officeDocument/2006/relationships" xmlns:p="http://schemas.openxmlformats.org/presentationml/2006/main" show="0">
  <p:cSld>
    <p:spTree>
      <p:nvGrpSpPr>
        <p:cNvPr id="1" name=""/>
        <p:cNvGrpSpPr/>
        <p:nvPr/>
      </p:nvGrpSpPr>
      <p:grpSpPr>
        <a:xfrm>
          <a:off x="0" y="0"/>
          <a:ext cx="0" cy="0"/>
          <a:chOff x="0" y="0"/>
          <a:chExt cx="0" cy="0"/>
        </a:xfrm>
      </p:grpSpPr>
      <p:pic>
        <p:nvPicPr>
          <p:cNvPr id="14" name="Baseplate"/>
          <p:cNvPicPr>
            <a:picLocks noChangeAspect="1"/>
          </p:cNvPicPr>
          <p:nvPr/>
        </p:nvPicPr>
        <p:blipFill>
          <a:blip r:embed="rId13" cstate="print">
            <a:extLst>
              <a:ext uri="{28A0092B-C50C-407E-A947-70E740481C1C}">
                <a14:useLocalDpi xmlns:a14="http://schemas.microsoft.com/office/drawing/2010/main" val="0"/>
              </a:ext>
            </a:extLst>
          </a:blip>
          <a:stretch>
            <a:fillRect/>
          </a:stretch>
        </p:blipFill>
        <p:spPr>
          <a:xfrm>
            <a:off x="-594469" y="-54465"/>
            <a:ext cx="15819338" cy="8503919"/>
          </a:xfrm>
          <a:prstGeom prst="rect">
            <a:avLst/>
          </a:prstGeom>
        </p:spPr>
      </p:pic>
      <p:pic>
        <p:nvPicPr>
          <p:cNvPr id="65" name="Timer 1x2"/>
          <p:cNvPicPr>
            <a:picLocks/>
          </p:cNvPicPr>
          <p:nvPr/>
        </p:nvPicPr>
        <p:blipFill>
          <a:blip r:embed="rId14" cstate="print">
            <a:extLst>
              <a:ext uri="{28A0092B-C50C-407E-A947-70E740481C1C}">
                <a14:useLocalDpi xmlns:a14="http://schemas.microsoft.com/office/drawing/2010/main" val="0"/>
              </a:ext>
            </a:extLst>
          </a:blip>
          <a:stretch>
            <a:fillRect/>
          </a:stretch>
        </p:blipFill>
        <p:spPr>
          <a:xfrm>
            <a:off x="13929822" y="-203906"/>
            <a:ext cx="832104" cy="529163"/>
          </a:xfrm>
          <a:prstGeom prst="rect">
            <a:avLst/>
          </a:prstGeom>
        </p:spPr>
      </p:pic>
      <p:pic>
        <p:nvPicPr>
          <p:cNvPr id="86" name="Blue Bricks 1"/>
          <p:cNvPicPr>
            <a:picLocks noChangeAspect="1"/>
          </p:cNvPicPr>
          <p:nvPr/>
        </p:nvPicPr>
        <p:blipFill>
          <a:blip r:embed="rId15" cstate="print">
            <a:extLst>
              <a:ext uri="{28A0092B-C50C-407E-A947-70E740481C1C}">
                <a14:useLocalDpi xmlns:a14="http://schemas.microsoft.com/office/drawing/2010/main" val="0"/>
              </a:ext>
            </a:extLst>
          </a:blip>
          <a:stretch>
            <a:fillRect/>
          </a:stretch>
        </p:blipFill>
        <p:spPr>
          <a:xfrm>
            <a:off x="0" y="3059476"/>
            <a:ext cx="3461795" cy="1724155"/>
          </a:xfrm>
          <a:prstGeom prst="rect">
            <a:avLst/>
          </a:prstGeom>
        </p:spPr>
      </p:pic>
      <p:sp>
        <p:nvSpPr>
          <p:cNvPr id="87" name="Blue Cap 1"/>
          <p:cNvSpPr>
            <a:spLocks noChangeAspect="1"/>
          </p:cNvSpPr>
          <p:nvPr/>
        </p:nvSpPr>
        <p:spPr>
          <a:xfrm>
            <a:off x="213811" y="2951273"/>
            <a:ext cx="2907791" cy="1453896"/>
          </a:xfrm>
          <a:prstGeom prst="rect">
            <a:avLst/>
          </a:prstGeom>
          <a:solidFill>
            <a:srgbClr val="F4F4F4"/>
          </a:solidFill>
          <a:ln>
            <a:noFill/>
          </a:ln>
          <a:scene3d>
            <a:camera prst="orthographicFront">
              <a:rot lat="20400000" lon="21000000" rev="198000"/>
            </a:camera>
            <a:lightRig rig="balanced" dir="t"/>
          </a:scene3d>
          <a:sp3d extrusionH="165100" prstMaterial="metal">
            <a:bevelT w="19050" h="12700"/>
            <a:extrusionClr>
              <a:srgbClr val="F4F4F4"/>
            </a:extrusionClr>
          </a:sp3d>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sz="4400" spc="-200" dirty="0">
                <a:ln>
                  <a:solidFill>
                    <a:schemeClr val="tx1">
                      <a:lumMod val="85000"/>
                      <a:lumOff val="15000"/>
                    </a:schemeClr>
                  </a:solidFill>
                </a:ln>
                <a:solidFill>
                  <a:srgbClr val="106DDE"/>
                </a:solidFill>
                <a:latin typeface="Poppins Medium" panose="00000600000000000000" pitchFamily="2" charset="0"/>
                <a:ea typeface="ZCOOL QingKe HuangYou" panose="00000500000000000000" pitchFamily="2" charset="0"/>
                <a:cs typeface="Poppins Medium" panose="00000600000000000000" pitchFamily="2" charset="0"/>
              </a:rPr>
              <a:t>Your Text</a:t>
            </a:r>
          </a:p>
        </p:txBody>
      </p:sp>
      <p:pic>
        <p:nvPicPr>
          <p:cNvPr id="7" name="Red Bricks 1"/>
          <p:cNvPicPr>
            <a:picLocks noChangeAspect="1"/>
          </p:cNvPicPr>
          <p:nvPr/>
        </p:nvPicPr>
        <p:blipFill>
          <a:blip r:embed="rId16" cstate="print">
            <a:extLst>
              <a:ext uri="{28A0092B-C50C-407E-A947-70E740481C1C}">
                <a14:useLocalDpi xmlns:a14="http://schemas.microsoft.com/office/drawing/2010/main" val="0"/>
              </a:ext>
            </a:extLst>
          </a:blip>
          <a:stretch>
            <a:fillRect/>
          </a:stretch>
        </p:blipFill>
        <p:spPr>
          <a:xfrm>
            <a:off x="3475300" y="290455"/>
            <a:ext cx="3461795" cy="1724154"/>
          </a:xfrm>
          <a:prstGeom prst="rect">
            <a:avLst/>
          </a:prstGeom>
        </p:spPr>
      </p:pic>
      <p:sp>
        <p:nvSpPr>
          <p:cNvPr id="8" name="Red Cap 1"/>
          <p:cNvSpPr>
            <a:spLocks noChangeAspect="1"/>
          </p:cNvSpPr>
          <p:nvPr/>
        </p:nvSpPr>
        <p:spPr>
          <a:xfrm>
            <a:off x="4038601" y="182252"/>
            <a:ext cx="2907791" cy="1453896"/>
          </a:xfrm>
          <a:prstGeom prst="rect">
            <a:avLst/>
          </a:prstGeom>
          <a:solidFill>
            <a:srgbClr val="F4F4F4"/>
          </a:solidFill>
          <a:ln>
            <a:noFill/>
          </a:ln>
          <a:scene3d>
            <a:camera prst="orthographicFront">
              <a:rot lat="20400000" lon="21000000" rev="198000"/>
            </a:camera>
            <a:lightRig rig="balanced" dir="t"/>
          </a:scene3d>
          <a:sp3d extrusionH="165100" prstMaterial="metal">
            <a:bevelT w="19050" h="12700"/>
            <a:extrusionClr>
              <a:srgbClr val="F4F4F4"/>
            </a:extrusionClr>
          </a:sp3d>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sz="4400" spc="-200" dirty="0">
                <a:ln>
                  <a:solidFill>
                    <a:schemeClr val="tx1">
                      <a:lumMod val="85000"/>
                      <a:lumOff val="15000"/>
                    </a:schemeClr>
                  </a:solidFill>
                </a:ln>
                <a:solidFill>
                  <a:srgbClr val="DD1A21"/>
                </a:solidFill>
                <a:latin typeface="Poppins Medium" panose="00000600000000000000" pitchFamily="2" charset="0"/>
                <a:ea typeface="ZCOOL QingKe HuangYou" panose="00000500000000000000" pitchFamily="2" charset="0"/>
                <a:cs typeface="Poppins Medium" panose="00000600000000000000" pitchFamily="2" charset="0"/>
              </a:rPr>
              <a:t>Your Text</a:t>
            </a:r>
          </a:p>
        </p:txBody>
      </p:sp>
      <p:pic>
        <p:nvPicPr>
          <p:cNvPr id="17" name="Red Bricks 2"/>
          <p:cNvPicPr>
            <a:picLocks noChangeAspect="1"/>
          </p:cNvPicPr>
          <p:nvPr/>
        </p:nvPicPr>
        <p:blipFill>
          <a:blip r:embed="rId16" cstate="print">
            <a:extLst>
              <a:ext uri="{28A0092B-C50C-407E-A947-70E740481C1C}">
                <a14:useLocalDpi xmlns:a14="http://schemas.microsoft.com/office/drawing/2010/main" val="0"/>
              </a:ext>
            </a:extLst>
          </a:blip>
          <a:stretch>
            <a:fillRect/>
          </a:stretch>
        </p:blipFill>
        <p:spPr>
          <a:xfrm>
            <a:off x="3574668" y="2024150"/>
            <a:ext cx="3461795" cy="1724154"/>
          </a:xfrm>
          <a:prstGeom prst="rect">
            <a:avLst/>
          </a:prstGeom>
        </p:spPr>
      </p:pic>
      <p:sp>
        <p:nvSpPr>
          <p:cNvPr id="18" name="Red Cap 2"/>
          <p:cNvSpPr>
            <a:spLocks noChangeAspect="1"/>
          </p:cNvSpPr>
          <p:nvPr/>
        </p:nvSpPr>
        <p:spPr>
          <a:xfrm>
            <a:off x="4138169" y="1915947"/>
            <a:ext cx="2907791" cy="1453896"/>
          </a:xfrm>
          <a:prstGeom prst="rect">
            <a:avLst/>
          </a:prstGeom>
          <a:solidFill>
            <a:srgbClr val="F4F4F4"/>
          </a:solidFill>
          <a:ln>
            <a:noFill/>
          </a:ln>
          <a:scene3d>
            <a:camera prst="orthographicFront">
              <a:rot lat="20400000" lon="21000000" rev="198000"/>
            </a:camera>
            <a:lightRig rig="balanced" dir="t"/>
          </a:scene3d>
          <a:sp3d extrusionH="165100" prstMaterial="metal">
            <a:bevelT w="19050" h="12700"/>
            <a:extrusionClr>
              <a:srgbClr val="F4F4F4"/>
            </a:extrusionClr>
          </a:sp3d>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sz="4400" spc="-200" dirty="0">
                <a:ln>
                  <a:solidFill>
                    <a:schemeClr val="tx1">
                      <a:lumMod val="85000"/>
                      <a:lumOff val="15000"/>
                    </a:schemeClr>
                  </a:solidFill>
                </a:ln>
                <a:solidFill>
                  <a:srgbClr val="DD1A21"/>
                </a:solidFill>
                <a:latin typeface="Poppins Medium" panose="00000600000000000000" pitchFamily="2" charset="0"/>
                <a:ea typeface="ZCOOL QingKe HuangYou" panose="00000500000000000000" pitchFamily="2" charset="0"/>
                <a:cs typeface="Poppins Medium" panose="00000600000000000000" pitchFamily="2" charset="0"/>
              </a:rPr>
              <a:t>Your Text</a:t>
            </a:r>
          </a:p>
        </p:txBody>
      </p:sp>
      <p:pic>
        <p:nvPicPr>
          <p:cNvPr id="20" name="Red Bricks 3"/>
          <p:cNvPicPr>
            <a:picLocks noChangeAspect="1"/>
          </p:cNvPicPr>
          <p:nvPr/>
        </p:nvPicPr>
        <p:blipFill>
          <a:blip r:embed="rId16" cstate="print">
            <a:extLst>
              <a:ext uri="{28A0092B-C50C-407E-A947-70E740481C1C}">
                <a14:useLocalDpi xmlns:a14="http://schemas.microsoft.com/office/drawing/2010/main" val="0"/>
              </a:ext>
            </a:extLst>
          </a:blip>
          <a:stretch>
            <a:fillRect/>
          </a:stretch>
        </p:blipFill>
        <p:spPr>
          <a:xfrm>
            <a:off x="3702936" y="4451850"/>
            <a:ext cx="3461795" cy="1724154"/>
          </a:xfrm>
          <a:prstGeom prst="rect">
            <a:avLst/>
          </a:prstGeom>
        </p:spPr>
      </p:pic>
      <p:pic>
        <p:nvPicPr>
          <p:cNvPr id="13" name="Green Bricks 1"/>
          <p:cNvPicPr>
            <a:picLocks noChangeAspect="1"/>
          </p:cNvPicPr>
          <p:nvPr/>
        </p:nvPicPr>
        <p:blipFill>
          <a:blip r:embed="rId17" cstate="print">
            <a:extLst>
              <a:ext uri="{28A0092B-C50C-407E-A947-70E740481C1C}">
                <a14:useLocalDpi xmlns:a14="http://schemas.microsoft.com/office/drawing/2010/main" val="0"/>
              </a:ext>
            </a:extLst>
          </a:blip>
          <a:stretch>
            <a:fillRect/>
          </a:stretch>
        </p:blipFill>
        <p:spPr>
          <a:xfrm>
            <a:off x="9286304" y="312925"/>
            <a:ext cx="3456007" cy="1724155"/>
          </a:xfrm>
          <a:prstGeom prst="rect">
            <a:avLst/>
          </a:prstGeom>
        </p:spPr>
      </p:pic>
      <p:sp>
        <p:nvSpPr>
          <p:cNvPr id="15" name="Green Cap 1"/>
          <p:cNvSpPr>
            <a:spLocks noChangeAspect="1"/>
          </p:cNvSpPr>
          <p:nvPr/>
        </p:nvSpPr>
        <p:spPr>
          <a:xfrm>
            <a:off x="9850629" y="204722"/>
            <a:ext cx="2907791" cy="1453896"/>
          </a:xfrm>
          <a:prstGeom prst="rect">
            <a:avLst/>
          </a:prstGeom>
          <a:solidFill>
            <a:srgbClr val="F4F4F4"/>
          </a:solidFill>
          <a:ln>
            <a:noFill/>
          </a:ln>
          <a:scene3d>
            <a:camera prst="orthographicFront">
              <a:rot lat="20400000" lon="21000000" rev="198000"/>
            </a:camera>
            <a:lightRig rig="balanced" dir="t"/>
          </a:scene3d>
          <a:sp3d extrusionH="165100" prstMaterial="metal">
            <a:bevelT w="19050" h="12700"/>
            <a:extrusionClr>
              <a:srgbClr val="F4F4F4"/>
            </a:extrusionClr>
          </a:sp3d>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sz="4400" spc="-200" dirty="0">
                <a:ln>
                  <a:solidFill>
                    <a:schemeClr val="tx1">
                      <a:lumMod val="85000"/>
                      <a:lumOff val="15000"/>
                    </a:schemeClr>
                  </a:solidFill>
                </a:ln>
                <a:solidFill>
                  <a:srgbClr val="04A043"/>
                </a:solidFill>
                <a:latin typeface="Poppins Medium" panose="00000600000000000000" pitchFamily="2" charset="0"/>
                <a:ea typeface="ZCOOL QingKe HuangYou" panose="00000500000000000000" pitchFamily="2" charset="0"/>
                <a:cs typeface="Poppins Medium" panose="00000600000000000000" pitchFamily="2" charset="0"/>
              </a:rPr>
              <a:t>Your Text</a:t>
            </a:r>
          </a:p>
        </p:txBody>
      </p:sp>
      <p:pic>
        <p:nvPicPr>
          <p:cNvPr id="30" name="Green Bricks 2"/>
          <p:cNvPicPr>
            <a:picLocks noChangeAspect="1"/>
          </p:cNvPicPr>
          <p:nvPr/>
        </p:nvPicPr>
        <p:blipFill>
          <a:blip r:embed="rId17" cstate="print">
            <a:extLst>
              <a:ext uri="{28A0092B-C50C-407E-A947-70E740481C1C}">
                <a14:useLocalDpi xmlns:a14="http://schemas.microsoft.com/office/drawing/2010/main" val="0"/>
              </a:ext>
            </a:extLst>
          </a:blip>
          <a:stretch>
            <a:fillRect/>
          </a:stretch>
        </p:blipFill>
        <p:spPr>
          <a:xfrm>
            <a:off x="9385162" y="2034761"/>
            <a:ext cx="3456007" cy="1724155"/>
          </a:xfrm>
          <a:prstGeom prst="rect">
            <a:avLst/>
          </a:prstGeom>
        </p:spPr>
      </p:pic>
      <p:sp>
        <p:nvSpPr>
          <p:cNvPr id="31" name="Green Cap 2"/>
          <p:cNvSpPr>
            <a:spLocks noChangeAspect="1"/>
          </p:cNvSpPr>
          <p:nvPr/>
        </p:nvSpPr>
        <p:spPr>
          <a:xfrm>
            <a:off x="9948419" y="1926558"/>
            <a:ext cx="2907791" cy="1453896"/>
          </a:xfrm>
          <a:prstGeom prst="rect">
            <a:avLst/>
          </a:prstGeom>
          <a:solidFill>
            <a:srgbClr val="F4F4F4"/>
          </a:solidFill>
          <a:ln>
            <a:noFill/>
          </a:ln>
          <a:scene3d>
            <a:camera prst="orthographicFront">
              <a:rot lat="20400000" lon="21000000" rev="198000"/>
            </a:camera>
            <a:lightRig rig="balanced" dir="t"/>
          </a:scene3d>
          <a:sp3d extrusionH="165100" prstMaterial="metal">
            <a:bevelT w="19050" h="12700"/>
            <a:extrusionClr>
              <a:srgbClr val="F4F4F4"/>
            </a:extrusionClr>
          </a:sp3d>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sz="4400" spc="-200" dirty="0">
                <a:ln>
                  <a:solidFill>
                    <a:schemeClr val="tx1">
                      <a:lumMod val="85000"/>
                      <a:lumOff val="15000"/>
                    </a:schemeClr>
                  </a:solidFill>
                </a:ln>
                <a:solidFill>
                  <a:srgbClr val="04A043"/>
                </a:solidFill>
                <a:latin typeface="Poppins Medium" panose="00000600000000000000" pitchFamily="2" charset="0"/>
                <a:ea typeface="ZCOOL QingKe HuangYou" panose="00000500000000000000" pitchFamily="2" charset="0"/>
                <a:cs typeface="Poppins Medium" panose="00000600000000000000" pitchFamily="2" charset="0"/>
              </a:rPr>
              <a:t>Your Text</a:t>
            </a:r>
          </a:p>
        </p:txBody>
      </p:sp>
      <p:grpSp>
        <p:nvGrpSpPr>
          <p:cNvPr id="6" name="Black Line"/>
          <p:cNvGrpSpPr/>
          <p:nvPr/>
        </p:nvGrpSpPr>
        <p:grpSpPr>
          <a:xfrm>
            <a:off x="3661927" y="3906918"/>
            <a:ext cx="9525041" cy="555037"/>
            <a:chOff x="3661927" y="3906918"/>
            <a:chExt cx="9525041" cy="555037"/>
          </a:xfrm>
        </p:grpSpPr>
        <p:pic>
          <p:nvPicPr>
            <p:cNvPr id="39" name="Black 1x4"/>
            <p:cNvPicPr>
              <a:picLocks/>
            </p:cNvPicPr>
            <p:nvPr/>
          </p:nvPicPr>
          <p:blipFill>
            <a:blip r:embed="rId18" cstate="print">
              <a:extLst>
                <a:ext uri="{28A0092B-C50C-407E-A947-70E740481C1C}">
                  <a14:useLocalDpi xmlns:a14="http://schemas.microsoft.com/office/drawing/2010/main" val="0"/>
                </a:ext>
              </a:extLst>
            </a:blip>
            <a:stretch>
              <a:fillRect/>
            </a:stretch>
          </p:blipFill>
          <p:spPr>
            <a:xfrm>
              <a:off x="11632488" y="3922459"/>
              <a:ext cx="1554480" cy="539496"/>
            </a:xfrm>
            <a:prstGeom prst="rect">
              <a:avLst/>
            </a:prstGeom>
          </p:spPr>
        </p:pic>
        <p:sp>
          <p:nvSpPr>
            <p:cNvPr id="46" name="Shade"/>
            <p:cNvSpPr>
              <a:spLocks/>
            </p:cNvSpPr>
            <p:nvPr/>
          </p:nvSpPr>
          <p:spPr>
            <a:xfrm>
              <a:off x="11462385" y="4004327"/>
              <a:ext cx="466344" cy="365760"/>
            </a:xfrm>
            <a:prstGeom prst="rect">
              <a:avLst/>
            </a:prstGeom>
            <a:solidFill>
              <a:schemeClr val="tx1">
                <a:alpha val="50000"/>
              </a:schemeClr>
            </a:solidFill>
            <a:ln>
              <a:noFill/>
            </a:ln>
            <a:scene3d>
              <a:camera prst="orthographicFront">
                <a:rot lat="20400000" lon="4800000" rev="197999"/>
              </a:camera>
              <a:lightRig rig="threePt" dir="t"/>
            </a:scene3d>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pic>
          <p:nvPicPr>
            <p:cNvPr id="40" name="Black 1x4"/>
            <p:cNvPicPr>
              <a:picLocks/>
            </p:cNvPicPr>
            <p:nvPr/>
          </p:nvPicPr>
          <p:blipFill>
            <a:blip r:embed="rId18" cstate="print">
              <a:extLst>
                <a:ext uri="{28A0092B-C50C-407E-A947-70E740481C1C}">
                  <a14:useLocalDpi xmlns:a14="http://schemas.microsoft.com/office/drawing/2010/main" val="0"/>
                </a:ext>
              </a:extLst>
            </a:blip>
            <a:stretch>
              <a:fillRect/>
            </a:stretch>
          </p:blipFill>
          <p:spPr>
            <a:xfrm>
              <a:off x="10183992" y="3919521"/>
              <a:ext cx="1554480" cy="539496"/>
            </a:xfrm>
            <a:prstGeom prst="rect">
              <a:avLst/>
            </a:prstGeom>
          </p:spPr>
        </p:pic>
        <p:sp>
          <p:nvSpPr>
            <p:cNvPr id="45" name="Shade"/>
            <p:cNvSpPr>
              <a:spLocks/>
            </p:cNvSpPr>
            <p:nvPr/>
          </p:nvSpPr>
          <p:spPr>
            <a:xfrm>
              <a:off x="9988296" y="4000500"/>
              <a:ext cx="502920" cy="374904"/>
            </a:xfrm>
            <a:prstGeom prst="rect">
              <a:avLst/>
            </a:prstGeom>
            <a:solidFill>
              <a:schemeClr val="tx1">
                <a:alpha val="50000"/>
              </a:schemeClr>
            </a:solidFill>
            <a:ln>
              <a:noFill/>
            </a:ln>
            <a:scene3d>
              <a:camera prst="orthographicFront">
                <a:rot lat="20400000" lon="4800000" rev="197999"/>
              </a:camera>
              <a:lightRig rig="threePt" dir="t"/>
            </a:scene3d>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pic>
          <p:nvPicPr>
            <p:cNvPr id="42" name="Black 1x4"/>
            <p:cNvPicPr>
              <a:picLocks/>
            </p:cNvPicPr>
            <p:nvPr/>
          </p:nvPicPr>
          <p:blipFill>
            <a:blip r:embed="rId18" cstate="print">
              <a:extLst>
                <a:ext uri="{28A0092B-C50C-407E-A947-70E740481C1C}">
                  <a14:useLocalDpi xmlns:a14="http://schemas.microsoft.com/office/drawing/2010/main" val="0"/>
                </a:ext>
              </a:extLst>
            </a:blip>
            <a:stretch>
              <a:fillRect/>
            </a:stretch>
          </p:blipFill>
          <p:spPr>
            <a:xfrm>
              <a:off x="8725337" y="3917738"/>
              <a:ext cx="1554480" cy="539496"/>
            </a:xfrm>
            <a:prstGeom prst="rect">
              <a:avLst/>
            </a:prstGeom>
          </p:spPr>
        </p:pic>
        <p:sp>
          <p:nvSpPr>
            <p:cNvPr id="44" name="Shade"/>
            <p:cNvSpPr>
              <a:spLocks/>
            </p:cNvSpPr>
            <p:nvPr/>
          </p:nvSpPr>
          <p:spPr>
            <a:xfrm>
              <a:off x="8526780" y="4002151"/>
              <a:ext cx="502920" cy="374904"/>
            </a:xfrm>
            <a:prstGeom prst="rect">
              <a:avLst/>
            </a:prstGeom>
            <a:solidFill>
              <a:schemeClr val="tx1">
                <a:alpha val="50000"/>
              </a:schemeClr>
            </a:solidFill>
            <a:ln>
              <a:noFill/>
            </a:ln>
            <a:scene3d>
              <a:camera prst="orthographicFront">
                <a:rot lat="20400000" lon="4800000" rev="197999"/>
              </a:camera>
              <a:lightRig rig="threePt" dir="t"/>
            </a:scene3d>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pic>
          <p:nvPicPr>
            <p:cNvPr id="3" name="Black 1x2"/>
            <p:cNvPicPr>
              <a:picLocks/>
            </p:cNvPicPr>
            <p:nvPr/>
          </p:nvPicPr>
          <p:blipFill>
            <a:blip r:embed="rId19" cstate="print">
              <a:extLst>
                <a:ext uri="{28A0092B-C50C-407E-A947-70E740481C1C}">
                  <a14:useLocalDpi xmlns:a14="http://schemas.microsoft.com/office/drawing/2010/main" val="0"/>
                </a:ext>
              </a:extLst>
            </a:blip>
            <a:stretch>
              <a:fillRect/>
            </a:stretch>
          </p:blipFill>
          <p:spPr>
            <a:xfrm>
              <a:off x="7990269" y="3916427"/>
              <a:ext cx="832104" cy="534978"/>
            </a:xfrm>
            <a:prstGeom prst="rect">
              <a:avLst/>
            </a:prstGeom>
          </p:spPr>
        </p:pic>
        <p:sp>
          <p:nvSpPr>
            <p:cNvPr id="43" name="Shade"/>
            <p:cNvSpPr>
              <a:spLocks/>
            </p:cNvSpPr>
            <p:nvPr/>
          </p:nvSpPr>
          <p:spPr>
            <a:xfrm>
              <a:off x="7792720" y="3996436"/>
              <a:ext cx="502920" cy="374904"/>
            </a:xfrm>
            <a:prstGeom prst="rect">
              <a:avLst/>
            </a:prstGeom>
            <a:solidFill>
              <a:schemeClr val="tx1">
                <a:alpha val="50000"/>
              </a:schemeClr>
            </a:solidFill>
            <a:ln>
              <a:noFill/>
            </a:ln>
            <a:scene3d>
              <a:camera prst="orthographicFront">
                <a:rot lat="20400000" lon="4800000" rev="197999"/>
              </a:camera>
              <a:lightRig rig="threePt" dir="t"/>
            </a:scene3d>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pic>
          <p:nvPicPr>
            <p:cNvPr id="41" name="Black 1x4"/>
            <p:cNvPicPr>
              <a:picLocks/>
            </p:cNvPicPr>
            <p:nvPr/>
          </p:nvPicPr>
          <p:blipFill>
            <a:blip r:embed="rId18" cstate="print">
              <a:extLst>
                <a:ext uri="{28A0092B-C50C-407E-A947-70E740481C1C}">
                  <a14:useLocalDpi xmlns:a14="http://schemas.microsoft.com/office/drawing/2010/main" val="0"/>
                </a:ext>
              </a:extLst>
            </a:blip>
            <a:stretch>
              <a:fillRect/>
            </a:stretch>
          </p:blipFill>
          <p:spPr>
            <a:xfrm>
              <a:off x="6543678" y="3912409"/>
              <a:ext cx="1545336" cy="539496"/>
            </a:xfrm>
            <a:prstGeom prst="rect">
              <a:avLst/>
            </a:prstGeom>
          </p:spPr>
        </p:pic>
        <p:sp>
          <p:nvSpPr>
            <p:cNvPr id="47" name="Shade"/>
            <p:cNvSpPr>
              <a:spLocks/>
            </p:cNvSpPr>
            <p:nvPr/>
          </p:nvSpPr>
          <p:spPr>
            <a:xfrm>
              <a:off x="6367526" y="4002398"/>
              <a:ext cx="466344" cy="365760"/>
            </a:xfrm>
            <a:prstGeom prst="rect">
              <a:avLst/>
            </a:prstGeom>
            <a:solidFill>
              <a:schemeClr val="tx1">
                <a:alpha val="50000"/>
              </a:schemeClr>
            </a:solidFill>
            <a:ln>
              <a:noFill/>
            </a:ln>
            <a:scene3d>
              <a:camera prst="orthographicFront">
                <a:rot lat="20400000" lon="4800000" rev="197999"/>
              </a:camera>
              <a:lightRig rig="threePt" dir="t"/>
            </a:scene3d>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pic>
          <p:nvPicPr>
            <p:cNvPr id="38" name="Black 1x4"/>
            <p:cNvPicPr>
              <a:picLocks/>
            </p:cNvPicPr>
            <p:nvPr/>
          </p:nvPicPr>
          <p:blipFill>
            <a:blip r:embed="rId18" cstate="print">
              <a:extLst>
                <a:ext uri="{28A0092B-C50C-407E-A947-70E740481C1C}">
                  <a14:useLocalDpi xmlns:a14="http://schemas.microsoft.com/office/drawing/2010/main" val="0"/>
                </a:ext>
              </a:extLst>
            </a:blip>
            <a:stretch>
              <a:fillRect/>
            </a:stretch>
          </p:blipFill>
          <p:spPr>
            <a:xfrm>
              <a:off x="5102802" y="3909856"/>
              <a:ext cx="1545336" cy="539496"/>
            </a:xfrm>
            <a:prstGeom prst="rect">
              <a:avLst/>
            </a:prstGeom>
          </p:spPr>
        </p:pic>
        <p:sp>
          <p:nvSpPr>
            <p:cNvPr id="48" name="Shade"/>
            <p:cNvSpPr>
              <a:spLocks/>
            </p:cNvSpPr>
            <p:nvPr/>
          </p:nvSpPr>
          <p:spPr>
            <a:xfrm>
              <a:off x="4925060" y="4004056"/>
              <a:ext cx="466344" cy="365760"/>
            </a:xfrm>
            <a:prstGeom prst="rect">
              <a:avLst/>
            </a:prstGeom>
            <a:solidFill>
              <a:schemeClr val="tx1">
                <a:alpha val="50000"/>
              </a:schemeClr>
            </a:solidFill>
            <a:ln>
              <a:noFill/>
            </a:ln>
            <a:scene3d>
              <a:camera prst="orthographicFront">
                <a:rot lat="20400000" lon="4800000" rev="197999"/>
              </a:camera>
              <a:lightRig rig="threePt" dir="t"/>
            </a:scene3d>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pic>
          <p:nvPicPr>
            <p:cNvPr id="2" name="Black 1x4"/>
            <p:cNvPicPr>
              <a:picLocks/>
            </p:cNvPicPr>
            <p:nvPr/>
          </p:nvPicPr>
          <p:blipFill>
            <a:blip r:embed="rId18" cstate="print">
              <a:extLst>
                <a:ext uri="{28A0092B-C50C-407E-A947-70E740481C1C}">
                  <a14:useLocalDpi xmlns:a14="http://schemas.microsoft.com/office/drawing/2010/main" val="0"/>
                </a:ext>
              </a:extLst>
            </a:blip>
            <a:stretch>
              <a:fillRect/>
            </a:stretch>
          </p:blipFill>
          <p:spPr>
            <a:xfrm>
              <a:off x="3661927" y="3906918"/>
              <a:ext cx="1545336" cy="539496"/>
            </a:xfrm>
            <a:prstGeom prst="rect">
              <a:avLst/>
            </a:prstGeom>
          </p:spPr>
        </p:pic>
      </p:grpSp>
      <p:sp>
        <p:nvSpPr>
          <p:cNvPr id="21" name="Red Cap 3"/>
          <p:cNvSpPr>
            <a:spLocks noChangeAspect="1"/>
          </p:cNvSpPr>
          <p:nvPr/>
        </p:nvSpPr>
        <p:spPr>
          <a:xfrm>
            <a:off x="4267200" y="4343647"/>
            <a:ext cx="2907791" cy="1453896"/>
          </a:xfrm>
          <a:prstGeom prst="rect">
            <a:avLst/>
          </a:prstGeom>
          <a:solidFill>
            <a:srgbClr val="F4F4F4"/>
          </a:solidFill>
          <a:ln>
            <a:noFill/>
          </a:ln>
          <a:scene3d>
            <a:camera prst="orthographicFront">
              <a:rot lat="20400000" lon="21000000" rev="198000"/>
            </a:camera>
            <a:lightRig rig="balanced" dir="t"/>
          </a:scene3d>
          <a:sp3d extrusionH="165100" prstMaterial="metal">
            <a:bevelT w="19050" h="12700"/>
            <a:extrusionClr>
              <a:srgbClr val="F4F4F4"/>
            </a:extrusionClr>
          </a:sp3d>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sz="4400" spc="-200" dirty="0">
                <a:ln>
                  <a:solidFill>
                    <a:schemeClr val="tx1">
                      <a:lumMod val="85000"/>
                      <a:lumOff val="15000"/>
                    </a:schemeClr>
                  </a:solidFill>
                </a:ln>
                <a:solidFill>
                  <a:srgbClr val="DD1A21"/>
                </a:solidFill>
                <a:latin typeface="Poppins Medium" panose="00000600000000000000" pitchFamily="2" charset="0"/>
                <a:ea typeface="ZCOOL QingKe HuangYou" panose="00000500000000000000" pitchFamily="2" charset="0"/>
                <a:cs typeface="Poppins Medium" panose="00000600000000000000" pitchFamily="2" charset="0"/>
              </a:rPr>
              <a:t>Your Text</a:t>
            </a:r>
          </a:p>
        </p:txBody>
      </p:sp>
      <p:pic>
        <p:nvPicPr>
          <p:cNvPr id="23" name="Red Bricks 4"/>
          <p:cNvPicPr>
            <a:picLocks noChangeAspect="1"/>
          </p:cNvPicPr>
          <p:nvPr/>
        </p:nvPicPr>
        <p:blipFill>
          <a:blip r:embed="rId16" cstate="print">
            <a:extLst>
              <a:ext uri="{28A0092B-C50C-407E-A947-70E740481C1C}">
                <a14:useLocalDpi xmlns:a14="http://schemas.microsoft.com/office/drawing/2010/main" val="0"/>
              </a:ext>
            </a:extLst>
          </a:blip>
          <a:stretch>
            <a:fillRect/>
          </a:stretch>
        </p:blipFill>
        <p:spPr>
          <a:xfrm>
            <a:off x="3824019" y="6157175"/>
            <a:ext cx="3461795" cy="1724154"/>
          </a:xfrm>
          <a:prstGeom prst="rect">
            <a:avLst/>
          </a:prstGeom>
        </p:spPr>
      </p:pic>
      <p:sp>
        <p:nvSpPr>
          <p:cNvPr id="24" name="Red Cap 4"/>
          <p:cNvSpPr>
            <a:spLocks noChangeAspect="1"/>
          </p:cNvSpPr>
          <p:nvPr/>
        </p:nvSpPr>
        <p:spPr>
          <a:xfrm>
            <a:off x="4389629" y="6048972"/>
            <a:ext cx="2907791" cy="1453896"/>
          </a:xfrm>
          <a:prstGeom prst="rect">
            <a:avLst/>
          </a:prstGeom>
          <a:solidFill>
            <a:srgbClr val="F4F4F4"/>
          </a:solidFill>
          <a:ln>
            <a:noFill/>
          </a:ln>
          <a:scene3d>
            <a:camera prst="orthographicFront">
              <a:rot lat="20400000" lon="21000000" rev="198000"/>
            </a:camera>
            <a:lightRig rig="balanced" dir="t"/>
          </a:scene3d>
          <a:sp3d extrusionH="165100" prstMaterial="metal">
            <a:bevelT w="19050" h="12700"/>
            <a:extrusionClr>
              <a:srgbClr val="F4F4F4"/>
            </a:extrusionClr>
          </a:sp3d>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sz="4400" spc="-200" dirty="0">
                <a:ln>
                  <a:solidFill>
                    <a:schemeClr val="tx1">
                      <a:lumMod val="85000"/>
                      <a:lumOff val="15000"/>
                    </a:schemeClr>
                  </a:solidFill>
                </a:ln>
                <a:solidFill>
                  <a:srgbClr val="DD1A21"/>
                </a:solidFill>
                <a:latin typeface="Poppins Medium" panose="00000600000000000000" pitchFamily="2" charset="0"/>
                <a:ea typeface="ZCOOL QingKe HuangYou" panose="00000500000000000000" pitchFamily="2" charset="0"/>
                <a:cs typeface="Poppins Medium" panose="00000600000000000000" pitchFamily="2" charset="0"/>
              </a:rPr>
              <a:t>Your Text</a:t>
            </a:r>
          </a:p>
        </p:txBody>
      </p:sp>
      <p:pic>
        <p:nvPicPr>
          <p:cNvPr id="33" name="Green Bricks 3"/>
          <p:cNvPicPr>
            <a:picLocks noChangeAspect="1"/>
          </p:cNvPicPr>
          <p:nvPr/>
        </p:nvPicPr>
        <p:blipFill>
          <a:blip r:embed="rId17" cstate="print">
            <a:extLst>
              <a:ext uri="{28A0092B-C50C-407E-A947-70E740481C1C}">
                <a14:useLocalDpi xmlns:a14="http://schemas.microsoft.com/office/drawing/2010/main" val="0"/>
              </a:ext>
            </a:extLst>
          </a:blip>
          <a:stretch>
            <a:fillRect/>
          </a:stretch>
        </p:blipFill>
        <p:spPr>
          <a:xfrm>
            <a:off x="9526095" y="4456170"/>
            <a:ext cx="3456007" cy="1724155"/>
          </a:xfrm>
          <a:prstGeom prst="rect">
            <a:avLst/>
          </a:prstGeom>
        </p:spPr>
      </p:pic>
      <p:sp>
        <p:nvSpPr>
          <p:cNvPr id="34" name="Green Cap 3"/>
          <p:cNvSpPr>
            <a:spLocks noChangeAspect="1"/>
          </p:cNvSpPr>
          <p:nvPr/>
        </p:nvSpPr>
        <p:spPr>
          <a:xfrm>
            <a:off x="10091929" y="4347967"/>
            <a:ext cx="2907791" cy="1453896"/>
          </a:xfrm>
          <a:prstGeom prst="rect">
            <a:avLst/>
          </a:prstGeom>
          <a:solidFill>
            <a:srgbClr val="F4F4F4"/>
          </a:solidFill>
          <a:ln>
            <a:noFill/>
          </a:ln>
          <a:scene3d>
            <a:camera prst="orthographicFront">
              <a:rot lat="20400000" lon="21000000" rev="198000"/>
            </a:camera>
            <a:lightRig rig="balanced" dir="t"/>
          </a:scene3d>
          <a:sp3d extrusionH="165100" prstMaterial="metal">
            <a:bevelT w="19050" h="12700"/>
            <a:extrusionClr>
              <a:srgbClr val="F4F4F4"/>
            </a:extrusionClr>
          </a:sp3d>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sz="4400" spc="-200" dirty="0">
                <a:ln>
                  <a:solidFill>
                    <a:schemeClr val="tx1">
                      <a:lumMod val="85000"/>
                      <a:lumOff val="15000"/>
                    </a:schemeClr>
                  </a:solidFill>
                </a:ln>
                <a:solidFill>
                  <a:srgbClr val="04A043"/>
                </a:solidFill>
                <a:latin typeface="Poppins Medium" panose="00000600000000000000" pitchFamily="2" charset="0"/>
                <a:ea typeface="ZCOOL QingKe HuangYou" panose="00000500000000000000" pitchFamily="2" charset="0"/>
                <a:cs typeface="Poppins Medium" panose="00000600000000000000" pitchFamily="2" charset="0"/>
              </a:rPr>
              <a:t>Your Text</a:t>
            </a:r>
          </a:p>
        </p:txBody>
      </p:sp>
      <p:pic>
        <p:nvPicPr>
          <p:cNvPr id="36" name="Green Bricks 4"/>
          <p:cNvPicPr>
            <a:picLocks noChangeAspect="1"/>
          </p:cNvPicPr>
          <p:nvPr/>
        </p:nvPicPr>
        <p:blipFill>
          <a:blip r:embed="rId17" cstate="print">
            <a:extLst>
              <a:ext uri="{28A0092B-C50C-407E-A947-70E740481C1C}">
                <a14:useLocalDpi xmlns:a14="http://schemas.microsoft.com/office/drawing/2010/main" val="0"/>
              </a:ext>
            </a:extLst>
          </a:blip>
          <a:stretch>
            <a:fillRect/>
          </a:stretch>
        </p:blipFill>
        <p:spPr>
          <a:xfrm>
            <a:off x="9624953" y="6178006"/>
            <a:ext cx="3456007" cy="1724155"/>
          </a:xfrm>
          <a:prstGeom prst="rect">
            <a:avLst/>
          </a:prstGeom>
        </p:spPr>
      </p:pic>
      <p:sp>
        <p:nvSpPr>
          <p:cNvPr id="37" name="Green Cap 4"/>
          <p:cNvSpPr>
            <a:spLocks noChangeAspect="1"/>
          </p:cNvSpPr>
          <p:nvPr/>
        </p:nvSpPr>
        <p:spPr>
          <a:xfrm>
            <a:off x="10190989" y="6069803"/>
            <a:ext cx="2907791" cy="1453896"/>
          </a:xfrm>
          <a:prstGeom prst="rect">
            <a:avLst/>
          </a:prstGeom>
          <a:solidFill>
            <a:srgbClr val="F4F4F4"/>
          </a:solidFill>
          <a:ln>
            <a:noFill/>
          </a:ln>
          <a:scene3d>
            <a:camera prst="orthographicFront">
              <a:rot lat="20400000" lon="21000000" rev="198000"/>
            </a:camera>
            <a:lightRig rig="balanced" dir="t"/>
          </a:scene3d>
          <a:sp3d extrusionH="165100" prstMaterial="metal">
            <a:bevelT w="19050" h="12700"/>
            <a:extrusionClr>
              <a:srgbClr val="F4F4F4"/>
            </a:extrusionClr>
          </a:sp3d>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sz="4400" spc="-200" dirty="0">
                <a:ln>
                  <a:solidFill>
                    <a:schemeClr val="tx1">
                      <a:lumMod val="85000"/>
                      <a:lumOff val="15000"/>
                    </a:schemeClr>
                  </a:solidFill>
                </a:ln>
                <a:solidFill>
                  <a:srgbClr val="04A043"/>
                </a:solidFill>
                <a:latin typeface="Poppins Medium" panose="00000600000000000000" pitchFamily="2" charset="0"/>
                <a:ea typeface="ZCOOL QingKe HuangYou" panose="00000500000000000000" pitchFamily="2" charset="0"/>
                <a:cs typeface="Poppins Medium" panose="00000600000000000000" pitchFamily="2" charset="0"/>
              </a:rPr>
              <a:t>Your Text</a:t>
            </a:r>
          </a:p>
        </p:txBody>
      </p:sp>
      <p:pic>
        <p:nvPicPr>
          <p:cNvPr id="63" name="Points Reveal 1.mp3">
            <a:hlinkClick r:id="" action="ppaction://media"/>
          </p:cNvPr>
          <p:cNvPicPr>
            <a:picLocks noChangeAspect="1"/>
          </p:cNvPicPr>
          <p:nvPr>
            <a:audioFile r:link="rId2"/>
            <p:extLst>
              <p:ext uri="{DAA4B4D4-6D71-4841-9C94-3DE7FCFB9230}">
                <p14:media xmlns:p14="http://schemas.microsoft.com/office/powerpoint/2010/main" r:embed="rId1"/>
              </p:ext>
            </p:extLst>
          </p:nvPr>
        </p:nvPicPr>
        <p:blipFill>
          <a:blip r:embed="rId20"/>
          <a:stretch>
            <a:fillRect/>
          </a:stretch>
        </p:blipFill>
        <p:spPr>
          <a:xfrm>
            <a:off x="1905000" y="8528098"/>
            <a:ext cx="487363" cy="487363"/>
          </a:xfrm>
          <a:prstGeom prst="rect">
            <a:avLst/>
          </a:prstGeom>
        </p:spPr>
      </p:pic>
      <p:pic>
        <p:nvPicPr>
          <p:cNvPr id="64" name="Points Reveal 2.mp3">
            <a:hlinkClick r:id="" action="ppaction://media"/>
          </p:cNvPr>
          <p:cNvPicPr>
            <a:picLocks noChangeAspect="1"/>
          </p:cNvPicPr>
          <p:nvPr>
            <a:audioFile r:link="rId4"/>
            <p:extLst>
              <p:ext uri="{DAA4B4D4-6D71-4841-9C94-3DE7FCFB9230}">
                <p14:media xmlns:p14="http://schemas.microsoft.com/office/powerpoint/2010/main" r:embed="rId3"/>
              </p:ext>
            </p:extLst>
          </p:nvPr>
        </p:nvPicPr>
        <p:blipFill>
          <a:blip r:embed="rId20"/>
          <a:stretch>
            <a:fillRect/>
          </a:stretch>
        </p:blipFill>
        <p:spPr>
          <a:xfrm>
            <a:off x="2743200" y="8534400"/>
            <a:ext cx="487363" cy="487363"/>
          </a:xfrm>
          <a:prstGeom prst="rect">
            <a:avLst/>
          </a:prstGeom>
        </p:spPr>
      </p:pic>
      <p:pic>
        <p:nvPicPr>
          <p:cNvPr id="5" name="gold piece sequence (5 pieces) 1 (leandri140029).mp3">
            <a:hlinkClick r:id="" action="ppaction://media"/>
          </p:cNvPr>
          <p:cNvPicPr>
            <a:picLocks noChangeAspect="1"/>
          </p:cNvPicPr>
          <p:nvPr>
            <a:audioFile r:link="rId6"/>
            <p:extLst>
              <p:ext uri="{DAA4B4D4-6D71-4841-9C94-3DE7FCFB9230}">
                <p14:media xmlns:p14="http://schemas.microsoft.com/office/powerpoint/2010/main" r:embed="rId5"/>
              </p:ext>
            </p:extLst>
          </p:nvPr>
        </p:nvPicPr>
        <p:blipFill>
          <a:blip r:embed="rId21"/>
          <a:stretch>
            <a:fillRect/>
          </a:stretch>
        </p:blipFill>
        <p:spPr>
          <a:xfrm>
            <a:off x="6346507" y="8534399"/>
            <a:ext cx="487363" cy="487363"/>
          </a:xfrm>
          <a:prstGeom prst="rect">
            <a:avLst/>
          </a:prstGeom>
        </p:spPr>
      </p:pic>
      <p:pic>
        <p:nvPicPr>
          <p:cNvPr id="28" name="gold piece sequence (5 pieces) 2 (leandri140029).mp3">
            <a:hlinkClick r:id="" action="ppaction://media"/>
          </p:cNvPr>
          <p:cNvPicPr>
            <a:picLocks noChangeAspect="1"/>
          </p:cNvPicPr>
          <p:nvPr>
            <a:audioFile r:link="rId8"/>
            <p:extLst>
              <p:ext uri="{DAA4B4D4-6D71-4841-9C94-3DE7FCFB9230}">
                <p14:media xmlns:p14="http://schemas.microsoft.com/office/powerpoint/2010/main" r:embed="rId7"/>
              </p:ext>
            </p:extLst>
          </p:nvPr>
        </p:nvPicPr>
        <p:blipFill>
          <a:blip r:embed="rId22"/>
          <a:stretch>
            <a:fillRect/>
          </a:stretch>
        </p:blipFill>
        <p:spPr>
          <a:xfrm>
            <a:off x="7650847" y="8534398"/>
            <a:ext cx="487363" cy="487363"/>
          </a:xfrm>
          <a:prstGeom prst="rect">
            <a:avLst/>
          </a:prstGeom>
        </p:spPr>
      </p:pic>
      <p:pic>
        <p:nvPicPr>
          <p:cNvPr id="66" name="Walking Shoes.mp3">
            <a:hlinkClick r:id="" action="ppaction://media"/>
          </p:cNvPr>
          <p:cNvPicPr>
            <a:picLocks noChangeAspect="1"/>
          </p:cNvPicPr>
          <p:nvPr>
            <a:audioFile r:link="rId10"/>
            <p:extLst>
              <p:ext uri="{DAA4B4D4-6D71-4841-9C94-3DE7FCFB9230}">
                <p14:media xmlns:p14="http://schemas.microsoft.com/office/powerpoint/2010/main" r:embed="rId9"/>
              </p:ext>
            </p:extLst>
          </p:nvPr>
        </p:nvPicPr>
        <p:blipFill>
          <a:blip r:embed="rId23"/>
          <a:stretch>
            <a:fillRect/>
          </a:stretch>
        </p:blipFill>
        <p:spPr>
          <a:xfrm>
            <a:off x="4841362" y="8528097"/>
            <a:ext cx="487363" cy="487363"/>
          </a:xfrm>
          <a:prstGeom prst="rect">
            <a:avLst/>
          </a:prstGeom>
        </p:spPr>
      </p:pic>
      <p:pic>
        <p:nvPicPr>
          <p:cNvPr id="67" name="Gold Coin 1"/>
          <p:cNvPicPr>
            <a:picLocks noChangeAspect="1"/>
          </p:cNvPicPr>
          <p:nvPr/>
        </p:nvPicPr>
        <p:blipFill>
          <a:blip r:embed="rId24" cstate="print">
            <a:extLst>
              <a:ext uri="{28A0092B-C50C-407E-A947-70E740481C1C}">
                <a14:useLocalDpi xmlns:a14="http://schemas.microsoft.com/office/drawing/2010/main" val="0"/>
              </a:ext>
            </a:extLst>
          </a:blip>
          <a:stretch>
            <a:fillRect/>
          </a:stretch>
        </p:blipFill>
        <p:spPr>
          <a:xfrm>
            <a:off x="7067316" y="262737"/>
            <a:ext cx="400420" cy="374904"/>
          </a:xfrm>
          <a:prstGeom prst="rect">
            <a:avLst/>
          </a:prstGeom>
        </p:spPr>
      </p:pic>
      <p:pic>
        <p:nvPicPr>
          <p:cNvPr id="70" name="Gold Coin 2"/>
          <p:cNvPicPr>
            <a:picLocks noChangeAspect="1"/>
          </p:cNvPicPr>
          <p:nvPr/>
        </p:nvPicPr>
        <p:blipFill>
          <a:blip r:embed="rId24" cstate="print">
            <a:extLst>
              <a:ext uri="{28A0092B-C50C-407E-A947-70E740481C1C}">
                <a14:useLocalDpi xmlns:a14="http://schemas.microsoft.com/office/drawing/2010/main" val="0"/>
              </a:ext>
            </a:extLst>
          </a:blip>
          <a:stretch>
            <a:fillRect/>
          </a:stretch>
        </p:blipFill>
        <p:spPr>
          <a:xfrm>
            <a:off x="7795202" y="268833"/>
            <a:ext cx="400420" cy="374904"/>
          </a:xfrm>
          <a:prstGeom prst="rect">
            <a:avLst/>
          </a:prstGeom>
        </p:spPr>
      </p:pic>
      <p:pic>
        <p:nvPicPr>
          <p:cNvPr id="71" name="Gold Coin 3"/>
          <p:cNvPicPr>
            <a:picLocks noChangeAspect="1"/>
          </p:cNvPicPr>
          <p:nvPr/>
        </p:nvPicPr>
        <p:blipFill>
          <a:blip r:embed="rId24" cstate="print">
            <a:extLst>
              <a:ext uri="{28A0092B-C50C-407E-A947-70E740481C1C}">
                <a14:useLocalDpi xmlns:a14="http://schemas.microsoft.com/office/drawing/2010/main" val="0"/>
              </a:ext>
            </a:extLst>
          </a:blip>
          <a:stretch>
            <a:fillRect/>
          </a:stretch>
        </p:blipFill>
        <p:spPr>
          <a:xfrm>
            <a:off x="7102798" y="958984"/>
            <a:ext cx="400420" cy="374904"/>
          </a:xfrm>
          <a:prstGeom prst="rect">
            <a:avLst/>
          </a:prstGeom>
        </p:spPr>
      </p:pic>
      <p:pic>
        <p:nvPicPr>
          <p:cNvPr id="72" name="Gold Coin 4"/>
          <p:cNvPicPr>
            <a:picLocks noChangeAspect="1"/>
          </p:cNvPicPr>
          <p:nvPr/>
        </p:nvPicPr>
        <p:blipFill>
          <a:blip r:embed="rId24" cstate="print">
            <a:extLst>
              <a:ext uri="{28A0092B-C50C-407E-A947-70E740481C1C}">
                <a14:useLocalDpi xmlns:a14="http://schemas.microsoft.com/office/drawing/2010/main" val="0"/>
              </a:ext>
            </a:extLst>
          </a:blip>
          <a:stretch>
            <a:fillRect/>
          </a:stretch>
        </p:blipFill>
        <p:spPr>
          <a:xfrm>
            <a:off x="7831778" y="965080"/>
            <a:ext cx="400420" cy="374904"/>
          </a:xfrm>
          <a:prstGeom prst="rect">
            <a:avLst/>
          </a:prstGeom>
        </p:spPr>
      </p:pic>
      <p:pic>
        <p:nvPicPr>
          <p:cNvPr id="74" name="Gold Coin 1">
            <a:extLst>
              <a:ext uri="{FF2B5EF4-FFF2-40B4-BE49-F238E27FC236}">
                <a16:creationId xmlns:a16="http://schemas.microsoft.com/office/drawing/2014/main" id="{26103899-77E1-70D7-89CA-9C3AC63071C4}"/>
              </a:ext>
            </a:extLst>
          </p:cNvPr>
          <p:cNvPicPr>
            <a:picLocks noChangeAspect="1"/>
          </p:cNvPicPr>
          <p:nvPr/>
        </p:nvPicPr>
        <p:blipFill>
          <a:blip r:embed="rId24" cstate="print">
            <a:extLst>
              <a:ext uri="{28A0092B-C50C-407E-A947-70E740481C1C}">
                <a14:useLocalDpi xmlns:a14="http://schemas.microsoft.com/office/drawing/2010/main" val="0"/>
              </a:ext>
            </a:extLst>
          </a:blip>
          <a:stretch>
            <a:fillRect/>
          </a:stretch>
        </p:blipFill>
        <p:spPr>
          <a:xfrm>
            <a:off x="7166643" y="1993016"/>
            <a:ext cx="400420" cy="374904"/>
          </a:xfrm>
          <a:prstGeom prst="rect">
            <a:avLst/>
          </a:prstGeom>
        </p:spPr>
      </p:pic>
      <p:pic>
        <p:nvPicPr>
          <p:cNvPr id="84" name="Gold Coin 1">
            <a:extLst>
              <a:ext uri="{FF2B5EF4-FFF2-40B4-BE49-F238E27FC236}">
                <a16:creationId xmlns:a16="http://schemas.microsoft.com/office/drawing/2014/main" id="{A6F20320-E142-964A-8DDD-BC9C07BC7595}"/>
              </a:ext>
            </a:extLst>
          </p:cNvPr>
          <p:cNvPicPr>
            <a:picLocks noChangeAspect="1"/>
          </p:cNvPicPr>
          <p:nvPr/>
        </p:nvPicPr>
        <p:blipFill>
          <a:blip r:embed="rId24" cstate="print">
            <a:extLst>
              <a:ext uri="{28A0092B-C50C-407E-A947-70E740481C1C}">
                <a14:useLocalDpi xmlns:a14="http://schemas.microsoft.com/office/drawing/2010/main" val="0"/>
              </a:ext>
            </a:extLst>
          </a:blip>
          <a:stretch>
            <a:fillRect/>
          </a:stretch>
        </p:blipFill>
        <p:spPr>
          <a:xfrm>
            <a:off x="7299834" y="4402858"/>
            <a:ext cx="400420" cy="374904"/>
          </a:xfrm>
          <a:prstGeom prst="rect">
            <a:avLst/>
          </a:prstGeom>
        </p:spPr>
      </p:pic>
      <p:pic>
        <p:nvPicPr>
          <p:cNvPr id="88" name="Gold Coin 2">
            <a:extLst>
              <a:ext uri="{FF2B5EF4-FFF2-40B4-BE49-F238E27FC236}">
                <a16:creationId xmlns:a16="http://schemas.microsoft.com/office/drawing/2014/main" id="{B320D66F-7221-2FD2-1BED-E8CB07004512}"/>
              </a:ext>
            </a:extLst>
          </p:cNvPr>
          <p:cNvPicPr>
            <a:picLocks noChangeAspect="1"/>
          </p:cNvPicPr>
          <p:nvPr/>
        </p:nvPicPr>
        <p:blipFill>
          <a:blip r:embed="rId24" cstate="print">
            <a:extLst>
              <a:ext uri="{28A0092B-C50C-407E-A947-70E740481C1C}">
                <a14:useLocalDpi xmlns:a14="http://schemas.microsoft.com/office/drawing/2010/main" val="0"/>
              </a:ext>
            </a:extLst>
          </a:blip>
          <a:stretch>
            <a:fillRect/>
          </a:stretch>
        </p:blipFill>
        <p:spPr>
          <a:xfrm>
            <a:off x="8027720" y="4408954"/>
            <a:ext cx="400420" cy="374904"/>
          </a:xfrm>
          <a:prstGeom prst="rect">
            <a:avLst/>
          </a:prstGeom>
        </p:spPr>
      </p:pic>
      <p:pic>
        <p:nvPicPr>
          <p:cNvPr id="97" name="Gold Coin 1">
            <a:extLst>
              <a:ext uri="{FF2B5EF4-FFF2-40B4-BE49-F238E27FC236}">
                <a16:creationId xmlns:a16="http://schemas.microsoft.com/office/drawing/2014/main" id="{1CF3B381-CFC2-3BA3-00A6-178102C96F29}"/>
              </a:ext>
            </a:extLst>
          </p:cNvPr>
          <p:cNvPicPr>
            <a:picLocks noChangeAspect="1"/>
          </p:cNvPicPr>
          <p:nvPr/>
        </p:nvPicPr>
        <p:blipFill>
          <a:blip r:embed="rId24" cstate="print">
            <a:extLst>
              <a:ext uri="{28A0092B-C50C-407E-A947-70E740481C1C}">
                <a14:useLocalDpi xmlns:a14="http://schemas.microsoft.com/office/drawing/2010/main" val="0"/>
              </a:ext>
            </a:extLst>
          </a:blip>
          <a:stretch>
            <a:fillRect/>
          </a:stretch>
        </p:blipFill>
        <p:spPr>
          <a:xfrm>
            <a:off x="7392089" y="6121509"/>
            <a:ext cx="400420" cy="374904"/>
          </a:xfrm>
          <a:prstGeom prst="rect">
            <a:avLst/>
          </a:prstGeom>
        </p:spPr>
      </p:pic>
      <p:pic>
        <p:nvPicPr>
          <p:cNvPr id="98" name="Gold Coin 2">
            <a:extLst>
              <a:ext uri="{FF2B5EF4-FFF2-40B4-BE49-F238E27FC236}">
                <a16:creationId xmlns:a16="http://schemas.microsoft.com/office/drawing/2014/main" id="{4DDDBB6F-F44D-1843-437B-13C09BE68B82}"/>
              </a:ext>
            </a:extLst>
          </p:cNvPr>
          <p:cNvPicPr>
            <a:picLocks noChangeAspect="1"/>
          </p:cNvPicPr>
          <p:nvPr/>
        </p:nvPicPr>
        <p:blipFill>
          <a:blip r:embed="rId24" cstate="print">
            <a:extLst>
              <a:ext uri="{28A0092B-C50C-407E-A947-70E740481C1C}">
                <a14:useLocalDpi xmlns:a14="http://schemas.microsoft.com/office/drawing/2010/main" val="0"/>
              </a:ext>
            </a:extLst>
          </a:blip>
          <a:stretch>
            <a:fillRect/>
          </a:stretch>
        </p:blipFill>
        <p:spPr>
          <a:xfrm>
            <a:off x="8119975" y="6127605"/>
            <a:ext cx="400420" cy="374904"/>
          </a:xfrm>
          <a:prstGeom prst="rect">
            <a:avLst/>
          </a:prstGeom>
        </p:spPr>
      </p:pic>
      <p:pic>
        <p:nvPicPr>
          <p:cNvPr id="99" name="Gold Coin 3">
            <a:extLst>
              <a:ext uri="{FF2B5EF4-FFF2-40B4-BE49-F238E27FC236}">
                <a16:creationId xmlns:a16="http://schemas.microsoft.com/office/drawing/2014/main" id="{548EC84E-C3E3-F2B2-0A96-723408C030AB}"/>
              </a:ext>
            </a:extLst>
          </p:cNvPr>
          <p:cNvPicPr>
            <a:picLocks noChangeAspect="1"/>
          </p:cNvPicPr>
          <p:nvPr/>
        </p:nvPicPr>
        <p:blipFill>
          <a:blip r:embed="rId24" cstate="print">
            <a:extLst>
              <a:ext uri="{28A0092B-C50C-407E-A947-70E740481C1C}">
                <a14:useLocalDpi xmlns:a14="http://schemas.microsoft.com/office/drawing/2010/main" val="0"/>
              </a:ext>
            </a:extLst>
          </a:blip>
          <a:stretch>
            <a:fillRect/>
          </a:stretch>
        </p:blipFill>
        <p:spPr>
          <a:xfrm>
            <a:off x="7427571" y="6817756"/>
            <a:ext cx="400420" cy="374904"/>
          </a:xfrm>
          <a:prstGeom prst="rect">
            <a:avLst/>
          </a:prstGeom>
        </p:spPr>
      </p:pic>
      <p:pic>
        <p:nvPicPr>
          <p:cNvPr id="100" name="Gold Coin 4">
            <a:extLst>
              <a:ext uri="{FF2B5EF4-FFF2-40B4-BE49-F238E27FC236}">
                <a16:creationId xmlns:a16="http://schemas.microsoft.com/office/drawing/2014/main" id="{440904C7-8DA0-FE06-40A6-D21B894BD3A2}"/>
              </a:ext>
            </a:extLst>
          </p:cNvPr>
          <p:cNvPicPr>
            <a:picLocks noChangeAspect="1"/>
          </p:cNvPicPr>
          <p:nvPr/>
        </p:nvPicPr>
        <p:blipFill>
          <a:blip r:embed="rId24" cstate="print">
            <a:extLst>
              <a:ext uri="{28A0092B-C50C-407E-A947-70E740481C1C}">
                <a14:useLocalDpi xmlns:a14="http://schemas.microsoft.com/office/drawing/2010/main" val="0"/>
              </a:ext>
            </a:extLst>
          </a:blip>
          <a:stretch>
            <a:fillRect/>
          </a:stretch>
        </p:blipFill>
        <p:spPr>
          <a:xfrm>
            <a:off x="8156551" y="6823852"/>
            <a:ext cx="400420" cy="374904"/>
          </a:xfrm>
          <a:prstGeom prst="rect">
            <a:avLst/>
          </a:prstGeom>
        </p:spPr>
      </p:pic>
      <p:pic>
        <p:nvPicPr>
          <p:cNvPr id="101" name="Gold Coin 5">
            <a:extLst>
              <a:ext uri="{FF2B5EF4-FFF2-40B4-BE49-F238E27FC236}">
                <a16:creationId xmlns:a16="http://schemas.microsoft.com/office/drawing/2014/main" id="{08331883-C8FD-F193-37FC-2D8B1BE80625}"/>
              </a:ext>
            </a:extLst>
          </p:cNvPr>
          <p:cNvPicPr>
            <a:picLocks noChangeAspect="1"/>
          </p:cNvPicPr>
          <p:nvPr/>
        </p:nvPicPr>
        <p:blipFill>
          <a:blip r:embed="rId24" cstate="print">
            <a:extLst>
              <a:ext uri="{28A0092B-C50C-407E-A947-70E740481C1C}">
                <a14:useLocalDpi xmlns:a14="http://schemas.microsoft.com/office/drawing/2010/main" val="0"/>
              </a:ext>
            </a:extLst>
          </a:blip>
          <a:stretch>
            <a:fillRect/>
          </a:stretch>
        </p:blipFill>
        <p:spPr>
          <a:xfrm>
            <a:off x="7774085" y="6476989"/>
            <a:ext cx="400420" cy="374904"/>
          </a:xfrm>
          <a:prstGeom prst="rect">
            <a:avLst/>
          </a:prstGeom>
        </p:spPr>
      </p:pic>
      <p:pic>
        <p:nvPicPr>
          <p:cNvPr id="102" name="Gold Coin 1">
            <a:extLst>
              <a:ext uri="{FF2B5EF4-FFF2-40B4-BE49-F238E27FC236}">
                <a16:creationId xmlns:a16="http://schemas.microsoft.com/office/drawing/2014/main" id="{7B4EC529-DF0C-587C-0FB1-0B9D44C9A3F7}"/>
              </a:ext>
            </a:extLst>
          </p:cNvPr>
          <p:cNvPicPr>
            <a:picLocks noChangeAspect="1"/>
          </p:cNvPicPr>
          <p:nvPr/>
        </p:nvPicPr>
        <p:blipFill>
          <a:blip r:embed="rId24" cstate="print">
            <a:extLst>
              <a:ext uri="{28A0092B-C50C-407E-A947-70E740481C1C}">
                <a14:useLocalDpi xmlns:a14="http://schemas.microsoft.com/office/drawing/2010/main" val="0"/>
              </a:ext>
            </a:extLst>
          </a:blip>
          <a:stretch>
            <a:fillRect/>
          </a:stretch>
        </p:blipFill>
        <p:spPr>
          <a:xfrm>
            <a:off x="12861305" y="270930"/>
            <a:ext cx="400420" cy="374904"/>
          </a:xfrm>
          <a:prstGeom prst="rect">
            <a:avLst/>
          </a:prstGeom>
        </p:spPr>
      </p:pic>
      <p:pic>
        <p:nvPicPr>
          <p:cNvPr id="103" name="Gold Coin 2">
            <a:extLst>
              <a:ext uri="{FF2B5EF4-FFF2-40B4-BE49-F238E27FC236}">
                <a16:creationId xmlns:a16="http://schemas.microsoft.com/office/drawing/2014/main" id="{DB723EEB-5B26-7647-4195-2227B5FFB321}"/>
              </a:ext>
            </a:extLst>
          </p:cNvPr>
          <p:cNvPicPr>
            <a:picLocks noChangeAspect="1"/>
          </p:cNvPicPr>
          <p:nvPr/>
        </p:nvPicPr>
        <p:blipFill>
          <a:blip r:embed="rId24" cstate="print">
            <a:extLst>
              <a:ext uri="{28A0092B-C50C-407E-A947-70E740481C1C}">
                <a14:useLocalDpi xmlns:a14="http://schemas.microsoft.com/office/drawing/2010/main" val="0"/>
              </a:ext>
            </a:extLst>
          </a:blip>
          <a:stretch>
            <a:fillRect/>
          </a:stretch>
        </p:blipFill>
        <p:spPr>
          <a:xfrm>
            <a:off x="13589191" y="277026"/>
            <a:ext cx="400420" cy="374904"/>
          </a:xfrm>
          <a:prstGeom prst="rect">
            <a:avLst/>
          </a:prstGeom>
        </p:spPr>
      </p:pic>
      <p:pic>
        <p:nvPicPr>
          <p:cNvPr id="104" name="Gold Coin 3">
            <a:extLst>
              <a:ext uri="{FF2B5EF4-FFF2-40B4-BE49-F238E27FC236}">
                <a16:creationId xmlns:a16="http://schemas.microsoft.com/office/drawing/2014/main" id="{3E9EBC7F-69A5-5222-D07E-5631D84741FB}"/>
              </a:ext>
            </a:extLst>
          </p:cNvPr>
          <p:cNvPicPr>
            <a:picLocks noChangeAspect="1"/>
          </p:cNvPicPr>
          <p:nvPr/>
        </p:nvPicPr>
        <p:blipFill>
          <a:blip r:embed="rId24" cstate="print">
            <a:extLst>
              <a:ext uri="{28A0092B-C50C-407E-A947-70E740481C1C}">
                <a14:useLocalDpi xmlns:a14="http://schemas.microsoft.com/office/drawing/2010/main" val="0"/>
              </a:ext>
            </a:extLst>
          </a:blip>
          <a:stretch>
            <a:fillRect/>
          </a:stretch>
        </p:blipFill>
        <p:spPr>
          <a:xfrm>
            <a:off x="12896787" y="967177"/>
            <a:ext cx="400420" cy="374904"/>
          </a:xfrm>
          <a:prstGeom prst="rect">
            <a:avLst/>
          </a:prstGeom>
        </p:spPr>
      </p:pic>
      <p:pic>
        <p:nvPicPr>
          <p:cNvPr id="107" name="Gold Coin 1">
            <a:extLst>
              <a:ext uri="{FF2B5EF4-FFF2-40B4-BE49-F238E27FC236}">
                <a16:creationId xmlns:a16="http://schemas.microsoft.com/office/drawing/2014/main" id="{CBEBAB15-FBC4-9A79-EBC6-D5157C962B4C}"/>
              </a:ext>
            </a:extLst>
          </p:cNvPr>
          <p:cNvPicPr>
            <a:picLocks noChangeAspect="1"/>
          </p:cNvPicPr>
          <p:nvPr/>
        </p:nvPicPr>
        <p:blipFill>
          <a:blip r:embed="rId24" cstate="print">
            <a:extLst>
              <a:ext uri="{28A0092B-C50C-407E-A947-70E740481C1C}">
                <a14:useLocalDpi xmlns:a14="http://schemas.microsoft.com/office/drawing/2010/main" val="0"/>
              </a:ext>
            </a:extLst>
          </a:blip>
          <a:stretch>
            <a:fillRect/>
          </a:stretch>
        </p:blipFill>
        <p:spPr>
          <a:xfrm>
            <a:off x="12960632" y="2001209"/>
            <a:ext cx="400420" cy="374904"/>
          </a:xfrm>
          <a:prstGeom prst="rect">
            <a:avLst/>
          </a:prstGeom>
        </p:spPr>
      </p:pic>
      <p:pic>
        <p:nvPicPr>
          <p:cNvPr id="108" name="Gold Coin 2">
            <a:extLst>
              <a:ext uri="{FF2B5EF4-FFF2-40B4-BE49-F238E27FC236}">
                <a16:creationId xmlns:a16="http://schemas.microsoft.com/office/drawing/2014/main" id="{CFC72290-BB31-FBF9-35CC-00B62B9A23DD}"/>
              </a:ext>
            </a:extLst>
          </p:cNvPr>
          <p:cNvPicPr>
            <a:picLocks noChangeAspect="1"/>
          </p:cNvPicPr>
          <p:nvPr/>
        </p:nvPicPr>
        <p:blipFill>
          <a:blip r:embed="rId24" cstate="print">
            <a:extLst>
              <a:ext uri="{28A0092B-C50C-407E-A947-70E740481C1C}">
                <a14:useLocalDpi xmlns:a14="http://schemas.microsoft.com/office/drawing/2010/main" val="0"/>
              </a:ext>
            </a:extLst>
          </a:blip>
          <a:stretch>
            <a:fillRect/>
          </a:stretch>
        </p:blipFill>
        <p:spPr>
          <a:xfrm>
            <a:off x="13688518" y="2007305"/>
            <a:ext cx="400420" cy="374904"/>
          </a:xfrm>
          <a:prstGeom prst="rect">
            <a:avLst/>
          </a:prstGeom>
        </p:spPr>
      </p:pic>
      <p:pic>
        <p:nvPicPr>
          <p:cNvPr id="109" name="Gold Coin 3">
            <a:extLst>
              <a:ext uri="{FF2B5EF4-FFF2-40B4-BE49-F238E27FC236}">
                <a16:creationId xmlns:a16="http://schemas.microsoft.com/office/drawing/2014/main" id="{4AA43693-9EFC-20F5-7184-19A0D2C1B2F5}"/>
              </a:ext>
            </a:extLst>
          </p:cNvPr>
          <p:cNvPicPr>
            <a:picLocks noChangeAspect="1"/>
          </p:cNvPicPr>
          <p:nvPr/>
        </p:nvPicPr>
        <p:blipFill>
          <a:blip r:embed="rId24" cstate="print">
            <a:extLst>
              <a:ext uri="{28A0092B-C50C-407E-A947-70E740481C1C}">
                <a14:useLocalDpi xmlns:a14="http://schemas.microsoft.com/office/drawing/2010/main" val="0"/>
              </a:ext>
            </a:extLst>
          </a:blip>
          <a:stretch>
            <a:fillRect/>
          </a:stretch>
        </p:blipFill>
        <p:spPr>
          <a:xfrm>
            <a:off x="12996114" y="2697456"/>
            <a:ext cx="400420" cy="374904"/>
          </a:xfrm>
          <a:prstGeom prst="rect">
            <a:avLst/>
          </a:prstGeom>
        </p:spPr>
      </p:pic>
      <p:pic>
        <p:nvPicPr>
          <p:cNvPr id="110" name="Gold Coin 4">
            <a:extLst>
              <a:ext uri="{FF2B5EF4-FFF2-40B4-BE49-F238E27FC236}">
                <a16:creationId xmlns:a16="http://schemas.microsoft.com/office/drawing/2014/main" id="{551B71B5-87BC-C3C4-2525-19AC5C4708D7}"/>
              </a:ext>
            </a:extLst>
          </p:cNvPr>
          <p:cNvPicPr>
            <a:picLocks noChangeAspect="1"/>
          </p:cNvPicPr>
          <p:nvPr/>
        </p:nvPicPr>
        <p:blipFill>
          <a:blip r:embed="rId24" cstate="print">
            <a:extLst>
              <a:ext uri="{28A0092B-C50C-407E-A947-70E740481C1C}">
                <a14:useLocalDpi xmlns:a14="http://schemas.microsoft.com/office/drawing/2010/main" val="0"/>
              </a:ext>
            </a:extLst>
          </a:blip>
          <a:stretch>
            <a:fillRect/>
          </a:stretch>
        </p:blipFill>
        <p:spPr>
          <a:xfrm>
            <a:off x="13725094" y="2703552"/>
            <a:ext cx="400420" cy="374904"/>
          </a:xfrm>
          <a:prstGeom prst="rect">
            <a:avLst/>
          </a:prstGeom>
        </p:spPr>
      </p:pic>
      <p:pic>
        <p:nvPicPr>
          <p:cNvPr id="111" name="Gold Coin 5">
            <a:extLst>
              <a:ext uri="{FF2B5EF4-FFF2-40B4-BE49-F238E27FC236}">
                <a16:creationId xmlns:a16="http://schemas.microsoft.com/office/drawing/2014/main" id="{E047D04B-093E-037E-D779-B744B4AD3235}"/>
              </a:ext>
            </a:extLst>
          </p:cNvPr>
          <p:cNvPicPr>
            <a:picLocks noChangeAspect="1"/>
          </p:cNvPicPr>
          <p:nvPr/>
        </p:nvPicPr>
        <p:blipFill>
          <a:blip r:embed="rId24" cstate="print">
            <a:extLst>
              <a:ext uri="{28A0092B-C50C-407E-A947-70E740481C1C}">
                <a14:useLocalDpi xmlns:a14="http://schemas.microsoft.com/office/drawing/2010/main" val="0"/>
              </a:ext>
            </a:extLst>
          </a:blip>
          <a:stretch>
            <a:fillRect/>
          </a:stretch>
        </p:blipFill>
        <p:spPr>
          <a:xfrm>
            <a:off x="13342628" y="2356689"/>
            <a:ext cx="400420" cy="374904"/>
          </a:xfrm>
          <a:prstGeom prst="rect">
            <a:avLst/>
          </a:prstGeom>
        </p:spPr>
      </p:pic>
      <p:pic>
        <p:nvPicPr>
          <p:cNvPr id="112" name="Gold Coin 1">
            <a:extLst>
              <a:ext uri="{FF2B5EF4-FFF2-40B4-BE49-F238E27FC236}">
                <a16:creationId xmlns:a16="http://schemas.microsoft.com/office/drawing/2014/main" id="{6E81771A-8AE9-4B34-0DEB-C5C816858D74}"/>
              </a:ext>
            </a:extLst>
          </p:cNvPr>
          <p:cNvPicPr>
            <a:picLocks noChangeAspect="1"/>
          </p:cNvPicPr>
          <p:nvPr/>
        </p:nvPicPr>
        <p:blipFill>
          <a:blip r:embed="rId24" cstate="print">
            <a:extLst>
              <a:ext uri="{28A0092B-C50C-407E-A947-70E740481C1C}">
                <a14:useLocalDpi xmlns:a14="http://schemas.microsoft.com/office/drawing/2010/main" val="0"/>
              </a:ext>
            </a:extLst>
          </a:blip>
          <a:stretch>
            <a:fillRect/>
          </a:stretch>
        </p:blipFill>
        <p:spPr>
          <a:xfrm>
            <a:off x="13093823" y="4411051"/>
            <a:ext cx="400420" cy="374904"/>
          </a:xfrm>
          <a:prstGeom prst="rect">
            <a:avLst/>
          </a:prstGeom>
        </p:spPr>
      </p:pic>
      <p:pic>
        <p:nvPicPr>
          <p:cNvPr id="113" name="Gold Coin 2">
            <a:extLst>
              <a:ext uri="{FF2B5EF4-FFF2-40B4-BE49-F238E27FC236}">
                <a16:creationId xmlns:a16="http://schemas.microsoft.com/office/drawing/2014/main" id="{25E65E89-B5AC-2D46-F8A9-82F5EE804E17}"/>
              </a:ext>
            </a:extLst>
          </p:cNvPr>
          <p:cNvPicPr>
            <a:picLocks noChangeAspect="1"/>
          </p:cNvPicPr>
          <p:nvPr/>
        </p:nvPicPr>
        <p:blipFill>
          <a:blip r:embed="rId24" cstate="print">
            <a:extLst>
              <a:ext uri="{28A0092B-C50C-407E-A947-70E740481C1C}">
                <a14:useLocalDpi xmlns:a14="http://schemas.microsoft.com/office/drawing/2010/main" val="0"/>
              </a:ext>
            </a:extLst>
          </a:blip>
          <a:stretch>
            <a:fillRect/>
          </a:stretch>
        </p:blipFill>
        <p:spPr>
          <a:xfrm>
            <a:off x="13821709" y="4417147"/>
            <a:ext cx="400420" cy="374904"/>
          </a:xfrm>
          <a:prstGeom prst="rect">
            <a:avLst/>
          </a:prstGeom>
        </p:spPr>
      </p:pic>
      <p:pic>
        <p:nvPicPr>
          <p:cNvPr id="117" name="Gold Coin 1">
            <a:extLst>
              <a:ext uri="{FF2B5EF4-FFF2-40B4-BE49-F238E27FC236}">
                <a16:creationId xmlns:a16="http://schemas.microsoft.com/office/drawing/2014/main" id="{CFE20E3A-77D5-CDCC-28FC-DD46651A7848}"/>
              </a:ext>
            </a:extLst>
          </p:cNvPr>
          <p:cNvPicPr>
            <a:picLocks noChangeAspect="1"/>
          </p:cNvPicPr>
          <p:nvPr/>
        </p:nvPicPr>
        <p:blipFill>
          <a:blip r:embed="rId24" cstate="print">
            <a:extLst>
              <a:ext uri="{28A0092B-C50C-407E-A947-70E740481C1C}">
                <a14:useLocalDpi xmlns:a14="http://schemas.microsoft.com/office/drawing/2010/main" val="0"/>
              </a:ext>
            </a:extLst>
          </a:blip>
          <a:stretch>
            <a:fillRect/>
          </a:stretch>
        </p:blipFill>
        <p:spPr>
          <a:xfrm>
            <a:off x="13186078" y="6129702"/>
            <a:ext cx="400420" cy="374904"/>
          </a:xfrm>
          <a:prstGeom prst="rect">
            <a:avLst/>
          </a:prstGeom>
        </p:spPr>
      </p:pic>
      <p:pic>
        <p:nvPicPr>
          <p:cNvPr id="118" name="Gold Coin 2">
            <a:extLst>
              <a:ext uri="{FF2B5EF4-FFF2-40B4-BE49-F238E27FC236}">
                <a16:creationId xmlns:a16="http://schemas.microsoft.com/office/drawing/2014/main" id="{88842323-E093-5ABB-E7CD-85A7D58E69A0}"/>
              </a:ext>
            </a:extLst>
          </p:cNvPr>
          <p:cNvPicPr>
            <a:picLocks noChangeAspect="1"/>
          </p:cNvPicPr>
          <p:nvPr/>
        </p:nvPicPr>
        <p:blipFill>
          <a:blip r:embed="rId24" cstate="print">
            <a:extLst>
              <a:ext uri="{28A0092B-C50C-407E-A947-70E740481C1C}">
                <a14:useLocalDpi xmlns:a14="http://schemas.microsoft.com/office/drawing/2010/main" val="0"/>
              </a:ext>
            </a:extLst>
          </a:blip>
          <a:stretch>
            <a:fillRect/>
          </a:stretch>
        </p:blipFill>
        <p:spPr>
          <a:xfrm>
            <a:off x="13913964" y="6135798"/>
            <a:ext cx="400420" cy="374904"/>
          </a:xfrm>
          <a:prstGeom prst="rect">
            <a:avLst/>
          </a:prstGeom>
        </p:spPr>
      </p:pic>
      <p:pic>
        <p:nvPicPr>
          <p:cNvPr id="119" name="Gold Coin 3">
            <a:extLst>
              <a:ext uri="{FF2B5EF4-FFF2-40B4-BE49-F238E27FC236}">
                <a16:creationId xmlns:a16="http://schemas.microsoft.com/office/drawing/2014/main" id="{95A2A0F0-FE86-4CF3-546E-E66FEA771AC5}"/>
              </a:ext>
            </a:extLst>
          </p:cNvPr>
          <p:cNvPicPr>
            <a:picLocks noChangeAspect="1"/>
          </p:cNvPicPr>
          <p:nvPr/>
        </p:nvPicPr>
        <p:blipFill>
          <a:blip r:embed="rId24" cstate="print">
            <a:extLst>
              <a:ext uri="{28A0092B-C50C-407E-A947-70E740481C1C}">
                <a14:useLocalDpi xmlns:a14="http://schemas.microsoft.com/office/drawing/2010/main" val="0"/>
              </a:ext>
            </a:extLst>
          </a:blip>
          <a:stretch>
            <a:fillRect/>
          </a:stretch>
        </p:blipFill>
        <p:spPr>
          <a:xfrm>
            <a:off x="13221560" y="6825949"/>
            <a:ext cx="400420" cy="374904"/>
          </a:xfrm>
          <a:prstGeom prst="rect">
            <a:avLst/>
          </a:prstGeom>
        </p:spPr>
      </p:pic>
      <p:pic>
        <p:nvPicPr>
          <p:cNvPr id="120" name="Gold Coin 4">
            <a:extLst>
              <a:ext uri="{FF2B5EF4-FFF2-40B4-BE49-F238E27FC236}">
                <a16:creationId xmlns:a16="http://schemas.microsoft.com/office/drawing/2014/main" id="{EA833DCD-51AC-6953-3384-D510BCE4AD56}"/>
              </a:ext>
            </a:extLst>
          </p:cNvPr>
          <p:cNvPicPr>
            <a:picLocks noChangeAspect="1"/>
          </p:cNvPicPr>
          <p:nvPr/>
        </p:nvPicPr>
        <p:blipFill>
          <a:blip r:embed="rId24" cstate="print">
            <a:extLst>
              <a:ext uri="{28A0092B-C50C-407E-A947-70E740481C1C}">
                <a14:useLocalDpi xmlns:a14="http://schemas.microsoft.com/office/drawing/2010/main" val="0"/>
              </a:ext>
            </a:extLst>
          </a:blip>
          <a:stretch>
            <a:fillRect/>
          </a:stretch>
        </p:blipFill>
        <p:spPr>
          <a:xfrm>
            <a:off x="13950540" y="6832045"/>
            <a:ext cx="400420" cy="374904"/>
          </a:xfrm>
          <a:prstGeom prst="rect">
            <a:avLst/>
          </a:prstGeom>
        </p:spPr>
      </p:pic>
    </p:spTree>
    <p:extLst>
      <p:ext uri="{BB962C8B-B14F-4D97-AF65-F5344CB8AC3E}">
        <p14:creationId xmlns:p14="http://schemas.microsoft.com/office/powerpoint/2010/main" val="3699337895"/>
      </p:ext>
    </p:extLst>
  </p:cSld>
  <p:clrMapOvr>
    <a:masterClrMapping/>
  </p:clrMapOvr>
  <mc:AlternateContent xmlns:mc="http://schemas.openxmlformats.org/markup-compatibility/2006" xmlns:p14="http://schemas.microsoft.com/office/powerpoint/2010/main">
    <mc:Choice Requires="p14">
      <p:transition spd="slow" p14:dur="1300">
        <p14:pan/>
      </p:transition>
    </mc:Choice>
    <mc:Fallback xmlns="">
      <p:transition spd="slow">
        <p:fade/>
      </p:transition>
    </mc:Fallback>
  </mc:AlternateContent>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mediacall" presetSubtype="0" fill="hold" nodeType="clickEffect">
                                  <p:stCondLst>
                                    <p:cond delay="0"/>
                                  </p:stCondLst>
                                  <p:childTnLst>
                                    <p:cmd type="call" cmd="playFrom(0.0)">
                                      <p:cBhvr>
                                        <p:cTn id="6" dur="40045" fill="hold"/>
                                        <p:tgtEl>
                                          <p:spTgt spid="66"/>
                                        </p:tgtEl>
                                      </p:cBhvr>
                                    </p:cmd>
                                  </p:childTnLst>
                                </p:cTn>
                              </p:par>
                              <p:par>
                                <p:cTn id="7" presetID="0" presetClass="path" presetSubtype="0" fill="hold" nodeType="withEffect">
                                  <p:stCondLst>
                                    <p:cond delay="0"/>
                                  </p:stCondLst>
                                  <p:childTnLst>
                                    <p:animMotion origin="layout" path="M 0.00021 -0.00077 L 0.00021 -0.0216 L -0.02518 -0.0216 L -0.02518 0.00039 L -0.02518 -0.0216 L -0.04926 -0.0216 L -0.04992 -0.00077 L -0.04926 -0.0216 L -0.07466 -0.0216 L -0.07531 -0.00174 L -0.07531 -0.0216 L -0.0994 -0.0216 L -0.10005 -0.00174 L -0.10059 -0.0216 L -0.12424 -0.0216 L -0.12479 -0.00174 L -0.12479 -0.02045 L -0.14953 -0.0216 L -0.14953 -0.00289 L -0.14953 -0.0216 L -0.17426 -0.02276 L -0.17426 -0.00174 L -0.17492 -0.0216 L -0.19835 -0.02276 L -0.199 -0.00174 L -0.199 -0.02276 L -0.22385 -0.02276 L -0.22385 -0.00174 L -0.22385 -0.02276 L -0.24913 -0.02276 L -0.24848 -0.00289 L -0.24848 -0.02276 L -0.27387 -0.02276 L -0.27387 -0.00174 L -0.27387 -0.02276 L -0.29818 -0.02276 L -0.29818 -0.00174 L -0.29872 -0.02276 L -0.32346 -0.02276 L -0.32346 -0.00174 L -0.324 -0.02276 L -0.34755 -0.02276 L -0.34755 -0.00174 L -0.3469 -0.02392 L -0.37175 -0.02392 L -0.37229 -0.00289 L -0.37229 -0.02392 L -0.39768 -0.02392 L -0.39768 -0.00174 L -0.39703 -0.02488 L -0.42177 -0.02488 L -0.42242 -0.00174 L -0.42242 -0.02488 L -0.44662 -0.02488 L -0.44716 -0.00289 L -0.44716 -0.02488 L -0.4719 -0.02488 L -0.4719 -0.00289 L -0.47125 -0.02488 L -0.49664 -0.02488 L -0.49664 -0.00289 L -0.4961 -0.02604 L -0.52138 -0.02604 L -0.52138 -0.00174 L -0.52138 -0.02604 L -0.54623 -0.02604 L -0.54623 -0.00405 L -0.54623 -0.02604 L -0.57042 -0.02604 L -0.57042 -0.00289 L -0.57107 -0.02604 L -0.59571 -0.02604 L -0.59571 -0.00405 L -0.59505 -0.02604 L -0.61979 -0.02604 L -0.62045 -0.00405 L -0.62045 -0.02604 L -0.64594 -0.02604 L -0.64594 -0.00405 L -0.64594 -0.0272 L -0.67058 -0.0272 L -0.66992 -0.00289 L -0.67058 -0.02604 L -0.69532 -0.02604 L -0.69466 -0.00405 L -0.69597 -0.02604 L -0.72016 -0.02604 L -0.72081 -0.00405 L -0.72016 -0.0272 L -0.74414 -0.0272 L -0.7436 -0.00289 L -0.74414 -0.02604 L -0.76953 -0.02604 L -0.76953 -0.00405 L -0.76953 -0.02604 L -0.79373 -0.02604 L -0.79373 -0.00405 L -0.79373 -0.02488 L -0.81847 -0.02488 L -0.81912 -0.00521 L -0.81847 -0.02488 L -0.84386 -0.02488 L -0.84386 -0.00405 L -0.84386 -0.02488 L -0.8686 -0.02488 L -0.8686 -0.00405 L -0.8686 -0.02488 L -0.89334 -0.02488 L -0.89334 -0.00405 L -0.89334 -0.02488 L -0.91808 -0.02488 L -0.91808 -0.00521 L -0.91808 -0.02604 L -0.94282 -0.02604 L -0.94282 -0.00637 L -0.94282 -0.02604 L -0.96756 -0.02604 L -0.96756 -0.00521 L -0.96756 -0.02604 L -0.99176 -0.02604 L -0.9923 -0.00637 " pathEditMode="relative" ptsTypes="AAAAAAAAAAAAAAAAAAAAAAAAAAAAAAAAAAAAAAAAAAAAAAAAAAAAAAAAAAAAAAAAAAAAAAAAAAAAAAAAAAAAAAAAAAAAAAAAAAAAAAAAAAAAAAAAAAAAAAAAA">
                                      <p:cBhvr>
                                        <p:cTn id="8" dur="40000" fill="hold"/>
                                        <p:tgtEl>
                                          <p:spTgt spid="65"/>
                                        </p:tgtEl>
                                        <p:attrNameLst>
                                          <p:attrName>ppt_x</p:attrName>
                                          <p:attrName>ppt_y</p:attrName>
                                        </p:attrNameLst>
                                      </p:cBhvr>
                                    </p:animMotion>
                                  </p:childTnLst>
                                </p:cTn>
                              </p:par>
                            </p:childTnLst>
                          </p:cTn>
                        </p:par>
                      </p:childTnLst>
                    </p:cTn>
                  </p:par>
                  <p:par>
                    <p:cTn id="9" fill="hold">
                      <p:stCondLst>
                        <p:cond delay="indefinite"/>
                      </p:stCondLst>
                      <p:childTnLst>
                        <p:par>
                          <p:cTn id="10" fill="hold">
                            <p:stCondLst>
                              <p:cond delay="0"/>
                            </p:stCondLst>
                            <p:childTnLst>
                              <p:par>
                                <p:cTn id="11" presetID="1" presetClass="mediacall" presetSubtype="0" fill="hold" nodeType="clickEffect">
                                  <p:stCondLst>
                                    <p:cond delay="0"/>
                                  </p:stCondLst>
                                  <p:childTnLst>
                                    <p:cmd type="call" cmd="playFrom(0.0)">
                                      <p:cBhvr>
                                        <p:cTn id="12" dur="417" fill="hold"/>
                                        <p:tgtEl>
                                          <p:spTgt spid="63"/>
                                        </p:tgtEl>
                                      </p:cBhvr>
                                    </p:cmd>
                                  </p:childTnLst>
                                </p:cTn>
                              </p:par>
                            </p:childTnLst>
                          </p:cTn>
                        </p:par>
                        <p:par>
                          <p:cTn id="13" fill="hold">
                            <p:stCondLst>
                              <p:cond delay="417"/>
                            </p:stCondLst>
                            <p:childTnLst>
                              <p:par>
                                <p:cTn id="14" presetID="1" presetClass="mediacall" presetSubtype="0" fill="hold" nodeType="afterEffect">
                                  <p:stCondLst>
                                    <p:cond delay="0"/>
                                  </p:stCondLst>
                                  <p:childTnLst>
                                    <p:cmd type="call" cmd="playFrom(0.0)">
                                      <p:cBhvr>
                                        <p:cTn id="15" dur="1152" fill="hold"/>
                                        <p:tgtEl>
                                          <p:spTgt spid="5"/>
                                        </p:tgtEl>
                                      </p:cBhvr>
                                    </p:cmd>
                                  </p:childTnLst>
                                </p:cTn>
                              </p:par>
                              <p:par>
                                <p:cTn id="16" presetID="2" presetClass="entr" presetSubtype="1" fill="hold" nodeType="withEffect">
                                  <p:stCondLst>
                                    <p:cond delay="0"/>
                                  </p:stCondLst>
                                  <p:childTnLst>
                                    <p:set>
                                      <p:cBhvr>
                                        <p:cTn id="17" dur="1" fill="hold">
                                          <p:stCondLst>
                                            <p:cond delay="0"/>
                                          </p:stCondLst>
                                        </p:cTn>
                                        <p:tgtEl>
                                          <p:spTgt spid="67"/>
                                        </p:tgtEl>
                                        <p:attrNameLst>
                                          <p:attrName>style.visibility</p:attrName>
                                        </p:attrNameLst>
                                      </p:cBhvr>
                                      <p:to>
                                        <p:strVal val="visible"/>
                                      </p:to>
                                    </p:set>
                                    <p:anim calcmode="lin" valueType="num">
                                      <p:cBhvr additive="base">
                                        <p:cTn id="18" dur="250" fill="hold"/>
                                        <p:tgtEl>
                                          <p:spTgt spid="67"/>
                                        </p:tgtEl>
                                        <p:attrNameLst>
                                          <p:attrName>ppt_x</p:attrName>
                                        </p:attrNameLst>
                                      </p:cBhvr>
                                      <p:tavLst>
                                        <p:tav tm="0">
                                          <p:val>
                                            <p:strVal val="#ppt_x"/>
                                          </p:val>
                                        </p:tav>
                                        <p:tav tm="100000">
                                          <p:val>
                                            <p:strVal val="#ppt_x"/>
                                          </p:val>
                                        </p:tav>
                                      </p:tavLst>
                                    </p:anim>
                                    <p:anim calcmode="lin" valueType="num">
                                      <p:cBhvr additive="base">
                                        <p:cTn id="19" dur="250" fill="hold"/>
                                        <p:tgtEl>
                                          <p:spTgt spid="67"/>
                                        </p:tgtEl>
                                        <p:attrNameLst>
                                          <p:attrName>ppt_y</p:attrName>
                                        </p:attrNameLst>
                                      </p:cBhvr>
                                      <p:tavLst>
                                        <p:tav tm="0">
                                          <p:val>
                                            <p:strVal val="0-#ppt_h/2"/>
                                          </p:val>
                                        </p:tav>
                                        <p:tav tm="100000">
                                          <p:val>
                                            <p:strVal val="#ppt_y"/>
                                          </p:val>
                                        </p:tav>
                                      </p:tavLst>
                                    </p:anim>
                                  </p:childTnLst>
                                </p:cTn>
                              </p:par>
                              <p:par>
                                <p:cTn id="20" presetID="2" presetClass="entr" presetSubtype="1" fill="hold" nodeType="withEffect">
                                  <p:stCondLst>
                                    <p:cond delay="0"/>
                                  </p:stCondLst>
                                  <p:childTnLst>
                                    <p:set>
                                      <p:cBhvr>
                                        <p:cTn id="21" dur="1" fill="hold">
                                          <p:stCondLst>
                                            <p:cond delay="0"/>
                                          </p:stCondLst>
                                        </p:cTn>
                                        <p:tgtEl>
                                          <p:spTgt spid="74"/>
                                        </p:tgtEl>
                                        <p:attrNameLst>
                                          <p:attrName>style.visibility</p:attrName>
                                        </p:attrNameLst>
                                      </p:cBhvr>
                                      <p:to>
                                        <p:strVal val="visible"/>
                                      </p:to>
                                    </p:set>
                                    <p:anim calcmode="lin" valueType="num">
                                      <p:cBhvr additive="base">
                                        <p:cTn id="22" dur="250" fill="hold"/>
                                        <p:tgtEl>
                                          <p:spTgt spid="74"/>
                                        </p:tgtEl>
                                        <p:attrNameLst>
                                          <p:attrName>ppt_x</p:attrName>
                                        </p:attrNameLst>
                                      </p:cBhvr>
                                      <p:tavLst>
                                        <p:tav tm="0">
                                          <p:val>
                                            <p:strVal val="#ppt_x"/>
                                          </p:val>
                                        </p:tav>
                                        <p:tav tm="100000">
                                          <p:val>
                                            <p:strVal val="#ppt_x"/>
                                          </p:val>
                                        </p:tav>
                                      </p:tavLst>
                                    </p:anim>
                                    <p:anim calcmode="lin" valueType="num">
                                      <p:cBhvr additive="base">
                                        <p:cTn id="23" dur="250" fill="hold"/>
                                        <p:tgtEl>
                                          <p:spTgt spid="74"/>
                                        </p:tgtEl>
                                        <p:attrNameLst>
                                          <p:attrName>ppt_y</p:attrName>
                                        </p:attrNameLst>
                                      </p:cBhvr>
                                      <p:tavLst>
                                        <p:tav tm="0">
                                          <p:val>
                                            <p:strVal val="0-#ppt_h/2"/>
                                          </p:val>
                                        </p:tav>
                                        <p:tav tm="100000">
                                          <p:val>
                                            <p:strVal val="#ppt_y"/>
                                          </p:val>
                                        </p:tav>
                                      </p:tavLst>
                                    </p:anim>
                                  </p:childTnLst>
                                </p:cTn>
                              </p:par>
                              <p:par>
                                <p:cTn id="24" presetID="2" presetClass="entr" presetSubtype="1" fill="hold" nodeType="withEffect">
                                  <p:stCondLst>
                                    <p:cond delay="0"/>
                                  </p:stCondLst>
                                  <p:childTnLst>
                                    <p:set>
                                      <p:cBhvr>
                                        <p:cTn id="25" dur="1" fill="hold">
                                          <p:stCondLst>
                                            <p:cond delay="0"/>
                                          </p:stCondLst>
                                        </p:cTn>
                                        <p:tgtEl>
                                          <p:spTgt spid="84"/>
                                        </p:tgtEl>
                                        <p:attrNameLst>
                                          <p:attrName>style.visibility</p:attrName>
                                        </p:attrNameLst>
                                      </p:cBhvr>
                                      <p:to>
                                        <p:strVal val="visible"/>
                                      </p:to>
                                    </p:set>
                                    <p:anim calcmode="lin" valueType="num">
                                      <p:cBhvr additive="base">
                                        <p:cTn id="26" dur="250" fill="hold"/>
                                        <p:tgtEl>
                                          <p:spTgt spid="84"/>
                                        </p:tgtEl>
                                        <p:attrNameLst>
                                          <p:attrName>ppt_x</p:attrName>
                                        </p:attrNameLst>
                                      </p:cBhvr>
                                      <p:tavLst>
                                        <p:tav tm="0">
                                          <p:val>
                                            <p:strVal val="#ppt_x"/>
                                          </p:val>
                                        </p:tav>
                                        <p:tav tm="100000">
                                          <p:val>
                                            <p:strVal val="#ppt_x"/>
                                          </p:val>
                                        </p:tav>
                                      </p:tavLst>
                                    </p:anim>
                                    <p:anim calcmode="lin" valueType="num">
                                      <p:cBhvr additive="base">
                                        <p:cTn id="27" dur="250" fill="hold"/>
                                        <p:tgtEl>
                                          <p:spTgt spid="84"/>
                                        </p:tgtEl>
                                        <p:attrNameLst>
                                          <p:attrName>ppt_y</p:attrName>
                                        </p:attrNameLst>
                                      </p:cBhvr>
                                      <p:tavLst>
                                        <p:tav tm="0">
                                          <p:val>
                                            <p:strVal val="0-#ppt_h/2"/>
                                          </p:val>
                                        </p:tav>
                                        <p:tav tm="100000">
                                          <p:val>
                                            <p:strVal val="#ppt_y"/>
                                          </p:val>
                                        </p:tav>
                                      </p:tavLst>
                                    </p:anim>
                                  </p:childTnLst>
                                </p:cTn>
                              </p:par>
                              <p:par>
                                <p:cTn id="28" presetID="2" presetClass="entr" presetSubtype="1" fill="hold" nodeType="withEffect">
                                  <p:stCondLst>
                                    <p:cond delay="0"/>
                                  </p:stCondLst>
                                  <p:childTnLst>
                                    <p:set>
                                      <p:cBhvr>
                                        <p:cTn id="29" dur="1" fill="hold">
                                          <p:stCondLst>
                                            <p:cond delay="0"/>
                                          </p:stCondLst>
                                        </p:cTn>
                                        <p:tgtEl>
                                          <p:spTgt spid="97"/>
                                        </p:tgtEl>
                                        <p:attrNameLst>
                                          <p:attrName>style.visibility</p:attrName>
                                        </p:attrNameLst>
                                      </p:cBhvr>
                                      <p:to>
                                        <p:strVal val="visible"/>
                                      </p:to>
                                    </p:set>
                                    <p:anim calcmode="lin" valueType="num">
                                      <p:cBhvr additive="base">
                                        <p:cTn id="30" dur="250" fill="hold"/>
                                        <p:tgtEl>
                                          <p:spTgt spid="97"/>
                                        </p:tgtEl>
                                        <p:attrNameLst>
                                          <p:attrName>ppt_x</p:attrName>
                                        </p:attrNameLst>
                                      </p:cBhvr>
                                      <p:tavLst>
                                        <p:tav tm="0">
                                          <p:val>
                                            <p:strVal val="#ppt_x"/>
                                          </p:val>
                                        </p:tav>
                                        <p:tav tm="100000">
                                          <p:val>
                                            <p:strVal val="#ppt_x"/>
                                          </p:val>
                                        </p:tav>
                                      </p:tavLst>
                                    </p:anim>
                                    <p:anim calcmode="lin" valueType="num">
                                      <p:cBhvr additive="base">
                                        <p:cTn id="31" dur="250" fill="hold"/>
                                        <p:tgtEl>
                                          <p:spTgt spid="97"/>
                                        </p:tgtEl>
                                        <p:attrNameLst>
                                          <p:attrName>ppt_y</p:attrName>
                                        </p:attrNameLst>
                                      </p:cBhvr>
                                      <p:tavLst>
                                        <p:tav tm="0">
                                          <p:val>
                                            <p:strVal val="0-#ppt_h/2"/>
                                          </p:val>
                                        </p:tav>
                                        <p:tav tm="100000">
                                          <p:val>
                                            <p:strVal val="#ppt_y"/>
                                          </p:val>
                                        </p:tav>
                                      </p:tavLst>
                                    </p:anim>
                                  </p:childTnLst>
                                </p:cTn>
                              </p:par>
                              <p:par>
                                <p:cTn id="32" presetID="2" presetClass="entr" presetSubtype="1" fill="hold" nodeType="withEffect">
                                  <p:stCondLst>
                                    <p:cond delay="250"/>
                                  </p:stCondLst>
                                  <p:childTnLst>
                                    <p:set>
                                      <p:cBhvr>
                                        <p:cTn id="33" dur="1" fill="hold">
                                          <p:stCondLst>
                                            <p:cond delay="0"/>
                                          </p:stCondLst>
                                        </p:cTn>
                                        <p:tgtEl>
                                          <p:spTgt spid="70"/>
                                        </p:tgtEl>
                                        <p:attrNameLst>
                                          <p:attrName>style.visibility</p:attrName>
                                        </p:attrNameLst>
                                      </p:cBhvr>
                                      <p:to>
                                        <p:strVal val="visible"/>
                                      </p:to>
                                    </p:set>
                                    <p:anim calcmode="lin" valueType="num">
                                      <p:cBhvr additive="base">
                                        <p:cTn id="34" dur="250" fill="hold"/>
                                        <p:tgtEl>
                                          <p:spTgt spid="70"/>
                                        </p:tgtEl>
                                        <p:attrNameLst>
                                          <p:attrName>ppt_x</p:attrName>
                                        </p:attrNameLst>
                                      </p:cBhvr>
                                      <p:tavLst>
                                        <p:tav tm="0">
                                          <p:val>
                                            <p:strVal val="#ppt_x"/>
                                          </p:val>
                                        </p:tav>
                                        <p:tav tm="100000">
                                          <p:val>
                                            <p:strVal val="#ppt_x"/>
                                          </p:val>
                                        </p:tav>
                                      </p:tavLst>
                                    </p:anim>
                                    <p:anim calcmode="lin" valueType="num">
                                      <p:cBhvr additive="base">
                                        <p:cTn id="35" dur="250" fill="hold"/>
                                        <p:tgtEl>
                                          <p:spTgt spid="70"/>
                                        </p:tgtEl>
                                        <p:attrNameLst>
                                          <p:attrName>ppt_y</p:attrName>
                                        </p:attrNameLst>
                                      </p:cBhvr>
                                      <p:tavLst>
                                        <p:tav tm="0">
                                          <p:val>
                                            <p:strVal val="0-#ppt_h/2"/>
                                          </p:val>
                                        </p:tav>
                                        <p:tav tm="100000">
                                          <p:val>
                                            <p:strVal val="#ppt_y"/>
                                          </p:val>
                                        </p:tav>
                                      </p:tavLst>
                                    </p:anim>
                                  </p:childTnLst>
                                </p:cTn>
                              </p:par>
                              <p:par>
                                <p:cTn id="36" presetID="2" presetClass="entr" presetSubtype="1" fill="hold" nodeType="withEffect">
                                  <p:stCondLst>
                                    <p:cond delay="250"/>
                                  </p:stCondLst>
                                  <p:childTnLst>
                                    <p:set>
                                      <p:cBhvr>
                                        <p:cTn id="37" dur="1" fill="hold">
                                          <p:stCondLst>
                                            <p:cond delay="0"/>
                                          </p:stCondLst>
                                        </p:cTn>
                                        <p:tgtEl>
                                          <p:spTgt spid="88"/>
                                        </p:tgtEl>
                                        <p:attrNameLst>
                                          <p:attrName>style.visibility</p:attrName>
                                        </p:attrNameLst>
                                      </p:cBhvr>
                                      <p:to>
                                        <p:strVal val="visible"/>
                                      </p:to>
                                    </p:set>
                                    <p:anim calcmode="lin" valueType="num">
                                      <p:cBhvr additive="base">
                                        <p:cTn id="38" dur="250" fill="hold"/>
                                        <p:tgtEl>
                                          <p:spTgt spid="88"/>
                                        </p:tgtEl>
                                        <p:attrNameLst>
                                          <p:attrName>ppt_x</p:attrName>
                                        </p:attrNameLst>
                                      </p:cBhvr>
                                      <p:tavLst>
                                        <p:tav tm="0">
                                          <p:val>
                                            <p:strVal val="#ppt_x"/>
                                          </p:val>
                                        </p:tav>
                                        <p:tav tm="100000">
                                          <p:val>
                                            <p:strVal val="#ppt_x"/>
                                          </p:val>
                                        </p:tav>
                                      </p:tavLst>
                                    </p:anim>
                                    <p:anim calcmode="lin" valueType="num">
                                      <p:cBhvr additive="base">
                                        <p:cTn id="39" dur="250" fill="hold"/>
                                        <p:tgtEl>
                                          <p:spTgt spid="88"/>
                                        </p:tgtEl>
                                        <p:attrNameLst>
                                          <p:attrName>ppt_y</p:attrName>
                                        </p:attrNameLst>
                                      </p:cBhvr>
                                      <p:tavLst>
                                        <p:tav tm="0">
                                          <p:val>
                                            <p:strVal val="0-#ppt_h/2"/>
                                          </p:val>
                                        </p:tav>
                                        <p:tav tm="100000">
                                          <p:val>
                                            <p:strVal val="#ppt_y"/>
                                          </p:val>
                                        </p:tav>
                                      </p:tavLst>
                                    </p:anim>
                                  </p:childTnLst>
                                </p:cTn>
                              </p:par>
                              <p:par>
                                <p:cTn id="40" presetID="2" presetClass="entr" presetSubtype="1" fill="hold" nodeType="withEffect">
                                  <p:stCondLst>
                                    <p:cond delay="250"/>
                                  </p:stCondLst>
                                  <p:childTnLst>
                                    <p:set>
                                      <p:cBhvr>
                                        <p:cTn id="41" dur="1" fill="hold">
                                          <p:stCondLst>
                                            <p:cond delay="0"/>
                                          </p:stCondLst>
                                        </p:cTn>
                                        <p:tgtEl>
                                          <p:spTgt spid="98"/>
                                        </p:tgtEl>
                                        <p:attrNameLst>
                                          <p:attrName>style.visibility</p:attrName>
                                        </p:attrNameLst>
                                      </p:cBhvr>
                                      <p:to>
                                        <p:strVal val="visible"/>
                                      </p:to>
                                    </p:set>
                                    <p:anim calcmode="lin" valueType="num">
                                      <p:cBhvr additive="base">
                                        <p:cTn id="42" dur="250" fill="hold"/>
                                        <p:tgtEl>
                                          <p:spTgt spid="98"/>
                                        </p:tgtEl>
                                        <p:attrNameLst>
                                          <p:attrName>ppt_x</p:attrName>
                                        </p:attrNameLst>
                                      </p:cBhvr>
                                      <p:tavLst>
                                        <p:tav tm="0">
                                          <p:val>
                                            <p:strVal val="#ppt_x"/>
                                          </p:val>
                                        </p:tav>
                                        <p:tav tm="100000">
                                          <p:val>
                                            <p:strVal val="#ppt_x"/>
                                          </p:val>
                                        </p:tav>
                                      </p:tavLst>
                                    </p:anim>
                                    <p:anim calcmode="lin" valueType="num">
                                      <p:cBhvr additive="base">
                                        <p:cTn id="43" dur="250" fill="hold"/>
                                        <p:tgtEl>
                                          <p:spTgt spid="98"/>
                                        </p:tgtEl>
                                        <p:attrNameLst>
                                          <p:attrName>ppt_y</p:attrName>
                                        </p:attrNameLst>
                                      </p:cBhvr>
                                      <p:tavLst>
                                        <p:tav tm="0">
                                          <p:val>
                                            <p:strVal val="0-#ppt_h/2"/>
                                          </p:val>
                                        </p:tav>
                                        <p:tav tm="100000">
                                          <p:val>
                                            <p:strVal val="#ppt_y"/>
                                          </p:val>
                                        </p:tav>
                                      </p:tavLst>
                                    </p:anim>
                                  </p:childTnLst>
                                </p:cTn>
                              </p:par>
                              <p:par>
                                <p:cTn id="44" presetID="2" presetClass="entr" presetSubtype="1" fill="hold" nodeType="withEffect">
                                  <p:stCondLst>
                                    <p:cond delay="500"/>
                                  </p:stCondLst>
                                  <p:childTnLst>
                                    <p:set>
                                      <p:cBhvr>
                                        <p:cTn id="45" dur="1" fill="hold">
                                          <p:stCondLst>
                                            <p:cond delay="0"/>
                                          </p:stCondLst>
                                        </p:cTn>
                                        <p:tgtEl>
                                          <p:spTgt spid="71"/>
                                        </p:tgtEl>
                                        <p:attrNameLst>
                                          <p:attrName>style.visibility</p:attrName>
                                        </p:attrNameLst>
                                      </p:cBhvr>
                                      <p:to>
                                        <p:strVal val="visible"/>
                                      </p:to>
                                    </p:set>
                                    <p:anim calcmode="lin" valueType="num">
                                      <p:cBhvr additive="base">
                                        <p:cTn id="46" dur="250" fill="hold"/>
                                        <p:tgtEl>
                                          <p:spTgt spid="71"/>
                                        </p:tgtEl>
                                        <p:attrNameLst>
                                          <p:attrName>ppt_x</p:attrName>
                                        </p:attrNameLst>
                                      </p:cBhvr>
                                      <p:tavLst>
                                        <p:tav tm="0">
                                          <p:val>
                                            <p:strVal val="#ppt_x"/>
                                          </p:val>
                                        </p:tav>
                                        <p:tav tm="100000">
                                          <p:val>
                                            <p:strVal val="#ppt_x"/>
                                          </p:val>
                                        </p:tav>
                                      </p:tavLst>
                                    </p:anim>
                                    <p:anim calcmode="lin" valueType="num">
                                      <p:cBhvr additive="base">
                                        <p:cTn id="47" dur="250" fill="hold"/>
                                        <p:tgtEl>
                                          <p:spTgt spid="71"/>
                                        </p:tgtEl>
                                        <p:attrNameLst>
                                          <p:attrName>ppt_y</p:attrName>
                                        </p:attrNameLst>
                                      </p:cBhvr>
                                      <p:tavLst>
                                        <p:tav tm="0">
                                          <p:val>
                                            <p:strVal val="0-#ppt_h/2"/>
                                          </p:val>
                                        </p:tav>
                                        <p:tav tm="100000">
                                          <p:val>
                                            <p:strVal val="#ppt_y"/>
                                          </p:val>
                                        </p:tav>
                                      </p:tavLst>
                                    </p:anim>
                                  </p:childTnLst>
                                </p:cTn>
                              </p:par>
                              <p:par>
                                <p:cTn id="48" presetID="2" presetClass="entr" presetSubtype="1" fill="hold" nodeType="withEffect">
                                  <p:stCondLst>
                                    <p:cond delay="500"/>
                                  </p:stCondLst>
                                  <p:childTnLst>
                                    <p:set>
                                      <p:cBhvr>
                                        <p:cTn id="49" dur="1" fill="hold">
                                          <p:stCondLst>
                                            <p:cond delay="0"/>
                                          </p:stCondLst>
                                        </p:cTn>
                                        <p:tgtEl>
                                          <p:spTgt spid="99"/>
                                        </p:tgtEl>
                                        <p:attrNameLst>
                                          <p:attrName>style.visibility</p:attrName>
                                        </p:attrNameLst>
                                      </p:cBhvr>
                                      <p:to>
                                        <p:strVal val="visible"/>
                                      </p:to>
                                    </p:set>
                                    <p:anim calcmode="lin" valueType="num">
                                      <p:cBhvr additive="base">
                                        <p:cTn id="50" dur="250" fill="hold"/>
                                        <p:tgtEl>
                                          <p:spTgt spid="99"/>
                                        </p:tgtEl>
                                        <p:attrNameLst>
                                          <p:attrName>ppt_x</p:attrName>
                                        </p:attrNameLst>
                                      </p:cBhvr>
                                      <p:tavLst>
                                        <p:tav tm="0">
                                          <p:val>
                                            <p:strVal val="#ppt_x"/>
                                          </p:val>
                                        </p:tav>
                                        <p:tav tm="100000">
                                          <p:val>
                                            <p:strVal val="#ppt_x"/>
                                          </p:val>
                                        </p:tav>
                                      </p:tavLst>
                                    </p:anim>
                                    <p:anim calcmode="lin" valueType="num">
                                      <p:cBhvr additive="base">
                                        <p:cTn id="51" dur="250" fill="hold"/>
                                        <p:tgtEl>
                                          <p:spTgt spid="99"/>
                                        </p:tgtEl>
                                        <p:attrNameLst>
                                          <p:attrName>ppt_y</p:attrName>
                                        </p:attrNameLst>
                                      </p:cBhvr>
                                      <p:tavLst>
                                        <p:tav tm="0">
                                          <p:val>
                                            <p:strVal val="0-#ppt_h/2"/>
                                          </p:val>
                                        </p:tav>
                                        <p:tav tm="100000">
                                          <p:val>
                                            <p:strVal val="#ppt_y"/>
                                          </p:val>
                                        </p:tav>
                                      </p:tavLst>
                                    </p:anim>
                                  </p:childTnLst>
                                </p:cTn>
                              </p:par>
                              <p:par>
                                <p:cTn id="52" presetID="2" presetClass="entr" presetSubtype="1" fill="hold" nodeType="withEffect">
                                  <p:stCondLst>
                                    <p:cond delay="750"/>
                                  </p:stCondLst>
                                  <p:childTnLst>
                                    <p:set>
                                      <p:cBhvr>
                                        <p:cTn id="53" dur="1" fill="hold">
                                          <p:stCondLst>
                                            <p:cond delay="0"/>
                                          </p:stCondLst>
                                        </p:cTn>
                                        <p:tgtEl>
                                          <p:spTgt spid="72"/>
                                        </p:tgtEl>
                                        <p:attrNameLst>
                                          <p:attrName>style.visibility</p:attrName>
                                        </p:attrNameLst>
                                      </p:cBhvr>
                                      <p:to>
                                        <p:strVal val="visible"/>
                                      </p:to>
                                    </p:set>
                                    <p:anim calcmode="lin" valueType="num">
                                      <p:cBhvr additive="base">
                                        <p:cTn id="54" dur="250" fill="hold"/>
                                        <p:tgtEl>
                                          <p:spTgt spid="72"/>
                                        </p:tgtEl>
                                        <p:attrNameLst>
                                          <p:attrName>ppt_x</p:attrName>
                                        </p:attrNameLst>
                                      </p:cBhvr>
                                      <p:tavLst>
                                        <p:tav tm="0">
                                          <p:val>
                                            <p:strVal val="#ppt_x"/>
                                          </p:val>
                                        </p:tav>
                                        <p:tav tm="100000">
                                          <p:val>
                                            <p:strVal val="#ppt_x"/>
                                          </p:val>
                                        </p:tav>
                                      </p:tavLst>
                                    </p:anim>
                                    <p:anim calcmode="lin" valueType="num">
                                      <p:cBhvr additive="base">
                                        <p:cTn id="55" dur="250" fill="hold"/>
                                        <p:tgtEl>
                                          <p:spTgt spid="72"/>
                                        </p:tgtEl>
                                        <p:attrNameLst>
                                          <p:attrName>ppt_y</p:attrName>
                                        </p:attrNameLst>
                                      </p:cBhvr>
                                      <p:tavLst>
                                        <p:tav tm="0">
                                          <p:val>
                                            <p:strVal val="0-#ppt_h/2"/>
                                          </p:val>
                                        </p:tav>
                                        <p:tav tm="100000">
                                          <p:val>
                                            <p:strVal val="#ppt_y"/>
                                          </p:val>
                                        </p:tav>
                                      </p:tavLst>
                                    </p:anim>
                                  </p:childTnLst>
                                </p:cTn>
                              </p:par>
                              <p:par>
                                <p:cTn id="56" presetID="2" presetClass="entr" presetSubtype="1" fill="hold" nodeType="withEffect">
                                  <p:stCondLst>
                                    <p:cond delay="750"/>
                                  </p:stCondLst>
                                  <p:childTnLst>
                                    <p:set>
                                      <p:cBhvr>
                                        <p:cTn id="57" dur="1" fill="hold">
                                          <p:stCondLst>
                                            <p:cond delay="0"/>
                                          </p:stCondLst>
                                        </p:cTn>
                                        <p:tgtEl>
                                          <p:spTgt spid="100"/>
                                        </p:tgtEl>
                                        <p:attrNameLst>
                                          <p:attrName>style.visibility</p:attrName>
                                        </p:attrNameLst>
                                      </p:cBhvr>
                                      <p:to>
                                        <p:strVal val="visible"/>
                                      </p:to>
                                    </p:set>
                                    <p:anim calcmode="lin" valueType="num">
                                      <p:cBhvr additive="base">
                                        <p:cTn id="58" dur="250" fill="hold"/>
                                        <p:tgtEl>
                                          <p:spTgt spid="100"/>
                                        </p:tgtEl>
                                        <p:attrNameLst>
                                          <p:attrName>ppt_x</p:attrName>
                                        </p:attrNameLst>
                                      </p:cBhvr>
                                      <p:tavLst>
                                        <p:tav tm="0">
                                          <p:val>
                                            <p:strVal val="#ppt_x"/>
                                          </p:val>
                                        </p:tav>
                                        <p:tav tm="100000">
                                          <p:val>
                                            <p:strVal val="#ppt_x"/>
                                          </p:val>
                                        </p:tav>
                                      </p:tavLst>
                                    </p:anim>
                                    <p:anim calcmode="lin" valueType="num">
                                      <p:cBhvr additive="base">
                                        <p:cTn id="59" dur="250" fill="hold"/>
                                        <p:tgtEl>
                                          <p:spTgt spid="100"/>
                                        </p:tgtEl>
                                        <p:attrNameLst>
                                          <p:attrName>ppt_y</p:attrName>
                                        </p:attrNameLst>
                                      </p:cBhvr>
                                      <p:tavLst>
                                        <p:tav tm="0">
                                          <p:val>
                                            <p:strVal val="0-#ppt_h/2"/>
                                          </p:val>
                                        </p:tav>
                                        <p:tav tm="100000">
                                          <p:val>
                                            <p:strVal val="#ppt_y"/>
                                          </p:val>
                                        </p:tav>
                                      </p:tavLst>
                                    </p:anim>
                                  </p:childTnLst>
                                </p:cTn>
                              </p:par>
                              <p:par>
                                <p:cTn id="60" presetID="2" presetClass="entr" presetSubtype="1" fill="hold" nodeType="withEffect">
                                  <p:stCondLst>
                                    <p:cond delay="1000"/>
                                  </p:stCondLst>
                                  <p:childTnLst>
                                    <p:set>
                                      <p:cBhvr>
                                        <p:cTn id="61" dur="1" fill="hold">
                                          <p:stCondLst>
                                            <p:cond delay="0"/>
                                          </p:stCondLst>
                                        </p:cTn>
                                        <p:tgtEl>
                                          <p:spTgt spid="101"/>
                                        </p:tgtEl>
                                        <p:attrNameLst>
                                          <p:attrName>style.visibility</p:attrName>
                                        </p:attrNameLst>
                                      </p:cBhvr>
                                      <p:to>
                                        <p:strVal val="visible"/>
                                      </p:to>
                                    </p:set>
                                    <p:anim calcmode="lin" valueType="num">
                                      <p:cBhvr additive="base">
                                        <p:cTn id="62" dur="250" fill="hold"/>
                                        <p:tgtEl>
                                          <p:spTgt spid="101"/>
                                        </p:tgtEl>
                                        <p:attrNameLst>
                                          <p:attrName>ppt_x</p:attrName>
                                        </p:attrNameLst>
                                      </p:cBhvr>
                                      <p:tavLst>
                                        <p:tav tm="0">
                                          <p:val>
                                            <p:strVal val="#ppt_x"/>
                                          </p:val>
                                        </p:tav>
                                        <p:tav tm="100000">
                                          <p:val>
                                            <p:strVal val="#ppt_x"/>
                                          </p:val>
                                        </p:tav>
                                      </p:tavLst>
                                    </p:anim>
                                    <p:anim calcmode="lin" valueType="num">
                                      <p:cBhvr additive="base">
                                        <p:cTn id="63" dur="250" fill="hold"/>
                                        <p:tgtEl>
                                          <p:spTgt spid="101"/>
                                        </p:tgtEl>
                                        <p:attrNameLst>
                                          <p:attrName>ppt_y</p:attrName>
                                        </p:attrNameLst>
                                      </p:cBhvr>
                                      <p:tavLst>
                                        <p:tav tm="0">
                                          <p:val>
                                            <p:strVal val="0-#ppt_h/2"/>
                                          </p:val>
                                        </p:tav>
                                        <p:tav tm="100000">
                                          <p:val>
                                            <p:strVal val="#ppt_y"/>
                                          </p:val>
                                        </p:tav>
                                      </p:tavLst>
                                    </p:anim>
                                  </p:childTnLst>
                                </p:cTn>
                              </p:par>
                            </p:childTnLst>
                          </p:cTn>
                        </p:par>
                      </p:childTnLst>
                    </p:cTn>
                  </p:par>
                  <p:par>
                    <p:cTn id="64" fill="hold">
                      <p:stCondLst>
                        <p:cond delay="indefinite"/>
                      </p:stCondLst>
                      <p:childTnLst>
                        <p:par>
                          <p:cTn id="65" fill="hold">
                            <p:stCondLst>
                              <p:cond delay="0"/>
                            </p:stCondLst>
                            <p:childTnLst>
                              <p:par>
                                <p:cTn id="66" presetID="1" presetClass="mediacall" presetSubtype="0" fill="hold" nodeType="clickEffect">
                                  <p:stCondLst>
                                    <p:cond delay="0"/>
                                  </p:stCondLst>
                                  <p:childTnLst>
                                    <p:cmd type="call" cmd="playFrom(0.0)">
                                      <p:cBhvr>
                                        <p:cTn id="67" dur="417" fill="hold"/>
                                        <p:tgtEl>
                                          <p:spTgt spid="64"/>
                                        </p:tgtEl>
                                      </p:cBhvr>
                                    </p:cmd>
                                  </p:childTnLst>
                                </p:cTn>
                              </p:par>
                            </p:childTnLst>
                          </p:cTn>
                        </p:par>
                        <p:par>
                          <p:cTn id="68" fill="hold">
                            <p:stCondLst>
                              <p:cond delay="417"/>
                            </p:stCondLst>
                            <p:childTnLst>
                              <p:par>
                                <p:cTn id="69" presetID="1" presetClass="mediacall" presetSubtype="0" fill="hold" nodeType="afterEffect">
                                  <p:stCondLst>
                                    <p:cond delay="0"/>
                                  </p:stCondLst>
                                  <p:childTnLst>
                                    <p:cmd type="call" cmd="playFrom(0.0)">
                                      <p:cBhvr>
                                        <p:cTn id="70" dur="1152" fill="hold"/>
                                        <p:tgtEl>
                                          <p:spTgt spid="28"/>
                                        </p:tgtEl>
                                      </p:cBhvr>
                                    </p:cmd>
                                  </p:childTnLst>
                                </p:cTn>
                              </p:par>
                              <p:par>
                                <p:cTn id="71" presetID="2" presetClass="entr" presetSubtype="1" fill="hold" nodeType="withEffect">
                                  <p:stCondLst>
                                    <p:cond delay="0"/>
                                  </p:stCondLst>
                                  <p:childTnLst>
                                    <p:set>
                                      <p:cBhvr>
                                        <p:cTn id="72" dur="1" fill="hold">
                                          <p:stCondLst>
                                            <p:cond delay="0"/>
                                          </p:stCondLst>
                                        </p:cTn>
                                        <p:tgtEl>
                                          <p:spTgt spid="102"/>
                                        </p:tgtEl>
                                        <p:attrNameLst>
                                          <p:attrName>style.visibility</p:attrName>
                                        </p:attrNameLst>
                                      </p:cBhvr>
                                      <p:to>
                                        <p:strVal val="visible"/>
                                      </p:to>
                                    </p:set>
                                    <p:anim calcmode="lin" valueType="num">
                                      <p:cBhvr additive="base">
                                        <p:cTn id="73" dur="250" fill="hold"/>
                                        <p:tgtEl>
                                          <p:spTgt spid="102"/>
                                        </p:tgtEl>
                                        <p:attrNameLst>
                                          <p:attrName>ppt_x</p:attrName>
                                        </p:attrNameLst>
                                      </p:cBhvr>
                                      <p:tavLst>
                                        <p:tav tm="0">
                                          <p:val>
                                            <p:strVal val="#ppt_x"/>
                                          </p:val>
                                        </p:tav>
                                        <p:tav tm="100000">
                                          <p:val>
                                            <p:strVal val="#ppt_x"/>
                                          </p:val>
                                        </p:tav>
                                      </p:tavLst>
                                    </p:anim>
                                    <p:anim calcmode="lin" valueType="num">
                                      <p:cBhvr additive="base">
                                        <p:cTn id="74" dur="250" fill="hold"/>
                                        <p:tgtEl>
                                          <p:spTgt spid="102"/>
                                        </p:tgtEl>
                                        <p:attrNameLst>
                                          <p:attrName>ppt_y</p:attrName>
                                        </p:attrNameLst>
                                      </p:cBhvr>
                                      <p:tavLst>
                                        <p:tav tm="0">
                                          <p:val>
                                            <p:strVal val="0-#ppt_h/2"/>
                                          </p:val>
                                        </p:tav>
                                        <p:tav tm="100000">
                                          <p:val>
                                            <p:strVal val="#ppt_y"/>
                                          </p:val>
                                        </p:tav>
                                      </p:tavLst>
                                    </p:anim>
                                  </p:childTnLst>
                                </p:cTn>
                              </p:par>
                              <p:par>
                                <p:cTn id="75" presetID="2" presetClass="entr" presetSubtype="1" fill="hold" nodeType="withEffect">
                                  <p:stCondLst>
                                    <p:cond delay="0"/>
                                  </p:stCondLst>
                                  <p:childTnLst>
                                    <p:set>
                                      <p:cBhvr>
                                        <p:cTn id="76" dur="1" fill="hold">
                                          <p:stCondLst>
                                            <p:cond delay="0"/>
                                          </p:stCondLst>
                                        </p:cTn>
                                        <p:tgtEl>
                                          <p:spTgt spid="107"/>
                                        </p:tgtEl>
                                        <p:attrNameLst>
                                          <p:attrName>style.visibility</p:attrName>
                                        </p:attrNameLst>
                                      </p:cBhvr>
                                      <p:to>
                                        <p:strVal val="visible"/>
                                      </p:to>
                                    </p:set>
                                    <p:anim calcmode="lin" valueType="num">
                                      <p:cBhvr additive="base">
                                        <p:cTn id="77" dur="250" fill="hold"/>
                                        <p:tgtEl>
                                          <p:spTgt spid="107"/>
                                        </p:tgtEl>
                                        <p:attrNameLst>
                                          <p:attrName>ppt_x</p:attrName>
                                        </p:attrNameLst>
                                      </p:cBhvr>
                                      <p:tavLst>
                                        <p:tav tm="0">
                                          <p:val>
                                            <p:strVal val="#ppt_x"/>
                                          </p:val>
                                        </p:tav>
                                        <p:tav tm="100000">
                                          <p:val>
                                            <p:strVal val="#ppt_x"/>
                                          </p:val>
                                        </p:tav>
                                      </p:tavLst>
                                    </p:anim>
                                    <p:anim calcmode="lin" valueType="num">
                                      <p:cBhvr additive="base">
                                        <p:cTn id="78" dur="250" fill="hold"/>
                                        <p:tgtEl>
                                          <p:spTgt spid="107"/>
                                        </p:tgtEl>
                                        <p:attrNameLst>
                                          <p:attrName>ppt_y</p:attrName>
                                        </p:attrNameLst>
                                      </p:cBhvr>
                                      <p:tavLst>
                                        <p:tav tm="0">
                                          <p:val>
                                            <p:strVal val="0-#ppt_h/2"/>
                                          </p:val>
                                        </p:tav>
                                        <p:tav tm="100000">
                                          <p:val>
                                            <p:strVal val="#ppt_y"/>
                                          </p:val>
                                        </p:tav>
                                      </p:tavLst>
                                    </p:anim>
                                  </p:childTnLst>
                                </p:cTn>
                              </p:par>
                              <p:par>
                                <p:cTn id="79" presetID="2" presetClass="entr" presetSubtype="1" fill="hold" nodeType="withEffect">
                                  <p:stCondLst>
                                    <p:cond delay="0"/>
                                  </p:stCondLst>
                                  <p:childTnLst>
                                    <p:set>
                                      <p:cBhvr>
                                        <p:cTn id="80" dur="1" fill="hold">
                                          <p:stCondLst>
                                            <p:cond delay="0"/>
                                          </p:stCondLst>
                                        </p:cTn>
                                        <p:tgtEl>
                                          <p:spTgt spid="112"/>
                                        </p:tgtEl>
                                        <p:attrNameLst>
                                          <p:attrName>style.visibility</p:attrName>
                                        </p:attrNameLst>
                                      </p:cBhvr>
                                      <p:to>
                                        <p:strVal val="visible"/>
                                      </p:to>
                                    </p:set>
                                    <p:anim calcmode="lin" valueType="num">
                                      <p:cBhvr additive="base">
                                        <p:cTn id="81" dur="250" fill="hold"/>
                                        <p:tgtEl>
                                          <p:spTgt spid="112"/>
                                        </p:tgtEl>
                                        <p:attrNameLst>
                                          <p:attrName>ppt_x</p:attrName>
                                        </p:attrNameLst>
                                      </p:cBhvr>
                                      <p:tavLst>
                                        <p:tav tm="0">
                                          <p:val>
                                            <p:strVal val="#ppt_x"/>
                                          </p:val>
                                        </p:tav>
                                        <p:tav tm="100000">
                                          <p:val>
                                            <p:strVal val="#ppt_x"/>
                                          </p:val>
                                        </p:tav>
                                      </p:tavLst>
                                    </p:anim>
                                    <p:anim calcmode="lin" valueType="num">
                                      <p:cBhvr additive="base">
                                        <p:cTn id="82" dur="250" fill="hold"/>
                                        <p:tgtEl>
                                          <p:spTgt spid="112"/>
                                        </p:tgtEl>
                                        <p:attrNameLst>
                                          <p:attrName>ppt_y</p:attrName>
                                        </p:attrNameLst>
                                      </p:cBhvr>
                                      <p:tavLst>
                                        <p:tav tm="0">
                                          <p:val>
                                            <p:strVal val="0-#ppt_h/2"/>
                                          </p:val>
                                        </p:tav>
                                        <p:tav tm="100000">
                                          <p:val>
                                            <p:strVal val="#ppt_y"/>
                                          </p:val>
                                        </p:tav>
                                      </p:tavLst>
                                    </p:anim>
                                  </p:childTnLst>
                                </p:cTn>
                              </p:par>
                              <p:par>
                                <p:cTn id="83" presetID="2" presetClass="entr" presetSubtype="1" fill="hold" nodeType="withEffect">
                                  <p:stCondLst>
                                    <p:cond delay="0"/>
                                  </p:stCondLst>
                                  <p:childTnLst>
                                    <p:set>
                                      <p:cBhvr>
                                        <p:cTn id="84" dur="1" fill="hold">
                                          <p:stCondLst>
                                            <p:cond delay="0"/>
                                          </p:stCondLst>
                                        </p:cTn>
                                        <p:tgtEl>
                                          <p:spTgt spid="117"/>
                                        </p:tgtEl>
                                        <p:attrNameLst>
                                          <p:attrName>style.visibility</p:attrName>
                                        </p:attrNameLst>
                                      </p:cBhvr>
                                      <p:to>
                                        <p:strVal val="visible"/>
                                      </p:to>
                                    </p:set>
                                    <p:anim calcmode="lin" valueType="num">
                                      <p:cBhvr additive="base">
                                        <p:cTn id="85" dur="250" fill="hold"/>
                                        <p:tgtEl>
                                          <p:spTgt spid="117"/>
                                        </p:tgtEl>
                                        <p:attrNameLst>
                                          <p:attrName>ppt_x</p:attrName>
                                        </p:attrNameLst>
                                      </p:cBhvr>
                                      <p:tavLst>
                                        <p:tav tm="0">
                                          <p:val>
                                            <p:strVal val="#ppt_x"/>
                                          </p:val>
                                        </p:tav>
                                        <p:tav tm="100000">
                                          <p:val>
                                            <p:strVal val="#ppt_x"/>
                                          </p:val>
                                        </p:tav>
                                      </p:tavLst>
                                    </p:anim>
                                    <p:anim calcmode="lin" valueType="num">
                                      <p:cBhvr additive="base">
                                        <p:cTn id="86" dur="250" fill="hold"/>
                                        <p:tgtEl>
                                          <p:spTgt spid="117"/>
                                        </p:tgtEl>
                                        <p:attrNameLst>
                                          <p:attrName>ppt_y</p:attrName>
                                        </p:attrNameLst>
                                      </p:cBhvr>
                                      <p:tavLst>
                                        <p:tav tm="0">
                                          <p:val>
                                            <p:strVal val="0-#ppt_h/2"/>
                                          </p:val>
                                        </p:tav>
                                        <p:tav tm="100000">
                                          <p:val>
                                            <p:strVal val="#ppt_y"/>
                                          </p:val>
                                        </p:tav>
                                      </p:tavLst>
                                    </p:anim>
                                  </p:childTnLst>
                                </p:cTn>
                              </p:par>
                              <p:par>
                                <p:cTn id="87" presetID="2" presetClass="entr" presetSubtype="1" fill="hold" nodeType="withEffect">
                                  <p:stCondLst>
                                    <p:cond delay="250"/>
                                  </p:stCondLst>
                                  <p:childTnLst>
                                    <p:set>
                                      <p:cBhvr>
                                        <p:cTn id="88" dur="1" fill="hold">
                                          <p:stCondLst>
                                            <p:cond delay="0"/>
                                          </p:stCondLst>
                                        </p:cTn>
                                        <p:tgtEl>
                                          <p:spTgt spid="103"/>
                                        </p:tgtEl>
                                        <p:attrNameLst>
                                          <p:attrName>style.visibility</p:attrName>
                                        </p:attrNameLst>
                                      </p:cBhvr>
                                      <p:to>
                                        <p:strVal val="visible"/>
                                      </p:to>
                                    </p:set>
                                    <p:anim calcmode="lin" valueType="num">
                                      <p:cBhvr additive="base">
                                        <p:cTn id="89" dur="250" fill="hold"/>
                                        <p:tgtEl>
                                          <p:spTgt spid="103"/>
                                        </p:tgtEl>
                                        <p:attrNameLst>
                                          <p:attrName>ppt_x</p:attrName>
                                        </p:attrNameLst>
                                      </p:cBhvr>
                                      <p:tavLst>
                                        <p:tav tm="0">
                                          <p:val>
                                            <p:strVal val="#ppt_x"/>
                                          </p:val>
                                        </p:tav>
                                        <p:tav tm="100000">
                                          <p:val>
                                            <p:strVal val="#ppt_x"/>
                                          </p:val>
                                        </p:tav>
                                      </p:tavLst>
                                    </p:anim>
                                    <p:anim calcmode="lin" valueType="num">
                                      <p:cBhvr additive="base">
                                        <p:cTn id="90" dur="250" fill="hold"/>
                                        <p:tgtEl>
                                          <p:spTgt spid="103"/>
                                        </p:tgtEl>
                                        <p:attrNameLst>
                                          <p:attrName>ppt_y</p:attrName>
                                        </p:attrNameLst>
                                      </p:cBhvr>
                                      <p:tavLst>
                                        <p:tav tm="0">
                                          <p:val>
                                            <p:strVal val="0-#ppt_h/2"/>
                                          </p:val>
                                        </p:tav>
                                        <p:tav tm="100000">
                                          <p:val>
                                            <p:strVal val="#ppt_y"/>
                                          </p:val>
                                        </p:tav>
                                      </p:tavLst>
                                    </p:anim>
                                  </p:childTnLst>
                                </p:cTn>
                              </p:par>
                              <p:par>
                                <p:cTn id="91" presetID="2" presetClass="entr" presetSubtype="1" fill="hold" nodeType="withEffect">
                                  <p:stCondLst>
                                    <p:cond delay="250"/>
                                  </p:stCondLst>
                                  <p:childTnLst>
                                    <p:set>
                                      <p:cBhvr>
                                        <p:cTn id="92" dur="1" fill="hold">
                                          <p:stCondLst>
                                            <p:cond delay="0"/>
                                          </p:stCondLst>
                                        </p:cTn>
                                        <p:tgtEl>
                                          <p:spTgt spid="108"/>
                                        </p:tgtEl>
                                        <p:attrNameLst>
                                          <p:attrName>style.visibility</p:attrName>
                                        </p:attrNameLst>
                                      </p:cBhvr>
                                      <p:to>
                                        <p:strVal val="visible"/>
                                      </p:to>
                                    </p:set>
                                    <p:anim calcmode="lin" valueType="num">
                                      <p:cBhvr additive="base">
                                        <p:cTn id="93" dur="250" fill="hold"/>
                                        <p:tgtEl>
                                          <p:spTgt spid="108"/>
                                        </p:tgtEl>
                                        <p:attrNameLst>
                                          <p:attrName>ppt_x</p:attrName>
                                        </p:attrNameLst>
                                      </p:cBhvr>
                                      <p:tavLst>
                                        <p:tav tm="0">
                                          <p:val>
                                            <p:strVal val="#ppt_x"/>
                                          </p:val>
                                        </p:tav>
                                        <p:tav tm="100000">
                                          <p:val>
                                            <p:strVal val="#ppt_x"/>
                                          </p:val>
                                        </p:tav>
                                      </p:tavLst>
                                    </p:anim>
                                    <p:anim calcmode="lin" valueType="num">
                                      <p:cBhvr additive="base">
                                        <p:cTn id="94" dur="250" fill="hold"/>
                                        <p:tgtEl>
                                          <p:spTgt spid="108"/>
                                        </p:tgtEl>
                                        <p:attrNameLst>
                                          <p:attrName>ppt_y</p:attrName>
                                        </p:attrNameLst>
                                      </p:cBhvr>
                                      <p:tavLst>
                                        <p:tav tm="0">
                                          <p:val>
                                            <p:strVal val="0-#ppt_h/2"/>
                                          </p:val>
                                        </p:tav>
                                        <p:tav tm="100000">
                                          <p:val>
                                            <p:strVal val="#ppt_y"/>
                                          </p:val>
                                        </p:tav>
                                      </p:tavLst>
                                    </p:anim>
                                  </p:childTnLst>
                                </p:cTn>
                              </p:par>
                              <p:par>
                                <p:cTn id="95" presetID="2" presetClass="entr" presetSubtype="1" fill="hold" nodeType="withEffect">
                                  <p:stCondLst>
                                    <p:cond delay="250"/>
                                  </p:stCondLst>
                                  <p:childTnLst>
                                    <p:set>
                                      <p:cBhvr>
                                        <p:cTn id="96" dur="1" fill="hold">
                                          <p:stCondLst>
                                            <p:cond delay="0"/>
                                          </p:stCondLst>
                                        </p:cTn>
                                        <p:tgtEl>
                                          <p:spTgt spid="113"/>
                                        </p:tgtEl>
                                        <p:attrNameLst>
                                          <p:attrName>style.visibility</p:attrName>
                                        </p:attrNameLst>
                                      </p:cBhvr>
                                      <p:to>
                                        <p:strVal val="visible"/>
                                      </p:to>
                                    </p:set>
                                    <p:anim calcmode="lin" valueType="num">
                                      <p:cBhvr additive="base">
                                        <p:cTn id="97" dur="250" fill="hold"/>
                                        <p:tgtEl>
                                          <p:spTgt spid="113"/>
                                        </p:tgtEl>
                                        <p:attrNameLst>
                                          <p:attrName>ppt_x</p:attrName>
                                        </p:attrNameLst>
                                      </p:cBhvr>
                                      <p:tavLst>
                                        <p:tav tm="0">
                                          <p:val>
                                            <p:strVal val="#ppt_x"/>
                                          </p:val>
                                        </p:tav>
                                        <p:tav tm="100000">
                                          <p:val>
                                            <p:strVal val="#ppt_x"/>
                                          </p:val>
                                        </p:tav>
                                      </p:tavLst>
                                    </p:anim>
                                    <p:anim calcmode="lin" valueType="num">
                                      <p:cBhvr additive="base">
                                        <p:cTn id="98" dur="250" fill="hold"/>
                                        <p:tgtEl>
                                          <p:spTgt spid="113"/>
                                        </p:tgtEl>
                                        <p:attrNameLst>
                                          <p:attrName>ppt_y</p:attrName>
                                        </p:attrNameLst>
                                      </p:cBhvr>
                                      <p:tavLst>
                                        <p:tav tm="0">
                                          <p:val>
                                            <p:strVal val="0-#ppt_h/2"/>
                                          </p:val>
                                        </p:tav>
                                        <p:tav tm="100000">
                                          <p:val>
                                            <p:strVal val="#ppt_y"/>
                                          </p:val>
                                        </p:tav>
                                      </p:tavLst>
                                    </p:anim>
                                  </p:childTnLst>
                                </p:cTn>
                              </p:par>
                              <p:par>
                                <p:cTn id="99" presetID="2" presetClass="entr" presetSubtype="1" fill="hold" nodeType="withEffect">
                                  <p:stCondLst>
                                    <p:cond delay="250"/>
                                  </p:stCondLst>
                                  <p:childTnLst>
                                    <p:set>
                                      <p:cBhvr>
                                        <p:cTn id="100" dur="1" fill="hold">
                                          <p:stCondLst>
                                            <p:cond delay="0"/>
                                          </p:stCondLst>
                                        </p:cTn>
                                        <p:tgtEl>
                                          <p:spTgt spid="118"/>
                                        </p:tgtEl>
                                        <p:attrNameLst>
                                          <p:attrName>style.visibility</p:attrName>
                                        </p:attrNameLst>
                                      </p:cBhvr>
                                      <p:to>
                                        <p:strVal val="visible"/>
                                      </p:to>
                                    </p:set>
                                    <p:anim calcmode="lin" valueType="num">
                                      <p:cBhvr additive="base">
                                        <p:cTn id="101" dur="250" fill="hold"/>
                                        <p:tgtEl>
                                          <p:spTgt spid="118"/>
                                        </p:tgtEl>
                                        <p:attrNameLst>
                                          <p:attrName>ppt_x</p:attrName>
                                        </p:attrNameLst>
                                      </p:cBhvr>
                                      <p:tavLst>
                                        <p:tav tm="0">
                                          <p:val>
                                            <p:strVal val="#ppt_x"/>
                                          </p:val>
                                        </p:tav>
                                        <p:tav tm="100000">
                                          <p:val>
                                            <p:strVal val="#ppt_x"/>
                                          </p:val>
                                        </p:tav>
                                      </p:tavLst>
                                    </p:anim>
                                    <p:anim calcmode="lin" valueType="num">
                                      <p:cBhvr additive="base">
                                        <p:cTn id="102" dur="250" fill="hold"/>
                                        <p:tgtEl>
                                          <p:spTgt spid="118"/>
                                        </p:tgtEl>
                                        <p:attrNameLst>
                                          <p:attrName>ppt_y</p:attrName>
                                        </p:attrNameLst>
                                      </p:cBhvr>
                                      <p:tavLst>
                                        <p:tav tm="0">
                                          <p:val>
                                            <p:strVal val="0-#ppt_h/2"/>
                                          </p:val>
                                        </p:tav>
                                        <p:tav tm="100000">
                                          <p:val>
                                            <p:strVal val="#ppt_y"/>
                                          </p:val>
                                        </p:tav>
                                      </p:tavLst>
                                    </p:anim>
                                  </p:childTnLst>
                                </p:cTn>
                              </p:par>
                              <p:par>
                                <p:cTn id="103" presetID="2" presetClass="entr" presetSubtype="1" fill="hold" nodeType="withEffect">
                                  <p:stCondLst>
                                    <p:cond delay="500"/>
                                  </p:stCondLst>
                                  <p:childTnLst>
                                    <p:set>
                                      <p:cBhvr>
                                        <p:cTn id="104" dur="1" fill="hold">
                                          <p:stCondLst>
                                            <p:cond delay="0"/>
                                          </p:stCondLst>
                                        </p:cTn>
                                        <p:tgtEl>
                                          <p:spTgt spid="104"/>
                                        </p:tgtEl>
                                        <p:attrNameLst>
                                          <p:attrName>style.visibility</p:attrName>
                                        </p:attrNameLst>
                                      </p:cBhvr>
                                      <p:to>
                                        <p:strVal val="visible"/>
                                      </p:to>
                                    </p:set>
                                    <p:anim calcmode="lin" valueType="num">
                                      <p:cBhvr additive="base">
                                        <p:cTn id="105" dur="250" fill="hold"/>
                                        <p:tgtEl>
                                          <p:spTgt spid="104"/>
                                        </p:tgtEl>
                                        <p:attrNameLst>
                                          <p:attrName>ppt_x</p:attrName>
                                        </p:attrNameLst>
                                      </p:cBhvr>
                                      <p:tavLst>
                                        <p:tav tm="0">
                                          <p:val>
                                            <p:strVal val="#ppt_x"/>
                                          </p:val>
                                        </p:tav>
                                        <p:tav tm="100000">
                                          <p:val>
                                            <p:strVal val="#ppt_x"/>
                                          </p:val>
                                        </p:tav>
                                      </p:tavLst>
                                    </p:anim>
                                    <p:anim calcmode="lin" valueType="num">
                                      <p:cBhvr additive="base">
                                        <p:cTn id="106" dur="250" fill="hold"/>
                                        <p:tgtEl>
                                          <p:spTgt spid="104"/>
                                        </p:tgtEl>
                                        <p:attrNameLst>
                                          <p:attrName>ppt_y</p:attrName>
                                        </p:attrNameLst>
                                      </p:cBhvr>
                                      <p:tavLst>
                                        <p:tav tm="0">
                                          <p:val>
                                            <p:strVal val="0-#ppt_h/2"/>
                                          </p:val>
                                        </p:tav>
                                        <p:tav tm="100000">
                                          <p:val>
                                            <p:strVal val="#ppt_y"/>
                                          </p:val>
                                        </p:tav>
                                      </p:tavLst>
                                    </p:anim>
                                  </p:childTnLst>
                                </p:cTn>
                              </p:par>
                              <p:par>
                                <p:cTn id="107" presetID="2" presetClass="entr" presetSubtype="1" fill="hold" nodeType="withEffect">
                                  <p:stCondLst>
                                    <p:cond delay="500"/>
                                  </p:stCondLst>
                                  <p:childTnLst>
                                    <p:set>
                                      <p:cBhvr>
                                        <p:cTn id="108" dur="1" fill="hold">
                                          <p:stCondLst>
                                            <p:cond delay="0"/>
                                          </p:stCondLst>
                                        </p:cTn>
                                        <p:tgtEl>
                                          <p:spTgt spid="109"/>
                                        </p:tgtEl>
                                        <p:attrNameLst>
                                          <p:attrName>style.visibility</p:attrName>
                                        </p:attrNameLst>
                                      </p:cBhvr>
                                      <p:to>
                                        <p:strVal val="visible"/>
                                      </p:to>
                                    </p:set>
                                    <p:anim calcmode="lin" valueType="num">
                                      <p:cBhvr additive="base">
                                        <p:cTn id="109" dur="250" fill="hold"/>
                                        <p:tgtEl>
                                          <p:spTgt spid="109"/>
                                        </p:tgtEl>
                                        <p:attrNameLst>
                                          <p:attrName>ppt_x</p:attrName>
                                        </p:attrNameLst>
                                      </p:cBhvr>
                                      <p:tavLst>
                                        <p:tav tm="0">
                                          <p:val>
                                            <p:strVal val="#ppt_x"/>
                                          </p:val>
                                        </p:tav>
                                        <p:tav tm="100000">
                                          <p:val>
                                            <p:strVal val="#ppt_x"/>
                                          </p:val>
                                        </p:tav>
                                      </p:tavLst>
                                    </p:anim>
                                    <p:anim calcmode="lin" valueType="num">
                                      <p:cBhvr additive="base">
                                        <p:cTn id="110" dur="250" fill="hold"/>
                                        <p:tgtEl>
                                          <p:spTgt spid="109"/>
                                        </p:tgtEl>
                                        <p:attrNameLst>
                                          <p:attrName>ppt_y</p:attrName>
                                        </p:attrNameLst>
                                      </p:cBhvr>
                                      <p:tavLst>
                                        <p:tav tm="0">
                                          <p:val>
                                            <p:strVal val="0-#ppt_h/2"/>
                                          </p:val>
                                        </p:tav>
                                        <p:tav tm="100000">
                                          <p:val>
                                            <p:strVal val="#ppt_y"/>
                                          </p:val>
                                        </p:tav>
                                      </p:tavLst>
                                    </p:anim>
                                  </p:childTnLst>
                                </p:cTn>
                              </p:par>
                              <p:par>
                                <p:cTn id="111" presetID="2" presetClass="entr" presetSubtype="1" fill="hold" nodeType="withEffect">
                                  <p:stCondLst>
                                    <p:cond delay="500"/>
                                  </p:stCondLst>
                                  <p:childTnLst>
                                    <p:set>
                                      <p:cBhvr>
                                        <p:cTn id="112" dur="1" fill="hold">
                                          <p:stCondLst>
                                            <p:cond delay="0"/>
                                          </p:stCondLst>
                                        </p:cTn>
                                        <p:tgtEl>
                                          <p:spTgt spid="119"/>
                                        </p:tgtEl>
                                        <p:attrNameLst>
                                          <p:attrName>style.visibility</p:attrName>
                                        </p:attrNameLst>
                                      </p:cBhvr>
                                      <p:to>
                                        <p:strVal val="visible"/>
                                      </p:to>
                                    </p:set>
                                    <p:anim calcmode="lin" valueType="num">
                                      <p:cBhvr additive="base">
                                        <p:cTn id="113" dur="250" fill="hold"/>
                                        <p:tgtEl>
                                          <p:spTgt spid="119"/>
                                        </p:tgtEl>
                                        <p:attrNameLst>
                                          <p:attrName>ppt_x</p:attrName>
                                        </p:attrNameLst>
                                      </p:cBhvr>
                                      <p:tavLst>
                                        <p:tav tm="0">
                                          <p:val>
                                            <p:strVal val="#ppt_x"/>
                                          </p:val>
                                        </p:tav>
                                        <p:tav tm="100000">
                                          <p:val>
                                            <p:strVal val="#ppt_x"/>
                                          </p:val>
                                        </p:tav>
                                      </p:tavLst>
                                    </p:anim>
                                    <p:anim calcmode="lin" valueType="num">
                                      <p:cBhvr additive="base">
                                        <p:cTn id="114" dur="250" fill="hold"/>
                                        <p:tgtEl>
                                          <p:spTgt spid="119"/>
                                        </p:tgtEl>
                                        <p:attrNameLst>
                                          <p:attrName>ppt_y</p:attrName>
                                        </p:attrNameLst>
                                      </p:cBhvr>
                                      <p:tavLst>
                                        <p:tav tm="0">
                                          <p:val>
                                            <p:strVal val="0-#ppt_h/2"/>
                                          </p:val>
                                        </p:tav>
                                        <p:tav tm="100000">
                                          <p:val>
                                            <p:strVal val="#ppt_y"/>
                                          </p:val>
                                        </p:tav>
                                      </p:tavLst>
                                    </p:anim>
                                  </p:childTnLst>
                                </p:cTn>
                              </p:par>
                              <p:par>
                                <p:cTn id="115" presetID="2" presetClass="entr" presetSubtype="1" fill="hold" nodeType="withEffect">
                                  <p:stCondLst>
                                    <p:cond delay="750"/>
                                  </p:stCondLst>
                                  <p:childTnLst>
                                    <p:set>
                                      <p:cBhvr>
                                        <p:cTn id="116" dur="1" fill="hold">
                                          <p:stCondLst>
                                            <p:cond delay="0"/>
                                          </p:stCondLst>
                                        </p:cTn>
                                        <p:tgtEl>
                                          <p:spTgt spid="110"/>
                                        </p:tgtEl>
                                        <p:attrNameLst>
                                          <p:attrName>style.visibility</p:attrName>
                                        </p:attrNameLst>
                                      </p:cBhvr>
                                      <p:to>
                                        <p:strVal val="visible"/>
                                      </p:to>
                                    </p:set>
                                    <p:anim calcmode="lin" valueType="num">
                                      <p:cBhvr additive="base">
                                        <p:cTn id="117" dur="250" fill="hold"/>
                                        <p:tgtEl>
                                          <p:spTgt spid="110"/>
                                        </p:tgtEl>
                                        <p:attrNameLst>
                                          <p:attrName>ppt_x</p:attrName>
                                        </p:attrNameLst>
                                      </p:cBhvr>
                                      <p:tavLst>
                                        <p:tav tm="0">
                                          <p:val>
                                            <p:strVal val="#ppt_x"/>
                                          </p:val>
                                        </p:tav>
                                        <p:tav tm="100000">
                                          <p:val>
                                            <p:strVal val="#ppt_x"/>
                                          </p:val>
                                        </p:tav>
                                      </p:tavLst>
                                    </p:anim>
                                    <p:anim calcmode="lin" valueType="num">
                                      <p:cBhvr additive="base">
                                        <p:cTn id="118" dur="250" fill="hold"/>
                                        <p:tgtEl>
                                          <p:spTgt spid="110"/>
                                        </p:tgtEl>
                                        <p:attrNameLst>
                                          <p:attrName>ppt_y</p:attrName>
                                        </p:attrNameLst>
                                      </p:cBhvr>
                                      <p:tavLst>
                                        <p:tav tm="0">
                                          <p:val>
                                            <p:strVal val="0-#ppt_h/2"/>
                                          </p:val>
                                        </p:tav>
                                        <p:tav tm="100000">
                                          <p:val>
                                            <p:strVal val="#ppt_y"/>
                                          </p:val>
                                        </p:tav>
                                      </p:tavLst>
                                    </p:anim>
                                  </p:childTnLst>
                                </p:cTn>
                              </p:par>
                              <p:par>
                                <p:cTn id="119" presetID="2" presetClass="entr" presetSubtype="1" fill="hold" nodeType="withEffect">
                                  <p:stCondLst>
                                    <p:cond delay="750"/>
                                  </p:stCondLst>
                                  <p:childTnLst>
                                    <p:set>
                                      <p:cBhvr>
                                        <p:cTn id="120" dur="1" fill="hold">
                                          <p:stCondLst>
                                            <p:cond delay="0"/>
                                          </p:stCondLst>
                                        </p:cTn>
                                        <p:tgtEl>
                                          <p:spTgt spid="120"/>
                                        </p:tgtEl>
                                        <p:attrNameLst>
                                          <p:attrName>style.visibility</p:attrName>
                                        </p:attrNameLst>
                                      </p:cBhvr>
                                      <p:to>
                                        <p:strVal val="visible"/>
                                      </p:to>
                                    </p:set>
                                    <p:anim calcmode="lin" valueType="num">
                                      <p:cBhvr additive="base">
                                        <p:cTn id="121" dur="250" fill="hold"/>
                                        <p:tgtEl>
                                          <p:spTgt spid="120"/>
                                        </p:tgtEl>
                                        <p:attrNameLst>
                                          <p:attrName>ppt_x</p:attrName>
                                        </p:attrNameLst>
                                      </p:cBhvr>
                                      <p:tavLst>
                                        <p:tav tm="0">
                                          <p:val>
                                            <p:strVal val="#ppt_x"/>
                                          </p:val>
                                        </p:tav>
                                        <p:tav tm="100000">
                                          <p:val>
                                            <p:strVal val="#ppt_x"/>
                                          </p:val>
                                        </p:tav>
                                      </p:tavLst>
                                    </p:anim>
                                    <p:anim calcmode="lin" valueType="num">
                                      <p:cBhvr additive="base">
                                        <p:cTn id="122" dur="250" fill="hold"/>
                                        <p:tgtEl>
                                          <p:spTgt spid="120"/>
                                        </p:tgtEl>
                                        <p:attrNameLst>
                                          <p:attrName>ppt_y</p:attrName>
                                        </p:attrNameLst>
                                      </p:cBhvr>
                                      <p:tavLst>
                                        <p:tav tm="0">
                                          <p:val>
                                            <p:strVal val="0-#ppt_h/2"/>
                                          </p:val>
                                        </p:tav>
                                        <p:tav tm="100000">
                                          <p:val>
                                            <p:strVal val="#ppt_y"/>
                                          </p:val>
                                        </p:tav>
                                      </p:tavLst>
                                    </p:anim>
                                  </p:childTnLst>
                                </p:cTn>
                              </p:par>
                              <p:par>
                                <p:cTn id="123" presetID="2" presetClass="entr" presetSubtype="1" fill="hold" nodeType="withEffect">
                                  <p:stCondLst>
                                    <p:cond delay="1000"/>
                                  </p:stCondLst>
                                  <p:childTnLst>
                                    <p:set>
                                      <p:cBhvr>
                                        <p:cTn id="124" dur="1" fill="hold">
                                          <p:stCondLst>
                                            <p:cond delay="0"/>
                                          </p:stCondLst>
                                        </p:cTn>
                                        <p:tgtEl>
                                          <p:spTgt spid="111"/>
                                        </p:tgtEl>
                                        <p:attrNameLst>
                                          <p:attrName>style.visibility</p:attrName>
                                        </p:attrNameLst>
                                      </p:cBhvr>
                                      <p:to>
                                        <p:strVal val="visible"/>
                                      </p:to>
                                    </p:set>
                                    <p:anim calcmode="lin" valueType="num">
                                      <p:cBhvr additive="base">
                                        <p:cTn id="125" dur="250" fill="hold"/>
                                        <p:tgtEl>
                                          <p:spTgt spid="111"/>
                                        </p:tgtEl>
                                        <p:attrNameLst>
                                          <p:attrName>ppt_x</p:attrName>
                                        </p:attrNameLst>
                                      </p:cBhvr>
                                      <p:tavLst>
                                        <p:tav tm="0">
                                          <p:val>
                                            <p:strVal val="#ppt_x"/>
                                          </p:val>
                                        </p:tav>
                                        <p:tav tm="100000">
                                          <p:val>
                                            <p:strVal val="#ppt_x"/>
                                          </p:val>
                                        </p:tav>
                                      </p:tavLst>
                                    </p:anim>
                                    <p:anim calcmode="lin" valueType="num">
                                      <p:cBhvr additive="base">
                                        <p:cTn id="126" dur="250" fill="hold"/>
                                        <p:tgtEl>
                                          <p:spTgt spid="111"/>
                                        </p:tgtEl>
                                        <p:attrNameLst>
                                          <p:attrName>ppt_y</p:attrName>
                                        </p:attrNameLst>
                                      </p:cBhvr>
                                      <p:tavLst>
                                        <p:tav tm="0">
                                          <p:val>
                                            <p:strVal val="0-#ppt_h/2"/>
                                          </p:val>
                                        </p:tav>
                                        <p:tav tm="100000">
                                          <p:val>
                                            <p:strVal val="#ppt_y"/>
                                          </p:val>
                                        </p:tav>
                                      </p:tavLst>
                                    </p:anim>
                                  </p:childTnLst>
                                </p:cTn>
                              </p:par>
                            </p:childTnLst>
                          </p:cTn>
                        </p:par>
                      </p:childTnLst>
                    </p:cTn>
                  </p:par>
                </p:childTnLst>
              </p:cTn>
              <p:prevCondLst>
                <p:cond evt="onPrev" delay="0">
                  <p:tgtEl>
                    <p:sldTgt/>
                  </p:tgtEl>
                </p:cond>
              </p:prevCondLst>
              <p:nextCondLst>
                <p:cond evt="onNext" delay="0">
                  <p:tgtEl>
                    <p:sldTgt/>
                  </p:tgtEl>
                </p:cond>
              </p:nextCondLst>
            </p:seq>
            <p:audio>
              <p:cMediaNode vol="100000">
                <p:cTn id="127" fill="hold" display="0">
                  <p:stCondLst>
                    <p:cond delay="indefinite"/>
                  </p:stCondLst>
                  <p:endCondLst>
                    <p:cond evt="onStopAudio" delay="0">
                      <p:tgtEl>
                        <p:sldTgt/>
                      </p:tgtEl>
                    </p:cond>
                  </p:endCondLst>
                </p:cTn>
                <p:tgtEl>
                  <p:spTgt spid="63"/>
                </p:tgtEl>
              </p:cMediaNode>
            </p:audio>
            <p:audio>
              <p:cMediaNode vol="100000">
                <p:cTn id="128" fill="hold" display="0">
                  <p:stCondLst>
                    <p:cond delay="indefinite"/>
                  </p:stCondLst>
                  <p:endCondLst>
                    <p:cond evt="onStopAudio" delay="0">
                      <p:tgtEl>
                        <p:sldTgt/>
                      </p:tgtEl>
                    </p:cond>
                  </p:endCondLst>
                </p:cTn>
                <p:tgtEl>
                  <p:spTgt spid="64"/>
                </p:tgtEl>
              </p:cMediaNode>
            </p:audio>
            <p:audio>
              <p:cMediaNode vol="80000">
                <p:cTn id="129" fill="hold" display="0">
                  <p:stCondLst>
                    <p:cond delay="indefinite"/>
                  </p:stCondLst>
                  <p:endCondLst>
                    <p:cond evt="onStopAudio" delay="0">
                      <p:tgtEl>
                        <p:sldTgt/>
                      </p:tgtEl>
                    </p:cond>
                  </p:endCondLst>
                </p:cTn>
                <p:tgtEl>
                  <p:spTgt spid="5"/>
                </p:tgtEl>
              </p:cMediaNode>
            </p:audio>
            <p:audio>
              <p:cMediaNode vol="80000">
                <p:cTn id="130" fill="hold" display="0">
                  <p:stCondLst>
                    <p:cond delay="indefinite"/>
                  </p:stCondLst>
                  <p:endCondLst>
                    <p:cond evt="onStopAudio" delay="0">
                      <p:tgtEl>
                        <p:sldTgt/>
                      </p:tgtEl>
                    </p:cond>
                  </p:endCondLst>
                </p:cTn>
                <p:tgtEl>
                  <p:spTgt spid="28"/>
                </p:tgtEl>
              </p:cMediaNode>
            </p:audio>
            <p:audio>
              <p:cMediaNode vol="80303">
                <p:cTn id="131" fill="hold" display="0">
                  <p:stCondLst>
                    <p:cond delay="indefinite"/>
                  </p:stCondLst>
                  <p:endCondLst>
                    <p:cond evt="onStopAudio" delay="0">
                      <p:tgtEl>
                        <p:sldTgt/>
                      </p:tgtEl>
                    </p:cond>
                    <p:cond evt="onNext" delay="0">
                      <p:tgtEl>
                        <p:sldTgt/>
                      </p:tgtEl>
                    </p:cond>
                  </p:endCondLst>
                </p:cTn>
                <p:tgtEl>
                  <p:spTgt spid="66"/>
                </p:tgtEl>
              </p:cMediaNode>
            </p:audio>
          </p:childTnLst>
        </p:cTn>
      </p:par>
    </p:tnLst>
  </p:timing>
</p:sld>
</file>

<file path=ppt/slides/slide16.xml><?xml version="1.0" encoding="utf-8"?>
<p:sld xmlns:a="http://schemas.openxmlformats.org/drawingml/2006/main" xmlns:r="http://schemas.openxmlformats.org/officeDocument/2006/relationships" xmlns:p="http://schemas.openxmlformats.org/presentationml/2006/main" show="0">
  <p:cSld>
    <p:spTree>
      <p:nvGrpSpPr>
        <p:cNvPr id="1" name=""/>
        <p:cNvGrpSpPr/>
        <p:nvPr/>
      </p:nvGrpSpPr>
      <p:grpSpPr>
        <a:xfrm>
          <a:off x="0" y="0"/>
          <a:ext cx="0" cy="0"/>
          <a:chOff x="0" y="0"/>
          <a:chExt cx="0" cy="0"/>
        </a:xfrm>
      </p:grpSpPr>
      <p:pic>
        <p:nvPicPr>
          <p:cNvPr id="14" name="Baseplate"/>
          <p:cNvPicPr>
            <a:picLocks noChangeAspect="1"/>
          </p:cNvPicPr>
          <p:nvPr/>
        </p:nvPicPr>
        <p:blipFill>
          <a:blip r:embed="rId13" cstate="print">
            <a:extLst>
              <a:ext uri="{28A0092B-C50C-407E-A947-70E740481C1C}">
                <a14:useLocalDpi xmlns:a14="http://schemas.microsoft.com/office/drawing/2010/main" val="0"/>
              </a:ext>
            </a:extLst>
          </a:blip>
          <a:stretch>
            <a:fillRect/>
          </a:stretch>
        </p:blipFill>
        <p:spPr>
          <a:xfrm>
            <a:off x="-594469" y="-54465"/>
            <a:ext cx="15819338" cy="8503919"/>
          </a:xfrm>
          <a:prstGeom prst="rect">
            <a:avLst/>
          </a:prstGeom>
        </p:spPr>
      </p:pic>
      <p:pic>
        <p:nvPicPr>
          <p:cNvPr id="51" name="Timer 1x2"/>
          <p:cNvPicPr>
            <a:picLocks/>
          </p:cNvPicPr>
          <p:nvPr/>
        </p:nvPicPr>
        <p:blipFill>
          <a:blip r:embed="rId14" cstate="print">
            <a:extLst>
              <a:ext uri="{28A0092B-C50C-407E-A947-70E740481C1C}">
                <a14:useLocalDpi xmlns:a14="http://schemas.microsoft.com/office/drawing/2010/main" val="0"/>
              </a:ext>
            </a:extLst>
          </a:blip>
          <a:stretch>
            <a:fillRect/>
          </a:stretch>
        </p:blipFill>
        <p:spPr>
          <a:xfrm>
            <a:off x="13929822" y="-203906"/>
            <a:ext cx="832104" cy="529163"/>
          </a:xfrm>
          <a:prstGeom prst="rect">
            <a:avLst/>
          </a:prstGeom>
        </p:spPr>
      </p:pic>
      <p:pic>
        <p:nvPicPr>
          <p:cNvPr id="62" name="Blue Bricks 1"/>
          <p:cNvPicPr>
            <a:picLocks noChangeAspect="1"/>
          </p:cNvPicPr>
          <p:nvPr/>
        </p:nvPicPr>
        <p:blipFill>
          <a:blip r:embed="rId15" cstate="print">
            <a:extLst>
              <a:ext uri="{28A0092B-C50C-407E-A947-70E740481C1C}">
                <a14:useLocalDpi xmlns:a14="http://schemas.microsoft.com/office/drawing/2010/main" val="0"/>
              </a:ext>
            </a:extLst>
          </a:blip>
          <a:stretch>
            <a:fillRect/>
          </a:stretch>
        </p:blipFill>
        <p:spPr>
          <a:xfrm>
            <a:off x="0" y="3059476"/>
            <a:ext cx="3461795" cy="1724155"/>
          </a:xfrm>
          <a:prstGeom prst="rect">
            <a:avLst/>
          </a:prstGeom>
        </p:spPr>
      </p:pic>
      <p:sp>
        <p:nvSpPr>
          <p:cNvPr id="79" name="Blue Cap 1"/>
          <p:cNvSpPr>
            <a:spLocks noChangeAspect="1"/>
          </p:cNvSpPr>
          <p:nvPr/>
        </p:nvSpPr>
        <p:spPr>
          <a:xfrm>
            <a:off x="213811" y="2951273"/>
            <a:ext cx="2907791" cy="1453896"/>
          </a:xfrm>
          <a:prstGeom prst="rect">
            <a:avLst/>
          </a:prstGeom>
          <a:solidFill>
            <a:srgbClr val="F4F4F4"/>
          </a:solidFill>
          <a:ln>
            <a:noFill/>
          </a:ln>
          <a:scene3d>
            <a:camera prst="orthographicFront">
              <a:rot lat="20400000" lon="21000000" rev="198000"/>
            </a:camera>
            <a:lightRig rig="balanced" dir="t"/>
          </a:scene3d>
          <a:sp3d extrusionH="165100" prstMaterial="metal">
            <a:bevelT w="19050" h="12700"/>
            <a:extrusionClr>
              <a:srgbClr val="F4F4F4"/>
            </a:extrusionClr>
          </a:sp3d>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sz="4400" spc="-200" dirty="0">
                <a:ln>
                  <a:solidFill>
                    <a:schemeClr val="tx1">
                      <a:lumMod val="85000"/>
                      <a:lumOff val="15000"/>
                    </a:schemeClr>
                  </a:solidFill>
                </a:ln>
                <a:solidFill>
                  <a:srgbClr val="106DDE"/>
                </a:solidFill>
                <a:latin typeface="Poppins Medium" panose="00000600000000000000" pitchFamily="2" charset="0"/>
                <a:ea typeface="ZCOOL QingKe HuangYou" panose="00000500000000000000" pitchFamily="2" charset="0"/>
                <a:cs typeface="Poppins Medium" panose="00000600000000000000" pitchFamily="2" charset="0"/>
              </a:rPr>
              <a:t>Your Text</a:t>
            </a:r>
          </a:p>
        </p:txBody>
      </p:sp>
      <p:pic>
        <p:nvPicPr>
          <p:cNvPr id="80" name="Red Bricks 1"/>
          <p:cNvPicPr>
            <a:picLocks noChangeAspect="1"/>
          </p:cNvPicPr>
          <p:nvPr/>
        </p:nvPicPr>
        <p:blipFill>
          <a:blip r:embed="rId16" cstate="print">
            <a:extLst>
              <a:ext uri="{28A0092B-C50C-407E-A947-70E740481C1C}">
                <a14:useLocalDpi xmlns:a14="http://schemas.microsoft.com/office/drawing/2010/main" val="0"/>
              </a:ext>
            </a:extLst>
          </a:blip>
          <a:stretch>
            <a:fillRect/>
          </a:stretch>
        </p:blipFill>
        <p:spPr>
          <a:xfrm>
            <a:off x="3475300" y="290455"/>
            <a:ext cx="3461795" cy="1724154"/>
          </a:xfrm>
          <a:prstGeom prst="rect">
            <a:avLst/>
          </a:prstGeom>
        </p:spPr>
      </p:pic>
      <p:sp>
        <p:nvSpPr>
          <p:cNvPr id="81" name="Red Cap 1"/>
          <p:cNvSpPr>
            <a:spLocks noChangeAspect="1"/>
          </p:cNvSpPr>
          <p:nvPr/>
        </p:nvSpPr>
        <p:spPr>
          <a:xfrm>
            <a:off x="4038601" y="182252"/>
            <a:ext cx="2907791" cy="1453896"/>
          </a:xfrm>
          <a:prstGeom prst="rect">
            <a:avLst/>
          </a:prstGeom>
          <a:solidFill>
            <a:srgbClr val="F4F4F4"/>
          </a:solidFill>
          <a:ln>
            <a:noFill/>
          </a:ln>
          <a:scene3d>
            <a:camera prst="orthographicFront">
              <a:rot lat="20400000" lon="21000000" rev="198000"/>
            </a:camera>
            <a:lightRig rig="balanced" dir="t"/>
          </a:scene3d>
          <a:sp3d extrusionH="165100" prstMaterial="metal">
            <a:bevelT w="19050" h="12700"/>
            <a:extrusionClr>
              <a:srgbClr val="F4F4F4"/>
            </a:extrusionClr>
          </a:sp3d>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sz="4400" spc="-200" dirty="0">
                <a:ln>
                  <a:solidFill>
                    <a:schemeClr val="tx1">
                      <a:lumMod val="85000"/>
                      <a:lumOff val="15000"/>
                    </a:schemeClr>
                  </a:solidFill>
                </a:ln>
                <a:solidFill>
                  <a:srgbClr val="DD1A21"/>
                </a:solidFill>
                <a:latin typeface="Poppins Medium" panose="00000600000000000000" pitchFamily="2" charset="0"/>
                <a:ea typeface="ZCOOL QingKe HuangYou" panose="00000500000000000000" pitchFamily="2" charset="0"/>
                <a:cs typeface="Poppins Medium" panose="00000600000000000000" pitchFamily="2" charset="0"/>
              </a:rPr>
              <a:t>Your Text</a:t>
            </a:r>
          </a:p>
        </p:txBody>
      </p:sp>
      <p:pic>
        <p:nvPicPr>
          <p:cNvPr id="82" name="Red Bricks 2"/>
          <p:cNvPicPr>
            <a:picLocks noChangeAspect="1"/>
          </p:cNvPicPr>
          <p:nvPr/>
        </p:nvPicPr>
        <p:blipFill>
          <a:blip r:embed="rId16" cstate="print">
            <a:extLst>
              <a:ext uri="{28A0092B-C50C-407E-A947-70E740481C1C}">
                <a14:useLocalDpi xmlns:a14="http://schemas.microsoft.com/office/drawing/2010/main" val="0"/>
              </a:ext>
            </a:extLst>
          </a:blip>
          <a:stretch>
            <a:fillRect/>
          </a:stretch>
        </p:blipFill>
        <p:spPr>
          <a:xfrm>
            <a:off x="3599052" y="2372938"/>
            <a:ext cx="3461795" cy="1724154"/>
          </a:xfrm>
          <a:prstGeom prst="rect">
            <a:avLst/>
          </a:prstGeom>
        </p:spPr>
      </p:pic>
      <p:sp>
        <p:nvSpPr>
          <p:cNvPr id="83" name="Red Cap 2"/>
          <p:cNvSpPr>
            <a:spLocks noChangeAspect="1"/>
          </p:cNvSpPr>
          <p:nvPr/>
        </p:nvSpPr>
        <p:spPr>
          <a:xfrm>
            <a:off x="4162553" y="2264735"/>
            <a:ext cx="2907791" cy="1453896"/>
          </a:xfrm>
          <a:prstGeom prst="rect">
            <a:avLst/>
          </a:prstGeom>
          <a:solidFill>
            <a:srgbClr val="F4F4F4"/>
          </a:solidFill>
          <a:ln>
            <a:noFill/>
          </a:ln>
          <a:scene3d>
            <a:camera prst="orthographicFront">
              <a:rot lat="20400000" lon="21000000" rev="198000"/>
            </a:camera>
            <a:lightRig rig="balanced" dir="t"/>
          </a:scene3d>
          <a:sp3d extrusionH="165100" prstMaterial="metal">
            <a:bevelT w="19050" h="12700"/>
            <a:extrusionClr>
              <a:srgbClr val="F4F4F4"/>
            </a:extrusionClr>
          </a:sp3d>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sz="4400" spc="-200" dirty="0">
                <a:ln>
                  <a:solidFill>
                    <a:schemeClr val="tx1">
                      <a:lumMod val="85000"/>
                      <a:lumOff val="15000"/>
                    </a:schemeClr>
                  </a:solidFill>
                </a:ln>
                <a:solidFill>
                  <a:srgbClr val="DD1A21"/>
                </a:solidFill>
                <a:latin typeface="Poppins Medium" panose="00000600000000000000" pitchFamily="2" charset="0"/>
                <a:ea typeface="ZCOOL QingKe HuangYou" panose="00000500000000000000" pitchFamily="2" charset="0"/>
                <a:cs typeface="Poppins Medium" panose="00000600000000000000" pitchFamily="2" charset="0"/>
              </a:rPr>
              <a:t>Your Text</a:t>
            </a:r>
          </a:p>
        </p:txBody>
      </p:sp>
      <p:pic>
        <p:nvPicPr>
          <p:cNvPr id="84" name="Red Bricks 3"/>
          <p:cNvPicPr>
            <a:picLocks noChangeAspect="1"/>
          </p:cNvPicPr>
          <p:nvPr/>
        </p:nvPicPr>
        <p:blipFill>
          <a:blip r:embed="rId16" cstate="print">
            <a:extLst>
              <a:ext uri="{28A0092B-C50C-407E-A947-70E740481C1C}">
                <a14:useLocalDpi xmlns:a14="http://schemas.microsoft.com/office/drawing/2010/main" val="0"/>
              </a:ext>
            </a:extLst>
          </a:blip>
          <a:stretch>
            <a:fillRect/>
          </a:stretch>
        </p:blipFill>
        <p:spPr>
          <a:xfrm>
            <a:off x="3710556" y="4451850"/>
            <a:ext cx="3461795" cy="1724154"/>
          </a:xfrm>
          <a:prstGeom prst="rect">
            <a:avLst/>
          </a:prstGeom>
        </p:spPr>
      </p:pic>
      <p:sp>
        <p:nvSpPr>
          <p:cNvPr id="85" name="Red Cap 3"/>
          <p:cNvSpPr>
            <a:spLocks noChangeAspect="1"/>
          </p:cNvSpPr>
          <p:nvPr/>
        </p:nvSpPr>
        <p:spPr>
          <a:xfrm>
            <a:off x="4274820" y="4343647"/>
            <a:ext cx="2907791" cy="1453896"/>
          </a:xfrm>
          <a:prstGeom prst="rect">
            <a:avLst/>
          </a:prstGeom>
          <a:solidFill>
            <a:srgbClr val="F4F4F4"/>
          </a:solidFill>
          <a:ln>
            <a:noFill/>
          </a:ln>
          <a:scene3d>
            <a:camera prst="orthographicFront">
              <a:rot lat="20400000" lon="21000000" rev="198000"/>
            </a:camera>
            <a:lightRig rig="balanced" dir="t"/>
          </a:scene3d>
          <a:sp3d extrusionH="165100" prstMaterial="metal">
            <a:bevelT w="19050" h="12700"/>
            <a:extrusionClr>
              <a:srgbClr val="F4F4F4"/>
            </a:extrusionClr>
          </a:sp3d>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sz="4400" spc="-200" dirty="0">
                <a:ln>
                  <a:solidFill>
                    <a:schemeClr val="tx1">
                      <a:lumMod val="85000"/>
                      <a:lumOff val="15000"/>
                    </a:schemeClr>
                  </a:solidFill>
                </a:ln>
                <a:solidFill>
                  <a:srgbClr val="DD1A21"/>
                </a:solidFill>
                <a:latin typeface="Poppins Medium" panose="00000600000000000000" pitchFamily="2" charset="0"/>
                <a:ea typeface="ZCOOL QingKe HuangYou" panose="00000500000000000000" pitchFamily="2" charset="0"/>
                <a:cs typeface="Poppins Medium" panose="00000600000000000000" pitchFamily="2" charset="0"/>
              </a:rPr>
              <a:t>Your Text</a:t>
            </a:r>
          </a:p>
        </p:txBody>
      </p:sp>
      <p:pic>
        <p:nvPicPr>
          <p:cNvPr id="88" name="Red Bricks 4"/>
          <p:cNvPicPr>
            <a:picLocks noChangeAspect="1"/>
          </p:cNvPicPr>
          <p:nvPr/>
        </p:nvPicPr>
        <p:blipFill>
          <a:blip r:embed="rId16" cstate="print">
            <a:extLst>
              <a:ext uri="{28A0092B-C50C-407E-A947-70E740481C1C}">
                <a14:useLocalDpi xmlns:a14="http://schemas.microsoft.com/office/drawing/2010/main" val="0"/>
              </a:ext>
            </a:extLst>
          </a:blip>
          <a:stretch>
            <a:fillRect/>
          </a:stretch>
        </p:blipFill>
        <p:spPr>
          <a:xfrm>
            <a:off x="3839259" y="6513066"/>
            <a:ext cx="3461795" cy="1724154"/>
          </a:xfrm>
          <a:prstGeom prst="rect">
            <a:avLst/>
          </a:prstGeom>
        </p:spPr>
      </p:pic>
      <p:sp>
        <p:nvSpPr>
          <p:cNvPr id="89" name="Red Cap 4"/>
          <p:cNvSpPr>
            <a:spLocks noChangeAspect="1"/>
          </p:cNvSpPr>
          <p:nvPr/>
        </p:nvSpPr>
        <p:spPr>
          <a:xfrm>
            <a:off x="4404869" y="6404863"/>
            <a:ext cx="2907791" cy="1453896"/>
          </a:xfrm>
          <a:prstGeom prst="rect">
            <a:avLst/>
          </a:prstGeom>
          <a:solidFill>
            <a:srgbClr val="F4F4F4"/>
          </a:solidFill>
          <a:ln>
            <a:noFill/>
          </a:ln>
          <a:scene3d>
            <a:camera prst="orthographicFront">
              <a:rot lat="20400000" lon="21000000" rev="198000"/>
            </a:camera>
            <a:lightRig rig="balanced" dir="t"/>
          </a:scene3d>
          <a:sp3d extrusionH="165100" prstMaterial="metal">
            <a:bevelT w="19050" h="12700"/>
            <a:extrusionClr>
              <a:srgbClr val="F4F4F4"/>
            </a:extrusionClr>
          </a:sp3d>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sz="4400" spc="-200" dirty="0">
                <a:ln>
                  <a:solidFill>
                    <a:schemeClr val="tx1">
                      <a:lumMod val="85000"/>
                      <a:lumOff val="15000"/>
                    </a:schemeClr>
                  </a:solidFill>
                </a:ln>
                <a:solidFill>
                  <a:srgbClr val="DD1A21"/>
                </a:solidFill>
                <a:latin typeface="Poppins Medium" panose="00000600000000000000" pitchFamily="2" charset="0"/>
                <a:ea typeface="ZCOOL QingKe HuangYou" panose="00000500000000000000" pitchFamily="2" charset="0"/>
                <a:cs typeface="Poppins Medium" panose="00000600000000000000" pitchFamily="2" charset="0"/>
              </a:rPr>
              <a:t>Your Text</a:t>
            </a:r>
          </a:p>
        </p:txBody>
      </p:sp>
      <p:pic>
        <p:nvPicPr>
          <p:cNvPr id="13" name="Green Bricks 1"/>
          <p:cNvPicPr>
            <a:picLocks noChangeAspect="1"/>
          </p:cNvPicPr>
          <p:nvPr/>
        </p:nvPicPr>
        <p:blipFill>
          <a:blip r:embed="rId17" cstate="print">
            <a:extLst>
              <a:ext uri="{28A0092B-C50C-407E-A947-70E740481C1C}">
                <a14:useLocalDpi xmlns:a14="http://schemas.microsoft.com/office/drawing/2010/main" val="0"/>
              </a:ext>
            </a:extLst>
          </a:blip>
          <a:stretch>
            <a:fillRect/>
          </a:stretch>
        </p:blipFill>
        <p:spPr>
          <a:xfrm>
            <a:off x="9286304" y="312925"/>
            <a:ext cx="3456007" cy="1724155"/>
          </a:xfrm>
          <a:prstGeom prst="rect">
            <a:avLst/>
          </a:prstGeom>
        </p:spPr>
      </p:pic>
      <p:sp>
        <p:nvSpPr>
          <p:cNvPr id="15" name="Green Cap 1"/>
          <p:cNvSpPr>
            <a:spLocks noChangeAspect="1"/>
          </p:cNvSpPr>
          <p:nvPr/>
        </p:nvSpPr>
        <p:spPr>
          <a:xfrm>
            <a:off x="9850629" y="204722"/>
            <a:ext cx="2907791" cy="1453896"/>
          </a:xfrm>
          <a:prstGeom prst="rect">
            <a:avLst/>
          </a:prstGeom>
          <a:solidFill>
            <a:srgbClr val="F4F4F4"/>
          </a:solidFill>
          <a:ln>
            <a:noFill/>
          </a:ln>
          <a:scene3d>
            <a:camera prst="orthographicFront">
              <a:rot lat="20400000" lon="21000000" rev="198000"/>
            </a:camera>
            <a:lightRig rig="balanced" dir="t"/>
          </a:scene3d>
          <a:sp3d extrusionH="165100" prstMaterial="metal">
            <a:bevelT w="19050" h="12700"/>
            <a:extrusionClr>
              <a:srgbClr val="F4F4F4"/>
            </a:extrusionClr>
          </a:sp3d>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sz="4400" spc="-200" dirty="0">
                <a:ln>
                  <a:solidFill>
                    <a:schemeClr val="tx1">
                      <a:lumMod val="85000"/>
                      <a:lumOff val="15000"/>
                    </a:schemeClr>
                  </a:solidFill>
                </a:ln>
                <a:solidFill>
                  <a:srgbClr val="04A043"/>
                </a:solidFill>
                <a:latin typeface="Poppins Medium" panose="00000600000000000000" pitchFamily="2" charset="0"/>
                <a:ea typeface="ZCOOL QingKe HuangYou" panose="00000500000000000000" pitchFamily="2" charset="0"/>
                <a:cs typeface="Poppins Medium" panose="00000600000000000000" pitchFamily="2" charset="0"/>
              </a:rPr>
              <a:t>Your Text</a:t>
            </a:r>
          </a:p>
        </p:txBody>
      </p:sp>
      <p:pic>
        <p:nvPicPr>
          <p:cNvPr id="30" name="Green Bricks 2"/>
          <p:cNvPicPr>
            <a:picLocks noChangeAspect="1"/>
          </p:cNvPicPr>
          <p:nvPr/>
        </p:nvPicPr>
        <p:blipFill>
          <a:blip r:embed="rId17" cstate="print">
            <a:extLst>
              <a:ext uri="{28A0092B-C50C-407E-A947-70E740481C1C}">
                <a14:useLocalDpi xmlns:a14="http://schemas.microsoft.com/office/drawing/2010/main" val="0"/>
              </a:ext>
            </a:extLst>
          </a:blip>
          <a:stretch>
            <a:fillRect/>
          </a:stretch>
        </p:blipFill>
        <p:spPr>
          <a:xfrm>
            <a:off x="9405482" y="2380201"/>
            <a:ext cx="3456007" cy="1724155"/>
          </a:xfrm>
          <a:prstGeom prst="rect">
            <a:avLst/>
          </a:prstGeom>
        </p:spPr>
      </p:pic>
      <p:sp>
        <p:nvSpPr>
          <p:cNvPr id="31" name="Green Cap 2"/>
          <p:cNvSpPr>
            <a:spLocks noChangeAspect="1"/>
          </p:cNvSpPr>
          <p:nvPr/>
        </p:nvSpPr>
        <p:spPr>
          <a:xfrm>
            <a:off x="9968739" y="2271998"/>
            <a:ext cx="2907791" cy="1453896"/>
          </a:xfrm>
          <a:prstGeom prst="rect">
            <a:avLst/>
          </a:prstGeom>
          <a:solidFill>
            <a:srgbClr val="F4F4F4"/>
          </a:solidFill>
          <a:ln>
            <a:noFill/>
          </a:ln>
          <a:scene3d>
            <a:camera prst="orthographicFront">
              <a:rot lat="20400000" lon="21000000" rev="198000"/>
            </a:camera>
            <a:lightRig rig="balanced" dir="t"/>
          </a:scene3d>
          <a:sp3d extrusionH="165100" prstMaterial="metal">
            <a:bevelT w="19050" h="12700"/>
            <a:extrusionClr>
              <a:srgbClr val="F4F4F4"/>
            </a:extrusionClr>
          </a:sp3d>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sz="4400" spc="-200" dirty="0">
                <a:ln>
                  <a:solidFill>
                    <a:schemeClr val="tx1">
                      <a:lumMod val="85000"/>
                      <a:lumOff val="15000"/>
                    </a:schemeClr>
                  </a:solidFill>
                </a:ln>
                <a:solidFill>
                  <a:srgbClr val="04A043"/>
                </a:solidFill>
                <a:latin typeface="Poppins Medium" panose="00000600000000000000" pitchFamily="2" charset="0"/>
                <a:ea typeface="ZCOOL QingKe HuangYou" panose="00000500000000000000" pitchFamily="2" charset="0"/>
                <a:cs typeface="Poppins Medium" panose="00000600000000000000" pitchFamily="2" charset="0"/>
              </a:rPr>
              <a:t>Your Text</a:t>
            </a:r>
          </a:p>
        </p:txBody>
      </p:sp>
      <p:pic>
        <p:nvPicPr>
          <p:cNvPr id="33" name="Green Bricks 3"/>
          <p:cNvPicPr>
            <a:picLocks noChangeAspect="1"/>
          </p:cNvPicPr>
          <p:nvPr/>
        </p:nvPicPr>
        <p:blipFill>
          <a:blip r:embed="rId17" cstate="print">
            <a:extLst>
              <a:ext uri="{28A0092B-C50C-407E-A947-70E740481C1C}">
                <a14:useLocalDpi xmlns:a14="http://schemas.microsoft.com/office/drawing/2010/main" val="0"/>
              </a:ext>
            </a:extLst>
          </a:blip>
          <a:stretch>
            <a:fillRect/>
          </a:stretch>
        </p:blipFill>
        <p:spPr>
          <a:xfrm>
            <a:off x="9526095" y="4456170"/>
            <a:ext cx="3456007" cy="1724155"/>
          </a:xfrm>
          <a:prstGeom prst="rect">
            <a:avLst/>
          </a:prstGeom>
        </p:spPr>
      </p:pic>
      <p:sp>
        <p:nvSpPr>
          <p:cNvPr id="34" name="Green Cap 3"/>
          <p:cNvSpPr>
            <a:spLocks noChangeAspect="1"/>
          </p:cNvSpPr>
          <p:nvPr/>
        </p:nvSpPr>
        <p:spPr>
          <a:xfrm>
            <a:off x="10091929" y="4347967"/>
            <a:ext cx="2907791" cy="1453896"/>
          </a:xfrm>
          <a:prstGeom prst="rect">
            <a:avLst/>
          </a:prstGeom>
          <a:solidFill>
            <a:srgbClr val="F4F4F4"/>
          </a:solidFill>
          <a:ln>
            <a:noFill/>
          </a:ln>
          <a:scene3d>
            <a:camera prst="orthographicFront">
              <a:rot lat="20400000" lon="21000000" rev="198000"/>
            </a:camera>
            <a:lightRig rig="balanced" dir="t"/>
          </a:scene3d>
          <a:sp3d extrusionH="165100" prstMaterial="metal">
            <a:bevelT w="19050" h="12700"/>
            <a:extrusionClr>
              <a:srgbClr val="F4F4F4"/>
            </a:extrusionClr>
          </a:sp3d>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sz="4400" spc="-200" dirty="0">
                <a:ln>
                  <a:solidFill>
                    <a:schemeClr val="tx1">
                      <a:lumMod val="85000"/>
                      <a:lumOff val="15000"/>
                    </a:schemeClr>
                  </a:solidFill>
                </a:ln>
                <a:solidFill>
                  <a:srgbClr val="04A043"/>
                </a:solidFill>
                <a:latin typeface="Poppins Medium" panose="00000600000000000000" pitchFamily="2" charset="0"/>
                <a:ea typeface="ZCOOL QingKe HuangYou" panose="00000500000000000000" pitchFamily="2" charset="0"/>
                <a:cs typeface="Poppins Medium" panose="00000600000000000000" pitchFamily="2" charset="0"/>
              </a:rPr>
              <a:t>Your Text</a:t>
            </a:r>
          </a:p>
        </p:txBody>
      </p:sp>
      <p:pic>
        <p:nvPicPr>
          <p:cNvPr id="36" name="Green Bricks 4"/>
          <p:cNvPicPr>
            <a:picLocks noChangeAspect="1"/>
          </p:cNvPicPr>
          <p:nvPr/>
        </p:nvPicPr>
        <p:blipFill>
          <a:blip r:embed="rId17" cstate="print">
            <a:extLst>
              <a:ext uri="{28A0092B-C50C-407E-A947-70E740481C1C}">
                <a14:useLocalDpi xmlns:a14="http://schemas.microsoft.com/office/drawing/2010/main" val="0"/>
              </a:ext>
            </a:extLst>
          </a:blip>
          <a:stretch>
            <a:fillRect/>
          </a:stretch>
        </p:blipFill>
        <p:spPr>
          <a:xfrm>
            <a:off x="9635113" y="6523446"/>
            <a:ext cx="3456007" cy="1724155"/>
          </a:xfrm>
          <a:prstGeom prst="rect">
            <a:avLst/>
          </a:prstGeom>
        </p:spPr>
      </p:pic>
      <p:sp>
        <p:nvSpPr>
          <p:cNvPr id="37" name="Green Cap 4"/>
          <p:cNvSpPr>
            <a:spLocks noChangeAspect="1"/>
          </p:cNvSpPr>
          <p:nvPr/>
        </p:nvSpPr>
        <p:spPr>
          <a:xfrm>
            <a:off x="10201149" y="6415243"/>
            <a:ext cx="2907791" cy="1453896"/>
          </a:xfrm>
          <a:prstGeom prst="rect">
            <a:avLst/>
          </a:prstGeom>
          <a:solidFill>
            <a:srgbClr val="F4F4F4"/>
          </a:solidFill>
          <a:ln>
            <a:noFill/>
          </a:ln>
          <a:scene3d>
            <a:camera prst="orthographicFront">
              <a:rot lat="20400000" lon="21000000" rev="198000"/>
            </a:camera>
            <a:lightRig rig="balanced" dir="t"/>
          </a:scene3d>
          <a:sp3d extrusionH="165100" prstMaterial="metal">
            <a:bevelT w="19050" h="12700"/>
            <a:extrusionClr>
              <a:srgbClr val="F4F4F4"/>
            </a:extrusionClr>
          </a:sp3d>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sz="4400" spc="-200" dirty="0">
                <a:ln>
                  <a:solidFill>
                    <a:schemeClr val="tx1">
                      <a:lumMod val="85000"/>
                      <a:lumOff val="15000"/>
                    </a:schemeClr>
                  </a:solidFill>
                </a:ln>
                <a:solidFill>
                  <a:srgbClr val="04A043"/>
                </a:solidFill>
                <a:latin typeface="Poppins Medium" panose="00000600000000000000" pitchFamily="2" charset="0"/>
                <a:ea typeface="ZCOOL QingKe HuangYou" panose="00000500000000000000" pitchFamily="2" charset="0"/>
                <a:cs typeface="Poppins Medium" panose="00000600000000000000" pitchFamily="2" charset="0"/>
              </a:rPr>
              <a:t>Your Text</a:t>
            </a:r>
          </a:p>
        </p:txBody>
      </p:sp>
      <p:pic>
        <p:nvPicPr>
          <p:cNvPr id="5" name="Points Reveal 1.mp3">
            <a:hlinkClick r:id="" action="ppaction://media"/>
          </p:cNvPr>
          <p:cNvPicPr>
            <a:picLocks noChangeAspect="1"/>
          </p:cNvPicPr>
          <p:nvPr>
            <a:audioFile r:link="rId2"/>
            <p:extLst>
              <p:ext uri="{DAA4B4D4-6D71-4841-9C94-3DE7FCFB9230}">
                <p14:media xmlns:p14="http://schemas.microsoft.com/office/powerpoint/2010/main" r:embed="rId1"/>
              </p:ext>
            </p:extLst>
          </p:nvPr>
        </p:nvPicPr>
        <p:blipFill>
          <a:blip r:embed="rId18"/>
          <a:stretch>
            <a:fillRect/>
          </a:stretch>
        </p:blipFill>
        <p:spPr>
          <a:xfrm>
            <a:off x="1905000" y="8528098"/>
            <a:ext cx="487363" cy="487363"/>
          </a:xfrm>
          <a:prstGeom prst="rect">
            <a:avLst/>
          </a:prstGeom>
        </p:spPr>
      </p:pic>
      <p:pic>
        <p:nvPicPr>
          <p:cNvPr id="7" name="Points Reveal 2.mp3">
            <a:hlinkClick r:id="" action="ppaction://media"/>
          </p:cNvPr>
          <p:cNvPicPr>
            <a:picLocks noChangeAspect="1"/>
          </p:cNvPicPr>
          <p:nvPr>
            <a:audioFile r:link="rId4"/>
            <p:extLst>
              <p:ext uri="{DAA4B4D4-6D71-4841-9C94-3DE7FCFB9230}">
                <p14:media xmlns:p14="http://schemas.microsoft.com/office/powerpoint/2010/main" r:embed="rId3"/>
              </p:ext>
            </p:extLst>
          </p:nvPr>
        </p:nvPicPr>
        <p:blipFill>
          <a:blip r:embed="rId18"/>
          <a:stretch>
            <a:fillRect/>
          </a:stretch>
        </p:blipFill>
        <p:spPr>
          <a:xfrm>
            <a:off x="2743200" y="8534400"/>
            <a:ext cx="487363" cy="487363"/>
          </a:xfrm>
          <a:prstGeom prst="rect">
            <a:avLst/>
          </a:prstGeom>
        </p:spPr>
      </p:pic>
      <p:pic>
        <p:nvPicPr>
          <p:cNvPr id="16" name="gold piece sequence (4 pieces) 2 (leandri140029).mp3">
            <a:hlinkClick r:id="" action="ppaction://media"/>
          </p:cNvPr>
          <p:cNvPicPr>
            <a:picLocks noChangeAspect="1"/>
          </p:cNvPicPr>
          <p:nvPr>
            <a:audioFile r:link="rId6"/>
            <p:extLst>
              <p:ext uri="{DAA4B4D4-6D71-4841-9C94-3DE7FCFB9230}">
                <p14:media xmlns:p14="http://schemas.microsoft.com/office/powerpoint/2010/main" r:embed="rId5"/>
              </p:ext>
            </p:extLst>
          </p:nvPr>
        </p:nvPicPr>
        <p:blipFill>
          <a:blip r:embed="rId19"/>
          <a:stretch>
            <a:fillRect/>
          </a:stretch>
        </p:blipFill>
        <p:spPr>
          <a:xfrm>
            <a:off x="8091691" y="8534399"/>
            <a:ext cx="487363" cy="487363"/>
          </a:xfrm>
          <a:prstGeom prst="rect">
            <a:avLst/>
          </a:prstGeom>
        </p:spPr>
      </p:pic>
      <p:pic>
        <p:nvPicPr>
          <p:cNvPr id="50" name="Aligned.mp3">
            <a:hlinkClick r:id="" action="ppaction://media"/>
          </p:cNvPr>
          <p:cNvPicPr>
            <a:picLocks noChangeAspect="1"/>
          </p:cNvPicPr>
          <p:nvPr>
            <a:audioFile r:link="rId8"/>
            <p:extLst>
              <p:ext uri="{DAA4B4D4-6D71-4841-9C94-3DE7FCFB9230}">
                <p14:media xmlns:p14="http://schemas.microsoft.com/office/powerpoint/2010/main" r:embed="rId7"/>
              </p:ext>
            </p:extLst>
          </p:nvPr>
        </p:nvPicPr>
        <p:blipFill>
          <a:blip r:embed="rId19"/>
          <a:stretch>
            <a:fillRect/>
          </a:stretch>
        </p:blipFill>
        <p:spPr>
          <a:xfrm>
            <a:off x="4794563" y="8534400"/>
            <a:ext cx="487363" cy="487363"/>
          </a:xfrm>
          <a:prstGeom prst="rect">
            <a:avLst/>
          </a:prstGeom>
        </p:spPr>
      </p:pic>
      <p:pic>
        <p:nvPicPr>
          <p:cNvPr id="52" name="gold piece sequence (4 pieces) 1 (leandri140029).mp3">
            <a:hlinkClick r:id="" action="ppaction://media"/>
          </p:cNvPr>
          <p:cNvPicPr>
            <a:picLocks noChangeAspect="1"/>
          </p:cNvPicPr>
          <p:nvPr>
            <a:audioFile r:link="rId10"/>
            <p:extLst>
              <p:ext uri="{DAA4B4D4-6D71-4841-9C94-3DE7FCFB9230}">
                <p14:media xmlns:p14="http://schemas.microsoft.com/office/powerpoint/2010/main" r:embed="rId9"/>
              </p:ext>
            </p:extLst>
          </p:nvPr>
        </p:nvPicPr>
        <p:blipFill>
          <a:blip r:embed="rId20"/>
          <a:stretch>
            <a:fillRect/>
          </a:stretch>
        </p:blipFill>
        <p:spPr>
          <a:xfrm>
            <a:off x="6062695" y="8528097"/>
            <a:ext cx="487363" cy="487363"/>
          </a:xfrm>
          <a:prstGeom prst="rect">
            <a:avLst/>
          </a:prstGeom>
        </p:spPr>
      </p:pic>
      <p:pic>
        <p:nvPicPr>
          <p:cNvPr id="53" name="Gold Coin 1">
            <a:extLst>
              <a:ext uri="{FF2B5EF4-FFF2-40B4-BE49-F238E27FC236}">
                <a16:creationId xmlns:a16="http://schemas.microsoft.com/office/drawing/2014/main" id="{3C65B74D-3D06-8B0A-A30B-7ACE8E92CBC6}"/>
              </a:ext>
            </a:extLst>
          </p:cNvPr>
          <p:cNvPicPr>
            <a:picLocks noChangeAspect="1"/>
          </p:cNvPicPr>
          <p:nvPr/>
        </p:nvPicPr>
        <p:blipFill>
          <a:blip r:embed="rId21" cstate="print">
            <a:extLst>
              <a:ext uri="{28A0092B-C50C-407E-A947-70E740481C1C}">
                <a14:useLocalDpi xmlns:a14="http://schemas.microsoft.com/office/drawing/2010/main" val="0"/>
              </a:ext>
            </a:extLst>
          </a:blip>
          <a:stretch>
            <a:fillRect/>
          </a:stretch>
        </p:blipFill>
        <p:spPr>
          <a:xfrm>
            <a:off x="7067316" y="262737"/>
            <a:ext cx="400420" cy="374904"/>
          </a:xfrm>
          <a:prstGeom prst="rect">
            <a:avLst/>
          </a:prstGeom>
        </p:spPr>
      </p:pic>
      <p:pic>
        <p:nvPicPr>
          <p:cNvPr id="54" name="Gold Coin 2">
            <a:extLst>
              <a:ext uri="{FF2B5EF4-FFF2-40B4-BE49-F238E27FC236}">
                <a16:creationId xmlns:a16="http://schemas.microsoft.com/office/drawing/2014/main" id="{869513C2-8D6B-0D4D-F3EF-3D4F24542EC4}"/>
              </a:ext>
            </a:extLst>
          </p:cNvPr>
          <p:cNvPicPr>
            <a:picLocks noChangeAspect="1"/>
          </p:cNvPicPr>
          <p:nvPr/>
        </p:nvPicPr>
        <p:blipFill>
          <a:blip r:embed="rId21" cstate="print">
            <a:extLst>
              <a:ext uri="{28A0092B-C50C-407E-A947-70E740481C1C}">
                <a14:useLocalDpi xmlns:a14="http://schemas.microsoft.com/office/drawing/2010/main" val="0"/>
              </a:ext>
            </a:extLst>
          </a:blip>
          <a:stretch>
            <a:fillRect/>
          </a:stretch>
        </p:blipFill>
        <p:spPr>
          <a:xfrm>
            <a:off x="7795202" y="268833"/>
            <a:ext cx="400420" cy="374904"/>
          </a:xfrm>
          <a:prstGeom prst="rect">
            <a:avLst/>
          </a:prstGeom>
        </p:spPr>
      </p:pic>
      <p:pic>
        <p:nvPicPr>
          <p:cNvPr id="55" name="Gold Coin 3">
            <a:extLst>
              <a:ext uri="{FF2B5EF4-FFF2-40B4-BE49-F238E27FC236}">
                <a16:creationId xmlns:a16="http://schemas.microsoft.com/office/drawing/2014/main" id="{A1CE3A65-B605-1F2A-9DFD-CE24E8F9A440}"/>
              </a:ext>
            </a:extLst>
          </p:cNvPr>
          <p:cNvPicPr>
            <a:picLocks noChangeAspect="1"/>
          </p:cNvPicPr>
          <p:nvPr/>
        </p:nvPicPr>
        <p:blipFill>
          <a:blip r:embed="rId21" cstate="print">
            <a:extLst>
              <a:ext uri="{28A0092B-C50C-407E-A947-70E740481C1C}">
                <a14:useLocalDpi xmlns:a14="http://schemas.microsoft.com/office/drawing/2010/main" val="0"/>
              </a:ext>
            </a:extLst>
          </a:blip>
          <a:stretch>
            <a:fillRect/>
          </a:stretch>
        </p:blipFill>
        <p:spPr>
          <a:xfrm>
            <a:off x="7102798" y="958984"/>
            <a:ext cx="400420" cy="374904"/>
          </a:xfrm>
          <a:prstGeom prst="rect">
            <a:avLst/>
          </a:prstGeom>
        </p:spPr>
      </p:pic>
      <p:pic>
        <p:nvPicPr>
          <p:cNvPr id="58" name="Gold Coin 1">
            <a:extLst>
              <a:ext uri="{FF2B5EF4-FFF2-40B4-BE49-F238E27FC236}">
                <a16:creationId xmlns:a16="http://schemas.microsoft.com/office/drawing/2014/main" id="{853568B6-03E0-F38F-A2E6-B96B81CC25B8}"/>
              </a:ext>
            </a:extLst>
          </p:cNvPr>
          <p:cNvPicPr>
            <a:picLocks noChangeAspect="1"/>
          </p:cNvPicPr>
          <p:nvPr/>
        </p:nvPicPr>
        <p:blipFill>
          <a:blip r:embed="rId21" cstate="print">
            <a:extLst>
              <a:ext uri="{28A0092B-C50C-407E-A947-70E740481C1C}">
                <a14:useLocalDpi xmlns:a14="http://schemas.microsoft.com/office/drawing/2010/main" val="0"/>
              </a:ext>
            </a:extLst>
          </a:blip>
          <a:stretch>
            <a:fillRect/>
          </a:stretch>
        </p:blipFill>
        <p:spPr>
          <a:xfrm>
            <a:off x="7181831" y="2338060"/>
            <a:ext cx="400420" cy="374904"/>
          </a:xfrm>
          <a:prstGeom prst="rect">
            <a:avLst/>
          </a:prstGeom>
        </p:spPr>
      </p:pic>
      <p:pic>
        <p:nvPicPr>
          <p:cNvPr id="65" name="Gold Coin 1">
            <a:extLst>
              <a:ext uri="{FF2B5EF4-FFF2-40B4-BE49-F238E27FC236}">
                <a16:creationId xmlns:a16="http://schemas.microsoft.com/office/drawing/2014/main" id="{22B482C9-FCE8-5BA8-A89E-2018A900176A}"/>
              </a:ext>
            </a:extLst>
          </p:cNvPr>
          <p:cNvPicPr>
            <a:picLocks noChangeAspect="1"/>
          </p:cNvPicPr>
          <p:nvPr/>
        </p:nvPicPr>
        <p:blipFill>
          <a:blip r:embed="rId21" cstate="print">
            <a:extLst>
              <a:ext uri="{28A0092B-C50C-407E-A947-70E740481C1C}">
                <a14:useLocalDpi xmlns:a14="http://schemas.microsoft.com/office/drawing/2010/main" val="0"/>
              </a:ext>
            </a:extLst>
          </a:blip>
          <a:stretch>
            <a:fillRect/>
          </a:stretch>
        </p:blipFill>
        <p:spPr>
          <a:xfrm>
            <a:off x="7299834" y="4402858"/>
            <a:ext cx="400420" cy="374904"/>
          </a:xfrm>
          <a:prstGeom prst="rect">
            <a:avLst/>
          </a:prstGeom>
        </p:spPr>
      </p:pic>
      <p:pic>
        <p:nvPicPr>
          <p:cNvPr id="67" name="Gold Coin 2">
            <a:extLst>
              <a:ext uri="{FF2B5EF4-FFF2-40B4-BE49-F238E27FC236}">
                <a16:creationId xmlns:a16="http://schemas.microsoft.com/office/drawing/2014/main" id="{E5476DDE-AA67-5692-2E17-84E6D7657CAB}"/>
              </a:ext>
            </a:extLst>
          </p:cNvPr>
          <p:cNvPicPr>
            <a:picLocks noChangeAspect="1"/>
          </p:cNvPicPr>
          <p:nvPr/>
        </p:nvPicPr>
        <p:blipFill>
          <a:blip r:embed="rId21" cstate="print">
            <a:extLst>
              <a:ext uri="{28A0092B-C50C-407E-A947-70E740481C1C}">
                <a14:useLocalDpi xmlns:a14="http://schemas.microsoft.com/office/drawing/2010/main" val="0"/>
              </a:ext>
            </a:extLst>
          </a:blip>
          <a:stretch>
            <a:fillRect/>
          </a:stretch>
        </p:blipFill>
        <p:spPr>
          <a:xfrm>
            <a:off x="8027720" y="4408954"/>
            <a:ext cx="400420" cy="374904"/>
          </a:xfrm>
          <a:prstGeom prst="rect">
            <a:avLst/>
          </a:prstGeom>
        </p:spPr>
      </p:pic>
      <p:pic>
        <p:nvPicPr>
          <p:cNvPr id="68" name="Gold Coin 3">
            <a:extLst>
              <a:ext uri="{FF2B5EF4-FFF2-40B4-BE49-F238E27FC236}">
                <a16:creationId xmlns:a16="http://schemas.microsoft.com/office/drawing/2014/main" id="{1076EAD6-EC6D-E2AA-6229-0604D4B6AC4F}"/>
              </a:ext>
            </a:extLst>
          </p:cNvPr>
          <p:cNvPicPr>
            <a:picLocks noChangeAspect="1"/>
          </p:cNvPicPr>
          <p:nvPr/>
        </p:nvPicPr>
        <p:blipFill>
          <a:blip r:embed="rId21" cstate="print">
            <a:extLst>
              <a:ext uri="{28A0092B-C50C-407E-A947-70E740481C1C}">
                <a14:useLocalDpi xmlns:a14="http://schemas.microsoft.com/office/drawing/2010/main" val="0"/>
              </a:ext>
            </a:extLst>
          </a:blip>
          <a:stretch>
            <a:fillRect/>
          </a:stretch>
        </p:blipFill>
        <p:spPr>
          <a:xfrm>
            <a:off x="7335316" y="5099105"/>
            <a:ext cx="400420" cy="374904"/>
          </a:xfrm>
          <a:prstGeom prst="rect">
            <a:avLst/>
          </a:prstGeom>
        </p:spPr>
      </p:pic>
      <p:pic>
        <p:nvPicPr>
          <p:cNvPr id="69" name="Gold Coin 4">
            <a:extLst>
              <a:ext uri="{FF2B5EF4-FFF2-40B4-BE49-F238E27FC236}">
                <a16:creationId xmlns:a16="http://schemas.microsoft.com/office/drawing/2014/main" id="{7C2CEC95-8F56-2EA9-49AC-E44BF51B98E4}"/>
              </a:ext>
            </a:extLst>
          </p:cNvPr>
          <p:cNvPicPr>
            <a:picLocks noChangeAspect="1"/>
          </p:cNvPicPr>
          <p:nvPr/>
        </p:nvPicPr>
        <p:blipFill>
          <a:blip r:embed="rId21" cstate="print">
            <a:extLst>
              <a:ext uri="{28A0092B-C50C-407E-A947-70E740481C1C}">
                <a14:useLocalDpi xmlns:a14="http://schemas.microsoft.com/office/drawing/2010/main" val="0"/>
              </a:ext>
            </a:extLst>
          </a:blip>
          <a:stretch>
            <a:fillRect/>
          </a:stretch>
        </p:blipFill>
        <p:spPr>
          <a:xfrm>
            <a:off x="8064296" y="5105201"/>
            <a:ext cx="400420" cy="374904"/>
          </a:xfrm>
          <a:prstGeom prst="rect">
            <a:avLst/>
          </a:prstGeom>
        </p:spPr>
      </p:pic>
      <p:pic>
        <p:nvPicPr>
          <p:cNvPr id="72" name="Gold Coin 1">
            <a:extLst>
              <a:ext uri="{FF2B5EF4-FFF2-40B4-BE49-F238E27FC236}">
                <a16:creationId xmlns:a16="http://schemas.microsoft.com/office/drawing/2014/main" id="{02FC920A-38AC-A80F-9CCF-119816CD96F9}"/>
              </a:ext>
            </a:extLst>
          </p:cNvPr>
          <p:cNvPicPr>
            <a:picLocks noChangeAspect="1"/>
          </p:cNvPicPr>
          <p:nvPr/>
        </p:nvPicPr>
        <p:blipFill>
          <a:blip r:embed="rId21" cstate="print">
            <a:extLst>
              <a:ext uri="{28A0092B-C50C-407E-A947-70E740481C1C}">
                <a14:useLocalDpi xmlns:a14="http://schemas.microsoft.com/office/drawing/2010/main" val="0"/>
              </a:ext>
            </a:extLst>
          </a:blip>
          <a:stretch>
            <a:fillRect/>
          </a:stretch>
        </p:blipFill>
        <p:spPr>
          <a:xfrm>
            <a:off x="7407277" y="6466553"/>
            <a:ext cx="400420" cy="374904"/>
          </a:xfrm>
          <a:prstGeom prst="rect">
            <a:avLst/>
          </a:prstGeom>
        </p:spPr>
      </p:pic>
      <p:pic>
        <p:nvPicPr>
          <p:cNvPr id="73" name="Gold Coin 2">
            <a:extLst>
              <a:ext uri="{FF2B5EF4-FFF2-40B4-BE49-F238E27FC236}">
                <a16:creationId xmlns:a16="http://schemas.microsoft.com/office/drawing/2014/main" id="{DC6948A3-BF4F-04A3-8117-B7B3636D79E4}"/>
              </a:ext>
            </a:extLst>
          </p:cNvPr>
          <p:cNvPicPr>
            <a:picLocks noChangeAspect="1"/>
          </p:cNvPicPr>
          <p:nvPr/>
        </p:nvPicPr>
        <p:blipFill>
          <a:blip r:embed="rId21" cstate="print">
            <a:extLst>
              <a:ext uri="{28A0092B-C50C-407E-A947-70E740481C1C}">
                <a14:useLocalDpi xmlns:a14="http://schemas.microsoft.com/office/drawing/2010/main" val="0"/>
              </a:ext>
            </a:extLst>
          </a:blip>
          <a:stretch>
            <a:fillRect/>
          </a:stretch>
        </p:blipFill>
        <p:spPr>
          <a:xfrm>
            <a:off x="8135163" y="6472649"/>
            <a:ext cx="400420" cy="374904"/>
          </a:xfrm>
          <a:prstGeom prst="rect">
            <a:avLst/>
          </a:prstGeom>
        </p:spPr>
      </p:pic>
      <p:pic>
        <p:nvPicPr>
          <p:cNvPr id="77" name="Gold Coin 1">
            <a:extLst>
              <a:ext uri="{FF2B5EF4-FFF2-40B4-BE49-F238E27FC236}">
                <a16:creationId xmlns:a16="http://schemas.microsoft.com/office/drawing/2014/main" id="{33F162D1-96A8-A648-FF33-7753F93BBEDB}"/>
              </a:ext>
            </a:extLst>
          </p:cNvPr>
          <p:cNvPicPr>
            <a:picLocks noChangeAspect="1"/>
          </p:cNvPicPr>
          <p:nvPr/>
        </p:nvPicPr>
        <p:blipFill>
          <a:blip r:embed="rId21" cstate="print">
            <a:extLst>
              <a:ext uri="{28A0092B-C50C-407E-A947-70E740481C1C}">
                <a14:useLocalDpi xmlns:a14="http://schemas.microsoft.com/office/drawing/2010/main" val="0"/>
              </a:ext>
            </a:extLst>
          </a:blip>
          <a:stretch>
            <a:fillRect/>
          </a:stretch>
        </p:blipFill>
        <p:spPr>
          <a:xfrm>
            <a:off x="12861981" y="279730"/>
            <a:ext cx="400420" cy="374904"/>
          </a:xfrm>
          <a:prstGeom prst="rect">
            <a:avLst/>
          </a:prstGeom>
        </p:spPr>
      </p:pic>
      <p:pic>
        <p:nvPicPr>
          <p:cNvPr id="78" name="Gold Coin 2">
            <a:extLst>
              <a:ext uri="{FF2B5EF4-FFF2-40B4-BE49-F238E27FC236}">
                <a16:creationId xmlns:a16="http://schemas.microsoft.com/office/drawing/2014/main" id="{4368B9A9-122A-8CBA-384D-DFD6E78E620C}"/>
              </a:ext>
            </a:extLst>
          </p:cNvPr>
          <p:cNvPicPr>
            <a:picLocks noChangeAspect="1"/>
          </p:cNvPicPr>
          <p:nvPr/>
        </p:nvPicPr>
        <p:blipFill>
          <a:blip r:embed="rId21" cstate="print">
            <a:extLst>
              <a:ext uri="{28A0092B-C50C-407E-A947-70E740481C1C}">
                <a14:useLocalDpi xmlns:a14="http://schemas.microsoft.com/office/drawing/2010/main" val="0"/>
              </a:ext>
            </a:extLst>
          </a:blip>
          <a:stretch>
            <a:fillRect/>
          </a:stretch>
        </p:blipFill>
        <p:spPr>
          <a:xfrm>
            <a:off x="13589867" y="285826"/>
            <a:ext cx="400420" cy="374904"/>
          </a:xfrm>
          <a:prstGeom prst="rect">
            <a:avLst/>
          </a:prstGeom>
        </p:spPr>
      </p:pic>
      <p:pic>
        <p:nvPicPr>
          <p:cNvPr id="90" name="Gold Coin 3">
            <a:extLst>
              <a:ext uri="{FF2B5EF4-FFF2-40B4-BE49-F238E27FC236}">
                <a16:creationId xmlns:a16="http://schemas.microsoft.com/office/drawing/2014/main" id="{EFFE4AF6-25DA-3BC1-DD87-F32CE28F5B76}"/>
              </a:ext>
            </a:extLst>
          </p:cNvPr>
          <p:cNvPicPr>
            <a:picLocks noChangeAspect="1"/>
          </p:cNvPicPr>
          <p:nvPr/>
        </p:nvPicPr>
        <p:blipFill>
          <a:blip r:embed="rId21" cstate="print">
            <a:extLst>
              <a:ext uri="{28A0092B-C50C-407E-A947-70E740481C1C}">
                <a14:useLocalDpi xmlns:a14="http://schemas.microsoft.com/office/drawing/2010/main" val="0"/>
              </a:ext>
            </a:extLst>
          </a:blip>
          <a:stretch>
            <a:fillRect/>
          </a:stretch>
        </p:blipFill>
        <p:spPr>
          <a:xfrm>
            <a:off x="12897463" y="975977"/>
            <a:ext cx="400420" cy="374904"/>
          </a:xfrm>
          <a:prstGeom prst="rect">
            <a:avLst/>
          </a:prstGeom>
        </p:spPr>
      </p:pic>
      <p:pic>
        <p:nvPicPr>
          <p:cNvPr id="91" name="Gold Coin 4">
            <a:extLst>
              <a:ext uri="{FF2B5EF4-FFF2-40B4-BE49-F238E27FC236}">
                <a16:creationId xmlns:a16="http://schemas.microsoft.com/office/drawing/2014/main" id="{EA5F16EB-7D39-5DE9-BC19-F3BDB071E74D}"/>
              </a:ext>
            </a:extLst>
          </p:cNvPr>
          <p:cNvPicPr>
            <a:picLocks noChangeAspect="1"/>
          </p:cNvPicPr>
          <p:nvPr/>
        </p:nvPicPr>
        <p:blipFill>
          <a:blip r:embed="rId21" cstate="print">
            <a:extLst>
              <a:ext uri="{28A0092B-C50C-407E-A947-70E740481C1C}">
                <a14:useLocalDpi xmlns:a14="http://schemas.microsoft.com/office/drawing/2010/main" val="0"/>
              </a:ext>
            </a:extLst>
          </a:blip>
          <a:stretch>
            <a:fillRect/>
          </a:stretch>
        </p:blipFill>
        <p:spPr>
          <a:xfrm>
            <a:off x="13626443" y="982073"/>
            <a:ext cx="400420" cy="374904"/>
          </a:xfrm>
          <a:prstGeom prst="rect">
            <a:avLst/>
          </a:prstGeom>
        </p:spPr>
      </p:pic>
      <p:pic>
        <p:nvPicPr>
          <p:cNvPr id="93" name="Gold Coin 1">
            <a:extLst>
              <a:ext uri="{FF2B5EF4-FFF2-40B4-BE49-F238E27FC236}">
                <a16:creationId xmlns:a16="http://schemas.microsoft.com/office/drawing/2014/main" id="{3B7D0744-80A8-1FC2-442C-222189E5278B}"/>
              </a:ext>
            </a:extLst>
          </p:cNvPr>
          <p:cNvPicPr>
            <a:picLocks noChangeAspect="1"/>
          </p:cNvPicPr>
          <p:nvPr/>
        </p:nvPicPr>
        <p:blipFill>
          <a:blip r:embed="rId21" cstate="print">
            <a:extLst>
              <a:ext uri="{28A0092B-C50C-407E-A947-70E740481C1C}">
                <a14:useLocalDpi xmlns:a14="http://schemas.microsoft.com/office/drawing/2010/main" val="0"/>
              </a:ext>
            </a:extLst>
          </a:blip>
          <a:stretch>
            <a:fillRect/>
          </a:stretch>
        </p:blipFill>
        <p:spPr>
          <a:xfrm>
            <a:off x="12976496" y="2355053"/>
            <a:ext cx="400420" cy="374904"/>
          </a:xfrm>
          <a:prstGeom prst="rect">
            <a:avLst/>
          </a:prstGeom>
        </p:spPr>
      </p:pic>
      <p:pic>
        <p:nvPicPr>
          <p:cNvPr id="95" name="Gold Coin 2">
            <a:extLst>
              <a:ext uri="{FF2B5EF4-FFF2-40B4-BE49-F238E27FC236}">
                <a16:creationId xmlns:a16="http://schemas.microsoft.com/office/drawing/2014/main" id="{8233C41F-87AF-48E4-DEDA-D4489D0E0F02}"/>
              </a:ext>
            </a:extLst>
          </p:cNvPr>
          <p:cNvPicPr>
            <a:picLocks noChangeAspect="1"/>
          </p:cNvPicPr>
          <p:nvPr/>
        </p:nvPicPr>
        <p:blipFill>
          <a:blip r:embed="rId21" cstate="print">
            <a:extLst>
              <a:ext uri="{28A0092B-C50C-407E-A947-70E740481C1C}">
                <a14:useLocalDpi xmlns:a14="http://schemas.microsoft.com/office/drawing/2010/main" val="0"/>
              </a:ext>
            </a:extLst>
          </a:blip>
          <a:stretch>
            <a:fillRect/>
          </a:stretch>
        </p:blipFill>
        <p:spPr>
          <a:xfrm>
            <a:off x="13704382" y="2361149"/>
            <a:ext cx="400420" cy="374904"/>
          </a:xfrm>
          <a:prstGeom prst="rect">
            <a:avLst/>
          </a:prstGeom>
        </p:spPr>
      </p:pic>
      <p:pic>
        <p:nvPicPr>
          <p:cNvPr id="96" name="Gold Coin 3">
            <a:extLst>
              <a:ext uri="{FF2B5EF4-FFF2-40B4-BE49-F238E27FC236}">
                <a16:creationId xmlns:a16="http://schemas.microsoft.com/office/drawing/2014/main" id="{530B1695-613C-5607-51F5-E5576C79235D}"/>
              </a:ext>
            </a:extLst>
          </p:cNvPr>
          <p:cNvPicPr>
            <a:picLocks noChangeAspect="1"/>
          </p:cNvPicPr>
          <p:nvPr/>
        </p:nvPicPr>
        <p:blipFill>
          <a:blip r:embed="rId21" cstate="print">
            <a:extLst>
              <a:ext uri="{28A0092B-C50C-407E-A947-70E740481C1C}">
                <a14:useLocalDpi xmlns:a14="http://schemas.microsoft.com/office/drawing/2010/main" val="0"/>
              </a:ext>
            </a:extLst>
          </a:blip>
          <a:stretch>
            <a:fillRect/>
          </a:stretch>
        </p:blipFill>
        <p:spPr>
          <a:xfrm>
            <a:off x="13011978" y="3051300"/>
            <a:ext cx="400420" cy="374904"/>
          </a:xfrm>
          <a:prstGeom prst="rect">
            <a:avLst/>
          </a:prstGeom>
        </p:spPr>
      </p:pic>
      <p:pic>
        <p:nvPicPr>
          <p:cNvPr id="103" name="Gold Coin 1">
            <a:extLst>
              <a:ext uri="{FF2B5EF4-FFF2-40B4-BE49-F238E27FC236}">
                <a16:creationId xmlns:a16="http://schemas.microsoft.com/office/drawing/2014/main" id="{00EB5791-C116-5603-3196-58CCC7D8FB8B}"/>
              </a:ext>
            </a:extLst>
          </p:cNvPr>
          <p:cNvPicPr>
            <a:picLocks noChangeAspect="1"/>
          </p:cNvPicPr>
          <p:nvPr/>
        </p:nvPicPr>
        <p:blipFill>
          <a:blip r:embed="rId21" cstate="print">
            <a:extLst>
              <a:ext uri="{28A0092B-C50C-407E-A947-70E740481C1C}">
                <a14:useLocalDpi xmlns:a14="http://schemas.microsoft.com/office/drawing/2010/main" val="0"/>
              </a:ext>
            </a:extLst>
          </a:blip>
          <a:stretch>
            <a:fillRect/>
          </a:stretch>
        </p:blipFill>
        <p:spPr>
          <a:xfrm>
            <a:off x="13094499" y="4419851"/>
            <a:ext cx="400420" cy="374904"/>
          </a:xfrm>
          <a:prstGeom prst="rect">
            <a:avLst/>
          </a:prstGeom>
        </p:spPr>
      </p:pic>
      <p:pic>
        <p:nvPicPr>
          <p:cNvPr id="104" name="Gold Coin 2">
            <a:extLst>
              <a:ext uri="{FF2B5EF4-FFF2-40B4-BE49-F238E27FC236}">
                <a16:creationId xmlns:a16="http://schemas.microsoft.com/office/drawing/2014/main" id="{04EE849F-B259-3214-96DE-E0857E35694A}"/>
              </a:ext>
            </a:extLst>
          </p:cNvPr>
          <p:cNvPicPr>
            <a:picLocks noChangeAspect="1"/>
          </p:cNvPicPr>
          <p:nvPr/>
        </p:nvPicPr>
        <p:blipFill>
          <a:blip r:embed="rId21" cstate="print">
            <a:extLst>
              <a:ext uri="{28A0092B-C50C-407E-A947-70E740481C1C}">
                <a14:useLocalDpi xmlns:a14="http://schemas.microsoft.com/office/drawing/2010/main" val="0"/>
              </a:ext>
            </a:extLst>
          </a:blip>
          <a:stretch>
            <a:fillRect/>
          </a:stretch>
        </p:blipFill>
        <p:spPr>
          <a:xfrm>
            <a:off x="13822385" y="4425947"/>
            <a:ext cx="400420" cy="374904"/>
          </a:xfrm>
          <a:prstGeom prst="rect">
            <a:avLst/>
          </a:prstGeom>
        </p:spPr>
      </p:pic>
      <p:pic>
        <p:nvPicPr>
          <p:cNvPr id="108" name="Gold Coin 1">
            <a:extLst>
              <a:ext uri="{FF2B5EF4-FFF2-40B4-BE49-F238E27FC236}">
                <a16:creationId xmlns:a16="http://schemas.microsoft.com/office/drawing/2014/main" id="{26C7DEF5-57B1-7E4E-AA37-5710E70C47CB}"/>
              </a:ext>
            </a:extLst>
          </p:cNvPr>
          <p:cNvPicPr>
            <a:picLocks noChangeAspect="1"/>
          </p:cNvPicPr>
          <p:nvPr/>
        </p:nvPicPr>
        <p:blipFill>
          <a:blip r:embed="rId21" cstate="print">
            <a:extLst>
              <a:ext uri="{28A0092B-C50C-407E-A947-70E740481C1C}">
                <a14:useLocalDpi xmlns:a14="http://schemas.microsoft.com/office/drawing/2010/main" val="0"/>
              </a:ext>
            </a:extLst>
          </a:blip>
          <a:stretch>
            <a:fillRect/>
          </a:stretch>
        </p:blipFill>
        <p:spPr>
          <a:xfrm>
            <a:off x="13201942" y="6483546"/>
            <a:ext cx="400420" cy="374904"/>
          </a:xfrm>
          <a:prstGeom prst="rect">
            <a:avLst/>
          </a:prstGeom>
        </p:spPr>
      </p:pic>
    </p:spTree>
    <p:extLst>
      <p:ext uri="{BB962C8B-B14F-4D97-AF65-F5344CB8AC3E}">
        <p14:creationId xmlns:p14="http://schemas.microsoft.com/office/powerpoint/2010/main" val="2808493229"/>
      </p:ext>
    </p:extLst>
  </p:cSld>
  <p:clrMapOvr>
    <a:masterClrMapping/>
  </p:clrMapOvr>
  <mc:AlternateContent xmlns:mc="http://schemas.openxmlformats.org/markup-compatibility/2006" xmlns:p14="http://schemas.microsoft.com/office/powerpoint/2010/main">
    <mc:Choice Requires="p14">
      <p:transition spd="slow" p14:dur="1300">
        <p14:pan/>
      </p:transition>
    </mc:Choice>
    <mc:Fallback xmlns="">
      <p:transition spd="slow">
        <p:fade/>
      </p:transition>
    </mc:Fallback>
  </mc:AlternateContent>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mediacall" presetSubtype="0" fill="hold" nodeType="clickEffect">
                                  <p:stCondLst>
                                    <p:cond delay="0"/>
                                  </p:stCondLst>
                                  <p:childTnLst>
                                    <p:cmd type="call" cmd="playFrom(0.0)">
                                      <p:cBhvr>
                                        <p:cTn id="6" dur="40124" fill="hold"/>
                                        <p:tgtEl>
                                          <p:spTgt spid="50"/>
                                        </p:tgtEl>
                                      </p:cBhvr>
                                    </p:cmd>
                                  </p:childTnLst>
                                </p:cTn>
                              </p:par>
                              <p:par>
                                <p:cTn id="7" presetID="0" presetClass="path" presetSubtype="0" fill="hold" nodeType="withEffect">
                                  <p:stCondLst>
                                    <p:cond delay="0"/>
                                  </p:stCondLst>
                                  <p:childTnLst>
                                    <p:animMotion origin="layout" path="M 0.00021 -0.00077 L 0.00021 -0.0216 L -0.02518 -0.0216 L -0.02518 0.00039 L -0.02518 -0.0216 L -0.04926 -0.0216 L -0.04992 -0.00077 L -0.04926 -0.0216 L -0.07466 -0.0216 L -0.07531 -0.00174 L -0.07531 -0.0216 L -0.0994 -0.0216 L -0.10005 -0.00174 L -0.10059 -0.0216 L -0.12424 -0.0216 L -0.12479 -0.00174 L -0.12479 -0.02045 L -0.14953 -0.0216 L -0.14953 -0.00289 L -0.14953 -0.0216 L -0.17426 -0.02276 L -0.17426 -0.00174 L -0.17492 -0.0216 L -0.19835 -0.02276 L -0.199 -0.00174 L -0.199 -0.02276 L -0.22385 -0.02276 L -0.22385 -0.00174 L -0.22385 -0.02276 L -0.24913 -0.02276 L -0.24848 -0.00289 L -0.24848 -0.02276 L -0.27387 -0.02276 L -0.27387 -0.00174 L -0.27387 -0.02276 L -0.29818 -0.02276 L -0.29818 -0.00174 L -0.29872 -0.02276 L -0.32346 -0.02276 L -0.32346 -0.00174 L -0.324 -0.02276 L -0.34755 -0.02276 L -0.34755 -0.00174 L -0.3469 -0.02392 L -0.37175 -0.02392 L -0.37229 -0.00289 L -0.37229 -0.02392 L -0.39768 -0.02392 L -0.39768 -0.00174 L -0.39703 -0.02488 L -0.42177 -0.02488 L -0.42242 -0.00174 L -0.42242 -0.02488 L -0.44662 -0.02488 L -0.44716 -0.00289 L -0.44716 -0.02488 L -0.4719 -0.02488 L -0.4719 -0.00289 L -0.47125 -0.02488 L -0.49664 -0.02488 L -0.49664 -0.00289 L -0.4961 -0.02604 L -0.52138 -0.02604 L -0.52138 -0.00174 L -0.52138 -0.02604 L -0.54623 -0.02604 L -0.54623 -0.00405 L -0.54623 -0.02604 L -0.57042 -0.02604 L -0.57042 -0.00289 L -0.57107 -0.02604 L -0.59571 -0.02604 L -0.59571 -0.00405 L -0.59505 -0.02604 L -0.61979 -0.02604 L -0.62045 -0.00405 L -0.62045 -0.02604 L -0.64594 -0.02604 L -0.64594 -0.00405 L -0.64594 -0.0272 L -0.67058 -0.0272 L -0.66992 -0.00289 L -0.67058 -0.02604 L -0.69532 -0.02604 L -0.69466 -0.00405 L -0.69597 -0.02604 L -0.72016 -0.02604 L -0.72081 -0.00405 L -0.72016 -0.0272 L -0.74414 -0.0272 L -0.7436 -0.00289 L -0.74414 -0.02604 L -0.76953 -0.02604 L -0.76953 -0.00405 L -0.76953 -0.02604 L -0.79373 -0.02604 L -0.79373 -0.00405 L -0.79373 -0.02488 L -0.81847 -0.02488 L -0.81912 -0.00521 L -0.81847 -0.02488 L -0.84386 -0.02488 L -0.84386 -0.00405 L -0.84386 -0.02488 L -0.8686 -0.02488 L -0.8686 -0.00405 L -0.8686 -0.02488 L -0.89334 -0.02488 L -0.89334 -0.00405 L -0.89334 -0.02488 L -0.91808 -0.02488 L -0.91808 -0.00521 L -0.91808 -0.02604 L -0.94282 -0.02604 L -0.94282 -0.00637 L -0.94282 -0.02604 L -0.96756 -0.02604 L -0.96756 -0.00521 L -0.96756 -0.02604 L -0.99176 -0.02604 L -0.9923 -0.00637 " pathEditMode="relative" ptsTypes="AAAAAAAAAAAAAAAAAAAAAAAAAAAAAAAAAAAAAAAAAAAAAAAAAAAAAAAAAAAAAAAAAAAAAAAAAAAAAAAAAAAAAAAAAAAAAAAAAAAAAAAAAAAAAAAAAAAAAAAAA">
                                      <p:cBhvr>
                                        <p:cTn id="8" dur="40000" fill="hold"/>
                                        <p:tgtEl>
                                          <p:spTgt spid="51"/>
                                        </p:tgtEl>
                                        <p:attrNameLst>
                                          <p:attrName>ppt_x</p:attrName>
                                          <p:attrName>ppt_y</p:attrName>
                                        </p:attrNameLst>
                                      </p:cBhvr>
                                    </p:animMotion>
                                  </p:childTnLst>
                                </p:cTn>
                              </p:par>
                            </p:childTnLst>
                          </p:cTn>
                        </p:par>
                      </p:childTnLst>
                    </p:cTn>
                  </p:par>
                  <p:par>
                    <p:cTn id="9" fill="hold">
                      <p:stCondLst>
                        <p:cond delay="indefinite"/>
                      </p:stCondLst>
                      <p:childTnLst>
                        <p:par>
                          <p:cTn id="10" fill="hold">
                            <p:stCondLst>
                              <p:cond delay="0"/>
                            </p:stCondLst>
                            <p:childTnLst>
                              <p:par>
                                <p:cTn id="11" presetID="1" presetClass="mediacall" presetSubtype="0" fill="hold" nodeType="clickEffect">
                                  <p:stCondLst>
                                    <p:cond delay="0"/>
                                  </p:stCondLst>
                                  <p:childTnLst>
                                    <p:cmd type="call" cmd="playFrom(0.0)">
                                      <p:cBhvr>
                                        <p:cTn id="12" dur="417" fill="hold"/>
                                        <p:tgtEl>
                                          <p:spTgt spid="5"/>
                                        </p:tgtEl>
                                      </p:cBhvr>
                                    </p:cmd>
                                  </p:childTnLst>
                                </p:cTn>
                              </p:par>
                            </p:childTnLst>
                          </p:cTn>
                        </p:par>
                        <p:par>
                          <p:cTn id="13" fill="hold">
                            <p:stCondLst>
                              <p:cond delay="417"/>
                            </p:stCondLst>
                            <p:childTnLst>
                              <p:par>
                                <p:cTn id="14" presetID="1" presetClass="mediacall" presetSubtype="0" fill="hold" nodeType="afterEffect">
                                  <p:stCondLst>
                                    <p:cond delay="0"/>
                                  </p:stCondLst>
                                  <p:childTnLst>
                                    <p:cmd type="call" cmd="playFrom(0.0)">
                                      <p:cBhvr>
                                        <p:cTn id="15" dur="912" fill="hold"/>
                                        <p:tgtEl>
                                          <p:spTgt spid="52"/>
                                        </p:tgtEl>
                                      </p:cBhvr>
                                    </p:cmd>
                                  </p:childTnLst>
                                </p:cTn>
                              </p:par>
                              <p:par>
                                <p:cTn id="16" presetID="2" presetClass="entr" presetSubtype="1" fill="hold" nodeType="withEffect">
                                  <p:stCondLst>
                                    <p:cond delay="0"/>
                                  </p:stCondLst>
                                  <p:childTnLst>
                                    <p:set>
                                      <p:cBhvr>
                                        <p:cTn id="17" dur="1" fill="hold">
                                          <p:stCondLst>
                                            <p:cond delay="0"/>
                                          </p:stCondLst>
                                        </p:cTn>
                                        <p:tgtEl>
                                          <p:spTgt spid="53"/>
                                        </p:tgtEl>
                                        <p:attrNameLst>
                                          <p:attrName>style.visibility</p:attrName>
                                        </p:attrNameLst>
                                      </p:cBhvr>
                                      <p:to>
                                        <p:strVal val="visible"/>
                                      </p:to>
                                    </p:set>
                                    <p:anim calcmode="lin" valueType="num">
                                      <p:cBhvr additive="base">
                                        <p:cTn id="18" dur="250" fill="hold"/>
                                        <p:tgtEl>
                                          <p:spTgt spid="53"/>
                                        </p:tgtEl>
                                        <p:attrNameLst>
                                          <p:attrName>ppt_x</p:attrName>
                                        </p:attrNameLst>
                                      </p:cBhvr>
                                      <p:tavLst>
                                        <p:tav tm="0">
                                          <p:val>
                                            <p:strVal val="#ppt_x"/>
                                          </p:val>
                                        </p:tav>
                                        <p:tav tm="100000">
                                          <p:val>
                                            <p:strVal val="#ppt_x"/>
                                          </p:val>
                                        </p:tav>
                                      </p:tavLst>
                                    </p:anim>
                                    <p:anim calcmode="lin" valueType="num">
                                      <p:cBhvr additive="base">
                                        <p:cTn id="19" dur="250" fill="hold"/>
                                        <p:tgtEl>
                                          <p:spTgt spid="53"/>
                                        </p:tgtEl>
                                        <p:attrNameLst>
                                          <p:attrName>ppt_y</p:attrName>
                                        </p:attrNameLst>
                                      </p:cBhvr>
                                      <p:tavLst>
                                        <p:tav tm="0">
                                          <p:val>
                                            <p:strVal val="0-#ppt_h/2"/>
                                          </p:val>
                                        </p:tav>
                                        <p:tav tm="100000">
                                          <p:val>
                                            <p:strVal val="#ppt_y"/>
                                          </p:val>
                                        </p:tav>
                                      </p:tavLst>
                                    </p:anim>
                                  </p:childTnLst>
                                </p:cTn>
                              </p:par>
                              <p:par>
                                <p:cTn id="20" presetID="2" presetClass="entr" presetSubtype="1" fill="hold" nodeType="withEffect">
                                  <p:stCondLst>
                                    <p:cond delay="0"/>
                                  </p:stCondLst>
                                  <p:childTnLst>
                                    <p:set>
                                      <p:cBhvr>
                                        <p:cTn id="21" dur="1" fill="hold">
                                          <p:stCondLst>
                                            <p:cond delay="0"/>
                                          </p:stCondLst>
                                        </p:cTn>
                                        <p:tgtEl>
                                          <p:spTgt spid="58"/>
                                        </p:tgtEl>
                                        <p:attrNameLst>
                                          <p:attrName>style.visibility</p:attrName>
                                        </p:attrNameLst>
                                      </p:cBhvr>
                                      <p:to>
                                        <p:strVal val="visible"/>
                                      </p:to>
                                    </p:set>
                                    <p:anim calcmode="lin" valueType="num">
                                      <p:cBhvr additive="base">
                                        <p:cTn id="22" dur="250" fill="hold"/>
                                        <p:tgtEl>
                                          <p:spTgt spid="58"/>
                                        </p:tgtEl>
                                        <p:attrNameLst>
                                          <p:attrName>ppt_x</p:attrName>
                                        </p:attrNameLst>
                                      </p:cBhvr>
                                      <p:tavLst>
                                        <p:tav tm="0">
                                          <p:val>
                                            <p:strVal val="#ppt_x"/>
                                          </p:val>
                                        </p:tav>
                                        <p:tav tm="100000">
                                          <p:val>
                                            <p:strVal val="#ppt_x"/>
                                          </p:val>
                                        </p:tav>
                                      </p:tavLst>
                                    </p:anim>
                                    <p:anim calcmode="lin" valueType="num">
                                      <p:cBhvr additive="base">
                                        <p:cTn id="23" dur="250" fill="hold"/>
                                        <p:tgtEl>
                                          <p:spTgt spid="58"/>
                                        </p:tgtEl>
                                        <p:attrNameLst>
                                          <p:attrName>ppt_y</p:attrName>
                                        </p:attrNameLst>
                                      </p:cBhvr>
                                      <p:tavLst>
                                        <p:tav tm="0">
                                          <p:val>
                                            <p:strVal val="0-#ppt_h/2"/>
                                          </p:val>
                                        </p:tav>
                                        <p:tav tm="100000">
                                          <p:val>
                                            <p:strVal val="#ppt_y"/>
                                          </p:val>
                                        </p:tav>
                                      </p:tavLst>
                                    </p:anim>
                                  </p:childTnLst>
                                </p:cTn>
                              </p:par>
                              <p:par>
                                <p:cTn id="24" presetID="2" presetClass="entr" presetSubtype="1" fill="hold" nodeType="withEffect">
                                  <p:stCondLst>
                                    <p:cond delay="0"/>
                                  </p:stCondLst>
                                  <p:childTnLst>
                                    <p:set>
                                      <p:cBhvr>
                                        <p:cTn id="25" dur="1" fill="hold">
                                          <p:stCondLst>
                                            <p:cond delay="0"/>
                                          </p:stCondLst>
                                        </p:cTn>
                                        <p:tgtEl>
                                          <p:spTgt spid="65"/>
                                        </p:tgtEl>
                                        <p:attrNameLst>
                                          <p:attrName>style.visibility</p:attrName>
                                        </p:attrNameLst>
                                      </p:cBhvr>
                                      <p:to>
                                        <p:strVal val="visible"/>
                                      </p:to>
                                    </p:set>
                                    <p:anim calcmode="lin" valueType="num">
                                      <p:cBhvr additive="base">
                                        <p:cTn id="26" dur="250" fill="hold"/>
                                        <p:tgtEl>
                                          <p:spTgt spid="65"/>
                                        </p:tgtEl>
                                        <p:attrNameLst>
                                          <p:attrName>ppt_x</p:attrName>
                                        </p:attrNameLst>
                                      </p:cBhvr>
                                      <p:tavLst>
                                        <p:tav tm="0">
                                          <p:val>
                                            <p:strVal val="#ppt_x"/>
                                          </p:val>
                                        </p:tav>
                                        <p:tav tm="100000">
                                          <p:val>
                                            <p:strVal val="#ppt_x"/>
                                          </p:val>
                                        </p:tav>
                                      </p:tavLst>
                                    </p:anim>
                                    <p:anim calcmode="lin" valueType="num">
                                      <p:cBhvr additive="base">
                                        <p:cTn id="27" dur="250" fill="hold"/>
                                        <p:tgtEl>
                                          <p:spTgt spid="65"/>
                                        </p:tgtEl>
                                        <p:attrNameLst>
                                          <p:attrName>ppt_y</p:attrName>
                                        </p:attrNameLst>
                                      </p:cBhvr>
                                      <p:tavLst>
                                        <p:tav tm="0">
                                          <p:val>
                                            <p:strVal val="0-#ppt_h/2"/>
                                          </p:val>
                                        </p:tav>
                                        <p:tav tm="100000">
                                          <p:val>
                                            <p:strVal val="#ppt_y"/>
                                          </p:val>
                                        </p:tav>
                                      </p:tavLst>
                                    </p:anim>
                                  </p:childTnLst>
                                </p:cTn>
                              </p:par>
                              <p:par>
                                <p:cTn id="28" presetID="2" presetClass="entr" presetSubtype="1" fill="hold" nodeType="withEffect">
                                  <p:stCondLst>
                                    <p:cond delay="0"/>
                                  </p:stCondLst>
                                  <p:childTnLst>
                                    <p:set>
                                      <p:cBhvr>
                                        <p:cTn id="29" dur="1" fill="hold">
                                          <p:stCondLst>
                                            <p:cond delay="0"/>
                                          </p:stCondLst>
                                        </p:cTn>
                                        <p:tgtEl>
                                          <p:spTgt spid="72"/>
                                        </p:tgtEl>
                                        <p:attrNameLst>
                                          <p:attrName>style.visibility</p:attrName>
                                        </p:attrNameLst>
                                      </p:cBhvr>
                                      <p:to>
                                        <p:strVal val="visible"/>
                                      </p:to>
                                    </p:set>
                                    <p:anim calcmode="lin" valueType="num">
                                      <p:cBhvr additive="base">
                                        <p:cTn id="30" dur="250" fill="hold"/>
                                        <p:tgtEl>
                                          <p:spTgt spid="72"/>
                                        </p:tgtEl>
                                        <p:attrNameLst>
                                          <p:attrName>ppt_x</p:attrName>
                                        </p:attrNameLst>
                                      </p:cBhvr>
                                      <p:tavLst>
                                        <p:tav tm="0">
                                          <p:val>
                                            <p:strVal val="#ppt_x"/>
                                          </p:val>
                                        </p:tav>
                                        <p:tav tm="100000">
                                          <p:val>
                                            <p:strVal val="#ppt_x"/>
                                          </p:val>
                                        </p:tav>
                                      </p:tavLst>
                                    </p:anim>
                                    <p:anim calcmode="lin" valueType="num">
                                      <p:cBhvr additive="base">
                                        <p:cTn id="31" dur="250" fill="hold"/>
                                        <p:tgtEl>
                                          <p:spTgt spid="72"/>
                                        </p:tgtEl>
                                        <p:attrNameLst>
                                          <p:attrName>ppt_y</p:attrName>
                                        </p:attrNameLst>
                                      </p:cBhvr>
                                      <p:tavLst>
                                        <p:tav tm="0">
                                          <p:val>
                                            <p:strVal val="0-#ppt_h/2"/>
                                          </p:val>
                                        </p:tav>
                                        <p:tav tm="100000">
                                          <p:val>
                                            <p:strVal val="#ppt_y"/>
                                          </p:val>
                                        </p:tav>
                                      </p:tavLst>
                                    </p:anim>
                                  </p:childTnLst>
                                </p:cTn>
                              </p:par>
                              <p:par>
                                <p:cTn id="32" presetID="2" presetClass="entr" presetSubtype="1" fill="hold" nodeType="withEffect">
                                  <p:stCondLst>
                                    <p:cond delay="250"/>
                                  </p:stCondLst>
                                  <p:childTnLst>
                                    <p:set>
                                      <p:cBhvr>
                                        <p:cTn id="33" dur="1" fill="hold">
                                          <p:stCondLst>
                                            <p:cond delay="0"/>
                                          </p:stCondLst>
                                        </p:cTn>
                                        <p:tgtEl>
                                          <p:spTgt spid="54"/>
                                        </p:tgtEl>
                                        <p:attrNameLst>
                                          <p:attrName>style.visibility</p:attrName>
                                        </p:attrNameLst>
                                      </p:cBhvr>
                                      <p:to>
                                        <p:strVal val="visible"/>
                                      </p:to>
                                    </p:set>
                                    <p:anim calcmode="lin" valueType="num">
                                      <p:cBhvr additive="base">
                                        <p:cTn id="34" dur="250" fill="hold"/>
                                        <p:tgtEl>
                                          <p:spTgt spid="54"/>
                                        </p:tgtEl>
                                        <p:attrNameLst>
                                          <p:attrName>ppt_x</p:attrName>
                                        </p:attrNameLst>
                                      </p:cBhvr>
                                      <p:tavLst>
                                        <p:tav tm="0">
                                          <p:val>
                                            <p:strVal val="#ppt_x"/>
                                          </p:val>
                                        </p:tav>
                                        <p:tav tm="100000">
                                          <p:val>
                                            <p:strVal val="#ppt_x"/>
                                          </p:val>
                                        </p:tav>
                                      </p:tavLst>
                                    </p:anim>
                                    <p:anim calcmode="lin" valueType="num">
                                      <p:cBhvr additive="base">
                                        <p:cTn id="35" dur="250" fill="hold"/>
                                        <p:tgtEl>
                                          <p:spTgt spid="54"/>
                                        </p:tgtEl>
                                        <p:attrNameLst>
                                          <p:attrName>ppt_y</p:attrName>
                                        </p:attrNameLst>
                                      </p:cBhvr>
                                      <p:tavLst>
                                        <p:tav tm="0">
                                          <p:val>
                                            <p:strVal val="0-#ppt_h/2"/>
                                          </p:val>
                                        </p:tav>
                                        <p:tav tm="100000">
                                          <p:val>
                                            <p:strVal val="#ppt_y"/>
                                          </p:val>
                                        </p:tav>
                                      </p:tavLst>
                                    </p:anim>
                                  </p:childTnLst>
                                </p:cTn>
                              </p:par>
                              <p:par>
                                <p:cTn id="36" presetID="2" presetClass="entr" presetSubtype="1" fill="hold" nodeType="withEffect">
                                  <p:stCondLst>
                                    <p:cond delay="250"/>
                                  </p:stCondLst>
                                  <p:childTnLst>
                                    <p:set>
                                      <p:cBhvr>
                                        <p:cTn id="37" dur="1" fill="hold">
                                          <p:stCondLst>
                                            <p:cond delay="0"/>
                                          </p:stCondLst>
                                        </p:cTn>
                                        <p:tgtEl>
                                          <p:spTgt spid="67"/>
                                        </p:tgtEl>
                                        <p:attrNameLst>
                                          <p:attrName>style.visibility</p:attrName>
                                        </p:attrNameLst>
                                      </p:cBhvr>
                                      <p:to>
                                        <p:strVal val="visible"/>
                                      </p:to>
                                    </p:set>
                                    <p:anim calcmode="lin" valueType="num">
                                      <p:cBhvr additive="base">
                                        <p:cTn id="38" dur="250" fill="hold"/>
                                        <p:tgtEl>
                                          <p:spTgt spid="67"/>
                                        </p:tgtEl>
                                        <p:attrNameLst>
                                          <p:attrName>ppt_x</p:attrName>
                                        </p:attrNameLst>
                                      </p:cBhvr>
                                      <p:tavLst>
                                        <p:tav tm="0">
                                          <p:val>
                                            <p:strVal val="#ppt_x"/>
                                          </p:val>
                                        </p:tav>
                                        <p:tav tm="100000">
                                          <p:val>
                                            <p:strVal val="#ppt_x"/>
                                          </p:val>
                                        </p:tav>
                                      </p:tavLst>
                                    </p:anim>
                                    <p:anim calcmode="lin" valueType="num">
                                      <p:cBhvr additive="base">
                                        <p:cTn id="39" dur="250" fill="hold"/>
                                        <p:tgtEl>
                                          <p:spTgt spid="67"/>
                                        </p:tgtEl>
                                        <p:attrNameLst>
                                          <p:attrName>ppt_y</p:attrName>
                                        </p:attrNameLst>
                                      </p:cBhvr>
                                      <p:tavLst>
                                        <p:tav tm="0">
                                          <p:val>
                                            <p:strVal val="0-#ppt_h/2"/>
                                          </p:val>
                                        </p:tav>
                                        <p:tav tm="100000">
                                          <p:val>
                                            <p:strVal val="#ppt_y"/>
                                          </p:val>
                                        </p:tav>
                                      </p:tavLst>
                                    </p:anim>
                                  </p:childTnLst>
                                </p:cTn>
                              </p:par>
                              <p:par>
                                <p:cTn id="40" presetID="2" presetClass="entr" presetSubtype="1" fill="hold" nodeType="withEffect">
                                  <p:stCondLst>
                                    <p:cond delay="250"/>
                                  </p:stCondLst>
                                  <p:childTnLst>
                                    <p:set>
                                      <p:cBhvr>
                                        <p:cTn id="41" dur="1" fill="hold">
                                          <p:stCondLst>
                                            <p:cond delay="0"/>
                                          </p:stCondLst>
                                        </p:cTn>
                                        <p:tgtEl>
                                          <p:spTgt spid="73"/>
                                        </p:tgtEl>
                                        <p:attrNameLst>
                                          <p:attrName>style.visibility</p:attrName>
                                        </p:attrNameLst>
                                      </p:cBhvr>
                                      <p:to>
                                        <p:strVal val="visible"/>
                                      </p:to>
                                    </p:set>
                                    <p:anim calcmode="lin" valueType="num">
                                      <p:cBhvr additive="base">
                                        <p:cTn id="42" dur="250" fill="hold"/>
                                        <p:tgtEl>
                                          <p:spTgt spid="73"/>
                                        </p:tgtEl>
                                        <p:attrNameLst>
                                          <p:attrName>ppt_x</p:attrName>
                                        </p:attrNameLst>
                                      </p:cBhvr>
                                      <p:tavLst>
                                        <p:tav tm="0">
                                          <p:val>
                                            <p:strVal val="#ppt_x"/>
                                          </p:val>
                                        </p:tav>
                                        <p:tav tm="100000">
                                          <p:val>
                                            <p:strVal val="#ppt_x"/>
                                          </p:val>
                                        </p:tav>
                                      </p:tavLst>
                                    </p:anim>
                                    <p:anim calcmode="lin" valueType="num">
                                      <p:cBhvr additive="base">
                                        <p:cTn id="43" dur="250" fill="hold"/>
                                        <p:tgtEl>
                                          <p:spTgt spid="73"/>
                                        </p:tgtEl>
                                        <p:attrNameLst>
                                          <p:attrName>ppt_y</p:attrName>
                                        </p:attrNameLst>
                                      </p:cBhvr>
                                      <p:tavLst>
                                        <p:tav tm="0">
                                          <p:val>
                                            <p:strVal val="0-#ppt_h/2"/>
                                          </p:val>
                                        </p:tav>
                                        <p:tav tm="100000">
                                          <p:val>
                                            <p:strVal val="#ppt_y"/>
                                          </p:val>
                                        </p:tav>
                                      </p:tavLst>
                                    </p:anim>
                                  </p:childTnLst>
                                </p:cTn>
                              </p:par>
                              <p:par>
                                <p:cTn id="44" presetID="2" presetClass="entr" presetSubtype="1" fill="hold" nodeType="withEffect">
                                  <p:stCondLst>
                                    <p:cond delay="500"/>
                                  </p:stCondLst>
                                  <p:childTnLst>
                                    <p:set>
                                      <p:cBhvr>
                                        <p:cTn id="45" dur="1" fill="hold">
                                          <p:stCondLst>
                                            <p:cond delay="0"/>
                                          </p:stCondLst>
                                        </p:cTn>
                                        <p:tgtEl>
                                          <p:spTgt spid="55"/>
                                        </p:tgtEl>
                                        <p:attrNameLst>
                                          <p:attrName>style.visibility</p:attrName>
                                        </p:attrNameLst>
                                      </p:cBhvr>
                                      <p:to>
                                        <p:strVal val="visible"/>
                                      </p:to>
                                    </p:set>
                                    <p:anim calcmode="lin" valueType="num">
                                      <p:cBhvr additive="base">
                                        <p:cTn id="46" dur="250" fill="hold"/>
                                        <p:tgtEl>
                                          <p:spTgt spid="55"/>
                                        </p:tgtEl>
                                        <p:attrNameLst>
                                          <p:attrName>ppt_x</p:attrName>
                                        </p:attrNameLst>
                                      </p:cBhvr>
                                      <p:tavLst>
                                        <p:tav tm="0">
                                          <p:val>
                                            <p:strVal val="#ppt_x"/>
                                          </p:val>
                                        </p:tav>
                                        <p:tav tm="100000">
                                          <p:val>
                                            <p:strVal val="#ppt_x"/>
                                          </p:val>
                                        </p:tav>
                                      </p:tavLst>
                                    </p:anim>
                                    <p:anim calcmode="lin" valueType="num">
                                      <p:cBhvr additive="base">
                                        <p:cTn id="47" dur="250" fill="hold"/>
                                        <p:tgtEl>
                                          <p:spTgt spid="55"/>
                                        </p:tgtEl>
                                        <p:attrNameLst>
                                          <p:attrName>ppt_y</p:attrName>
                                        </p:attrNameLst>
                                      </p:cBhvr>
                                      <p:tavLst>
                                        <p:tav tm="0">
                                          <p:val>
                                            <p:strVal val="0-#ppt_h/2"/>
                                          </p:val>
                                        </p:tav>
                                        <p:tav tm="100000">
                                          <p:val>
                                            <p:strVal val="#ppt_y"/>
                                          </p:val>
                                        </p:tav>
                                      </p:tavLst>
                                    </p:anim>
                                  </p:childTnLst>
                                </p:cTn>
                              </p:par>
                              <p:par>
                                <p:cTn id="48" presetID="2" presetClass="entr" presetSubtype="1" fill="hold" nodeType="withEffect">
                                  <p:stCondLst>
                                    <p:cond delay="500"/>
                                  </p:stCondLst>
                                  <p:childTnLst>
                                    <p:set>
                                      <p:cBhvr>
                                        <p:cTn id="49" dur="1" fill="hold">
                                          <p:stCondLst>
                                            <p:cond delay="0"/>
                                          </p:stCondLst>
                                        </p:cTn>
                                        <p:tgtEl>
                                          <p:spTgt spid="68"/>
                                        </p:tgtEl>
                                        <p:attrNameLst>
                                          <p:attrName>style.visibility</p:attrName>
                                        </p:attrNameLst>
                                      </p:cBhvr>
                                      <p:to>
                                        <p:strVal val="visible"/>
                                      </p:to>
                                    </p:set>
                                    <p:anim calcmode="lin" valueType="num">
                                      <p:cBhvr additive="base">
                                        <p:cTn id="50" dur="250" fill="hold"/>
                                        <p:tgtEl>
                                          <p:spTgt spid="68"/>
                                        </p:tgtEl>
                                        <p:attrNameLst>
                                          <p:attrName>ppt_x</p:attrName>
                                        </p:attrNameLst>
                                      </p:cBhvr>
                                      <p:tavLst>
                                        <p:tav tm="0">
                                          <p:val>
                                            <p:strVal val="#ppt_x"/>
                                          </p:val>
                                        </p:tav>
                                        <p:tav tm="100000">
                                          <p:val>
                                            <p:strVal val="#ppt_x"/>
                                          </p:val>
                                        </p:tav>
                                      </p:tavLst>
                                    </p:anim>
                                    <p:anim calcmode="lin" valueType="num">
                                      <p:cBhvr additive="base">
                                        <p:cTn id="51" dur="250" fill="hold"/>
                                        <p:tgtEl>
                                          <p:spTgt spid="68"/>
                                        </p:tgtEl>
                                        <p:attrNameLst>
                                          <p:attrName>ppt_y</p:attrName>
                                        </p:attrNameLst>
                                      </p:cBhvr>
                                      <p:tavLst>
                                        <p:tav tm="0">
                                          <p:val>
                                            <p:strVal val="0-#ppt_h/2"/>
                                          </p:val>
                                        </p:tav>
                                        <p:tav tm="100000">
                                          <p:val>
                                            <p:strVal val="#ppt_y"/>
                                          </p:val>
                                        </p:tav>
                                      </p:tavLst>
                                    </p:anim>
                                  </p:childTnLst>
                                </p:cTn>
                              </p:par>
                              <p:par>
                                <p:cTn id="52" presetID="2" presetClass="entr" presetSubtype="1" fill="hold" nodeType="withEffect">
                                  <p:stCondLst>
                                    <p:cond delay="750"/>
                                  </p:stCondLst>
                                  <p:childTnLst>
                                    <p:set>
                                      <p:cBhvr>
                                        <p:cTn id="53" dur="1" fill="hold">
                                          <p:stCondLst>
                                            <p:cond delay="0"/>
                                          </p:stCondLst>
                                        </p:cTn>
                                        <p:tgtEl>
                                          <p:spTgt spid="69"/>
                                        </p:tgtEl>
                                        <p:attrNameLst>
                                          <p:attrName>style.visibility</p:attrName>
                                        </p:attrNameLst>
                                      </p:cBhvr>
                                      <p:to>
                                        <p:strVal val="visible"/>
                                      </p:to>
                                    </p:set>
                                    <p:anim calcmode="lin" valueType="num">
                                      <p:cBhvr additive="base">
                                        <p:cTn id="54" dur="250" fill="hold"/>
                                        <p:tgtEl>
                                          <p:spTgt spid="69"/>
                                        </p:tgtEl>
                                        <p:attrNameLst>
                                          <p:attrName>ppt_x</p:attrName>
                                        </p:attrNameLst>
                                      </p:cBhvr>
                                      <p:tavLst>
                                        <p:tav tm="0">
                                          <p:val>
                                            <p:strVal val="#ppt_x"/>
                                          </p:val>
                                        </p:tav>
                                        <p:tav tm="100000">
                                          <p:val>
                                            <p:strVal val="#ppt_x"/>
                                          </p:val>
                                        </p:tav>
                                      </p:tavLst>
                                    </p:anim>
                                    <p:anim calcmode="lin" valueType="num">
                                      <p:cBhvr additive="base">
                                        <p:cTn id="55" dur="250" fill="hold"/>
                                        <p:tgtEl>
                                          <p:spTgt spid="69"/>
                                        </p:tgtEl>
                                        <p:attrNameLst>
                                          <p:attrName>ppt_y</p:attrName>
                                        </p:attrNameLst>
                                      </p:cBhvr>
                                      <p:tavLst>
                                        <p:tav tm="0">
                                          <p:val>
                                            <p:strVal val="0-#ppt_h/2"/>
                                          </p:val>
                                        </p:tav>
                                        <p:tav tm="100000">
                                          <p:val>
                                            <p:strVal val="#ppt_y"/>
                                          </p:val>
                                        </p:tav>
                                      </p:tavLst>
                                    </p:anim>
                                  </p:childTnLst>
                                </p:cTn>
                              </p:par>
                            </p:childTnLst>
                          </p:cTn>
                        </p:par>
                      </p:childTnLst>
                    </p:cTn>
                  </p:par>
                  <p:par>
                    <p:cTn id="56" fill="hold">
                      <p:stCondLst>
                        <p:cond delay="indefinite"/>
                      </p:stCondLst>
                      <p:childTnLst>
                        <p:par>
                          <p:cTn id="57" fill="hold">
                            <p:stCondLst>
                              <p:cond delay="0"/>
                            </p:stCondLst>
                            <p:childTnLst>
                              <p:par>
                                <p:cTn id="58" presetID="1" presetClass="mediacall" presetSubtype="0" fill="hold" nodeType="clickEffect">
                                  <p:stCondLst>
                                    <p:cond delay="0"/>
                                  </p:stCondLst>
                                  <p:childTnLst>
                                    <p:cmd type="call" cmd="playFrom(0.0)">
                                      <p:cBhvr>
                                        <p:cTn id="59" dur="417" fill="hold"/>
                                        <p:tgtEl>
                                          <p:spTgt spid="7"/>
                                        </p:tgtEl>
                                      </p:cBhvr>
                                    </p:cmd>
                                  </p:childTnLst>
                                </p:cTn>
                              </p:par>
                            </p:childTnLst>
                          </p:cTn>
                        </p:par>
                        <p:par>
                          <p:cTn id="60" fill="hold">
                            <p:stCondLst>
                              <p:cond delay="417"/>
                            </p:stCondLst>
                            <p:childTnLst>
                              <p:par>
                                <p:cTn id="61" presetID="1" presetClass="mediacall" presetSubtype="0" fill="hold" nodeType="afterEffect">
                                  <p:stCondLst>
                                    <p:cond delay="0"/>
                                  </p:stCondLst>
                                  <p:childTnLst>
                                    <p:cmd type="call" cmd="playFrom(0.0)">
                                      <p:cBhvr>
                                        <p:cTn id="62" dur="888" fill="hold"/>
                                        <p:tgtEl>
                                          <p:spTgt spid="16"/>
                                        </p:tgtEl>
                                      </p:cBhvr>
                                    </p:cmd>
                                  </p:childTnLst>
                                </p:cTn>
                              </p:par>
                              <p:par>
                                <p:cTn id="63" presetID="2" presetClass="entr" presetSubtype="1" fill="hold" nodeType="withEffect">
                                  <p:stCondLst>
                                    <p:cond delay="0"/>
                                  </p:stCondLst>
                                  <p:childTnLst>
                                    <p:set>
                                      <p:cBhvr>
                                        <p:cTn id="64" dur="1" fill="hold">
                                          <p:stCondLst>
                                            <p:cond delay="0"/>
                                          </p:stCondLst>
                                        </p:cTn>
                                        <p:tgtEl>
                                          <p:spTgt spid="77"/>
                                        </p:tgtEl>
                                        <p:attrNameLst>
                                          <p:attrName>style.visibility</p:attrName>
                                        </p:attrNameLst>
                                      </p:cBhvr>
                                      <p:to>
                                        <p:strVal val="visible"/>
                                      </p:to>
                                    </p:set>
                                    <p:anim calcmode="lin" valueType="num">
                                      <p:cBhvr additive="base">
                                        <p:cTn id="65" dur="250" fill="hold"/>
                                        <p:tgtEl>
                                          <p:spTgt spid="77"/>
                                        </p:tgtEl>
                                        <p:attrNameLst>
                                          <p:attrName>ppt_x</p:attrName>
                                        </p:attrNameLst>
                                      </p:cBhvr>
                                      <p:tavLst>
                                        <p:tav tm="0">
                                          <p:val>
                                            <p:strVal val="#ppt_x"/>
                                          </p:val>
                                        </p:tav>
                                        <p:tav tm="100000">
                                          <p:val>
                                            <p:strVal val="#ppt_x"/>
                                          </p:val>
                                        </p:tav>
                                      </p:tavLst>
                                    </p:anim>
                                    <p:anim calcmode="lin" valueType="num">
                                      <p:cBhvr additive="base">
                                        <p:cTn id="66" dur="250" fill="hold"/>
                                        <p:tgtEl>
                                          <p:spTgt spid="77"/>
                                        </p:tgtEl>
                                        <p:attrNameLst>
                                          <p:attrName>ppt_y</p:attrName>
                                        </p:attrNameLst>
                                      </p:cBhvr>
                                      <p:tavLst>
                                        <p:tav tm="0">
                                          <p:val>
                                            <p:strVal val="0-#ppt_h/2"/>
                                          </p:val>
                                        </p:tav>
                                        <p:tav tm="100000">
                                          <p:val>
                                            <p:strVal val="#ppt_y"/>
                                          </p:val>
                                        </p:tav>
                                      </p:tavLst>
                                    </p:anim>
                                  </p:childTnLst>
                                </p:cTn>
                              </p:par>
                              <p:par>
                                <p:cTn id="67" presetID="2" presetClass="entr" presetSubtype="1" fill="hold" nodeType="withEffect">
                                  <p:stCondLst>
                                    <p:cond delay="0"/>
                                  </p:stCondLst>
                                  <p:childTnLst>
                                    <p:set>
                                      <p:cBhvr>
                                        <p:cTn id="68" dur="1" fill="hold">
                                          <p:stCondLst>
                                            <p:cond delay="0"/>
                                          </p:stCondLst>
                                        </p:cTn>
                                        <p:tgtEl>
                                          <p:spTgt spid="93"/>
                                        </p:tgtEl>
                                        <p:attrNameLst>
                                          <p:attrName>style.visibility</p:attrName>
                                        </p:attrNameLst>
                                      </p:cBhvr>
                                      <p:to>
                                        <p:strVal val="visible"/>
                                      </p:to>
                                    </p:set>
                                    <p:anim calcmode="lin" valueType="num">
                                      <p:cBhvr additive="base">
                                        <p:cTn id="69" dur="250" fill="hold"/>
                                        <p:tgtEl>
                                          <p:spTgt spid="93"/>
                                        </p:tgtEl>
                                        <p:attrNameLst>
                                          <p:attrName>ppt_x</p:attrName>
                                        </p:attrNameLst>
                                      </p:cBhvr>
                                      <p:tavLst>
                                        <p:tav tm="0">
                                          <p:val>
                                            <p:strVal val="#ppt_x"/>
                                          </p:val>
                                        </p:tav>
                                        <p:tav tm="100000">
                                          <p:val>
                                            <p:strVal val="#ppt_x"/>
                                          </p:val>
                                        </p:tav>
                                      </p:tavLst>
                                    </p:anim>
                                    <p:anim calcmode="lin" valueType="num">
                                      <p:cBhvr additive="base">
                                        <p:cTn id="70" dur="250" fill="hold"/>
                                        <p:tgtEl>
                                          <p:spTgt spid="93"/>
                                        </p:tgtEl>
                                        <p:attrNameLst>
                                          <p:attrName>ppt_y</p:attrName>
                                        </p:attrNameLst>
                                      </p:cBhvr>
                                      <p:tavLst>
                                        <p:tav tm="0">
                                          <p:val>
                                            <p:strVal val="0-#ppt_h/2"/>
                                          </p:val>
                                        </p:tav>
                                        <p:tav tm="100000">
                                          <p:val>
                                            <p:strVal val="#ppt_y"/>
                                          </p:val>
                                        </p:tav>
                                      </p:tavLst>
                                    </p:anim>
                                  </p:childTnLst>
                                </p:cTn>
                              </p:par>
                              <p:par>
                                <p:cTn id="71" presetID="2" presetClass="entr" presetSubtype="1" fill="hold" nodeType="withEffect">
                                  <p:stCondLst>
                                    <p:cond delay="0"/>
                                  </p:stCondLst>
                                  <p:childTnLst>
                                    <p:set>
                                      <p:cBhvr>
                                        <p:cTn id="72" dur="1" fill="hold">
                                          <p:stCondLst>
                                            <p:cond delay="0"/>
                                          </p:stCondLst>
                                        </p:cTn>
                                        <p:tgtEl>
                                          <p:spTgt spid="103"/>
                                        </p:tgtEl>
                                        <p:attrNameLst>
                                          <p:attrName>style.visibility</p:attrName>
                                        </p:attrNameLst>
                                      </p:cBhvr>
                                      <p:to>
                                        <p:strVal val="visible"/>
                                      </p:to>
                                    </p:set>
                                    <p:anim calcmode="lin" valueType="num">
                                      <p:cBhvr additive="base">
                                        <p:cTn id="73" dur="250" fill="hold"/>
                                        <p:tgtEl>
                                          <p:spTgt spid="103"/>
                                        </p:tgtEl>
                                        <p:attrNameLst>
                                          <p:attrName>ppt_x</p:attrName>
                                        </p:attrNameLst>
                                      </p:cBhvr>
                                      <p:tavLst>
                                        <p:tav tm="0">
                                          <p:val>
                                            <p:strVal val="#ppt_x"/>
                                          </p:val>
                                        </p:tav>
                                        <p:tav tm="100000">
                                          <p:val>
                                            <p:strVal val="#ppt_x"/>
                                          </p:val>
                                        </p:tav>
                                      </p:tavLst>
                                    </p:anim>
                                    <p:anim calcmode="lin" valueType="num">
                                      <p:cBhvr additive="base">
                                        <p:cTn id="74" dur="250" fill="hold"/>
                                        <p:tgtEl>
                                          <p:spTgt spid="103"/>
                                        </p:tgtEl>
                                        <p:attrNameLst>
                                          <p:attrName>ppt_y</p:attrName>
                                        </p:attrNameLst>
                                      </p:cBhvr>
                                      <p:tavLst>
                                        <p:tav tm="0">
                                          <p:val>
                                            <p:strVal val="0-#ppt_h/2"/>
                                          </p:val>
                                        </p:tav>
                                        <p:tav tm="100000">
                                          <p:val>
                                            <p:strVal val="#ppt_y"/>
                                          </p:val>
                                        </p:tav>
                                      </p:tavLst>
                                    </p:anim>
                                  </p:childTnLst>
                                </p:cTn>
                              </p:par>
                              <p:par>
                                <p:cTn id="75" presetID="2" presetClass="entr" presetSubtype="1" fill="hold" nodeType="withEffect">
                                  <p:stCondLst>
                                    <p:cond delay="0"/>
                                  </p:stCondLst>
                                  <p:childTnLst>
                                    <p:set>
                                      <p:cBhvr>
                                        <p:cTn id="76" dur="1" fill="hold">
                                          <p:stCondLst>
                                            <p:cond delay="0"/>
                                          </p:stCondLst>
                                        </p:cTn>
                                        <p:tgtEl>
                                          <p:spTgt spid="108"/>
                                        </p:tgtEl>
                                        <p:attrNameLst>
                                          <p:attrName>style.visibility</p:attrName>
                                        </p:attrNameLst>
                                      </p:cBhvr>
                                      <p:to>
                                        <p:strVal val="visible"/>
                                      </p:to>
                                    </p:set>
                                    <p:anim calcmode="lin" valueType="num">
                                      <p:cBhvr additive="base">
                                        <p:cTn id="77" dur="250" fill="hold"/>
                                        <p:tgtEl>
                                          <p:spTgt spid="108"/>
                                        </p:tgtEl>
                                        <p:attrNameLst>
                                          <p:attrName>ppt_x</p:attrName>
                                        </p:attrNameLst>
                                      </p:cBhvr>
                                      <p:tavLst>
                                        <p:tav tm="0">
                                          <p:val>
                                            <p:strVal val="#ppt_x"/>
                                          </p:val>
                                        </p:tav>
                                        <p:tav tm="100000">
                                          <p:val>
                                            <p:strVal val="#ppt_x"/>
                                          </p:val>
                                        </p:tav>
                                      </p:tavLst>
                                    </p:anim>
                                    <p:anim calcmode="lin" valueType="num">
                                      <p:cBhvr additive="base">
                                        <p:cTn id="78" dur="250" fill="hold"/>
                                        <p:tgtEl>
                                          <p:spTgt spid="108"/>
                                        </p:tgtEl>
                                        <p:attrNameLst>
                                          <p:attrName>ppt_y</p:attrName>
                                        </p:attrNameLst>
                                      </p:cBhvr>
                                      <p:tavLst>
                                        <p:tav tm="0">
                                          <p:val>
                                            <p:strVal val="0-#ppt_h/2"/>
                                          </p:val>
                                        </p:tav>
                                        <p:tav tm="100000">
                                          <p:val>
                                            <p:strVal val="#ppt_y"/>
                                          </p:val>
                                        </p:tav>
                                      </p:tavLst>
                                    </p:anim>
                                  </p:childTnLst>
                                </p:cTn>
                              </p:par>
                              <p:par>
                                <p:cTn id="79" presetID="2" presetClass="entr" presetSubtype="1" fill="hold" nodeType="withEffect">
                                  <p:stCondLst>
                                    <p:cond delay="250"/>
                                  </p:stCondLst>
                                  <p:childTnLst>
                                    <p:set>
                                      <p:cBhvr>
                                        <p:cTn id="80" dur="1" fill="hold">
                                          <p:stCondLst>
                                            <p:cond delay="0"/>
                                          </p:stCondLst>
                                        </p:cTn>
                                        <p:tgtEl>
                                          <p:spTgt spid="78"/>
                                        </p:tgtEl>
                                        <p:attrNameLst>
                                          <p:attrName>style.visibility</p:attrName>
                                        </p:attrNameLst>
                                      </p:cBhvr>
                                      <p:to>
                                        <p:strVal val="visible"/>
                                      </p:to>
                                    </p:set>
                                    <p:anim calcmode="lin" valueType="num">
                                      <p:cBhvr additive="base">
                                        <p:cTn id="81" dur="250" fill="hold"/>
                                        <p:tgtEl>
                                          <p:spTgt spid="78"/>
                                        </p:tgtEl>
                                        <p:attrNameLst>
                                          <p:attrName>ppt_x</p:attrName>
                                        </p:attrNameLst>
                                      </p:cBhvr>
                                      <p:tavLst>
                                        <p:tav tm="0">
                                          <p:val>
                                            <p:strVal val="#ppt_x"/>
                                          </p:val>
                                        </p:tav>
                                        <p:tav tm="100000">
                                          <p:val>
                                            <p:strVal val="#ppt_x"/>
                                          </p:val>
                                        </p:tav>
                                      </p:tavLst>
                                    </p:anim>
                                    <p:anim calcmode="lin" valueType="num">
                                      <p:cBhvr additive="base">
                                        <p:cTn id="82" dur="250" fill="hold"/>
                                        <p:tgtEl>
                                          <p:spTgt spid="78"/>
                                        </p:tgtEl>
                                        <p:attrNameLst>
                                          <p:attrName>ppt_y</p:attrName>
                                        </p:attrNameLst>
                                      </p:cBhvr>
                                      <p:tavLst>
                                        <p:tav tm="0">
                                          <p:val>
                                            <p:strVal val="0-#ppt_h/2"/>
                                          </p:val>
                                        </p:tav>
                                        <p:tav tm="100000">
                                          <p:val>
                                            <p:strVal val="#ppt_y"/>
                                          </p:val>
                                        </p:tav>
                                      </p:tavLst>
                                    </p:anim>
                                  </p:childTnLst>
                                </p:cTn>
                              </p:par>
                              <p:par>
                                <p:cTn id="83" presetID="2" presetClass="entr" presetSubtype="1" fill="hold" nodeType="withEffect">
                                  <p:stCondLst>
                                    <p:cond delay="250"/>
                                  </p:stCondLst>
                                  <p:childTnLst>
                                    <p:set>
                                      <p:cBhvr>
                                        <p:cTn id="84" dur="1" fill="hold">
                                          <p:stCondLst>
                                            <p:cond delay="0"/>
                                          </p:stCondLst>
                                        </p:cTn>
                                        <p:tgtEl>
                                          <p:spTgt spid="95"/>
                                        </p:tgtEl>
                                        <p:attrNameLst>
                                          <p:attrName>style.visibility</p:attrName>
                                        </p:attrNameLst>
                                      </p:cBhvr>
                                      <p:to>
                                        <p:strVal val="visible"/>
                                      </p:to>
                                    </p:set>
                                    <p:anim calcmode="lin" valueType="num">
                                      <p:cBhvr additive="base">
                                        <p:cTn id="85" dur="250" fill="hold"/>
                                        <p:tgtEl>
                                          <p:spTgt spid="95"/>
                                        </p:tgtEl>
                                        <p:attrNameLst>
                                          <p:attrName>ppt_x</p:attrName>
                                        </p:attrNameLst>
                                      </p:cBhvr>
                                      <p:tavLst>
                                        <p:tav tm="0">
                                          <p:val>
                                            <p:strVal val="#ppt_x"/>
                                          </p:val>
                                        </p:tav>
                                        <p:tav tm="100000">
                                          <p:val>
                                            <p:strVal val="#ppt_x"/>
                                          </p:val>
                                        </p:tav>
                                      </p:tavLst>
                                    </p:anim>
                                    <p:anim calcmode="lin" valueType="num">
                                      <p:cBhvr additive="base">
                                        <p:cTn id="86" dur="250" fill="hold"/>
                                        <p:tgtEl>
                                          <p:spTgt spid="95"/>
                                        </p:tgtEl>
                                        <p:attrNameLst>
                                          <p:attrName>ppt_y</p:attrName>
                                        </p:attrNameLst>
                                      </p:cBhvr>
                                      <p:tavLst>
                                        <p:tav tm="0">
                                          <p:val>
                                            <p:strVal val="0-#ppt_h/2"/>
                                          </p:val>
                                        </p:tav>
                                        <p:tav tm="100000">
                                          <p:val>
                                            <p:strVal val="#ppt_y"/>
                                          </p:val>
                                        </p:tav>
                                      </p:tavLst>
                                    </p:anim>
                                  </p:childTnLst>
                                </p:cTn>
                              </p:par>
                              <p:par>
                                <p:cTn id="87" presetID="2" presetClass="entr" presetSubtype="1" fill="hold" nodeType="withEffect">
                                  <p:stCondLst>
                                    <p:cond delay="250"/>
                                  </p:stCondLst>
                                  <p:childTnLst>
                                    <p:set>
                                      <p:cBhvr>
                                        <p:cTn id="88" dur="1" fill="hold">
                                          <p:stCondLst>
                                            <p:cond delay="0"/>
                                          </p:stCondLst>
                                        </p:cTn>
                                        <p:tgtEl>
                                          <p:spTgt spid="104"/>
                                        </p:tgtEl>
                                        <p:attrNameLst>
                                          <p:attrName>style.visibility</p:attrName>
                                        </p:attrNameLst>
                                      </p:cBhvr>
                                      <p:to>
                                        <p:strVal val="visible"/>
                                      </p:to>
                                    </p:set>
                                    <p:anim calcmode="lin" valueType="num">
                                      <p:cBhvr additive="base">
                                        <p:cTn id="89" dur="250" fill="hold"/>
                                        <p:tgtEl>
                                          <p:spTgt spid="104"/>
                                        </p:tgtEl>
                                        <p:attrNameLst>
                                          <p:attrName>ppt_x</p:attrName>
                                        </p:attrNameLst>
                                      </p:cBhvr>
                                      <p:tavLst>
                                        <p:tav tm="0">
                                          <p:val>
                                            <p:strVal val="#ppt_x"/>
                                          </p:val>
                                        </p:tav>
                                        <p:tav tm="100000">
                                          <p:val>
                                            <p:strVal val="#ppt_x"/>
                                          </p:val>
                                        </p:tav>
                                      </p:tavLst>
                                    </p:anim>
                                    <p:anim calcmode="lin" valueType="num">
                                      <p:cBhvr additive="base">
                                        <p:cTn id="90" dur="250" fill="hold"/>
                                        <p:tgtEl>
                                          <p:spTgt spid="104"/>
                                        </p:tgtEl>
                                        <p:attrNameLst>
                                          <p:attrName>ppt_y</p:attrName>
                                        </p:attrNameLst>
                                      </p:cBhvr>
                                      <p:tavLst>
                                        <p:tav tm="0">
                                          <p:val>
                                            <p:strVal val="0-#ppt_h/2"/>
                                          </p:val>
                                        </p:tav>
                                        <p:tav tm="100000">
                                          <p:val>
                                            <p:strVal val="#ppt_y"/>
                                          </p:val>
                                        </p:tav>
                                      </p:tavLst>
                                    </p:anim>
                                  </p:childTnLst>
                                </p:cTn>
                              </p:par>
                              <p:par>
                                <p:cTn id="91" presetID="2" presetClass="entr" presetSubtype="1" fill="hold" nodeType="withEffect">
                                  <p:stCondLst>
                                    <p:cond delay="500"/>
                                  </p:stCondLst>
                                  <p:childTnLst>
                                    <p:set>
                                      <p:cBhvr>
                                        <p:cTn id="92" dur="1" fill="hold">
                                          <p:stCondLst>
                                            <p:cond delay="0"/>
                                          </p:stCondLst>
                                        </p:cTn>
                                        <p:tgtEl>
                                          <p:spTgt spid="90"/>
                                        </p:tgtEl>
                                        <p:attrNameLst>
                                          <p:attrName>style.visibility</p:attrName>
                                        </p:attrNameLst>
                                      </p:cBhvr>
                                      <p:to>
                                        <p:strVal val="visible"/>
                                      </p:to>
                                    </p:set>
                                    <p:anim calcmode="lin" valueType="num">
                                      <p:cBhvr additive="base">
                                        <p:cTn id="93" dur="250" fill="hold"/>
                                        <p:tgtEl>
                                          <p:spTgt spid="90"/>
                                        </p:tgtEl>
                                        <p:attrNameLst>
                                          <p:attrName>ppt_x</p:attrName>
                                        </p:attrNameLst>
                                      </p:cBhvr>
                                      <p:tavLst>
                                        <p:tav tm="0">
                                          <p:val>
                                            <p:strVal val="#ppt_x"/>
                                          </p:val>
                                        </p:tav>
                                        <p:tav tm="100000">
                                          <p:val>
                                            <p:strVal val="#ppt_x"/>
                                          </p:val>
                                        </p:tav>
                                      </p:tavLst>
                                    </p:anim>
                                    <p:anim calcmode="lin" valueType="num">
                                      <p:cBhvr additive="base">
                                        <p:cTn id="94" dur="250" fill="hold"/>
                                        <p:tgtEl>
                                          <p:spTgt spid="90"/>
                                        </p:tgtEl>
                                        <p:attrNameLst>
                                          <p:attrName>ppt_y</p:attrName>
                                        </p:attrNameLst>
                                      </p:cBhvr>
                                      <p:tavLst>
                                        <p:tav tm="0">
                                          <p:val>
                                            <p:strVal val="0-#ppt_h/2"/>
                                          </p:val>
                                        </p:tav>
                                        <p:tav tm="100000">
                                          <p:val>
                                            <p:strVal val="#ppt_y"/>
                                          </p:val>
                                        </p:tav>
                                      </p:tavLst>
                                    </p:anim>
                                  </p:childTnLst>
                                </p:cTn>
                              </p:par>
                              <p:par>
                                <p:cTn id="95" presetID="2" presetClass="entr" presetSubtype="1" fill="hold" nodeType="withEffect">
                                  <p:stCondLst>
                                    <p:cond delay="500"/>
                                  </p:stCondLst>
                                  <p:childTnLst>
                                    <p:set>
                                      <p:cBhvr>
                                        <p:cTn id="96" dur="1" fill="hold">
                                          <p:stCondLst>
                                            <p:cond delay="0"/>
                                          </p:stCondLst>
                                        </p:cTn>
                                        <p:tgtEl>
                                          <p:spTgt spid="96"/>
                                        </p:tgtEl>
                                        <p:attrNameLst>
                                          <p:attrName>style.visibility</p:attrName>
                                        </p:attrNameLst>
                                      </p:cBhvr>
                                      <p:to>
                                        <p:strVal val="visible"/>
                                      </p:to>
                                    </p:set>
                                    <p:anim calcmode="lin" valueType="num">
                                      <p:cBhvr additive="base">
                                        <p:cTn id="97" dur="250" fill="hold"/>
                                        <p:tgtEl>
                                          <p:spTgt spid="96"/>
                                        </p:tgtEl>
                                        <p:attrNameLst>
                                          <p:attrName>ppt_x</p:attrName>
                                        </p:attrNameLst>
                                      </p:cBhvr>
                                      <p:tavLst>
                                        <p:tav tm="0">
                                          <p:val>
                                            <p:strVal val="#ppt_x"/>
                                          </p:val>
                                        </p:tav>
                                        <p:tav tm="100000">
                                          <p:val>
                                            <p:strVal val="#ppt_x"/>
                                          </p:val>
                                        </p:tav>
                                      </p:tavLst>
                                    </p:anim>
                                    <p:anim calcmode="lin" valueType="num">
                                      <p:cBhvr additive="base">
                                        <p:cTn id="98" dur="250" fill="hold"/>
                                        <p:tgtEl>
                                          <p:spTgt spid="96"/>
                                        </p:tgtEl>
                                        <p:attrNameLst>
                                          <p:attrName>ppt_y</p:attrName>
                                        </p:attrNameLst>
                                      </p:cBhvr>
                                      <p:tavLst>
                                        <p:tav tm="0">
                                          <p:val>
                                            <p:strVal val="0-#ppt_h/2"/>
                                          </p:val>
                                        </p:tav>
                                        <p:tav tm="100000">
                                          <p:val>
                                            <p:strVal val="#ppt_y"/>
                                          </p:val>
                                        </p:tav>
                                      </p:tavLst>
                                    </p:anim>
                                  </p:childTnLst>
                                </p:cTn>
                              </p:par>
                              <p:par>
                                <p:cTn id="99" presetID="2" presetClass="entr" presetSubtype="1" fill="hold" nodeType="withEffect">
                                  <p:stCondLst>
                                    <p:cond delay="750"/>
                                  </p:stCondLst>
                                  <p:childTnLst>
                                    <p:set>
                                      <p:cBhvr>
                                        <p:cTn id="100" dur="1" fill="hold">
                                          <p:stCondLst>
                                            <p:cond delay="0"/>
                                          </p:stCondLst>
                                        </p:cTn>
                                        <p:tgtEl>
                                          <p:spTgt spid="91"/>
                                        </p:tgtEl>
                                        <p:attrNameLst>
                                          <p:attrName>style.visibility</p:attrName>
                                        </p:attrNameLst>
                                      </p:cBhvr>
                                      <p:to>
                                        <p:strVal val="visible"/>
                                      </p:to>
                                    </p:set>
                                    <p:anim calcmode="lin" valueType="num">
                                      <p:cBhvr additive="base">
                                        <p:cTn id="101" dur="250" fill="hold"/>
                                        <p:tgtEl>
                                          <p:spTgt spid="91"/>
                                        </p:tgtEl>
                                        <p:attrNameLst>
                                          <p:attrName>ppt_x</p:attrName>
                                        </p:attrNameLst>
                                      </p:cBhvr>
                                      <p:tavLst>
                                        <p:tav tm="0">
                                          <p:val>
                                            <p:strVal val="#ppt_x"/>
                                          </p:val>
                                        </p:tav>
                                        <p:tav tm="100000">
                                          <p:val>
                                            <p:strVal val="#ppt_x"/>
                                          </p:val>
                                        </p:tav>
                                      </p:tavLst>
                                    </p:anim>
                                    <p:anim calcmode="lin" valueType="num">
                                      <p:cBhvr additive="base">
                                        <p:cTn id="102" dur="250" fill="hold"/>
                                        <p:tgtEl>
                                          <p:spTgt spid="91"/>
                                        </p:tgtEl>
                                        <p:attrNameLst>
                                          <p:attrName>ppt_y</p:attrName>
                                        </p:attrNameLst>
                                      </p:cBhvr>
                                      <p:tavLst>
                                        <p:tav tm="0">
                                          <p:val>
                                            <p:strVal val="0-#ppt_h/2"/>
                                          </p:val>
                                        </p:tav>
                                        <p:tav tm="100000">
                                          <p:val>
                                            <p:strVal val="#ppt_y"/>
                                          </p:val>
                                        </p:tav>
                                      </p:tavLst>
                                    </p:anim>
                                  </p:childTnLst>
                                </p:cTn>
                              </p:par>
                            </p:childTnLst>
                          </p:cTn>
                        </p:par>
                      </p:childTnLst>
                    </p:cTn>
                  </p:par>
                </p:childTnLst>
              </p:cTn>
              <p:prevCondLst>
                <p:cond evt="onPrev" delay="0">
                  <p:tgtEl>
                    <p:sldTgt/>
                  </p:tgtEl>
                </p:cond>
              </p:prevCondLst>
              <p:nextCondLst>
                <p:cond evt="onNext" delay="0">
                  <p:tgtEl>
                    <p:sldTgt/>
                  </p:tgtEl>
                </p:cond>
              </p:nextCondLst>
            </p:seq>
            <p:audio>
              <p:cMediaNode vol="100000">
                <p:cTn id="103" fill="hold" display="0">
                  <p:stCondLst>
                    <p:cond delay="indefinite"/>
                  </p:stCondLst>
                  <p:endCondLst>
                    <p:cond evt="onStopAudio" delay="0">
                      <p:tgtEl>
                        <p:sldTgt/>
                      </p:tgtEl>
                    </p:cond>
                  </p:endCondLst>
                </p:cTn>
                <p:tgtEl>
                  <p:spTgt spid="5"/>
                </p:tgtEl>
              </p:cMediaNode>
            </p:audio>
            <p:audio>
              <p:cMediaNode vol="100000">
                <p:cTn id="104" fill="hold" display="0">
                  <p:stCondLst>
                    <p:cond delay="indefinite"/>
                  </p:stCondLst>
                  <p:endCondLst>
                    <p:cond evt="onStopAudio" delay="0">
                      <p:tgtEl>
                        <p:sldTgt/>
                      </p:tgtEl>
                    </p:cond>
                  </p:endCondLst>
                </p:cTn>
                <p:tgtEl>
                  <p:spTgt spid="7"/>
                </p:tgtEl>
              </p:cMediaNode>
            </p:audio>
            <p:audio>
              <p:cMediaNode vol="80000">
                <p:cTn id="105" fill="hold" display="0">
                  <p:stCondLst>
                    <p:cond delay="indefinite"/>
                  </p:stCondLst>
                  <p:endCondLst>
                    <p:cond evt="onStopAudio" delay="0">
                      <p:tgtEl>
                        <p:sldTgt/>
                      </p:tgtEl>
                    </p:cond>
                  </p:endCondLst>
                </p:cTn>
                <p:tgtEl>
                  <p:spTgt spid="16"/>
                </p:tgtEl>
              </p:cMediaNode>
            </p:audio>
            <p:audio>
              <p:cMediaNode vol="80303">
                <p:cTn id="106" fill="hold" display="0">
                  <p:stCondLst>
                    <p:cond delay="indefinite"/>
                  </p:stCondLst>
                  <p:endCondLst>
                    <p:cond evt="onStopAudio" delay="0">
                      <p:tgtEl>
                        <p:sldTgt/>
                      </p:tgtEl>
                    </p:cond>
                    <p:cond evt="onNext" delay="0">
                      <p:tgtEl>
                        <p:sldTgt/>
                      </p:tgtEl>
                    </p:cond>
                  </p:endCondLst>
                </p:cTn>
                <p:tgtEl>
                  <p:spTgt spid="50"/>
                </p:tgtEl>
              </p:cMediaNode>
            </p:audio>
            <p:audio>
              <p:cMediaNode vol="80000">
                <p:cTn id="107" fill="hold" display="0">
                  <p:stCondLst>
                    <p:cond delay="indefinite"/>
                  </p:stCondLst>
                  <p:endCondLst>
                    <p:cond evt="onStopAudio" delay="0">
                      <p:tgtEl>
                        <p:sldTgt/>
                      </p:tgtEl>
                    </p:cond>
                  </p:endCondLst>
                </p:cTn>
                <p:tgtEl>
                  <p:spTgt spid="52"/>
                </p:tgtEl>
              </p:cMediaNode>
            </p:audio>
          </p:childTnLst>
        </p:cTn>
      </p:par>
    </p:tnLst>
  </p:timing>
</p:sld>
</file>

<file path=ppt/slides/slide17.xml><?xml version="1.0" encoding="utf-8"?>
<p:sld xmlns:a="http://schemas.openxmlformats.org/drawingml/2006/main" xmlns:r="http://schemas.openxmlformats.org/officeDocument/2006/relationships" xmlns:p="http://schemas.openxmlformats.org/presentationml/2006/main" show="0">
  <p:cSld>
    <p:spTree>
      <p:nvGrpSpPr>
        <p:cNvPr id="1" name=""/>
        <p:cNvGrpSpPr/>
        <p:nvPr/>
      </p:nvGrpSpPr>
      <p:grpSpPr>
        <a:xfrm>
          <a:off x="0" y="0"/>
          <a:ext cx="0" cy="0"/>
          <a:chOff x="0" y="0"/>
          <a:chExt cx="0" cy="0"/>
        </a:xfrm>
      </p:grpSpPr>
      <p:pic>
        <p:nvPicPr>
          <p:cNvPr id="14" name="Baseplate"/>
          <p:cNvPicPr>
            <a:picLocks noChangeAspect="1"/>
          </p:cNvPicPr>
          <p:nvPr/>
        </p:nvPicPr>
        <p:blipFill>
          <a:blip r:embed="rId13" cstate="print">
            <a:extLst>
              <a:ext uri="{28A0092B-C50C-407E-A947-70E740481C1C}">
                <a14:useLocalDpi xmlns:a14="http://schemas.microsoft.com/office/drawing/2010/main" val="0"/>
              </a:ext>
            </a:extLst>
          </a:blip>
          <a:stretch>
            <a:fillRect/>
          </a:stretch>
        </p:blipFill>
        <p:spPr>
          <a:xfrm>
            <a:off x="-594469" y="-54465"/>
            <a:ext cx="15819338" cy="8503919"/>
          </a:xfrm>
          <a:prstGeom prst="rect">
            <a:avLst/>
          </a:prstGeom>
        </p:spPr>
      </p:pic>
      <p:pic>
        <p:nvPicPr>
          <p:cNvPr id="65" name="Timer 1x2"/>
          <p:cNvPicPr>
            <a:picLocks/>
          </p:cNvPicPr>
          <p:nvPr/>
        </p:nvPicPr>
        <p:blipFill>
          <a:blip r:embed="rId14" cstate="print">
            <a:extLst>
              <a:ext uri="{28A0092B-C50C-407E-A947-70E740481C1C}">
                <a14:useLocalDpi xmlns:a14="http://schemas.microsoft.com/office/drawing/2010/main" val="0"/>
              </a:ext>
            </a:extLst>
          </a:blip>
          <a:stretch>
            <a:fillRect/>
          </a:stretch>
        </p:blipFill>
        <p:spPr>
          <a:xfrm>
            <a:off x="13929822" y="-203906"/>
            <a:ext cx="832104" cy="529163"/>
          </a:xfrm>
          <a:prstGeom prst="rect">
            <a:avLst/>
          </a:prstGeom>
        </p:spPr>
      </p:pic>
      <p:pic>
        <p:nvPicPr>
          <p:cNvPr id="86" name="Blue Bricks 1"/>
          <p:cNvPicPr>
            <a:picLocks noChangeAspect="1"/>
          </p:cNvPicPr>
          <p:nvPr/>
        </p:nvPicPr>
        <p:blipFill>
          <a:blip r:embed="rId15" cstate="print">
            <a:extLst>
              <a:ext uri="{28A0092B-C50C-407E-A947-70E740481C1C}">
                <a14:useLocalDpi xmlns:a14="http://schemas.microsoft.com/office/drawing/2010/main" val="0"/>
              </a:ext>
            </a:extLst>
          </a:blip>
          <a:stretch>
            <a:fillRect/>
          </a:stretch>
        </p:blipFill>
        <p:spPr>
          <a:xfrm>
            <a:off x="0" y="3059476"/>
            <a:ext cx="3461795" cy="1724155"/>
          </a:xfrm>
          <a:prstGeom prst="rect">
            <a:avLst/>
          </a:prstGeom>
        </p:spPr>
      </p:pic>
      <p:sp>
        <p:nvSpPr>
          <p:cNvPr id="87" name="Blue Cap 1"/>
          <p:cNvSpPr>
            <a:spLocks noChangeAspect="1"/>
          </p:cNvSpPr>
          <p:nvPr/>
        </p:nvSpPr>
        <p:spPr>
          <a:xfrm>
            <a:off x="213811" y="2951273"/>
            <a:ext cx="2907791" cy="1453896"/>
          </a:xfrm>
          <a:prstGeom prst="rect">
            <a:avLst/>
          </a:prstGeom>
          <a:solidFill>
            <a:srgbClr val="F4F4F4"/>
          </a:solidFill>
          <a:ln>
            <a:noFill/>
          </a:ln>
          <a:scene3d>
            <a:camera prst="orthographicFront">
              <a:rot lat="20400000" lon="21000000" rev="198000"/>
            </a:camera>
            <a:lightRig rig="balanced" dir="t"/>
          </a:scene3d>
          <a:sp3d extrusionH="165100" prstMaterial="metal">
            <a:bevelT w="19050" h="12700"/>
            <a:extrusionClr>
              <a:srgbClr val="F4F4F4"/>
            </a:extrusionClr>
          </a:sp3d>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sz="4400" spc="-200" dirty="0">
                <a:ln>
                  <a:solidFill>
                    <a:schemeClr val="tx1">
                      <a:lumMod val="85000"/>
                      <a:lumOff val="15000"/>
                    </a:schemeClr>
                  </a:solidFill>
                </a:ln>
                <a:solidFill>
                  <a:srgbClr val="106DDE"/>
                </a:solidFill>
                <a:latin typeface="Poppins Medium" panose="00000600000000000000" pitchFamily="2" charset="0"/>
                <a:ea typeface="ZCOOL QingKe HuangYou" panose="00000500000000000000" pitchFamily="2" charset="0"/>
                <a:cs typeface="Poppins Medium" panose="00000600000000000000" pitchFamily="2" charset="0"/>
              </a:rPr>
              <a:t>Your Text</a:t>
            </a:r>
          </a:p>
        </p:txBody>
      </p:sp>
      <p:pic>
        <p:nvPicPr>
          <p:cNvPr id="7" name="Red Bricks 1"/>
          <p:cNvPicPr>
            <a:picLocks noChangeAspect="1"/>
          </p:cNvPicPr>
          <p:nvPr/>
        </p:nvPicPr>
        <p:blipFill>
          <a:blip r:embed="rId16" cstate="print">
            <a:extLst>
              <a:ext uri="{28A0092B-C50C-407E-A947-70E740481C1C}">
                <a14:useLocalDpi xmlns:a14="http://schemas.microsoft.com/office/drawing/2010/main" val="0"/>
              </a:ext>
            </a:extLst>
          </a:blip>
          <a:stretch>
            <a:fillRect/>
          </a:stretch>
        </p:blipFill>
        <p:spPr>
          <a:xfrm>
            <a:off x="3475300" y="290455"/>
            <a:ext cx="3461795" cy="1724154"/>
          </a:xfrm>
          <a:prstGeom prst="rect">
            <a:avLst/>
          </a:prstGeom>
        </p:spPr>
      </p:pic>
      <p:sp>
        <p:nvSpPr>
          <p:cNvPr id="8" name="Red Cap 1"/>
          <p:cNvSpPr>
            <a:spLocks noChangeAspect="1"/>
          </p:cNvSpPr>
          <p:nvPr/>
        </p:nvSpPr>
        <p:spPr>
          <a:xfrm>
            <a:off x="4038601" y="182252"/>
            <a:ext cx="2907791" cy="1453896"/>
          </a:xfrm>
          <a:prstGeom prst="rect">
            <a:avLst/>
          </a:prstGeom>
          <a:solidFill>
            <a:srgbClr val="F4F4F4"/>
          </a:solidFill>
          <a:ln>
            <a:noFill/>
          </a:ln>
          <a:scene3d>
            <a:camera prst="orthographicFront">
              <a:rot lat="20400000" lon="21000000" rev="198000"/>
            </a:camera>
            <a:lightRig rig="balanced" dir="t"/>
          </a:scene3d>
          <a:sp3d extrusionH="165100" prstMaterial="metal">
            <a:bevelT w="19050" h="12700"/>
            <a:extrusionClr>
              <a:srgbClr val="F4F4F4"/>
            </a:extrusionClr>
          </a:sp3d>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sz="4400" spc="-200" dirty="0">
                <a:ln>
                  <a:solidFill>
                    <a:schemeClr val="tx1">
                      <a:lumMod val="85000"/>
                      <a:lumOff val="15000"/>
                    </a:schemeClr>
                  </a:solidFill>
                </a:ln>
                <a:solidFill>
                  <a:srgbClr val="DD1A21"/>
                </a:solidFill>
                <a:latin typeface="Poppins Medium" panose="00000600000000000000" pitchFamily="2" charset="0"/>
                <a:ea typeface="ZCOOL QingKe HuangYou" panose="00000500000000000000" pitchFamily="2" charset="0"/>
                <a:cs typeface="Poppins Medium" panose="00000600000000000000" pitchFamily="2" charset="0"/>
              </a:rPr>
              <a:t>Your Text</a:t>
            </a:r>
          </a:p>
        </p:txBody>
      </p:sp>
      <p:pic>
        <p:nvPicPr>
          <p:cNvPr id="17" name="Red Bricks 2"/>
          <p:cNvPicPr>
            <a:picLocks noChangeAspect="1"/>
          </p:cNvPicPr>
          <p:nvPr/>
        </p:nvPicPr>
        <p:blipFill>
          <a:blip r:embed="rId16" cstate="print">
            <a:extLst>
              <a:ext uri="{28A0092B-C50C-407E-A947-70E740481C1C}">
                <a14:useLocalDpi xmlns:a14="http://schemas.microsoft.com/office/drawing/2010/main" val="0"/>
              </a:ext>
            </a:extLst>
          </a:blip>
          <a:stretch>
            <a:fillRect/>
          </a:stretch>
        </p:blipFill>
        <p:spPr>
          <a:xfrm>
            <a:off x="3574668" y="2024150"/>
            <a:ext cx="3461795" cy="1724154"/>
          </a:xfrm>
          <a:prstGeom prst="rect">
            <a:avLst/>
          </a:prstGeom>
        </p:spPr>
      </p:pic>
      <p:sp>
        <p:nvSpPr>
          <p:cNvPr id="18" name="Red Cap 2"/>
          <p:cNvSpPr>
            <a:spLocks noChangeAspect="1"/>
          </p:cNvSpPr>
          <p:nvPr/>
        </p:nvSpPr>
        <p:spPr>
          <a:xfrm>
            <a:off x="4138169" y="1915947"/>
            <a:ext cx="2907791" cy="1453896"/>
          </a:xfrm>
          <a:prstGeom prst="rect">
            <a:avLst/>
          </a:prstGeom>
          <a:solidFill>
            <a:srgbClr val="F4F4F4"/>
          </a:solidFill>
          <a:ln>
            <a:noFill/>
          </a:ln>
          <a:scene3d>
            <a:camera prst="orthographicFront">
              <a:rot lat="20400000" lon="21000000" rev="198000"/>
            </a:camera>
            <a:lightRig rig="balanced" dir="t"/>
          </a:scene3d>
          <a:sp3d extrusionH="165100" prstMaterial="metal">
            <a:bevelT w="19050" h="12700"/>
            <a:extrusionClr>
              <a:srgbClr val="F4F4F4"/>
            </a:extrusionClr>
          </a:sp3d>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sz="4400" spc="-200" dirty="0">
                <a:ln>
                  <a:solidFill>
                    <a:schemeClr val="tx1">
                      <a:lumMod val="85000"/>
                      <a:lumOff val="15000"/>
                    </a:schemeClr>
                  </a:solidFill>
                </a:ln>
                <a:solidFill>
                  <a:srgbClr val="DD1A21"/>
                </a:solidFill>
                <a:latin typeface="Poppins Medium" panose="00000600000000000000" pitchFamily="2" charset="0"/>
                <a:ea typeface="ZCOOL QingKe HuangYou" panose="00000500000000000000" pitchFamily="2" charset="0"/>
                <a:cs typeface="Poppins Medium" panose="00000600000000000000" pitchFamily="2" charset="0"/>
              </a:rPr>
              <a:t>Your Text</a:t>
            </a:r>
          </a:p>
        </p:txBody>
      </p:sp>
      <p:pic>
        <p:nvPicPr>
          <p:cNvPr id="20" name="Red Bricks 3"/>
          <p:cNvPicPr>
            <a:picLocks noChangeAspect="1"/>
          </p:cNvPicPr>
          <p:nvPr/>
        </p:nvPicPr>
        <p:blipFill>
          <a:blip r:embed="rId16" cstate="print">
            <a:extLst>
              <a:ext uri="{28A0092B-C50C-407E-A947-70E740481C1C}">
                <a14:useLocalDpi xmlns:a14="http://schemas.microsoft.com/office/drawing/2010/main" val="0"/>
              </a:ext>
            </a:extLst>
          </a:blip>
          <a:stretch>
            <a:fillRect/>
          </a:stretch>
        </p:blipFill>
        <p:spPr>
          <a:xfrm>
            <a:off x="3702936" y="4451850"/>
            <a:ext cx="3461795" cy="1724154"/>
          </a:xfrm>
          <a:prstGeom prst="rect">
            <a:avLst/>
          </a:prstGeom>
        </p:spPr>
      </p:pic>
      <p:pic>
        <p:nvPicPr>
          <p:cNvPr id="13" name="Green Bricks 1"/>
          <p:cNvPicPr>
            <a:picLocks noChangeAspect="1"/>
          </p:cNvPicPr>
          <p:nvPr/>
        </p:nvPicPr>
        <p:blipFill>
          <a:blip r:embed="rId17" cstate="print">
            <a:extLst>
              <a:ext uri="{28A0092B-C50C-407E-A947-70E740481C1C}">
                <a14:useLocalDpi xmlns:a14="http://schemas.microsoft.com/office/drawing/2010/main" val="0"/>
              </a:ext>
            </a:extLst>
          </a:blip>
          <a:stretch>
            <a:fillRect/>
          </a:stretch>
        </p:blipFill>
        <p:spPr>
          <a:xfrm>
            <a:off x="9286304" y="312925"/>
            <a:ext cx="3456007" cy="1724155"/>
          </a:xfrm>
          <a:prstGeom prst="rect">
            <a:avLst/>
          </a:prstGeom>
        </p:spPr>
      </p:pic>
      <p:sp>
        <p:nvSpPr>
          <p:cNvPr id="15" name="Green Cap 1"/>
          <p:cNvSpPr>
            <a:spLocks noChangeAspect="1"/>
          </p:cNvSpPr>
          <p:nvPr/>
        </p:nvSpPr>
        <p:spPr>
          <a:xfrm>
            <a:off x="9850629" y="204722"/>
            <a:ext cx="2907791" cy="1453896"/>
          </a:xfrm>
          <a:prstGeom prst="rect">
            <a:avLst/>
          </a:prstGeom>
          <a:solidFill>
            <a:srgbClr val="F4F4F4"/>
          </a:solidFill>
          <a:ln>
            <a:noFill/>
          </a:ln>
          <a:scene3d>
            <a:camera prst="orthographicFront">
              <a:rot lat="20400000" lon="21000000" rev="198000"/>
            </a:camera>
            <a:lightRig rig="balanced" dir="t"/>
          </a:scene3d>
          <a:sp3d extrusionH="165100" prstMaterial="metal">
            <a:bevelT w="19050" h="12700"/>
            <a:extrusionClr>
              <a:srgbClr val="F4F4F4"/>
            </a:extrusionClr>
          </a:sp3d>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sz="4400" spc="-200" dirty="0">
                <a:ln>
                  <a:solidFill>
                    <a:schemeClr val="tx1">
                      <a:lumMod val="85000"/>
                      <a:lumOff val="15000"/>
                    </a:schemeClr>
                  </a:solidFill>
                </a:ln>
                <a:solidFill>
                  <a:srgbClr val="04A043"/>
                </a:solidFill>
                <a:latin typeface="Poppins Medium" panose="00000600000000000000" pitchFamily="2" charset="0"/>
                <a:ea typeface="ZCOOL QingKe HuangYou" panose="00000500000000000000" pitchFamily="2" charset="0"/>
                <a:cs typeface="Poppins Medium" panose="00000600000000000000" pitchFamily="2" charset="0"/>
              </a:rPr>
              <a:t>Your Text</a:t>
            </a:r>
          </a:p>
        </p:txBody>
      </p:sp>
      <p:pic>
        <p:nvPicPr>
          <p:cNvPr id="30" name="Green Bricks 2"/>
          <p:cNvPicPr>
            <a:picLocks noChangeAspect="1"/>
          </p:cNvPicPr>
          <p:nvPr/>
        </p:nvPicPr>
        <p:blipFill>
          <a:blip r:embed="rId17" cstate="print">
            <a:extLst>
              <a:ext uri="{28A0092B-C50C-407E-A947-70E740481C1C}">
                <a14:useLocalDpi xmlns:a14="http://schemas.microsoft.com/office/drawing/2010/main" val="0"/>
              </a:ext>
            </a:extLst>
          </a:blip>
          <a:stretch>
            <a:fillRect/>
          </a:stretch>
        </p:blipFill>
        <p:spPr>
          <a:xfrm>
            <a:off x="9385162" y="2034761"/>
            <a:ext cx="3456007" cy="1724155"/>
          </a:xfrm>
          <a:prstGeom prst="rect">
            <a:avLst/>
          </a:prstGeom>
        </p:spPr>
      </p:pic>
      <p:sp>
        <p:nvSpPr>
          <p:cNvPr id="31" name="Green Cap 2"/>
          <p:cNvSpPr>
            <a:spLocks noChangeAspect="1"/>
          </p:cNvSpPr>
          <p:nvPr/>
        </p:nvSpPr>
        <p:spPr>
          <a:xfrm>
            <a:off x="9948419" y="1926558"/>
            <a:ext cx="2907791" cy="1453896"/>
          </a:xfrm>
          <a:prstGeom prst="rect">
            <a:avLst/>
          </a:prstGeom>
          <a:solidFill>
            <a:srgbClr val="F4F4F4"/>
          </a:solidFill>
          <a:ln>
            <a:noFill/>
          </a:ln>
          <a:scene3d>
            <a:camera prst="orthographicFront">
              <a:rot lat="20400000" lon="21000000" rev="198000"/>
            </a:camera>
            <a:lightRig rig="balanced" dir="t"/>
          </a:scene3d>
          <a:sp3d extrusionH="165100" prstMaterial="metal">
            <a:bevelT w="19050" h="12700"/>
            <a:extrusionClr>
              <a:srgbClr val="F4F4F4"/>
            </a:extrusionClr>
          </a:sp3d>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sz="4400" spc="-200" dirty="0">
                <a:ln>
                  <a:solidFill>
                    <a:schemeClr val="tx1">
                      <a:lumMod val="85000"/>
                      <a:lumOff val="15000"/>
                    </a:schemeClr>
                  </a:solidFill>
                </a:ln>
                <a:solidFill>
                  <a:srgbClr val="04A043"/>
                </a:solidFill>
                <a:latin typeface="Poppins Medium" panose="00000600000000000000" pitchFamily="2" charset="0"/>
                <a:ea typeface="ZCOOL QingKe HuangYou" panose="00000500000000000000" pitchFamily="2" charset="0"/>
                <a:cs typeface="Poppins Medium" panose="00000600000000000000" pitchFamily="2" charset="0"/>
              </a:rPr>
              <a:t>Your Text</a:t>
            </a:r>
          </a:p>
        </p:txBody>
      </p:sp>
      <p:grpSp>
        <p:nvGrpSpPr>
          <p:cNvPr id="6" name="Black Line"/>
          <p:cNvGrpSpPr/>
          <p:nvPr/>
        </p:nvGrpSpPr>
        <p:grpSpPr>
          <a:xfrm>
            <a:off x="3661927" y="3906918"/>
            <a:ext cx="9525041" cy="555037"/>
            <a:chOff x="3661927" y="3906918"/>
            <a:chExt cx="9525041" cy="555037"/>
          </a:xfrm>
        </p:grpSpPr>
        <p:pic>
          <p:nvPicPr>
            <p:cNvPr id="39" name="Black 1x4"/>
            <p:cNvPicPr>
              <a:picLocks/>
            </p:cNvPicPr>
            <p:nvPr/>
          </p:nvPicPr>
          <p:blipFill>
            <a:blip r:embed="rId18" cstate="print">
              <a:extLst>
                <a:ext uri="{28A0092B-C50C-407E-A947-70E740481C1C}">
                  <a14:useLocalDpi xmlns:a14="http://schemas.microsoft.com/office/drawing/2010/main" val="0"/>
                </a:ext>
              </a:extLst>
            </a:blip>
            <a:stretch>
              <a:fillRect/>
            </a:stretch>
          </p:blipFill>
          <p:spPr>
            <a:xfrm>
              <a:off x="11632488" y="3922459"/>
              <a:ext cx="1554480" cy="539496"/>
            </a:xfrm>
            <a:prstGeom prst="rect">
              <a:avLst/>
            </a:prstGeom>
          </p:spPr>
        </p:pic>
        <p:sp>
          <p:nvSpPr>
            <p:cNvPr id="46" name="Shade"/>
            <p:cNvSpPr>
              <a:spLocks/>
            </p:cNvSpPr>
            <p:nvPr/>
          </p:nvSpPr>
          <p:spPr>
            <a:xfrm>
              <a:off x="11462385" y="4004327"/>
              <a:ext cx="466344" cy="365760"/>
            </a:xfrm>
            <a:prstGeom prst="rect">
              <a:avLst/>
            </a:prstGeom>
            <a:solidFill>
              <a:schemeClr val="tx1">
                <a:alpha val="50000"/>
              </a:schemeClr>
            </a:solidFill>
            <a:ln>
              <a:noFill/>
            </a:ln>
            <a:scene3d>
              <a:camera prst="orthographicFront">
                <a:rot lat="20400000" lon="4800000" rev="197999"/>
              </a:camera>
              <a:lightRig rig="threePt" dir="t"/>
            </a:scene3d>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pic>
          <p:nvPicPr>
            <p:cNvPr id="40" name="Black 1x4"/>
            <p:cNvPicPr>
              <a:picLocks/>
            </p:cNvPicPr>
            <p:nvPr/>
          </p:nvPicPr>
          <p:blipFill>
            <a:blip r:embed="rId18" cstate="print">
              <a:extLst>
                <a:ext uri="{28A0092B-C50C-407E-A947-70E740481C1C}">
                  <a14:useLocalDpi xmlns:a14="http://schemas.microsoft.com/office/drawing/2010/main" val="0"/>
                </a:ext>
              </a:extLst>
            </a:blip>
            <a:stretch>
              <a:fillRect/>
            </a:stretch>
          </p:blipFill>
          <p:spPr>
            <a:xfrm>
              <a:off x="10183992" y="3919521"/>
              <a:ext cx="1554480" cy="539496"/>
            </a:xfrm>
            <a:prstGeom prst="rect">
              <a:avLst/>
            </a:prstGeom>
          </p:spPr>
        </p:pic>
        <p:sp>
          <p:nvSpPr>
            <p:cNvPr id="45" name="Shade"/>
            <p:cNvSpPr>
              <a:spLocks/>
            </p:cNvSpPr>
            <p:nvPr/>
          </p:nvSpPr>
          <p:spPr>
            <a:xfrm>
              <a:off x="9988296" y="4000500"/>
              <a:ext cx="502920" cy="374904"/>
            </a:xfrm>
            <a:prstGeom prst="rect">
              <a:avLst/>
            </a:prstGeom>
            <a:solidFill>
              <a:schemeClr val="tx1">
                <a:alpha val="50000"/>
              </a:schemeClr>
            </a:solidFill>
            <a:ln>
              <a:noFill/>
            </a:ln>
            <a:scene3d>
              <a:camera prst="orthographicFront">
                <a:rot lat="20400000" lon="4800000" rev="197999"/>
              </a:camera>
              <a:lightRig rig="threePt" dir="t"/>
            </a:scene3d>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pic>
          <p:nvPicPr>
            <p:cNvPr id="42" name="Black 1x4"/>
            <p:cNvPicPr>
              <a:picLocks/>
            </p:cNvPicPr>
            <p:nvPr/>
          </p:nvPicPr>
          <p:blipFill>
            <a:blip r:embed="rId18" cstate="print">
              <a:extLst>
                <a:ext uri="{28A0092B-C50C-407E-A947-70E740481C1C}">
                  <a14:useLocalDpi xmlns:a14="http://schemas.microsoft.com/office/drawing/2010/main" val="0"/>
                </a:ext>
              </a:extLst>
            </a:blip>
            <a:stretch>
              <a:fillRect/>
            </a:stretch>
          </p:blipFill>
          <p:spPr>
            <a:xfrm>
              <a:off x="8725337" y="3917738"/>
              <a:ext cx="1554480" cy="539496"/>
            </a:xfrm>
            <a:prstGeom prst="rect">
              <a:avLst/>
            </a:prstGeom>
          </p:spPr>
        </p:pic>
        <p:sp>
          <p:nvSpPr>
            <p:cNvPr id="44" name="Shade"/>
            <p:cNvSpPr>
              <a:spLocks/>
            </p:cNvSpPr>
            <p:nvPr/>
          </p:nvSpPr>
          <p:spPr>
            <a:xfrm>
              <a:off x="8526780" y="4002151"/>
              <a:ext cx="502920" cy="374904"/>
            </a:xfrm>
            <a:prstGeom prst="rect">
              <a:avLst/>
            </a:prstGeom>
            <a:solidFill>
              <a:schemeClr val="tx1">
                <a:alpha val="50000"/>
              </a:schemeClr>
            </a:solidFill>
            <a:ln>
              <a:noFill/>
            </a:ln>
            <a:scene3d>
              <a:camera prst="orthographicFront">
                <a:rot lat="20400000" lon="4800000" rev="197999"/>
              </a:camera>
              <a:lightRig rig="threePt" dir="t"/>
            </a:scene3d>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pic>
          <p:nvPicPr>
            <p:cNvPr id="3" name="Black 1x2"/>
            <p:cNvPicPr>
              <a:picLocks/>
            </p:cNvPicPr>
            <p:nvPr/>
          </p:nvPicPr>
          <p:blipFill>
            <a:blip r:embed="rId19" cstate="print">
              <a:extLst>
                <a:ext uri="{28A0092B-C50C-407E-A947-70E740481C1C}">
                  <a14:useLocalDpi xmlns:a14="http://schemas.microsoft.com/office/drawing/2010/main" val="0"/>
                </a:ext>
              </a:extLst>
            </a:blip>
            <a:stretch>
              <a:fillRect/>
            </a:stretch>
          </p:blipFill>
          <p:spPr>
            <a:xfrm>
              <a:off x="7990269" y="3916427"/>
              <a:ext cx="832104" cy="534978"/>
            </a:xfrm>
            <a:prstGeom prst="rect">
              <a:avLst/>
            </a:prstGeom>
          </p:spPr>
        </p:pic>
        <p:sp>
          <p:nvSpPr>
            <p:cNvPr id="43" name="Shade"/>
            <p:cNvSpPr>
              <a:spLocks/>
            </p:cNvSpPr>
            <p:nvPr/>
          </p:nvSpPr>
          <p:spPr>
            <a:xfrm>
              <a:off x="7792720" y="3996436"/>
              <a:ext cx="502920" cy="374904"/>
            </a:xfrm>
            <a:prstGeom prst="rect">
              <a:avLst/>
            </a:prstGeom>
            <a:solidFill>
              <a:schemeClr val="tx1">
                <a:alpha val="50000"/>
              </a:schemeClr>
            </a:solidFill>
            <a:ln>
              <a:noFill/>
            </a:ln>
            <a:scene3d>
              <a:camera prst="orthographicFront">
                <a:rot lat="20400000" lon="4800000" rev="197999"/>
              </a:camera>
              <a:lightRig rig="threePt" dir="t"/>
            </a:scene3d>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pic>
          <p:nvPicPr>
            <p:cNvPr id="41" name="Black 1x4"/>
            <p:cNvPicPr>
              <a:picLocks/>
            </p:cNvPicPr>
            <p:nvPr/>
          </p:nvPicPr>
          <p:blipFill>
            <a:blip r:embed="rId18" cstate="print">
              <a:extLst>
                <a:ext uri="{28A0092B-C50C-407E-A947-70E740481C1C}">
                  <a14:useLocalDpi xmlns:a14="http://schemas.microsoft.com/office/drawing/2010/main" val="0"/>
                </a:ext>
              </a:extLst>
            </a:blip>
            <a:stretch>
              <a:fillRect/>
            </a:stretch>
          </p:blipFill>
          <p:spPr>
            <a:xfrm>
              <a:off x="6543678" y="3912409"/>
              <a:ext cx="1545336" cy="539496"/>
            </a:xfrm>
            <a:prstGeom prst="rect">
              <a:avLst/>
            </a:prstGeom>
          </p:spPr>
        </p:pic>
        <p:sp>
          <p:nvSpPr>
            <p:cNvPr id="47" name="Shade"/>
            <p:cNvSpPr>
              <a:spLocks/>
            </p:cNvSpPr>
            <p:nvPr/>
          </p:nvSpPr>
          <p:spPr>
            <a:xfrm>
              <a:off x="6367526" y="4002398"/>
              <a:ext cx="466344" cy="365760"/>
            </a:xfrm>
            <a:prstGeom prst="rect">
              <a:avLst/>
            </a:prstGeom>
            <a:solidFill>
              <a:schemeClr val="tx1">
                <a:alpha val="50000"/>
              </a:schemeClr>
            </a:solidFill>
            <a:ln>
              <a:noFill/>
            </a:ln>
            <a:scene3d>
              <a:camera prst="orthographicFront">
                <a:rot lat="20400000" lon="4800000" rev="197999"/>
              </a:camera>
              <a:lightRig rig="threePt" dir="t"/>
            </a:scene3d>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pic>
          <p:nvPicPr>
            <p:cNvPr id="38" name="Black 1x4"/>
            <p:cNvPicPr>
              <a:picLocks/>
            </p:cNvPicPr>
            <p:nvPr/>
          </p:nvPicPr>
          <p:blipFill>
            <a:blip r:embed="rId18" cstate="print">
              <a:extLst>
                <a:ext uri="{28A0092B-C50C-407E-A947-70E740481C1C}">
                  <a14:useLocalDpi xmlns:a14="http://schemas.microsoft.com/office/drawing/2010/main" val="0"/>
                </a:ext>
              </a:extLst>
            </a:blip>
            <a:stretch>
              <a:fillRect/>
            </a:stretch>
          </p:blipFill>
          <p:spPr>
            <a:xfrm>
              <a:off x="5102802" y="3909856"/>
              <a:ext cx="1545336" cy="539496"/>
            </a:xfrm>
            <a:prstGeom prst="rect">
              <a:avLst/>
            </a:prstGeom>
          </p:spPr>
        </p:pic>
        <p:sp>
          <p:nvSpPr>
            <p:cNvPr id="48" name="Shade"/>
            <p:cNvSpPr>
              <a:spLocks/>
            </p:cNvSpPr>
            <p:nvPr/>
          </p:nvSpPr>
          <p:spPr>
            <a:xfrm>
              <a:off x="4925060" y="4004056"/>
              <a:ext cx="466344" cy="365760"/>
            </a:xfrm>
            <a:prstGeom prst="rect">
              <a:avLst/>
            </a:prstGeom>
            <a:solidFill>
              <a:schemeClr val="tx1">
                <a:alpha val="50000"/>
              </a:schemeClr>
            </a:solidFill>
            <a:ln>
              <a:noFill/>
            </a:ln>
            <a:scene3d>
              <a:camera prst="orthographicFront">
                <a:rot lat="20400000" lon="4800000" rev="197999"/>
              </a:camera>
              <a:lightRig rig="threePt" dir="t"/>
            </a:scene3d>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pic>
          <p:nvPicPr>
            <p:cNvPr id="2" name="Black 1x4"/>
            <p:cNvPicPr>
              <a:picLocks/>
            </p:cNvPicPr>
            <p:nvPr/>
          </p:nvPicPr>
          <p:blipFill>
            <a:blip r:embed="rId18" cstate="print">
              <a:extLst>
                <a:ext uri="{28A0092B-C50C-407E-A947-70E740481C1C}">
                  <a14:useLocalDpi xmlns:a14="http://schemas.microsoft.com/office/drawing/2010/main" val="0"/>
                </a:ext>
              </a:extLst>
            </a:blip>
            <a:stretch>
              <a:fillRect/>
            </a:stretch>
          </p:blipFill>
          <p:spPr>
            <a:xfrm>
              <a:off x="3661927" y="3906918"/>
              <a:ext cx="1545336" cy="539496"/>
            </a:xfrm>
            <a:prstGeom prst="rect">
              <a:avLst/>
            </a:prstGeom>
          </p:spPr>
        </p:pic>
      </p:grpSp>
      <p:sp>
        <p:nvSpPr>
          <p:cNvPr id="21" name="Red Cap 3"/>
          <p:cNvSpPr>
            <a:spLocks noChangeAspect="1"/>
          </p:cNvSpPr>
          <p:nvPr/>
        </p:nvSpPr>
        <p:spPr>
          <a:xfrm>
            <a:off x="4267200" y="4343647"/>
            <a:ext cx="2907791" cy="1453896"/>
          </a:xfrm>
          <a:prstGeom prst="rect">
            <a:avLst/>
          </a:prstGeom>
          <a:solidFill>
            <a:srgbClr val="F4F4F4"/>
          </a:solidFill>
          <a:ln>
            <a:noFill/>
          </a:ln>
          <a:scene3d>
            <a:camera prst="orthographicFront">
              <a:rot lat="20400000" lon="21000000" rev="198000"/>
            </a:camera>
            <a:lightRig rig="balanced" dir="t"/>
          </a:scene3d>
          <a:sp3d extrusionH="165100" prstMaterial="metal">
            <a:bevelT w="19050" h="12700"/>
            <a:extrusionClr>
              <a:srgbClr val="F4F4F4"/>
            </a:extrusionClr>
          </a:sp3d>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sz="4400" spc="-200" dirty="0">
                <a:ln>
                  <a:solidFill>
                    <a:schemeClr val="tx1">
                      <a:lumMod val="85000"/>
                      <a:lumOff val="15000"/>
                    </a:schemeClr>
                  </a:solidFill>
                </a:ln>
                <a:solidFill>
                  <a:srgbClr val="DD1A21"/>
                </a:solidFill>
                <a:latin typeface="Poppins Medium" panose="00000600000000000000" pitchFamily="2" charset="0"/>
                <a:ea typeface="ZCOOL QingKe HuangYou" panose="00000500000000000000" pitchFamily="2" charset="0"/>
                <a:cs typeface="Poppins Medium" panose="00000600000000000000" pitchFamily="2" charset="0"/>
              </a:rPr>
              <a:t>Your Text</a:t>
            </a:r>
          </a:p>
        </p:txBody>
      </p:sp>
      <p:pic>
        <p:nvPicPr>
          <p:cNvPr id="23" name="Red Bricks 4"/>
          <p:cNvPicPr>
            <a:picLocks noChangeAspect="1"/>
          </p:cNvPicPr>
          <p:nvPr/>
        </p:nvPicPr>
        <p:blipFill>
          <a:blip r:embed="rId16" cstate="print">
            <a:extLst>
              <a:ext uri="{28A0092B-C50C-407E-A947-70E740481C1C}">
                <a14:useLocalDpi xmlns:a14="http://schemas.microsoft.com/office/drawing/2010/main" val="0"/>
              </a:ext>
            </a:extLst>
          </a:blip>
          <a:stretch>
            <a:fillRect/>
          </a:stretch>
        </p:blipFill>
        <p:spPr>
          <a:xfrm>
            <a:off x="3824019" y="6157175"/>
            <a:ext cx="3461795" cy="1724154"/>
          </a:xfrm>
          <a:prstGeom prst="rect">
            <a:avLst/>
          </a:prstGeom>
        </p:spPr>
      </p:pic>
      <p:sp>
        <p:nvSpPr>
          <p:cNvPr id="24" name="Red Cap 4"/>
          <p:cNvSpPr>
            <a:spLocks noChangeAspect="1"/>
          </p:cNvSpPr>
          <p:nvPr/>
        </p:nvSpPr>
        <p:spPr>
          <a:xfrm>
            <a:off x="4389629" y="6048972"/>
            <a:ext cx="2907791" cy="1453896"/>
          </a:xfrm>
          <a:prstGeom prst="rect">
            <a:avLst/>
          </a:prstGeom>
          <a:solidFill>
            <a:srgbClr val="F4F4F4"/>
          </a:solidFill>
          <a:ln>
            <a:noFill/>
          </a:ln>
          <a:scene3d>
            <a:camera prst="orthographicFront">
              <a:rot lat="20400000" lon="21000000" rev="198000"/>
            </a:camera>
            <a:lightRig rig="balanced" dir="t"/>
          </a:scene3d>
          <a:sp3d extrusionH="165100" prstMaterial="metal">
            <a:bevelT w="19050" h="12700"/>
            <a:extrusionClr>
              <a:srgbClr val="F4F4F4"/>
            </a:extrusionClr>
          </a:sp3d>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sz="4400" spc="-200" dirty="0">
                <a:ln>
                  <a:solidFill>
                    <a:schemeClr val="tx1">
                      <a:lumMod val="85000"/>
                      <a:lumOff val="15000"/>
                    </a:schemeClr>
                  </a:solidFill>
                </a:ln>
                <a:solidFill>
                  <a:srgbClr val="DD1A21"/>
                </a:solidFill>
                <a:latin typeface="Poppins Medium" panose="00000600000000000000" pitchFamily="2" charset="0"/>
                <a:ea typeface="ZCOOL QingKe HuangYou" panose="00000500000000000000" pitchFamily="2" charset="0"/>
                <a:cs typeface="Poppins Medium" panose="00000600000000000000" pitchFamily="2" charset="0"/>
              </a:rPr>
              <a:t>Your Text</a:t>
            </a:r>
          </a:p>
        </p:txBody>
      </p:sp>
      <p:pic>
        <p:nvPicPr>
          <p:cNvPr id="33" name="Green Bricks 3"/>
          <p:cNvPicPr>
            <a:picLocks noChangeAspect="1"/>
          </p:cNvPicPr>
          <p:nvPr/>
        </p:nvPicPr>
        <p:blipFill>
          <a:blip r:embed="rId17" cstate="print">
            <a:extLst>
              <a:ext uri="{28A0092B-C50C-407E-A947-70E740481C1C}">
                <a14:useLocalDpi xmlns:a14="http://schemas.microsoft.com/office/drawing/2010/main" val="0"/>
              </a:ext>
            </a:extLst>
          </a:blip>
          <a:stretch>
            <a:fillRect/>
          </a:stretch>
        </p:blipFill>
        <p:spPr>
          <a:xfrm>
            <a:off x="9526095" y="4456170"/>
            <a:ext cx="3456007" cy="1724155"/>
          </a:xfrm>
          <a:prstGeom prst="rect">
            <a:avLst/>
          </a:prstGeom>
        </p:spPr>
      </p:pic>
      <p:sp>
        <p:nvSpPr>
          <p:cNvPr id="34" name="Green Cap 3"/>
          <p:cNvSpPr>
            <a:spLocks noChangeAspect="1"/>
          </p:cNvSpPr>
          <p:nvPr/>
        </p:nvSpPr>
        <p:spPr>
          <a:xfrm>
            <a:off x="10091929" y="4347967"/>
            <a:ext cx="2907791" cy="1453896"/>
          </a:xfrm>
          <a:prstGeom prst="rect">
            <a:avLst/>
          </a:prstGeom>
          <a:solidFill>
            <a:srgbClr val="F4F4F4"/>
          </a:solidFill>
          <a:ln>
            <a:noFill/>
          </a:ln>
          <a:scene3d>
            <a:camera prst="orthographicFront">
              <a:rot lat="20400000" lon="21000000" rev="198000"/>
            </a:camera>
            <a:lightRig rig="balanced" dir="t"/>
          </a:scene3d>
          <a:sp3d extrusionH="165100" prstMaterial="metal">
            <a:bevelT w="19050" h="12700"/>
            <a:extrusionClr>
              <a:srgbClr val="F4F4F4"/>
            </a:extrusionClr>
          </a:sp3d>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sz="4400" spc="-200" dirty="0">
                <a:ln>
                  <a:solidFill>
                    <a:schemeClr val="tx1">
                      <a:lumMod val="85000"/>
                      <a:lumOff val="15000"/>
                    </a:schemeClr>
                  </a:solidFill>
                </a:ln>
                <a:solidFill>
                  <a:srgbClr val="04A043"/>
                </a:solidFill>
                <a:latin typeface="Poppins Medium" panose="00000600000000000000" pitchFamily="2" charset="0"/>
                <a:ea typeface="ZCOOL QingKe HuangYou" panose="00000500000000000000" pitchFamily="2" charset="0"/>
                <a:cs typeface="Poppins Medium" panose="00000600000000000000" pitchFamily="2" charset="0"/>
              </a:rPr>
              <a:t>Your Text</a:t>
            </a:r>
          </a:p>
        </p:txBody>
      </p:sp>
      <p:pic>
        <p:nvPicPr>
          <p:cNvPr id="36" name="Green Bricks 4"/>
          <p:cNvPicPr>
            <a:picLocks noChangeAspect="1"/>
          </p:cNvPicPr>
          <p:nvPr/>
        </p:nvPicPr>
        <p:blipFill>
          <a:blip r:embed="rId17" cstate="print">
            <a:extLst>
              <a:ext uri="{28A0092B-C50C-407E-A947-70E740481C1C}">
                <a14:useLocalDpi xmlns:a14="http://schemas.microsoft.com/office/drawing/2010/main" val="0"/>
              </a:ext>
            </a:extLst>
          </a:blip>
          <a:stretch>
            <a:fillRect/>
          </a:stretch>
        </p:blipFill>
        <p:spPr>
          <a:xfrm>
            <a:off x="9624953" y="6178006"/>
            <a:ext cx="3456007" cy="1724155"/>
          </a:xfrm>
          <a:prstGeom prst="rect">
            <a:avLst/>
          </a:prstGeom>
        </p:spPr>
      </p:pic>
      <p:sp>
        <p:nvSpPr>
          <p:cNvPr id="37" name="Green Cap 4"/>
          <p:cNvSpPr>
            <a:spLocks noChangeAspect="1"/>
          </p:cNvSpPr>
          <p:nvPr/>
        </p:nvSpPr>
        <p:spPr>
          <a:xfrm>
            <a:off x="10190989" y="6069803"/>
            <a:ext cx="2907791" cy="1453896"/>
          </a:xfrm>
          <a:prstGeom prst="rect">
            <a:avLst/>
          </a:prstGeom>
          <a:solidFill>
            <a:srgbClr val="F4F4F4"/>
          </a:solidFill>
          <a:ln>
            <a:noFill/>
          </a:ln>
          <a:scene3d>
            <a:camera prst="orthographicFront">
              <a:rot lat="20400000" lon="21000000" rev="198000"/>
            </a:camera>
            <a:lightRig rig="balanced" dir="t"/>
          </a:scene3d>
          <a:sp3d extrusionH="165100" prstMaterial="metal">
            <a:bevelT w="19050" h="12700"/>
            <a:extrusionClr>
              <a:srgbClr val="F4F4F4"/>
            </a:extrusionClr>
          </a:sp3d>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sz="4400" spc="-200" dirty="0">
                <a:ln>
                  <a:solidFill>
                    <a:schemeClr val="tx1">
                      <a:lumMod val="85000"/>
                      <a:lumOff val="15000"/>
                    </a:schemeClr>
                  </a:solidFill>
                </a:ln>
                <a:solidFill>
                  <a:srgbClr val="04A043"/>
                </a:solidFill>
                <a:latin typeface="Poppins Medium" panose="00000600000000000000" pitchFamily="2" charset="0"/>
                <a:ea typeface="ZCOOL QingKe HuangYou" panose="00000500000000000000" pitchFamily="2" charset="0"/>
                <a:cs typeface="Poppins Medium" panose="00000600000000000000" pitchFamily="2" charset="0"/>
              </a:rPr>
              <a:t>Your Text</a:t>
            </a:r>
          </a:p>
        </p:txBody>
      </p:sp>
      <p:pic>
        <p:nvPicPr>
          <p:cNvPr id="63" name="Points Reveal 1.mp3">
            <a:hlinkClick r:id="" action="ppaction://media"/>
          </p:cNvPr>
          <p:cNvPicPr>
            <a:picLocks noChangeAspect="1"/>
          </p:cNvPicPr>
          <p:nvPr>
            <a:audioFile r:link="rId2"/>
            <p:extLst>
              <p:ext uri="{DAA4B4D4-6D71-4841-9C94-3DE7FCFB9230}">
                <p14:media xmlns:p14="http://schemas.microsoft.com/office/powerpoint/2010/main" r:embed="rId1"/>
              </p:ext>
            </p:extLst>
          </p:nvPr>
        </p:nvPicPr>
        <p:blipFill>
          <a:blip r:embed="rId20"/>
          <a:stretch>
            <a:fillRect/>
          </a:stretch>
        </p:blipFill>
        <p:spPr>
          <a:xfrm>
            <a:off x="1905000" y="8528098"/>
            <a:ext cx="487363" cy="487363"/>
          </a:xfrm>
          <a:prstGeom prst="rect">
            <a:avLst/>
          </a:prstGeom>
        </p:spPr>
      </p:pic>
      <p:pic>
        <p:nvPicPr>
          <p:cNvPr id="64" name="Points Reveal 2.mp3">
            <a:hlinkClick r:id="" action="ppaction://media"/>
          </p:cNvPr>
          <p:cNvPicPr>
            <a:picLocks noChangeAspect="1"/>
          </p:cNvPicPr>
          <p:nvPr>
            <a:audioFile r:link="rId4"/>
            <p:extLst>
              <p:ext uri="{DAA4B4D4-6D71-4841-9C94-3DE7FCFB9230}">
                <p14:media xmlns:p14="http://schemas.microsoft.com/office/powerpoint/2010/main" r:embed="rId3"/>
              </p:ext>
            </p:extLst>
          </p:nvPr>
        </p:nvPicPr>
        <p:blipFill>
          <a:blip r:embed="rId20"/>
          <a:stretch>
            <a:fillRect/>
          </a:stretch>
        </p:blipFill>
        <p:spPr>
          <a:xfrm>
            <a:off x="2743200" y="8534400"/>
            <a:ext cx="487363" cy="487363"/>
          </a:xfrm>
          <a:prstGeom prst="rect">
            <a:avLst/>
          </a:prstGeom>
        </p:spPr>
      </p:pic>
      <p:pic>
        <p:nvPicPr>
          <p:cNvPr id="28" name="gold piece sequence (5 pieces) 2 (leandri140029).mp3">
            <a:hlinkClick r:id="" action="ppaction://media"/>
          </p:cNvPr>
          <p:cNvPicPr>
            <a:picLocks noChangeAspect="1"/>
          </p:cNvPicPr>
          <p:nvPr>
            <a:audioFile r:link="rId6"/>
            <p:extLst>
              <p:ext uri="{DAA4B4D4-6D71-4841-9C94-3DE7FCFB9230}">
                <p14:media xmlns:p14="http://schemas.microsoft.com/office/powerpoint/2010/main" r:embed="rId5"/>
              </p:ext>
            </p:extLst>
          </p:nvPr>
        </p:nvPicPr>
        <p:blipFill>
          <a:blip r:embed="rId21"/>
          <a:stretch>
            <a:fillRect/>
          </a:stretch>
        </p:blipFill>
        <p:spPr>
          <a:xfrm>
            <a:off x="7650847" y="8534398"/>
            <a:ext cx="487363" cy="487363"/>
          </a:xfrm>
          <a:prstGeom prst="rect">
            <a:avLst/>
          </a:prstGeom>
        </p:spPr>
      </p:pic>
      <p:pic>
        <p:nvPicPr>
          <p:cNvPr id="49" name="Aligned.mp3">
            <a:hlinkClick r:id="" action="ppaction://media"/>
          </p:cNvPr>
          <p:cNvPicPr>
            <a:picLocks noChangeAspect="1"/>
          </p:cNvPicPr>
          <p:nvPr>
            <a:audioFile r:link="rId8"/>
            <p:extLst>
              <p:ext uri="{DAA4B4D4-6D71-4841-9C94-3DE7FCFB9230}">
                <p14:media xmlns:p14="http://schemas.microsoft.com/office/powerpoint/2010/main" r:embed="rId7"/>
              </p:ext>
            </p:extLst>
          </p:nvPr>
        </p:nvPicPr>
        <p:blipFill>
          <a:blip r:embed="rId22"/>
          <a:stretch>
            <a:fillRect/>
          </a:stretch>
        </p:blipFill>
        <p:spPr>
          <a:xfrm>
            <a:off x="4794563" y="8534400"/>
            <a:ext cx="487363" cy="487363"/>
          </a:xfrm>
          <a:prstGeom prst="rect">
            <a:avLst/>
          </a:prstGeom>
        </p:spPr>
      </p:pic>
      <p:pic>
        <p:nvPicPr>
          <p:cNvPr id="50" name="gold piece sequence (4 pieces) 1 (leandri140029).mp3">
            <a:hlinkClick r:id="" action="ppaction://media"/>
          </p:cNvPr>
          <p:cNvPicPr>
            <a:picLocks noChangeAspect="1"/>
          </p:cNvPicPr>
          <p:nvPr>
            <a:audioFile r:link="rId10"/>
            <p:extLst>
              <p:ext uri="{DAA4B4D4-6D71-4841-9C94-3DE7FCFB9230}">
                <p14:media xmlns:p14="http://schemas.microsoft.com/office/powerpoint/2010/main" r:embed="rId9"/>
              </p:ext>
            </p:extLst>
          </p:nvPr>
        </p:nvPicPr>
        <p:blipFill>
          <a:blip r:embed="rId23"/>
          <a:stretch>
            <a:fillRect/>
          </a:stretch>
        </p:blipFill>
        <p:spPr>
          <a:xfrm>
            <a:off x="6062695" y="8528097"/>
            <a:ext cx="487363" cy="487363"/>
          </a:xfrm>
          <a:prstGeom prst="rect">
            <a:avLst/>
          </a:prstGeom>
        </p:spPr>
      </p:pic>
      <p:pic>
        <p:nvPicPr>
          <p:cNvPr id="51" name="Gold Coin 1"/>
          <p:cNvPicPr>
            <a:picLocks noChangeAspect="1"/>
          </p:cNvPicPr>
          <p:nvPr/>
        </p:nvPicPr>
        <p:blipFill>
          <a:blip r:embed="rId24" cstate="print">
            <a:extLst>
              <a:ext uri="{28A0092B-C50C-407E-A947-70E740481C1C}">
                <a14:useLocalDpi xmlns:a14="http://schemas.microsoft.com/office/drawing/2010/main" val="0"/>
              </a:ext>
            </a:extLst>
          </a:blip>
          <a:stretch>
            <a:fillRect/>
          </a:stretch>
        </p:blipFill>
        <p:spPr>
          <a:xfrm>
            <a:off x="7067316" y="262737"/>
            <a:ext cx="400420" cy="374904"/>
          </a:xfrm>
          <a:prstGeom prst="rect">
            <a:avLst/>
          </a:prstGeom>
        </p:spPr>
      </p:pic>
      <p:pic>
        <p:nvPicPr>
          <p:cNvPr id="52" name="Gold Coin 2"/>
          <p:cNvPicPr>
            <a:picLocks noChangeAspect="1"/>
          </p:cNvPicPr>
          <p:nvPr/>
        </p:nvPicPr>
        <p:blipFill>
          <a:blip r:embed="rId24" cstate="print">
            <a:extLst>
              <a:ext uri="{28A0092B-C50C-407E-A947-70E740481C1C}">
                <a14:useLocalDpi xmlns:a14="http://schemas.microsoft.com/office/drawing/2010/main" val="0"/>
              </a:ext>
            </a:extLst>
          </a:blip>
          <a:stretch>
            <a:fillRect/>
          </a:stretch>
        </p:blipFill>
        <p:spPr>
          <a:xfrm>
            <a:off x="7795202" y="268833"/>
            <a:ext cx="400420" cy="374904"/>
          </a:xfrm>
          <a:prstGeom prst="rect">
            <a:avLst/>
          </a:prstGeom>
        </p:spPr>
      </p:pic>
      <p:pic>
        <p:nvPicPr>
          <p:cNvPr id="56" name="Gold Coin 1">
            <a:extLst>
              <a:ext uri="{FF2B5EF4-FFF2-40B4-BE49-F238E27FC236}">
                <a16:creationId xmlns:a16="http://schemas.microsoft.com/office/drawing/2014/main" id="{26103899-77E1-70D7-89CA-9C3AC63071C4}"/>
              </a:ext>
            </a:extLst>
          </p:cNvPr>
          <p:cNvPicPr>
            <a:picLocks noChangeAspect="1"/>
          </p:cNvPicPr>
          <p:nvPr/>
        </p:nvPicPr>
        <p:blipFill>
          <a:blip r:embed="rId24" cstate="print">
            <a:extLst>
              <a:ext uri="{28A0092B-C50C-407E-A947-70E740481C1C}">
                <a14:useLocalDpi xmlns:a14="http://schemas.microsoft.com/office/drawing/2010/main" val="0"/>
              </a:ext>
            </a:extLst>
          </a:blip>
          <a:stretch>
            <a:fillRect/>
          </a:stretch>
        </p:blipFill>
        <p:spPr>
          <a:xfrm>
            <a:off x="7166643" y="1993016"/>
            <a:ext cx="400420" cy="374904"/>
          </a:xfrm>
          <a:prstGeom prst="rect">
            <a:avLst/>
          </a:prstGeom>
        </p:spPr>
      </p:pic>
      <p:pic>
        <p:nvPicPr>
          <p:cNvPr id="57" name="Gold Coin 2">
            <a:extLst>
              <a:ext uri="{FF2B5EF4-FFF2-40B4-BE49-F238E27FC236}">
                <a16:creationId xmlns:a16="http://schemas.microsoft.com/office/drawing/2014/main" id="{CA2FE3A8-15E2-764C-B5A0-1B4E8E1D117F}"/>
              </a:ext>
            </a:extLst>
          </p:cNvPr>
          <p:cNvPicPr>
            <a:picLocks noChangeAspect="1"/>
          </p:cNvPicPr>
          <p:nvPr/>
        </p:nvPicPr>
        <p:blipFill>
          <a:blip r:embed="rId24" cstate="print">
            <a:extLst>
              <a:ext uri="{28A0092B-C50C-407E-A947-70E740481C1C}">
                <a14:useLocalDpi xmlns:a14="http://schemas.microsoft.com/office/drawing/2010/main" val="0"/>
              </a:ext>
            </a:extLst>
          </a:blip>
          <a:stretch>
            <a:fillRect/>
          </a:stretch>
        </p:blipFill>
        <p:spPr>
          <a:xfrm>
            <a:off x="7894529" y="1999112"/>
            <a:ext cx="400420" cy="374904"/>
          </a:xfrm>
          <a:prstGeom prst="rect">
            <a:avLst/>
          </a:prstGeom>
        </p:spPr>
      </p:pic>
      <p:pic>
        <p:nvPicPr>
          <p:cNvPr id="58" name="Gold Coin 3">
            <a:extLst>
              <a:ext uri="{FF2B5EF4-FFF2-40B4-BE49-F238E27FC236}">
                <a16:creationId xmlns:a16="http://schemas.microsoft.com/office/drawing/2014/main" id="{8D7CD4DD-054C-DA48-CC76-89FCC2486090}"/>
              </a:ext>
            </a:extLst>
          </p:cNvPr>
          <p:cNvPicPr>
            <a:picLocks noChangeAspect="1"/>
          </p:cNvPicPr>
          <p:nvPr/>
        </p:nvPicPr>
        <p:blipFill>
          <a:blip r:embed="rId24" cstate="print">
            <a:extLst>
              <a:ext uri="{28A0092B-C50C-407E-A947-70E740481C1C}">
                <a14:useLocalDpi xmlns:a14="http://schemas.microsoft.com/office/drawing/2010/main" val="0"/>
              </a:ext>
            </a:extLst>
          </a:blip>
          <a:stretch>
            <a:fillRect/>
          </a:stretch>
        </p:blipFill>
        <p:spPr>
          <a:xfrm>
            <a:off x="7202125" y="2689263"/>
            <a:ext cx="400420" cy="374904"/>
          </a:xfrm>
          <a:prstGeom prst="rect">
            <a:avLst/>
          </a:prstGeom>
        </p:spPr>
      </p:pic>
      <p:pic>
        <p:nvPicPr>
          <p:cNvPr id="61" name="Gold Coin 1">
            <a:extLst>
              <a:ext uri="{FF2B5EF4-FFF2-40B4-BE49-F238E27FC236}">
                <a16:creationId xmlns:a16="http://schemas.microsoft.com/office/drawing/2014/main" id="{A6F20320-E142-964A-8DDD-BC9C07BC7595}"/>
              </a:ext>
            </a:extLst>
          </p:cNvPr>
          <p:cNvPicPr>
            <a:picLocks noChangeAspect="1"/>
          </p:cNvPicPr>
          <p:nvPr/>
        </p:nvPicPr>
        <p:blipFill>
          <a:blip r:embed="rId24" cstate="print">
            <a:extLst>
              <a:ext uri="{28A0092B-C50C-407E-A947-70E740481C1C}">
                <a14:useLocalDpi xmlns:a14="http://schemas.microsoft.com/office/drawing/2010/main" val="0"/>
              </a:ext>
            </a:extLst>
          </a:blip>
          <a:stretch>
            <a:fillRect/>
          </a:stretch>
        </p:blipFill>
        <p:spPr>
          <a:xfrm>
            <a:off x="7299834" y="4402858"/>
            <a:ext cx="400420" cy="374904"/>
          </a:xfrm>
          <a:prstGeom prst="rect">
            <a:avLst/>
          </a:prstGeom>
        </p:spPr>
      </p:pic>
      <p:pic>
        <p:nvPicPr>
          <p:cNvPr id="62" name="Gold Coin 2">
            <a:extLst>
              <a:ext uri="{FF2B5EF4-FFF2-40B4-BE49-F238E27FC236}">
                <a16:creationId xmlns:a16="http://schemas.microsoft.com/office/drawing/2014/main" id="{B320D66F-7221-2FD2-1BED-E8CB07004512}"/>
              </a:ext>
            </a:extLst>
          </p:cNvPr>
          <p:cNvPicPr>
            <a:picLocks noChangeAspect="1"/>
          </p:cNvPicPr>
          <p:nvPr/>
        </p:nvPicPr>
        <p:blipFill>
          <a:blip r:embed="rId24" cstate="print">
            <a:extLst>
              <a:ext uri="{28A0092B-C50C-407E-A947-70E740481C1C}">
                <a14:useLocalDpi xmlns:a14="http://schemas.microsoft.com/office/drawing/2010/main" val="0"/>
              </a:ext>
            </a:extLst>
          </a:blip>
          <a:stretch>
            <a:fillRect/>
          </a:stretch>
        </p:blipFill>
        <p:spPr>
          <a:xfrm>
            <a:off x="8027720" y="4408954"/>
            <a:ext cx="400420" cy="374904"/>
          </a:xfrm>
          <a:prstGeom prst="rect">
            <a:avLst/>
          </a:prstGeom>
        </p:spPr>
      </p:pic>
      <p:pic>
        <p:nvPicPr>
          <p:cNvPr id="66" name="Gold Coin 3">
            <a:extLst>
              <a:ext uri="{FF2B5EF4-FFF2-40B4-BE49-F238E27FC236}">
                <a16:creationId xmlns:a16="http://schemas.microsoft.com/office/drawing/2014/main" id="{88764D99-C1B4-5F7C-557A-11608182B184}"/>
              </a:ext>
            </a:extLst>
          </p:cNvPr>
          <p:cNvPicPr>
            <a:picLocks noChangeAspect="1"/>
          </p:cNvPicPr>
          <p:nvPr/>
        </p:nvPicPr>
        <p:blipFill>
          <a:blip r:embed="rId24" cstate="print">
            <a:extLst>
              <a:ext uri="{28A0092B-C50C-407E-A947-70E740481C1C}">
                <a14:useLocalDpi xmlns:a14="http://schemas.microsoft.com/office/drawing/2010/main" val="0"/>
              </a:ext>
            </a:extLst>
          </a:blip>
          <a:stretch>
            <a:fillRect/>
          </a:stretch>
        </p:blipFill>
        <p:spPr>
          <a:xfrm>
            <a:off x="7335316" y="5099105"/>
            <a:ext cx="400420" cy="374904"/>
          </a:xfrm>
          <a:prstGeom prst="rect">
            <a:avLst/>
          </a:prstGeom>
        </p:spPr>
      </p:pic>
      <p:pic>
        <p:nvPicPr>
          <p:cNvPr id="69" name="Gold Coin 1">
            <a:extLst>
              <a:ext uri="{FF2B5EF4-FFF2-40B4-BE49-F238E27FC236}">
                <a16:creationId xmlns:a16="http://schemas.microsoft.com/office/drawing/2014/main" id="{1CF3B381-CFC2-3BA3-00A6-178102C96F29}"/>
              </a:ext>
            </a:extLst>
          </p:cNvPr>
          <p:cNvPicPr>
            <a:picLocks noChangeAspect="1"/>
          </p:cNvPicPr>
          <p:nvPr/>
        </p:nvPicPr>
        <p:blipFill>
          <a:blip r:embed="rId24" cstate="print">
            <a:extLst>
              <a:ext uri="{28A0092B-C50C-407E-A947-70E740481C1C}">
                <a14:useLocalDpi xmlns:a14="http://schemas.microsoft.com/office/drawing/2010/main" val="0"/>
              </a:ext>
            </a:extLst>
          </a:blip>
          <a:stretch>
            <a:fillRect/>
          </a:stretch>
        </p:blipFill>
        <p:spPr>
          <a:xfrm>
            <a:off x="7392089" y="6121509"/>
            <a:ext cx="400420" cy="374904"/>
          </a:xfrm>
          <a:prstGeom prst="rect">
            <a:avLst/>
          </a:prstGeom>
        </p:spPr>
      </p:pic>
      <p:pic>
        <p:nvPicPr>
          <p:cNvPr id="70" name="Gold Coin 2">
            <a:extLst>
              <a:ext uri="{FF2B5EF4-FFF2-40B4-BE49-F238E27FC236}">
                <a16:creationId xmlns:a16="http://schemas.microsoft.com/office/drawing/2014/main" id="{4DDDBB6F-F44D-1843-437B-13C09BE68B82}"/>
              </a:ext>
            </a:extLst>
          </p:cNvPr>
          <p:cNvPicPr>
            <a:picLocks noChangeAspect="1"/>
          </p:cNvPicPr>
          <p:nvPr/>
        </p:nvPicPr>
        <p:blipFill>
          <a:blip r:embed="rId24" cstate="print">
            <a:extLst>
              <a:ext uri="{28A0092B-C50C-407E-A947-70E740481C1C}">
                <a14:useLocalDpi xmlns:a14="http://schemas.microsoft.com/office/drawing/2010/main" val="0"/>
              </a:ext>
            </a:extLst>
          </a:blip>
          <a:stretch>
            <a:fillRect/>
          </a:stretch>
        </p:blipFill>
        <p:spPr>
          <a:xfrm>
            <a:off x="8119975" y="6127605"/>
            <a:ext cx="400420" cy="374904"/>
          </a:xfrm>
          <a:prstGeom prst="rect">
            <a:avLst/>
          </a:prstGeom>
        </p:spPr>
      </p:pic>
      <p:pic>
        <p:nvPicPr>
          <p:cNvPr id="71" name="Gold Coin 3">
            <a:extLst>
              <a:ext uri="{FF2B5EF4-FFF2-40B4-BE49-F238E27FC236}">
                <a16:creationId xmlns:a16="http://schemas.microsoft.com/office/drawing/2014/main" id="{548EC84E-C3E3-F2B2-0A96-723408C030AB}"/>
              </a:ext>
            </a:extLst>
          </p:cNvPr>
          <p:cNvPicPr>
            <a:picLocks noChangeAspect="1"/>
          </p:cNvPicPr>
          <p:nvPr/>
        </p:nvPicPr>
        <p:blipFill>
          <a:blip r:embed="rId24" cstate="print">
            <a:extLst>
              <a:ext uri="{28A0092B-C50C-407E-A947-70E740481C1C}">
                <a14:useLocalDpi xmlns:a14="http://schemas.microsoft.com/office/drawing/2010/main" val="0"/>
              </a:ext>
            </a:extLst>
          </a:blip>
          <a:stretch>
            <a:fillRect/>
          </a:stretch>
        </p:blipFill>
        <p:spPr>
          <a:xfrm>
            <a:off x="7427571" y="6817756"/>
            <a:ext cx="400420" cy="374904"/>
          </a:xfrm>
          <a:prstGeom prst="rect">
            <a:avLst/>
          </a:prstGeom>
        </p:spPr>
      </p:pic>
      <p:pic>
        <p:nvPicPr>
          <p:cNvPr id="72" name="Gold Coin 4">
            <a:extLst>
              <a:ext uri="{FF2B5EF4-FFF2-40B4-BE49-F238E27FC236}">
                <a16:creationId xmlns:a16="http://schemas.microsoft.com/office/drawing/2014/main" id="{440904C7-8DA0-FE06-40A6-D21B894BD3A2}"/>
              </a:ext>
            </a:extLst>
          </p:cNvPr>
          <p:cNvPicPr>
            <a:picLocks noChangeAspect="1"/>
          </p:cNvPicPr>
          <p:nvPr/>
        </p:nvPicPr>
        <p:blipFill>
          <a:blip r:embed="rId24" cstate="print">
            <a:extLst>
              <a:ext uri="{28A0092B-C50C-407E-A947-70E740481C1C}">
                <a14:useLocalDpi xmlns:a14="http://schemas.microsoft.com/office/drawing/2010/main" val="0"/>
              </a:ext>
            </a:extLst>
          </a:blip>
          <a:stretch>
            <a:fillRect/>
          </a:stretch>
        </p:blipFill>
        <p:spPr>
          <a:xfrm>
            <a:off x="8156551" y="6823852"/>
            <a:ext cx="400420" cy="374904"/>
          </a:xfrm>
          <a:prstGeom prst="rect">
            <a:avLst/>
          </a:prstGeom>
        </p:spPr>
      </p:pic>
      <p:pic>
        <p:nvPicPr>
          <p:cNvPr id="74" name="Gold Coin 1">
            <a:extLst>
              <a:ext uri="{FF2B5EF4-FFF2-40B4-BE49-F238E27FC236}">
                <a16:creationId xmlns:a16="http://schemas.microsoft.com/office/drawing/2014/main" id="{7B4EC529-DF0C-587C-0FB1-0B9D44C9A3F7}"/>
              </a:ext>
            </a:extLst>
          </p:cNvPr>
          <p:cNvPicPr>
            <a:picLocks noChangeAspect="1"/>
          </p:cNvPicPr>
          <p:nvPr/>
        </p:nvPicPr>
        <p:blipFill>
          <a:blip r:embed="rId24" cstate="print">
            <a:extLst>
              <a:ext uri="{28A0092B-C50C-407E-A947-70E740481C1C}">
                <a14:useLocalDpi xmlns:a14="http://schemas.microsoft.com/office/drawing/2010/main" val="0"/>
              </a:ext>
            </a:extLst>
          </a:blip>
          <a:stretch>
            <a:fillRect/>
          </a:stretch>
        </p:blipFill>
        <p:spPr>
          <a:xfrm>
            <a:off x="12861305" y="270930"/>
            <a:ext cx="400420" cy="374904"/>
          </a:xfrm>
          <a:prstGeom prst="rect">
            <a:avLst/>
          </a:prstGeom>
        </p:spPr>
      </p:pic>
      <p:pic>
        <p:nvPicPr>
          <p:cNvPr id="75" name="Gold Coin 2">
            <a:extLst>
              <a:ext uri="{FF2B5EF4-FFF2-40B4-BE49-F238E27FC236}">
                <a16:creationId xmlns:a16="http://schemas.microsoft.com/office/drawing/2014/main" id="{DB723EEB-5B26-7647-4195-2227B5FFB321}"/>
              </a:ext>
            </a:extLst>
          </p:cNvPr>
          <p:cNvPicPr>
            <a:picLocks noChangeAspect="1"/>
          </p:cNvPicPr>
          <p:nvPr/>
        </p:nvPicPr>
        <p:blipFill>
          <a:blip r:embed="rId24" cstate="print">
            <a:extLst>
              <a:ext uri="{28A0092B-C50C-407E-A947-70E740481C1C}">
                <a14:useLocalDpi xmlns:a14="http://schemas.microsoft.com/office/drawing/2010/main" val="0"/>
              </a:ext>
            </a:extLst>
          </a:blip>
          <a:stretch>
            <a:fillRect/>
          </a:stretch>
        </p:blipFill>
        <p:spPr>
          <a:xfrm>
            <a:off x="13589191" y="277026"/>
            <a:ext cx="400420" cy="374904"/>
          </a:xfrm>
          <a:prstGeom prst="rect">
            <a:avLst/>
          </a:prstGeom>
        </p:spPr>
      </p:pic>
      <p:pic>
        <p:nvPicPr>
          <p:cNvPr id="76" name="Gold Coin 3">
            <a:extLst>
              <a:ext uri="{FF2B5EF4-FFF2-40B4-BE49-F238E27FC236}">
                <a16:creationId xmlns:a16="http://schemas.microsoft.com/office/drawing/2014/main" id="{3E9EBC7F-69A5-5222-D07E-5631D84741FB}"/>
              </a:ext>
            </a:extLst>
          </p:cNvPr>
          <p:cNvPicPr>
            <a:picLocks noChangeAspect="1"/>
          </p:cNvPicPr>
          <p:nvPr/>
        </p:nvPicPr>
        <p:blipFill>
          <a:blip r:embed="rId24" cstate="print">
            <a:extLst>
              <a:ext uri="{28A0092B-C50C-407E-A947-70E740481C1C}">
                <a14:useLocalDpi xmlns:a14="http://schemas.microsoft.com/office/drawing/2010/main" val="0"/>
              </a:ext>
            </a:extLst>
          </a:blip>
          <a:stretch>
            <a:fillRect/>
          </a:stretch>
        </p:blipFill>
        <p:spPr>
          <a:xfrm>
            <a:off x="12896787" y="967177"/>
            <a:ext cx="400420" cy="374904"/>
          </a:xfrm>
          <a:prstGeom prst="rect">
            <a:avLst/>
          </a:prstGeom>
        </p:spPr>
      </p:pic>
      <p:pic>
        <p:nvPicPr>
          <p:cNvPr id="77" name="Gold Coin 4">
            <a:extLst>
              <a:ext uri="{FF2B5EF4-FFF2-40B4-BE49-F238E27FC236}">
                <a16:creationId xmlns:a16="http://schemas.microsoft.com/office/drawing/2014/main" id="{7A0073A5-67A7-C3EE-D3A6-D2B9E232C013}"/>
              </a:ext>
            </a:extLst>
          </p:cNvPr>
          <p:cNvPicPr>
            <a:picLocks noChangeAspect="1"/>
          </p:cNvPicPr>
          <p:nvPr/>
        </p:nvPicPr>
        <p:blipFill>
          <a:blip r:embed="rId24" cstate="print">
            <a:extLst>
              <a:ext uri="{28A0092B-C50C-407E-A947-70E740481C1C}">
                <a14:useLocalDpi xmlns:a14="http://schemas.microsoft.com/office/drawing/2010/main" val="0"/>
              </a:ext>
            </a:extLst>
          </a:blip>
          <a:stretch>
            <a:fillRect/>
          </a:stretch>
        </p:blipFill>
        <p:spPr>
          <a:xfrm>
            <a:off x="13625767" y="973273"/>
            <a:ext cx="400420" cy="374904"/>
          </a:xfrm>
          <a:prstGeom prst="rect">
            <a:avLst/>
          </a:prstGeom>
        </p:spPr>
      </p:pic>
      <p:pic>
        <p:nvPicPr>
          <p:cNvPr id="78" name="Gold Coin 5">
            <a:extLst>
              <a:ext uri="{FF2B5EF4-FFF2-40B4-BE49-F238E27FC236}">
                <a16:creationId xmlns:a16="http://schemas.microsoft.com/office/drawing/2014/main" id="{5ED3871A-C101-45C0-35E8-121582F934A5}"/>
              </a:ext>
            </a:extLst>
          </p:cNvPr>
          <p:cNvPicPr>
            <a:picLocks noChangeAspect="1"/>
          </p:cNvPicPr>
          <p:nvPr/>
        </p:nvPicPr>
        <p:blipFill>
          <a:blip r:embed="rId24" cstate="print">
            <a:extLst>
              <a:ext uri="{28A0092B-C50C-407E-A947-70E740481C1C}">
                <a14:useLocalDpi xmlns:a14="http://schemas.microsoft.com/office/drawing/2010/main" val="0"/>
              </a:ext>
            </a:extLst>
          </a:blip>
          <a:stretch>
            <a:fillRect/>
          </a:stretch>
        </p:blipFill>
        <p:spPr>
          <a:xfrm>
            <a:off x="13243301" y="626410"/>
            <a:ext cx="400420" cy="374904"/>
          </a:xfrm>
          <a:prstGeom prst="rect">
            <a:avLst/>
          </a:prstGeom>
        </p:spPr>
      </p:pic>
      <p:pic>
        <p:nvPicPr>
          <p:cNvPr id="79" name="Gold Coin 1">
            <a:extLst>
              <a:ext uri="{FF2B5EF4-FFF2-40B4-BE49-F238E27FC236}">
                <a16:creationId xmlns:a16="http://schemas.microsoft.com/office/drawing/2014/main" id="{CBEBAB15-FBC4-9A79-EBC6-D5157C962B4C}"/>
              </a:ext>
            </a:extLst>
          </p:cNvPr>
          <p:cNvPicPr>
            <a:picLocks noChangeAspect="1"/>
          </p:cNvPicPr>
          <p:nvPr/>
        </p:nvPicPr>
        <p:blipFill>
          <a:blip r:embed="rId24" cstate="print">
            <a:extLst>
              <a:ext uri="{28A0092B-C50C-407E-A947-70E740481C1C}">
                <a14:useLocalDpi xmlns:a14="http://schemas.microsoft.com/office/drawing/2010/main" val="0"/>
              </a:ext>
            </a:extLst>
          </a:blip>
          <a:stretch>
            <a:fillRect/>
          </a:stretch>
        </p:blipFill>
        <p:spPr>
          <a:xfrm>
            <a:off x="12960632" y="2001209"/>
            <a:ext cx="400420" cy="374904"/>
          </a:xfrm>
          <a:prstGeom prst="rect">
            <a:avLst/>
          </a:prstGeom>
        </p:spPr>
      </p:pic>
      <p:pic>
        <p:nvPicPr>
          <p:cNvPr id="80" name="Gold Coin 2">
            <a:extLst>
              <a:ext uri="{FF2B5EF4-FFF2-40B4-BE49-F238E27FC236}">
                <a16:creationId xmlns:a16="http://schemas.microsoft.com/office/drawing/2014/main" id="{CFC72290-BB31-FBF9-35CC-00B62B9A23DD}"/>
              </a:ext>
            </a:extLst>
          </p:cNvPr>
          <p:cNvPicPr>
            <a:picLocks noChangeAspect="1"/>
          </p:cNvPicPr>
          <p:nvPr/>
        </p:nvPicPr>
        <p:blipFill>
          <a:blip r:embed="rId24" cstate="print">
            <a:extLst>
              <a:ext uri="{28A0092B-C50C-407E-A947-70E740481C1C}">
                <a14:useLocalDpi xmlns:a14="http://schemas.microsoft.com/office/drawing/2010/main" val="0"/>
              </a:ext>
            </a:extLst>
          </a:blip>
          <a:stretch>
            <a:fillRect/>
          </a:stretch>
        </p:blipFill>
        <p:spPr>
          <a:xfrm>
            <a:off x="13688518" y="2007305"/>
            <a:ext cx="400420" cy="374904"/>
          </a:xfrm>
          <a:prstGeom prst="rect">
            <a:avLst/>
          </a:prstGeom>
        </p:spPr>
      </p:pic>
      <p:pic>
        <p:nvPicPr>
          <p:cNvPr id="84" name="Gold Coin 1">
            <a:extLst>
              <a:ext uri="{FF2B5EF4-FFF2-40B4-BE49-F238E27FC236}">
                <a16:creationId xmlns:a16="http://schemas.microsoft.com/office/drawing/2014/main" id="{6E81771A-8AE9-4B34-0DEB-C5C816858D74}"/>
              </a:ext>
            </a:extLst>
          </p:cNvPr>
          <p:cNvPicPr>
            <a:picLocks noChangeAspect="1"/>
          </p:cNvPicPr>
          <p:nvPr/>
        </p:nvPicPr>
        <p:blipFill>
          <a:blip r:embed="rId24" cstate="print">
            <a:extLst>
              <a:ext uri="{28A0092B-C50C-407E-A947-70E740481C1C}">
                <a14:useLocalDpi xmlns:a14="http://schemas.microsoft.com/office/drawing/2010/main" val="0"/>
              </a:ext>
            </a:extLst>
          </a:blip>
          <a:stretch>
            <a:fillRect/>
          </a:stretch>
        </p:blipFill>
        <p:spPr>
          <a:xfrm>
            <a:off x="13093823" y="4411051"/>
            <a:ext cx="400420" cy="374904"/>
          </a:xfrm>
          <a:prstGeom prst="rect">
            <a:avLst/>
          </a:prstGeom>
        </p:spPr>
      </p:pic>
      <p:pic>
        <p:nvPicPr>
          <p:cNvPr id="85" name="Gold Coin 2">
            <a:extLst>
              <a:ext uri="{FF2B5EF4-FFF2-40B4-BE49-F238E27FC236}">
                <a16:creationId xmlns:a16="http://schemas.microsoft.com/office/drawing/2014/main" id="{25E65E89-B5AC-2D46-F8A9-82F5EE804E17}"/>
              </a:ext>
            </a:extLst>
          </p:cNvPr>
          <p:cNvPicPr>
            <a:picLocks noChangeAspect="1"/>
          </p:cNvPicPr>
          <p:nvPr/>
        </p:nvPicPr>
        <p:blipFill>
          <a:blip r:embed="rId24" cstate="print">
            <a:extLst>
              <a:ext uri="{28A0092B-C50C-407E-A947-70E740481C1C}">
                <a14:useLocalDpi xmlns:a14="http://schemas.microsoft.com/office/drawing/2010/main" val="0"/>
              </a:ext>
            </a:extLst>
          </a:blip>
          <a:stretch>
            <a:fillRect/>
          </a:stretch>
        </p:blipFill>
        <p:spPr>
          <a:xfrm>
            <a:off x="13821709" y="4417147"/>
            <a:ext cx="400420" cy="374904"/>
          </a:xfrm>
          <a:prstGeom prst="rect">
            <a:avLst/>
          </a:prstGeom>
        </p:spPr>
      </p:pic>
      <p:pic>
        <p:nvPicPr>
          <p:cNvPr id="88" name="Gold Coin 3">
            <a:extLst>
              <a:ext uri="{FF2B5EF4-FFF2-40B4-BE49-F238E27FC236}">
                <a16:creationId xmlns:a16="http://schemas.microsoft.com/office/drawing/2014/main" id="{C2AFF417-7A21-15EA-13C7-F4EDAFC805AE}"/>
              </a:ext>
            </a:extLst>
          </p:cNvPr>
          <p:cNvPicPr>
            <a:picLocks noChangeAspect="1"/>
          </p:cNvPicPr>
          <p:nvPr/>
        </p:nvPicPr>
        <p:blipFill>
          <a:blip r:embed="rId24" cstate="print">
            <a:extLst>
              <a:ext uri="{28A0092B-C50C-407E-A947-70E740481C1C}">
                <a14:useLocalDpi xmlns:a14="http://schemas.microsoft.com/office/drawing/2010/main" val="0"/>
              </a:ext>
            </a:extLst>
          </a:blip>
          <a:stretch>
            <a:fillRect/>
          </a:stretch>
        </p:blipFill>
        <p:spPr>
          <a:xfrm>
            <a:off x="13129305" y="5107298"/>
            <a:ext cx="400420" cy="374904"/>
          </a:xfrm>
          <a:prstGeom prst="rect">
            <a:avLst/>
          </a:prstGeom>
        </p:spPr>
      </p:pic>
      <p:pic>
        <p:nvPicPr>
          <p:cNvPr id="89" name="Gold Coin 4">
            <a:extLst>
              <a:ext uri="{FF2B5EF4-FFF2-40B4-BE49-F238E27FC236}">
                <a16:creationId xmlns:a16="http://schemas.microsoft.com/office/drawing/2014/main" id="{1D45CB70-508D-BA44-F00F-DEC8AFE2F5DB}"/>
              </a:ext>
            </a:extLst>
          </p:cNvPr>
          <p:cNvPicPr>
            <a:picLocks noChangeAspect="1"/>
          </p:cNvPicPr>
          <p:nvPr/>
        </p:nvPicPr>
        <p:blipFill>
          <a:blip r:embed="rId24" cstate="print">
            <a:extLst>
              <a:ext uri="{28A0092B-C50C-407E-A947-70E740481C1C}">
                <a14:useLocalDpi xmlns:a14="http://schemas.microsoft.com/office/drawing/2010/main" val="0"/>
              </a:ext>
            </a:extLst>
          </a:blip>
          <a:stretch>
            <a:fillRect/>
          </a:stretch>
        </p:blipFill>
        <p:spPr>
          <a:xfrm>
            <a:off x="13858285" y="5113394"/>
            <a:ext cx="400420" cy="374904"/>
          </a:xfrm>
          <a:prstGeom prst="rect">
            <a:avLst/>
          </a:prstGeom>
        </p:spPr>
      </p:pic>
      <p:pic>
        <p:nvPicPr>
          <p:cNvPr id="91" name="Gold Coin 1">
            <a:extLst>
              <a:ext uri="{FF2B5EF4-FFF2-40B4-BE49-F238E27FC236}">
                <a16:creationId xmlns:a16="http://schemas.microsoft.com/office/drawing/2014/main" id="{CFE20E3A-77D5-CDCC-28FC-DD46651A7848}"/>
              </a:ext>
            </a:extLst>
          </p:cNvPr>
          <p:cNvPicPr>
            <a:picLocks noChangeAspect="1"/>
          </p:cNvPicPr>
          <p:nvPr/>
        </p:nvPicPr>
        <p:blipFill>
          <a:blip r:embed="rId24" cstate="print">
            <a:extLst>
              <a:ext uri="{28A0092B-C50C-407E-A947-70E740481C1C}">
                <a14:useLocalDpi xmlns:a14="http://schemas.microsoft.com/office/drawing/2010/main" val="0"/>
              </a:ext>
            </a:extLst>
          </a:blip>
          <a:stretch>
            <a:fillRect/>
          </a:stretch>
        </p:blipFill>
        <p:spPr>
          <a:xfrm>
            <a:off x="13186078" y="6129702"/>
            <a:ext cx="400420" cy="374904"/>
          </a:xfrm>
          <a:prstGeom prst="rect">
            <a:avLst/>
          </a:prstGeom>
        </p:spPr>
      </p:pic>
    </p:spTree>
    <p:extLst>
      <p:ext uri="{BB962C8B-B14F-4D97-AF65-F5344CB8AC3E}">
        <p14:creationId xmlns:p14="http://schemas.microsoft.com/office/powerpoint/2010/main" val="1669484505"/>
      </p:ext>
    </p:extLst>
  </p:cSld>
  <p:clrMapOvr>
    <a:masterClrMapping/>
  </p:clrMapOvr>
  <mc:AlternateContent xmlns:mc="http://schemas.openxmlformats.org/markup-compatibility/2006" xmlns:p14="http://schemas.microsoft.com/office/powerpoint/2010/main">
    <mc:Choice Requires="p14">
      <p:transition spd="slow" p14:dur="1300">
        <p14:pan/>
      </p:transition>
    </mc:Choice>
    <mc:Fallback xmlns="">
      <p:transition spd="slow">
        <p:fade/>
      </p:transition>
    </mc:Fallback>
  </mc:AlternateContent>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mediacall" presetSubtype="0" fill="hold" nodeType="clickEffect">
                                  <p:stCondLst>
                                    <p:cond delay="0"/>
                                  </p:stCondLst>
                                  <p:childTnLst>
                                    <p:cmd type="call" cmd="playFrom(0.0)">
                                      <p:cBhvr>
                                        <p:cTn id="6" dur="40124" fill="hold"/>
                                        <p:tgtEl>
                                          <p:spTgt spid="49"/>
                                        </p:tgtEl>
                                      </p:cBhvr>
                                    </p:cmd>
                                  </p:childTnLst>
                                </p:cTn>
                              </p:par>
                              <p:par>
                                <p:cTn id="7" presetID="0" presetClass="path" presetSubtype="0" fill="hold" nodeType="withEffect">
                                  <p:stCondLst>
                                    <p:cond delay="0"/>
                                  </p:stCondLst>
                                  <p:childTnLst>
                                    <p:animMotion origin="layout" path="M 0.00021 -0.00077 L 0.00021 -0.0216 L -0.02518 -0.0216 L -0.02518 0.00039 L -0.02518 -0.0216 L -0.04926 -0.0216 L -0.04992 -0.00077 L -0.04926 -0.0216 L -0.07466 -0.0216 L -0.07531 -0.00174 L -0.07531 -0.0216 L -0.0994 -0.0216 L -0.10005 -0.00174 L -0.10059 -0.0216 L -0.12424 -0.0216 L -0.12479 -0.00174 L -0.12479 -0.02045 L -0.14953 -0.0216 L -0.14953 -0.00289 L -0.14953 -0.0216 L -0.17426 -0.02276 L -0.17426 -0.00174 L -0.17492 -0.0216 L -0.19835 -0.02276 L -0.199 -0.00174 L -0.199 -0.02276 L -0.22385 -0.02276 L -0.22385 -0.00174 L -0.22385 -0.02276 L -0.24913 -0.02276 L -0.24848 -0.00289 L -0.24848 -0.02276 L -0.27387 -0.02276 L -0.27387 -0.00174 L -0.27387 -0.02276 L -0.29818 -0.02276 L -0.29818 -0.00174 L -0.29872 -0.02276 L -0.32346 -0.02276 L -0.32346 -0.00174 L -0.324 -0.02276 L -0.34755 -0.02276 L -0.34755 -0.00174 L -0.3469 -0.02392 L -0.37175 -0.02392 L -0.37229 -0.00289 L -0.37229 -0.02392 L -0.39768 -0.02392 L -0.39768 -0.00174 L -0.39703 -0.02488 L -0.42177 -0.02488 L -0.42242 -0.00174 L -0.42242 -0.02488 L -0.44662 -0.02488 L -0.44716 -0.00289 L -0.44716 -0.02488 L -0.4719 -0.02488 L -0.4719 -0.00289 L -0.47125 -0.02488 L -0.49664 -0.02488 L -0.49664 -0.00289 L -0.4961 -0.02604 L -0.52138 -0.02604 L -0.52138 -0.00174 L -0.52138 -0.02604 L -0.54623 -0.02604 L -0.54623 -0.00405 L -0.54623 -0.02604 L -0.57042 -0.02604 L -0.57042 -0.00289 L -0.57107 -0.02604 L -0.59571 -0.02604 L -0.59571 -0.00405 L -0.59505 -0.02604 L -0.61979 -0.02604 L -0.62045 -0.00405 L -0.62045 -0.02604 L -0.64594 -0.02604 L -0.64594 -0.00405 L -0.64594 -0.0272 L -0.67058 -0.0272 L -0.66992 -0.00289 L -0.67058 -0.02604 L -0.69532 -0.02604 L -0.69466 -0.00405 L -0.69597 -0.02604 L -0.72016 -0.02604 L -0.72081 -0.00405 L -0.72016 -0.0272 L -0.74414 -0.0272 L -0.7436 -0.00289 L -0.74414 -0.02604 L -0.76953 -0.02604 L -0.76953 -0.00405 L -0.76953 -0.02604 L -0.79373 -0.02604 L -0.79373 -0.00405 L -0.79373 -0.02488 L -0.81847 -0.02488 L -0.81912 -0.00521 L -0.81847 -0.02488 L -0.84386 -0.02488 L -0.84386 -0.00405 L -0.84386 -0.02488 L -0.8686 -0.02488 L -0.8686 -0.00405 L -0.8686 -0.02488 L -0.89334 -0.02488 L -0.89334 -0.00405 L -0.89334 -0.02488 L -0.91808 -0.02488 L -0.91808 -0.00521 L -0.91808 -0.02604 L -0.94282 -0.02604 L -0.94282 -0.00637 L -0.94282 -0.02604 L -0.96756 -0.02604 L -0.96756 -0.00521 L -0.96756 -0.02604 L -0.99176 -0.02604 L -0.9923 -0.00637 " pathEditMode="relative" ptsTypes="AAAAAAAAAAAAAAAAAAAAAAAAAAAAAAAAAAAAAAAAAAAAAAAAAAAAAAAAAAAAAAAAAAAAAAAAAAAAAAAAAAAAAAAAAAAAAAAAAAAAAAAAAAAAAAAAAAAAAAAAA">
                                      <p:cBhvr>
                                        <p:cTn id="8" dur="40000" fill="hold"/>
                                        <p:tgtEl>
                                          <p:spTgt spid="65"/>
                                        </p:tgtEl>
                                        <p:attrNameLst>
                                          <p:attrName>ppt_x</p:attrName>
                                          <p:attrName>ppt_y</p:attrName>
                                        </p:attrNameLst>
                                      </p:cBhvr>
                                    </p:animMotion>
                                  </p:childTnLst>
                                </p:cTn>
                              </p:par>
                            </p:childTnLst>
                          </p:cTn>
                        </p:par>
                      </p:childTnLst>
                    </p:cTn>
                  </p:par>
                  <p:par>
                    <p:cTn id="9" fill="hold">
                      <p:stCondLst>
                        <p:cond delay="indefinite"/>
                      </p:stCondLst>
                      <p:childTnLst>
                        <p:par>
                          <p:cTn id="10" fill="hold">
                            <p:stCondLst>
                              <p:cond delay="0"/>
                            </p:stCondLst>
                            <p:childTnLst>
                              <p:par>
                                <p:cTn id="11" presetID="1" presetClass="mediacall" presetSubtype="0" fill="hold" nodeType="clickEffect">
                                  <p:stCondLst>
                                    <p:cond delay="0"/>
                                  </p:stCondLst>
                                  <p:childTnLst>
                                    <p:cmd type="call" cmd="playFrom(0.0)">
                                      <p:cBhvr>
                                        <p:cTn id="12" dur="417" fill="hold"/>
                                        <p:tgtEl>
                                          <p:spTgt spid="63"/>
                                        </p:tgtEl>
                                      </p:cBhvr>
                                    </p:cmd>
                                  </p:childTnLst>
                                </p:cTn>
                              </p:par>
                            </p:childTnLst>
                          </p:cTn>
                        </p:par>
                        <p:par>
                          <p:cTn id="13" fill="hold">
                            <p:stCondLst>
                              <p:cond delay="417"/>
                            </p:stCondLst>
                            <p:childTnLst>
                              <p:par>
                                <p:cTn id="14" presetID="1" presetClass="mediacall" presetSubtype="0" fill="hold" nodeType="afterEffect">
                                  <p:stCondLst>
                                    <p:cond delay="0"/>
                                  </p:stCondLst>
                                  <p:childTnLst>
                                    <p:cmd type="call" cmd="playFrom(0.0)">
                                      <p:cBhvr>
                                        <p:cTn id="15" dur="912" fill="hold"/>
                                        <p:tgtEl>
                                          <p:spTgt spid="50"/>
                                        </p:tgtEl>
                                      </p:cBhvr>
                                    </p:cmd>
                                  </p:childTnLst>
                                </p:cTn>
                              </p:par>
                              <p:par>
                                <p:cTn id="16" presetID="2" presetClass="entr" presetSubtype="1" fill="hold" nodeType="withEffect">
                                  <p:stCondLst>
                                    <p:cond delay="0"/>
                                  </p:stCondLst>
                                  <p:childTnLst>
                                    <p:set>
                                      <p:cBhvr>
                                        <p:cTn id="17" dur="1" fill="hold">
                                          <p:stCondLst>
                                            <p:cond delay="0"/>
                                          </p:stCondLst>
                                        </p:cTn>
                                        <p:tgtEl>
                                          <p:spTgt spid="51"/>
                                        </p:tgtEl>
                                        <p:attrNameLst>
                                          <p:attrName>style.visibility</p:attrName>
                                        </p:attrNameLst>
                                      </p:cBhvr>
                                      <p:to>
                                        <p:strVal val="visible"/>
                                      </p:to>
                                    </p:set>
                                    <p:anim calcmode="lin" valueType="num">
                                      <p:cBhvr additive="base">
                                        <p:cTn id="18" dur="250" fill="hold"/>
                                        <p:tgtEl>
                                          <p:spTgt spid="51"/>
                                        </p:tgtEl>
                                        <p:attrNameLst>
                                          <p:attrName>ppt_x</p:attrName>
                                        </p:attrNameLst>
                                      </p:cBhvr>
                                      <p:tavLst>
                                        <p:tav tm="0">
                                          <p:val>
                                            <p:strVal val="#ppt_x"/>
                                          </p:val>
                                        </p:tav>
                                        <p:tav tm="100000">
                                          <p:val>
                                            <p:strVal val="#ppt_x"/>
                                          </p:val>
                                        </p:tav>
                                      </p:tavLst>
                                    </p:anim>
                                    <p:anim calcmode="lin" valueType="num">
                                      <p:cBhvr additive="base">
                                        <p:cTn id="19" dur="250" fill="hold"/>
                                        <p:tgtEl>
                                          <p:spTgt spid="51"/>
                                        </p:tgtEl>
                                        <p:attrNameLst>
                                          <p:attrName>ppt_y</p:attrName>
                                        </p:attrNameLst>
                                      </p:cBhvr>
                                      <p:tavLst>
                                        <p:tav tm="0">
                                          <p:val>
                                            <p:strVal val="0-#ppt_h/2"/>
                                          </p:val>
                                        </p:tav>
                                        <p:tav tm="100000">
                                          <p:val>
                                            <p:strVal val="#ppt_y"/>
                                          </p:val>
                                        </p:tav>
                                      </p:tavLst>
                                    </p:anim>
                                  </p:childTnLst>
                                </p:cTn>
                              </p:par>
                              <p:par>
                                <p:cTn id="20" presetID="2" presetClass="entr" presetSubtype="1" fill="hold" nodeType="withEffect">
                                  <p:stCondLst>
                                    <p:cond delay="0"/>
                                  </p:stCondLst>
                                  <p:childTnLst>
                                    <p:set>
                                      <p:cBhvr>
                                        <p:cTn id="21" dur="1" fill="hold">
                                          <p:stCondLst>
                                            <p:cond delay="0"/>
                                          </p:stCondLst>
                                        </p:cTn>
                                        <p:tgtEl>
                                          <p:spTgt spid="56"/>
                                        </p:tgtEl>
                                        <p:attrNameLst>
                                          <p:attrName>style.visibility</p:attrName>
                                        </p:attrNameLst>
                                      </p:cBhvr>
                                      <p:to>
                                        <p:strVal val="visible"/>
                                      </p:to>
                                    </p:set>
                                    <p:anim calcmode="lin" valueType="num">
                                      <p:cBhvr additive="base">
                                        <p:cTn id="22" dur="250" fill="hold"/>
                                        <p:tgtEl>
                                          <p:spTgt spid="56"/>
                                        </p:tgtEl>
                                        <p:attrNameLst>
                                          <p:attrName>ppt_x</p:attrName>
                                        </p:attrNameLst>
                                      </p:cBhvr>
                                      <p:tavLst>
                                        <p:tav tm="0">
                                          <p:val>
                                            <p:strVal val="#ppt_x"/>
                                          </p:val>
                                        </p:tav>
                                        <p:tav tm="100000">
                                          <p:val>
                                            <p:strVal val="#ppt_x"/>
                                          </p:val>
                                        </p:tav>
                                      </p:tavLst>
                                    </p:anim>
                                    <p:anim calcmode="lin" valueType="num">
                                      <p:cBhvr additive="base">
                                        <p:cTn id="23" dur="250" fill="hold"/>
                                        <p:tgtEl>
                                          <p:spTgt spid="56"/>
                                        </p:tgtEl>
                                        <p:attrNameLst>
                                          <p:attrName>ppt_y</p:attrName>
                                        </p:attrNameLst>
                                      </p:cBhvr>
                                      <p:tavLst>
                                        <p:tav tm="0">
                                          <p:val>
                                            <p:strVal val="0-#ppt_h/2"/>
                                          </p:val>
                                        </p:tav>
                                        <p:tav tm="100000">
                                          <p:val>
                                            <p:strVal val="#ppt_y"/>
                                          </p:val>
                                        </p:tav>
                                      </p:tavLst>
                                    </p:anim>
                                  </p:childTnLst>
                                </p:cTn>
                              </p:par>
                              <p:par>
                                <p:cTn id="24" presetID="2" presetClass="entr" presetSubtype="1" fill="hold" nodeType="withEffect">
                                  <p:stCondLst>
                                    <p:cond delay="0"/>
                                  </p:stCondLst>
                                  <p:childTnLst>
                                    <p:set>
                                      <p:cBhvr>
                                        <p:cTn id="25" dur="1" fill="hold">
                                          <p:stCondLst>
                                            <p:cond delay="0"/>
                                          </p:stCondLst>
                                        </p:cTn>
                                        <p:tgtEl>
                                          <p:spTgt spid="61"/>
                                        </p:tgtEl>
                                        <p:attrNameLst>
                                          <p:attrName>style.visibility</p:attrName>
                                        </p:attrNameLst>
                                      </p:cBhvr>
                                      <p:to>
                                        <p:strVal val="visible"/>
                                      </p:to>
                                    </p:set>
                                    <p:anim calcmode="lin" valueType="num">
                                      <p:cBhvr additive="base">
                                        <p:cTn id="26" dur="250" fill="hold"/>
                                        <p:tgtEl>
                                          <p:spTgt spid="61"/>
                                        </p:tgtEl>
                                        <p:attrNameLst>
                                          <p:attrName>ppt_x</p:attrName>
                                        </p:attrNameLst>
                                      </p:cBhvr>
                                      <p:tavLst>
                                        <p:tav tm="0">
                                          <p:val>
                                            <p:strVal val="#ppt_x"/>
                                          </p:val>
                                        </p:tav>
                                        <p:tav tm="100000">
                                          <p:val>
                                            <p:strVal val="#ppt_x"/>
                                          </p:val>
                                        </p:tav>
                                      </p:tavLst>
                                    </p:anim>
                                    <p:anim calcmode="lin" valueType="num">
                                      <p:cBhvr additive="base">
                                        <p:cTn id="27" dur="250" fill="hold"/>
                                        <p:tgtEl>
                                          <p:spTgt spid="61"/>
                                        </p:tgtEl>
                                        <p:attrNameLst>
                                          <p:attrName>ppt_y</p:attrName>
                                        </p:attrNameLst>
                                      </p:cBhvr>
                                      <p:tavLst>
                                        <p:tav tm="0">
                                          <p:val>
                                            <p:strVal val="0-#ppt_h/2"/>
                                          </p:val>
                                        </p:tav>
                                        <p:tav tm="100000">
                                          <p:val>
                                            <p:strVal val="#ppt_y"/>
                                          </p:val>
                                        </p:tav>
                                      </p:tavLst>
                                    </p:anim>
                                  </p:childTnLst>
                                </p:cTn>
                              </p:par>
                              <p:par>
                                <p:cTn id="28" presetID="2" presetClass="entr" presetSubtype="1" fill="hold" nodeType="withEffect">
                                  <p:stCondLst>
                                    <p:cond delay="0"/>
                                  </p:stCondLst>
                                  <p:childTnLst>
                                    <p:set>
                                      <p:cBhvr>
                                        <p:cTn id="29" dur="1" fill="hold">
                                          <p:stCondLst>
                                            <p:cond delay="0"/>
                                          </p:stCondLst>
                                        </p:cTn>
                                        <p:tgtEl>
                                          <p:spTgt spid="69"/>
                                        </p:tgtEl>
                                        <p:attrNameLst>
                                          <p:attrName>style.visibility</p:attrName>
                                        </p:attrNameLst>
                                      </p:cBhvr>
                                      <p:to>
                                        <p:strVal val="visible"/>
                                      </p:to>
                                    </p:set>
                                    <p:anim calcmode="lin" valueType="num">
                                      <p:cBhvr additive="base">
                                        <p:cTn id="30" dur="250" fill="hold"/>
                                        <p:tgtEl>
                                          <p:spTgt spid="69"/>
                                        </p:tgtEl>
                                        <p:attrNameLst>
                                          <p:attrName>ppt_x</p:attrName>
                                        </p:attrNameLst>
                                      </p:cBhvr>
                                      <p:tavLst>
                                        <p:tav tm="0">
                                          <p:val>
                                            <p:strVal val="#ppt_x"/>
                                          </p:val>
                                        </p:tav>
                                        <p:tav tm="100000">
                                          <p:val>
                                            <p:strVal val="#ppt_x"/>
                                          </p:val>
                                        </p:tav>
                                      </p:tavLst>
                                    </p:anim>
                                    <p:anim calcmode="lin" valueType="num">
                                      <p:cBhvr additive="base">
                                        <p:cTn id="31" dur="250" fill="hold"/>
                                        <p:tgtEl>
                                          <p:spTgt spid="69"/>
                                        </p:tgtEl>
                                        <p:attrNameLst>
                                          <p:attrName>ppt_y</p:attrName>
                                        </p:attrNameLst>
                                      </p:cBhvr>
                                      <p:tavLst>
                                        <p:tav tm="0">
                                          <p:val>
                                            <p:strVal val="0-#ppt_h/2"/>
                                          </p:val>
                                        </p:tav>
                                        <p:tav tm="100000">
                                          <p:val>
                                            <p:strVal val="#ppt_y"/>
                                          </p:val>
                                        </p:tav>
                                      </p:tavLst>
                                    </p:anim>
                                  </p:childTnLst>
                                </p:cTn>
                              </p:par>
                              <p:par>
                                <p:cTn id="32" presetID="2" presetClass="entr" presetSubtype="1" fill="hold" nodeType="withEffect">
                                  <p:stCondLst>
                                    <p:cond delay="250"/>
                                  </p:stCondLst>
                                  <p:childTnLst>
                                    <p:set>
                                      <p:cBhvr>
                                        <p:cTn id="33" dur="1" fill="hold">
                                          <p:stCondLst>
                                            <p:cond delay="0"/>
                                          </p:stCondLst>
                                        </p:cTn>
                                        <p:tgtEl>
                                          <p:spTgt spid="52"/>
                                        </p:tgtEl>
                                        <p:attrNameLst>
                                          <p:attrName>style.visibility</p:attrName>
                                        </p:attrNameLst>
                                      </p:cBhvr>
                                      <p:to>
                                        <p:strVal val="visible"/>
                                      </p:to>
                                    </p:set>
                                    <p:anim calcmode="lin" valueType="num">
                                      <p:cBhvr additive="base">
                                        <p:cTn id="34" dur="250" fill="hold"/>
                                        <p:tgtEl>
                                          <p:spTgt spid="52"/>
                                        </p:tgtEl>
                                        <p:attrNameLst>
                                          <p:attrName>ppt_x</p:attrName>
                                        </p:attrNameLst>
                                      </p:cBhvr>
                                      <p:tavLst>
                                        <p:tav tm="0">
                                          <p:val>
                                            <p:strVal val="#ppt_x"/>
                                          </p:val>
                                        </p:tav>
                                        <p:tav tm="100000">
                                          <p:val>
                                            <p:strVal val="#ppt_x"/>
                                          </p:val>
                                        </p:tav>
                                      </p:tavLst>
                                    </p:anim>
                                    <p:anim calcmode="lin" valueType="num">
                                      <p:cBhvr additive="base">
                                        <p:cTn id="35" dur="250" fill="hold"/>
                                        <p:tgtEl>
                                          <p:spTgt spid="52"/>
                                        </p:tgtEl>
                                        <p:attrNameLst>
                                          <p:attrName>ppt_y</p:attrName>
                                        </p:attrNameLst>
                                      </p:cBhvr>
                                      <p:tavLst>
                                        <p:tav tm="0">
                                          <p:val>
                                            <p:strVal val="0-#ppt_h/2"/>
                                          </p:val>
                                        </p:tav>
                                        <p:tav tm="100000">
                                          <p:val>
                                            <p:strVal val="#ppt_y"/>
                                          </p:val>
                                        </p:tav>
                                      </p:tavLst>
                                    </p:anim>
                                  </p:childTnLst>
                                </p:cTn>
                              </p:par>
                              <p:par>
                                <p:cTn id="36" presetID="2" presetClass="entr" presetSubtype="1" fill="hold" nodeType="withEffect">
                                  <p:stCondLst>
                                    <p:cond delay="250"/>
                                  </p:stCondLst>
                                  <p:childTnLst>
                                    <p:set>
                                      <p:cBhvr>
                                        <p:cTn id="37" dur="1" fill="hold">
                                          <p:stCondLst>
                                            <p:cond delay="0"/>
                                          </p:stCondLst>
                                        </p:cTn>
                                        <p:tgtEl>
                                          <p:spTgt spid="57"/>
                                        </p:tgtEl>
                                        <p:attrNameLst>
                                          <p:attrName>style.visibility</p:attrName>
                                        </p:attrNameLst>
                                      </p:cBhvr>
                                      <p:to>
                                        <p:strVal val="visible"/>
                                      </p:to>
                                    </p:set>
                                    <p:anim calcmode="lin" valueType="num">
                                      <p:cBhvr additive="base">
                                        <p:cTn id="38" dur="250" fill="hold"/>
                                        <p:tgtEl>
                                          <p:spTgt spid="57"/>
                                        </p:tgtEl>
                                        <p:attrNameLst>
                                          <p:attrName>ppt_x</p:attrName>
                                        </p:attrNameLst>
                                      </p:cBhvr>
                                      <p:tavLst>
                                        <p:tav tm="0">
                                          <p:val>
                                            <p:strVal val="#ppt_x"/>
                                          </p:val>
                                        </p:tav>
                                        <p:tav tm="100000">
                                          <p:val>
                                            <p:strVal val="#ppt_x"/>
                                          </p:val>
                                        </p:tav>
                                      </p:tavLst>
                                    </p:anim>
                                    <p:anim calcmode="lin" valueType="num">
                                      <p:cBhvr additive="base">
                                        <p:cTn id="39" dur="250" fill="hold"/>
                                        <p:tgtEl>
                                          <p:spTgt spid="57"/>
                                        </p:tgtEl>
                                        <p:attrNameLst>
                                          <p:attrName>ppt_y</p:attrName>
                                        </p:attrNameLst>
                                      </p:cBhvr>
                                      <p:tavLst>
                                        <p:tav tm="0">
                                          <p:val>
                                            <p:strVal val="0-#ppt_h/2"/>
                                          </p:val>
                                        </p:tav>
                                        <p:tav tm="100000">
                                          <p:val>
                                            <p:strVal val="#ppt_y"/>
                                          </p:val>
                                        </p:tav>
                                      </p:tavLst>
                                    </p:anim>
                                  </p:childTnLst>
                                </p:cTn>
                              </p:par>
                              <p:par>
                                <p:cTn id="40" presetID="2" presetClass="entr" presetSubtype="1" fill="hold" nodeType="withEffect">
                                  <p:stCondLst>
                                    <p:cond delay="250"/>
                                  </p:stCondLst>
                                  <p:childTnLst>
                                    <p:set>
                                      <p:cBhvr>
                                        <p:cTn id="41" dur="1" fill="hold">
                                          <p:stCondLst>
                                            <p:cond delay="0"/>
                                          </p:stCondLst>
                                        </p:cTn>
                                        <p:tgtEl>
                                          <p:spTgt spid="62"/>
                                        </p:tgtEl>
                                        <p:attrNameLst>
                                          <p:attrName>style.visibility</p:attrName>
                                        </p:attrNameLst>
                                      </p:cBhvr>
                                      <p:to>
                                        <p:strVal val="visible"/>
                                      </p:to>
                                    </p:set>
                                    <p:anim calcmode="lin" valueType="num">
                                      <p:cBhvr additive="base">
                                        <p:cTn id="42" dur="250" fill="hold"/>
                                        <p:tgtEl>
                                          <p:spTgt spid="62"/>
                                        </p:tgtEl>
                                        <p:attrNameLst>
                                          <p:attrName>ppt_x</p:attrName>
                                        </p:attrNameLst>
                                      </p:cBhvr>
                                      <p:tavLst>
                                        <p:tav tm="0">
                                          <p:val>
                                            <p:strVal val="#ppt_x"/>
                                          </p:val>
                                        </p:tav>
                                        <p:tav tm="100000">
                                          <p:val>
                                            <p:strVal val="#ppt_x"/>
                                          </p:val>
                                        </p:tav>
                                      </p:tavLst>
                                    </p:anim>
                                    <p:anim calcmode="lin" valueType="num">
                                      <p:cBhvr additive="base">
                                        <p:cTn id="43" dur="250" fill="hold"/>
                                        <p:tgtEl>
                                          <p:spTgt spid="62"/>
                                        </p:tgtEl>
                                        <p:attrNameLst>
                                          <p:attrName>ppt_y</p:attrName>
                                        </p:attrNameLst>
                                      </p:cBhvr>
                                      <p:tavLst>
                                        <p:tav tm="0">
                                          <p:val>
                                            <p:strVal val="0-#ppt_h/2"/>
                                          </p:val>
                                        </p:tav>
                                        <p:tav tm="100000">
                                          <p:val>
                                            <p:strVal val="#ppt_y"/>
                                          </p:val>
                                        </p:tav>
                                      </p:tavLst>
                                    </p:anim>
                                  </p:childTnLst>
                                </p:cTn>
                              </p:par>
                              <p:par>
                                <p:cTn id="44" presetID="2" presetClass="entr" presetSubtype="1" fill="hold" nodeType="withEffect">
                                  <p:stCondLst>
                                    <p:cond delay="250"/>
                                  </p:stCondLst>
                                  <p:childTnLst>
                                    <p:set>
                                      <p:cBhvr>
                                        <p:cTn id="45" dur="1" fill="hold">
                                          <p:stCondLst>
                                            <p:cond delay="0"/>
                                          </p:stCondLst>
                                        </p:cTn>
                                        <p:tgtEl>
                                          <p:spTgt spid="70"/>
                                        </p:tgtEl>
                                        <p:attrNameLst>
                                          <p:attrName>style.visibility</p:attrName>
                                        </p:attrNameLst>
                                      </p:cBhvr>
                                      <p:to>
                                        <p:strVal val="visible"/>
                                      </p:to>
                                    </p:set>
                                    <p:anim calcmode="lin" valueType="num">
                                      <p:cBhvr additive="base">
                                        <p:cTn id="46" dur="250" fill="hold"/>
                                        <p:tgtEl>
                                          <p:spTgt spid="70"/>
                                        </p:tgtEl>
                                        <p:attrNameLst>
                                          <p:attrName>ppt_x</p:attrName>
                                        </p:attrNameLst>
                                      </p:cBhvr>
                                      <p:tavLst>
                                        <p:tav tm="0">
                                          <p:val>
                                            <p:strVal val="#ppt_x"/>
                                          </p:val>
                                        </p:tav>
                                        <p:tav tm="100000">
                                          <p:val>
                                            <p:strVal val="#ppt_x"/>
                                          </p:val>
                                        </p:tav>
                                      </p:tavLst>
                                    </p:anim>
                                    <p:anim calcmode="lin" valueType="num">
                                      <p:cBhvr additive="base">
                                        <p:cTn id="47" dur="250" fill="hold"/>
                                        <p:tgtEl>
                                          <p:spTgt spid="70"/>
                                        </p:tgtEl>
                                        <p:attrNameLst>
                                          <p:attrName>ppt_y</p:attrName>
                                        </p:attrNameLst>
                                      </p:cBhvr>
                                      <p:tavLst>
                                        <p:tav tm="0">
                                          <p:val>
                                            <p:strVal val="0-#ppt_h/2"/>
                                          </p:val>
                                        </p:tav>
                                        <p:tav tm="100000">
                                          <p:val>
                                            <p:strVal val="#ppt_y"/>
                                          </p:val>
                                        </p:tav>
                                      </p:tavLst>
                                    </p:anim>
                                  </p:childTnLst>
                                </p:cTn>
                              </p:par>
                              <p:par>
                                <p:cTn id="48" presetID="2" presetClass="entr" presetSubtype="1" fill="hold" nodeType="withEffect">
                                  <p:stCondLst>
                                    <p:cond delay="500"/>
                                  </p:stCondLst>
                                  <p:childTnLst>
                                    <p:set>
                                      <p:cBhvr>
                                        <p:cTn id="49" dur="1" fill="hold">
                                          <p:stCondLst>
                                            <p:cond delay="0"/>
                                          </p:stCondLst>
                                        </p:cTn>
                                        <p:tgtEl>
                                          <p:spTgt spid="58"/>
                                        </p:tgtEl>
                                        <p:attrNameLst>
                                          <p:attrName>style.visibility</p:attrName>
                                        </p:attrNameLst>
                                      </p:cBhvr>
                                      <p:to>
                                        <p:strVal val="visible"/>
                                      </p:to>
                                    </p:set>
                                    <p:anim calcmode="lin" valueType="num">
                                      <p:cBhvr additive="base">
                                        <p:cTn id="50" dur="250" fill="hold"/>
                                        <p:tgtEl>
                                          <p:spTgt spid="58"/>
                                        </p:tgtEl>
                                        <p:attrNameLst>
                                          <p:attrName>ppt_x</p:attrName>
                                        </p:attrNameLst>
                                      </p:cBhvr>
                                      <p:tavLst>
                                        <p:tav tm="0">
                                          <p:val>
                                            <p:strVal val="#ppt_x"/>
                                          </p:val>
                                        </p:tav>
                                        <p:tav tm="100000">
                                          <p:val>
                                            <p:strVal val="#ppt_x"/>
                                          </p:val>
                                        </p:tav>
                                      </p:tavLst>
                                    </p:anim>
                                    <p:anim calcmode="lin" valueType="num">
                                      <p:cBhvr additive="base">
                                        <p:cTn id="51" dur="250" fill="hold"/>
                                        <p:tgtEl>
                                          <p:spTgt spid="58"/>
                                        </p:tgtEl>
                                        <p:attrNameLst>
                                          <p:attrName>ppt_y</p:attrName>
                                        </p:attrNameLst>
                                      </p:cBhvr>
                                      <p:tavLst>
                                        <p:tav tm="0">
                                          <p:val>
                                            <p:strVal val="0-#ppt_h/2"/>
                                          </p:val>
                                        </p:tav>
                                        <p:tav tm="100000">
                                          <p:val>
                                            <p:strVal val="#ppt_y"/>
                                          </p:val>
                                        </p:tav>
                                      </p:tavLst>
                                    </p:anim>
                                  </p:childTnLst>
                                </p:cTn>
                              </p:par>
                              <p:par>
                                <p:cTn id="52" presetID="2" presetClass="entr" presetSubtype="1" fill="hold" nodeType="withEffect">
                                  <p:stCondLst>
                                    <p:cond delay="500"/>
                                  </p:stCondLst>
                                  <p:childTnLst>
                                    <p:set>
                                      <p:cBhvr>
                                        <p:cTn id="53" dur="1" fill="hold">
                                          <p:stCondLst>
                                            <p:cond delay="0"/>
                                          </p:stCondLst>
                                        </p:cTn>
                                        <p:tgtEl>
                                          <p:spTgt spid="66"/>
                                        </p:tgtEl>
                                        <p:attrNameLst>
                                          <p:attrName>style.visibility</p:attrName>
                                        </p:attrNameLst>
                                      </p:cBhvr>
                                      <p:to>
                                        <p:strVal val="visible"/>
                                      </p:to>
                                    </p:set>
                                    <p:anim calcmode="lin" valueType="num">
                                      <p:cBhvr additive="base">
                                        <p:cTn id="54" dur="250" fill="hold"/>
                                        <p:tgtEl>
                                          <p:spTgt spid="66"/>
                                        </p:tgtEl>
                                        <p:attrNameLst>
                                          <p:attrName>ppt_x</p:attrName>
                                        </p:attrNameLst>
                                      </p:cBhvr>
                                      <p:tavLst>
                                        <p:tav tm="0">
                                          <p:val>
                                            <p:strVal val="#ppt_x"/>
                                          </p:val>
                                        </p:tav>
                                        <p:tav tm="100000">
                                          <p:val>
                                            <p:strVal val="#ppt_x"/>
                                          </p:val>
                                        </p:tav>
                                      </p:tavLst>
                                    </p:anim>
                                    <p:anim calcmode="lin" valueType="num">
                                      <p:cBhvr additive="base">
                                        <p:cTn id="55" dur="250" fill="hold"/>
                                        <p:tgtEl>
                                          <p:spTgt spid="66"/>
                                        </p:tgtEl>
                                        <p:attrNameLst>
                                          <p:attrName>ppt_y</p:attrName>
                                        </p:attrNameLst>
                                      </p:cBhvr>
                                      <p:tavLst>
                                        <p:tav tm="0">
                                          <p:val>
                                            <p:strVal val="0-#ppt_h/2"/>
                                          </p:val>
                                        </p:tav>
                                        <p:tav tm="100000">
                                          <p:val>
                                            <p:strVal val="#ppt_y"/>
                                          </p:val>
                                        </p:tav>
                                      </p:tavLst>
                                    </p:anim>
                                  </p:childTnLst>
                                </p:cTn>
                              </p:par>
                              <p:par>
                                <p:cTn id="56" presetID="2" presetClass="entr" presetSubtype="1" fill="hold" nodeType="withEffect">
                                  <p:stCondLst>
                                    <p:cond delay="500"/>
                                  </p:stCondLst>
                                  <p:childTnLst>
                                    <p:set>
                                      <p:cBhvr>
                                        <p:cTn id="57" dur="1" fill="hold">
                                          <p:stCondLst>
                                            <p:cond delay="0"/>
                                          </p:stCondLst>
                                        </p:cTn>
                                        <p:tgtEl>
                                          <p:spTgt spid="71"/>
                                        </p:tgtEl>
                                        <p:attrNameLst>
                                          <p:attrName>style.visibility</p:attrName>
                                        </p:attrNameLst>
                                      </p:cBhvr>
                                      <p:to>
                                        <p:strVal val="visible"/>
                                      </p:to>
                                    </p:set>
                                    <p:anim calcmode="lin" valueType="num">
                                      <p:cBhvr additive="base">
                                        <p:cTn id="58" dur="250" fill="hold"/>
                                        <p:tgtEl>
                                          <p:spTgt spid="71"/>
                                        </p:tgtEl>
                                        <p:attrNameLst>
                                          <p:attrName>ppt_x</p:attrName>
                                        </p:attrNameLst>
                                      </p:cBhvr>
                                      <p:tavLst>
                                        <p:tav tm="0">
                                          <p:val>
                                            <p:strVal val="#ppt_x"/>
                                          </p:val>
                                        </p:tav>
                                        <p:tav tm="100000">
                                          <p:val>
                                            <p:strVal val="#ppt_x"/>
                                          </p:val>
                                        </p:tav>
                                      </p:tavLst>
                                    </p:anim>
                                    <p:anim calcmode="lin" valueType="num">
                                      <p:cBhvr additive="base">
                                        <p:cTn id="59" dur="250" fill="hold"/>
                                        <p:tgtEl>
                                          <p:spTgt spid="71"/>
                                        </p:tgtEl>
                                        <p:attrNameLst>
                                          <p:attrName>ppt_y</p:attrName>
                                        </p:attrNameLst>
                                      </p:cBhvr>
                                      <p:tavLst>
                                        <p:tav tm="0">
                                          <p:val>
                                            <p:strVal val="0-#ppt_h/2"/>
                                          </p:val>
                                        </p:tav>
                                        <p:tav tm="100000">
                                          <p:val>
                                            <p:strVal val="#ppt_y"/>
                                          </p:val>
                                        </p:tav>
                                      </p:tavLst>
                                    </p:anim>
                                  </p:childTnLst>
                                </p:cTn>
                              </p:par>
                              <p:par>
                                <p:cTn id="60" presetID="2" presetClass="entr" presetSubtype="1" fill="hold" nodeType="withEffect">
                                  <p:stCondLst>
                                    <p:cond delay="750"/>
                                  </p:stCondLst>
                                  <p:childTnLst>
                                    <p:set>
                                      <p:cBhvr>
                                        <p:cTn id="61" dur="1" fill="hold">
                                          <p:stCondLst>
                                            <p:cond delay="0"/>
                                          </p:stCondLst>
                                        </p:cTn>
                                        <p:tgtEl>
                                          <p:spTgt spid="72"/>
                                        </p:tgtEl>
                                        <p:attrNameLst>
                                          <p:attrName>style.visibility</p:attrName>
                                        </p:attrNameLst>
                                      </p:cBhvr>
                                      <p:to>
                                        <p:strVal val="visible"/>
                                      </p:to>
                                    </p:set>
                                    <p:anim calcmode="lin" valueType="num">
                                      <p:cBhvr additive="base">
                                        <p:cTn id="62" dur="250" fill="hold"/>
                                        <p:tgtEl>
                                          <p:spTgt spid="72"/>
                                        </p:tgtEl>
                                        <p:attrNameLst>
                                          <p:attrName>ppt_x</p:attrName>
                                        </p:attrNameLst>
                                      </p:cBhvr>
                                      <p:tavLst>
                                        <p:tav tm="0">
                                          <p:val>
                                            <p:strVal val="#ppt_x"/>
                                          </p:val>
                                        </p:tav>
                                        <p:tav tm="100000">
                                          <p:val>
                                            <p:strVal val="#ppt_x"/>
                                          </p:val>
                                        </p:tav>
                                      </p:tavLst>
                                    </p:anim>
                                    <p:anim calcmode="lin" valueType="num">
                                      <p:cBhvr additive="base">
                                        <p:cTn id="63" dur="250" fill="hold"/>
                                        <p:tgtEl>
                                          <p:spTgt spid="72"/>
                                        </p:tgtEl>
                                        <p:attrNameLst>
                                          <p:attrName>ppt_y</p:attrName>
                                        </p:attrNameLst>
                                      </p:cBhvr>
                                      <p:tavLst>
                                        <p:tav tm="0">
                                          <p:val>
                                            <p:strVal val="0-#ppt_h/2"/>
                                          </p:val>
                                        </p:tav>
                                        <p:tav tm="100000">
                                          <p:val>
                                            <p:strVal val="#ppt_y"/>
                                          </p:val>
                                        </p:tav>
                                      </p:tavLst>
                                    </p:anim>
                                  </p:childTnLst>
                                </p:cTn>
                              </p:par>
                            </p:childTnLst>
                          </p:cTn>
                        </p:par>
                      </p:childTnLst>
                    </p:cTn>
                  </p:par>
                  <p:par>
                    <p:cTn id="64" fill="hold">
                      <p:stCondLst>
                        <p:cond delay="indefinite"/>
                      </p:stCondLst>
                      <p:childTnLst>
                        <p:par>
                          <p:cTn id="65" fill="hold">
                            <p:stCondLst>
                              <p:cond delay="0"/>
                            </p:stCondLst>
                            <p:childTnLst>
                              <p:par>
                                <p:cTn id="66" presetID="1" presetClass="mediacall" presetSubtype="0" fill="hold" nodeType="clickEffect">
                                  <p:stCondLst>
                                    <p:cond delay="0"/>
                                  </p:stCondLst>
                                  <p:childTnLst>
                                    <p:cmd type="call" cmd="playFrom(0.0)">
                                      <p:cBhvr>
                                        <p:cTn id="67" dur="417" fill="hold"/>
                                        <p:tgtEl>
                                          <p:spTgt spid="64"/>
                                        </p:tgtEl>
                                      </p:cBhvr>
                                    </p:cmd>
                                  </p:childTnLst>
                                </p:cTn>
                              </p:par>
                            </p:childTnLst>
                          </p:cTn>
                        </p:par>
                        <p:par>
                          <p:cTn id="68" fill="hold">
                            <p:stCondLst>
                              <p:cond delay="417"/>
                            </p:stCondLst>
                            <p:childTnLst>
                              <p:par>
                                <p:cTn id="69" presetID="1" presetClass="mediacall" presetSubtype="0" fill="hold" nodeType="afterEffect">
                                  <p:stCondLst>
                                    <p:cond delay="0"/>
                                  </p:stCondLst>
                                  <p:childTnLst>
                                    <p:cmd type="call" cmd="playFrom(0.0)">
                                      <p:cBhvr>
                                        <p:cTn id="70" dur="1152" fill="hold"/>
                                        <p:tgtEl>
                                          <p:spTgt spid="28"/>
                                        </p:tgtEl>
                                      </p:cBhvr>
                                    </p:cmd>
                                  </p:childTnLst>
                                </p:cTn>
                              </p:par>
                              <p:par>
                                <p:cTn id="71" presetID="2" presetClass="entr" presetSubtype="1" fill="hold" nodeType="withEffect">
                                  <p:stCondLst>
                                    <p:cond delay="0"/>
                                  </p:stCondLst>
                                  <p:childTnLst>
                                    <p:set>
                                      <p:cBhvr>
                                        <p:cTn id="72" dur="1" fill="hold">
                                          <p:stCondLst>
                                            <p:cond delay="0"/>
                                          </p:stCondLst>
                                        </p:cTn>
                                        <p:tgtEl>
                                          <p:spTgt spid="74"/>
                                        </p:tgtEl>
                                        <p:attrNameLst>
                                          <p:attrName>style.visibility</p:attrName>
                                        </p:attrNameLst>
                                      </p:cBhvr>
                                      <p:to>
                                        <p:strVal val="visible"/>
                                      </p:to>
                                    </p:set>
                                    <p:anim calcmode="lin" valueType="num">
                                      <p:cBhvr additive="base">
                                        <p:cTn id="73" dur="250" fill="hold"/>
                                        <p:tgtEl>
                                          <p:spTgt spid="74"/>
                                        </p:tgtEl>
                                        <p:attrNameLst>
                                          <p:attrName>ppt_x</p:attrName>
                                        </p:attrNameLst>
                                      </p:cBhvr>
                                      <p:tavLst>
                                        <p:tav tm="0">
                                          <p:val>
                                            <p:strVal val="#ppt_x"/>
                                          </p:val>
                                        </p:tav>
                                        <p:tav tm="100000">
                                          <p:val>
                                            <p:strVal val="#ppt_x"/>
                                          </p:val>
                                        </p:tav>
                                      </p:tavLst>
                                    </p:anim>
                                    <p:anim calcmode="lin" valueType="num">
                                      <p:cBhvr additive="base">
                                        <p:cTn id="74" dur="250" fill="hold"/>
                                        <p:tgtEl>
                                          <p:spTgt spid="74"/>
                                        </p:tgtEl>
                                        <p:attrNameLst>
                                          <p:attrName>ppt_y</p:attrName>
                                        </p:attrNameLst>
                                      </p:cBhvr>
                                      <p:tavLst>
                                        <p:tav tm="0">
                                          <p:val>
                                            <p:strVal val="0-#ppt_h/2"/>
                                          </p:val>
                                        </p:tav>
                                        <p:tav tm="100000">
                                          <p:val>
                                            <p:strVal val="#ppt_y"/>
                                          </p:val>
                                        </p:tav>
                                      </p:tavLst>
                                    </p:anim>
                                  </p:childTnLst>
                                </p:cTn>
                              </p:par>
                              <p:par>
                                <p:cTn id="75" presetID="2" presetClass="entr" presetSubtype="1" fill="hold" nodeType="withEffect">
                                  <p:stCondLst>
                                    <p:cond delay="0"/>
                                  </p:stCondLst>
                                  <p:childTnLst>
                                    <p:set>
                                      <p:cBhvr>
                                        <p:cTn id="76" dur="1" fill="hold">
                                          <p:stCondLst>
                                            <p:cond delay="0"/>
                                          </p:stCondLst>
                                        </p:cTn>
                                        <p:tgtEl>
                                          <p:spTgt spid="79"/>
                                        </p:tgtEl>
                                        <p:attrNameLst>
                                          <p:attrName>style.visibility</p:attrName>
                                        </p:attrNameLst>
                                      </p:cBhvr>
                                      <p:to>
                                        <p:strVal val="visible"/>
                                      </p:to>
                                    </p:set>
                                    <p:anim calcmode="lin" valueType="num">
                                      <p:cBhvr additive="base">
                                        <p:cTn id="77" dur="250" fill="hold"/>
                                        <p:tgtEl>
                                          <p:spTgt spid="79"/>
                                        </p:tgtEl>
                                        <p:attrNameLst>
                                          <p:attrName>ppt_x</p:attrName>
                                        </p:attrNameLst>
                                      </p:cBhvr>
                                      <p:tavLst>
                                        <p:tav tm="0">
                                          <p:val>
                                            <p:strVal val="#ppt_x"/>
                                          </p:val>
                                        </p:tav>
                                        <p:tav tm="100000">
                                          <p:val>
                                            <p:strVal val="#ppt_x"/>
                                          </p:val>
                                        </p:tav>
                                      </p:tavLst>
                                    </p:anim>
                                    <p:anim calcmode="lin" valueType="num">
                                      <p:cBhvr additive="base">
                                        <p:cTn id="78" dur="250" fill="hold"/>
                                        <p:tgtEl>
                                          <p:spTgt spid="79"/>
                                        </p:tgtEl>
                                        <p:attrNameLst>
                                          <p:attrName>ppt_y</p:attrName>
                                        </p:attrNameLst>
                                      </p:cBhvr>
                                      <p:tavLst>
                                        <p:tav tm="0">
                                          <p:val>
                                            <p:strVal val="0-#ppt_h/2"/>
                                          </p:val>
                                        </p:tav>
                                        <p:tav tm="100000">
                                          <p:val>
                                            <p:strVal val="#ppt_y"/>
                                          </p:val>
                                        </p:tav>
                                      </p:tavLst>
                                    </p:anim>
                                  </p:childTnLst>
                                </p:cTn>
                              </p:par>
                              <p:par>
                                <p:cTn id="79" presetID="2" presetClass="entr" presetSubtype="1" fill="hold" nodeType="withEffect">
                                  <p:stCondLst>
                                    <p:cond delay="0"/>
                                  </p:stCondLst>
                                  <p:childTnLst>
                                    <p:set>
                                      <p:cBhvr>
                                        <p:cTn id="80" dur="1" fill="hold">
                                          <p:stCondLst>
                                            <p:cond delay="0"/>
                                          </p:stCondLst>
                                        </p:cTn>
                                        <p:tgtEl>
                                          <p:spTgt spid="84"/>
                                        </p:tgtEl>
                                        <p:attrNameLst>
                                          <p:attrName>style.visibility</p:attrName>
                                        </p:attrNameLst>
                                      </p:cBhvr>
                                      <p:to>
                                        <p:strVal val="visible"/>
                                      </p:to>
                                    </p:set>
                                    <p:anim calcmode="lin" valueType="num">
                                      <p:cBhvr additive="base">
                                        <p:cTn id="81" dur="250" fill="hold"/>
                                        <p:tgtEl>
                                          <p:spTgt spid="84"/>
                                        </p:tgtEl>
                                        <p:attrNameLst>
                                          <p:attrName>ppt_x</p:attrName>
                                        </p:attrNameLst>
                                      </p:cBhvr>
                                      <p:tavLst>
                                        <p:tav tm="0">
                                          <p:val>
                                            <p:strVal val="#ppt_x"/>
                                          </p:val>
                                        </p:tav>
                                        <p:tav tm="100000">
                                          <p:val>
                                            <p:strVal val="#ppt_x"/>
                                          </p:val>
                                        </p:tav>
                                      </p:tavLst>
                                    </p:anim>
                                    <p:anim calcmode="lin" valueType="num">
                                      <p:cBhvr additive="base">
                                        <p:cTn id="82" dur="250" fill="hold"/>
                                        <p:tgtEl>
                                          <p:spTgt spid="84"/>
                                        </p:tgtEl>
                                        <p:attrNameLst>
                                          <p:attrName>ppt_y</p:attrName>
                                        </p:attrNameLst>
                                      </p:cBhvr>
                                      <p:tavLst>
                                        <p:tav tm="0">
                                          <p:val>
                                            <p:strVal val="0-#ppt_h/2"/>
                                          </p:val>
                                        </p:tav>
                                        <p:tav tm="100000">
                                          <p:val>
                                            <p:strVal val="#ppt_y"/>
                                          </p:val>
                                        </p:tav>
                                      </p:tavLst>
                                    </p:anim>
                                  </p:childTnLst>
                                </p:cTn>
                              </p:par>
                              <p:par>
                                <p:cTn id="83" presetID="2" presetClass="entr" presetSubtype="1" fill="hold" nodeType="withEffect">
                                  <p:stCondLst>
                                    <p:cond delay="0"/>
                                  </p:stCondLst>
                                  <p:childTnLst>
                                    <p:set>
                                      <p:cBhvr>
                                        <p:cTn id="84" dur="1" fill="hold">
                                          <p:stCondLst>
                                            <p:cond delay="0"/>
                                          </p:stCondLst>
                                        </p:cTn>
                                        <p:tgtEl>
                                          <p:spTgt spid="91"/>
                                        </p:tgtEl>
                                        <p:attrNameLst>
                                          <p:attrName>style.visibility</p:attrName>
                                        </p:attrNameLst>
                                      </p:cBhvr>
                                      <p:to>
                                        <p:strVal val="visible"/>
                                      </p:to>
                                    </p:set>
                                    <p:anim calcmode="lin" valueType="num">
                                      <p:cBhvr additive="base">
                                        <p:cTn id="85" dur="250" fill="hold"/>
                                        <p:tgtEl>
                                          <p:spTgt spid="91"/>
                                        </p:tgtEl>
                                        <p:attrNameLst>
                                          <p:attrName>ppt_x</p:attrName>
                                        </p:attrNameLst>
                                      </p:cBhvr>
                                      <p:tavLst>
                                        <p:tav tm="0">
                                          <p:val>
                                            <p:strVal val="#ppt_x"/>
                                          </p:val>
                                        </p:tav>
                                        <p:tav tm="100000">
                                          <p:val>
                                            <p:strVal val="#ppt_x"/>
                                          </p:val>
                                        </p:tav>
                                      </p:tavLst>
                                    </p:anim>
                                    <p:anim calcmode="lin" valueType="num">
                                      <p:cBhvr additive="base">
                                        <p:cTn id="86" dur="250" fill="hold"/>
                                        <p:tgtEl>
                                          <p:spTgt spid="91"/>
                                        </p:tgtEl>
                                        <p:attrNameLst>
                                          <p:attrName>ppt_y</p:attrName>
                                        </p:attrNameLst>
                                      </p:cBhvr>
                                      <p:tavLst>
                                        <p:tav tm="0">
                                          <p:val>
                                            <p:strVal val="0-#ppt_h/2"/>
                                          </p:val>
                                        </p:tav>
                                        <p:tav tm="100000">
                                          <p:val>
                                            <p:strVal val="#ppt_y"/>
                                          </p:val>
                                        </p:tav>
                                      </p:tavLst>
                                    </p:anim>
                                  </p:childTnLst>
                                </p:cTn>
                              </p:par>
                              <p:par>
                                <p:cTn id="87" presetID="2" presetClass="entr" presetSubtype="1" fill="hold" nodeType="withEffect">
                                  <p:stCondLst>
                                    <p:cond delay="250"/>
                                  </p:stCondLst>
                                  <p:childTnLst>
                                    <p:set>
                                      <p:cBhvr>
                                        <p:cTn id="88" dur="1" fill="hold">
                                          <p:stCondLst>
                                            <p:cond delay="0"/>
                                          </p:stCondLst>
                                        </p:cTn>
                                        <p:tgtEl>
                                          <p:spTgt spid="75"/>
                                        </p:tgtEl>
                                        <p:attrNameLst>
                                          <p:attrName>style.visibility</p:attrName>
                                        </p:attrNameLst>
                                      </p:cBhvr>
                                      <p:to>
                                        <p:strVal val="visible"/>
                                      </p:to>
                                    </p:set>
                                    <p:anim calcmode="lin" valueType="num">
                                      <p:cBhvr additive="base">
                                        <p:cTn id="89" dur="250" fill="hold"/>
                                        <p:tgtEl>
                                          <p:spTgt spid="75"/>
                                        </p:tgtEl>
                                        <p:attrNameLst>
                                          <p:attrName>ppt_x</p:attrName>
                                        </p:attrNameLst>
                                      </p:cBhvr>
                                      <p:tavLst>
                                        <p:tav tm="0">
                                          <p:val>
                                            <p:strVal val="#ppt_x"/>
                                          </p:val>
                                        </p:tav>
                                        <p:tav tm="100000">
                                          <p:val>
                                            <p:strVal val="#ppt_x"/>
                                          </p:val>
                                        </p:tav>
                                      </p:tavLst>
                                    </p:anim>
                                    <p:anim calcmode="lin" valueType="num">
                                      <p:cBhvr additive="base">
                                        <p:cTn id="90" dur="250" fill="hold"/>
                                        <p:tgtEl>
                                          <p:spTgt spid="75"/>
                                        </p:tgtEl>
                                        <p:attrNameLst>
                                          <p:attrName>ppt_y</p:attrName>
                                        </p:attrNameLst>
                                      </p:cBhvr>
                                      <p:tavLst>
                                        <p:tav tm="0">
                                          <p:val>
                                            <p:strVal val="0-#ppt_h/2"/>
                                          </p:val>
                                        </p:tav>
                                        <p:tav tm="100000">
                                          <p:val>
                                            <p:strVal val="#ppt_y"/>
                                          </p:val>
                                        </p:tav>
                                      </p:tavLst>
                                    </p:anim>
                                  </p:childTnLst>
                                </p:cTn>
                              </p:par>
                              <p:par>
                                <p:cTn id="91" presetID="2" presetClass="entr" presetSubtype="1" fill="hold" nodeType="withEffect">
                                  <p:stCondLst>
                                    <p:cond delay="250"/>
                                  </p:stCondLst>
                                  <p:childTnLst>
                                    <p:set>
                                      <p:cBhvr>
                                        <p:cTn id="92" dur="1" fill="hold">
                                          <p:stCondLst>
                                            <p:cond delay="0"/>
                                          </p:stCondLst>
                                        </p:cTn>
                                        <p:tgtEl>
                                          <p:spTgt spid="80"/>
                                        </p:tgtEl>
                                        <p:attrNameLst>
                                          <p:attrName>style.visibility</p:attrName>
                                        </p:attrNameLst>
                                      </p:cBhvr>
                                      <p:to>
                                        <p:strVal val="visible"/>
                                      </p:to>
                                    </p:set>
                                    <p:anim calcmode="lin" valueType="num">
                                      <p:cBhvr additive="base">
                                        <p:cTn id="93" dur="250" fill="hold"/>
                                        <p:tgtEl>
                                          <p:spTgt spid="80"/>
                                        </p:tgtEl>
                                        <p:attrNameLst>
                                          <p:attrName>ppt_x</p:attrName>
                                        </p:attrNameLst>
                                      </p:cBhvr>
                                      <p:tavLst>
                                        <p:tav tm="0">
                                          <p:val>
                                            <p:strVal val="#ppt_x"/>
                                          </p:val>
                                        </p:tav>
                                        <p:tav tm="100000">
                                          <p:val>
                                            <p:strVal val="#ppt_x"/>
                                          </p:val>
                                        </p:tav>
                                      </p:tavLst>
                                    </p:anim>
                                    <p:anim calcmode="lin" valueType="num">
                                      <p:cBhvr additive="base">
                                        <p:cTn id="94" dur="250" fill="hold"/>
                                        <p:tgtEl>
                                          <p:spTgt spid="80"/>
                                        </p:tgtEl>
                                        <p:attrNameLst>
                                          <p:attrName>ppt_y</p:attrName>
                                        </p:attrNameLst>
                                      </p:cBhvr>
                                      <p:tavLst>
                                        <p:tav tm="0">
                                          <p:val>
                                            <p:strVal val="0-#ppt_h/2"/>
                                          </p:val>
                                        </p:tav>
                                        <p:tav tm="100000">
                                          <p:val>
                                            <p:strVal val="#ppt_y"/>
                                          </p:val>
                                        </p:tav>
                                      </p:tavLst>
                                    </p:anim>
                                  </p:childTnLst>
                                </p:cTn>
                              </p:par>
                              <p:par>
                                <p:cTn id="95" presetID="2" presetClass="entr" presetSubtype="1" fill="hold" nodeType="withEffect">
                                  <p:stCondLst>
                                    <p:cond delay="250"/>
                                  </p:stCondLst>
                                  <p:childTnLst>
                                    <p:set>
                                      <p:cBhvr>
                                        <p:cTn id="96" dur="1" fill="hold">
                                          <p:stCondLst>
                                            <p:cond delay="0"/>
                                          </p:stCondLst>
                                        </p:cTn>
                                        <p:tgtEl>
                                          <p:spTgt spid="85"/>
                                        </p:tgtEl>
                                        <p:attrNameLst>
                                          <p:attrName>style.visibility</p:attrName>
                                        </p:attrNameLst>
                                      </p:cBhvr>
                                      <p:to>
                                        <p:strVal val="visible"/>
                                      </p:to>
                                    </p:set>
                                    <p:anim calcmode="lin" valueType="num">
                                      <p:cBhvr additive="base">
                                        <p:cTn id="97" dur="250" fill="hold"/>
                                        <p:tgtEl>
                                          <p:spTgt spid="85"/>
                                        </p:tgtEl>
                                        <p:attrNameLst>
                                          <p:attrName>ppt_x</p:attrName>
                                        </p:attrNameLst>
                                      </p:cBhvr>
                                      <p:tavLst>
                                        <p:tav tm="0">
                                          <p:val>
                                            <p:strVal val="#ppt_x"/>
                                          </p:val>
                                        </p:tav>
                                        <p:tav tm="100000">
                                          <p:val>
                                            <p:strVal val="#ppt_x"/>
                                          </p:val>
                                        </p:tav>
                                      </p:tavLst>
                                    </p:anim>
                                    <p:anim calcmode="lin" valueType="num">
                                      <p:cBhvr additive="base">
                                        <p:cTn id="98" dur="250" fill="hold"/>
                                        <p:tgtEl>
                                          <p:spTgt spid="85"/>
                                        </p:tgtEl>
                                        <p:attrNameLst>
                                          <p:attrName>ppt_y</p:attrName>
                                        </p:attrNameLst>
                                      </p:cBhvr>
                                      <p:tavLst>
                                        <p:tav tm="0">
                                          <p:val>
                                            <p:strVal val="0-#ppt_h/2"/>
                                          </p:val>
                                        </p:tav>
                                        <p:tav tm="100000">
                                          <p:val>
                                            <p:strVal val="#ppt_y"/>
                                          </p:val>
                                        </p:tav>
                                      </p:tavLst>
                                    </p:anim>
                                  </p:childTnLst>
                                </p:cTn>
                              </p:par>
                              <p:par>
                                <p:cTn id="99" presetID="2" presetClass="entr" presetSubtype="1" fill="hold" nodeType="withEffect">
                                  <p:stCondLst>
                                    <p:cond delay="500"/>
                                  </p:stCondLst>
                                  <p:childTnLst>
                                    <p:set>
                                      <p:cBhvr>
                                        <p:cTn id="100" dur="1" fill="hold">
                                          <p:stCondLst>
                                            <p:cond delay="0"/>
                                          </p:stCondLst>
                                        </p:cTn>
                                        <p:tgtEl>
                                          <p:spTgt spid="76"/>
                                        </p:tgtEl>
                                        <p:attrNameLst>
                                          <p:attrName>style.visibility</p:attrName>
                                        </p:attrNameLst>
                                      </p:cBhvr>
                                      <p:to>
                                        <p:strVal val="visible"/>
                                      </p:to>
                                    </p:set>
                                    <p:anim calcmode="lin" valueType="num">
                                      <p:cBhvr additive="base">
                                        <p:cTn id="101" dur="250" fill="hold"/>
                                        <p:tgtEl>
                                          <p:spTgt spid="76"/>
                                        </p:tgtEl>
                                        <p:attrNameLst>
                                          <p:attrName>ppt_x</p:attrName>
                                        </p:attrNameLst>
                                      </p:cBhvr>
                                      <p:tavLst>
                                        <p:tav tm="0">
                                          <p:val>
                                            <p:strVal val="#ppt_x"/>
                                          </p:val>
                                        </p:tav>
                                        <p:tav tm="100000">
                                          <p:val>
                                            <p:strVal val="#ppt_x"/>
                                          </p:val>
                                        </p:tav>
                                      </p:tavLst>
                                    </p:anim>
                                    <p:anim calcmode="lin" valueType="num">
                                      <p:cBhvr additive="base">
                                        <p:cTn id="102" dur="250" fill="hold"/>
                                        <p:tgtEl>
                                          <p:spTgt spid="76"/>
                                        </p:tgtEl>
                                        <p:attrNameLst>
                                          <p:attrName>ppt_y</p:attrName>
                                        </p:attrNameLst>
                                      </p:cBhvr>
                                      <p:tavLst>
                                        <p:tav tm="0">
                                          <p:val>
                                            <p:strVal val="0-#ppt_h/2"/>
                                          </p:val>
                                        </p:tav>
                                        <p:tav tm="100000">
                                          <p:val>
                                            <p:strVal val="#ppt_y"/>
                                          </p:val>
                                        </p:tav>
                                      </p:tavLst>
                                    </p:anim>
                                  </p:childTnLst>
                                </p:cTn>
                              </p:par>
                              <p:par>
                                <p:cTn id="103" presetID="2" presetClass="entr" presetSubtype="1" fill="hold" nodeType="withEffect">
                                  <p:stCondLst>
                                    <p:cond delay="500"/>
                                  </p:stCondLst>
                                  <p:childTnLst>
                                    <p:set>
                                      <p:cBhvr>
                                        <p:cTn id="104" dur="1" fill="hold">
                                          <p:stCondLst>
                                            <p:cond delay="0"/>
                                          </p:stCondLst>
                                        </p:cTn>
                                        <p:tgtEl>
                                          <p:spTgt spid="88"/>
                                        </p:tgtEl>
                                        <p:attrNameLst>
                                          <p:attrName>style.visibility</p:attrName>
                                        </p:attrNameLst>
                                      </p:cBhvr>
                                      <p:to>
                                        <p:strVal val="visible"/>
                                      </p:to>
                                    </p:set>
                                    <p:anim calcmode="lin" valueType="num">
                                      <p:cBhvr additive="base">
                                        <p:cTn id="105" dur="250" fill="hold"/>
                                        <p:tgtEl>
                                          <p:spTgt spid="88"/>
                                        </p:tgtEl>
                                        <p:attrNameLst>
                                          <p:attrName>ppt_x</p:attrName>
                                        </p:attrNameLst>
                                      </p:cBhvr>
                                      <p:tavLst>
                                        <p:tav tm="0">
                                          <p:val>
                                            <p:strVal val="#ppt_x"/>
                                          </p:val>
                                        </p:tav>
                                        <p:tav tm="100000">
                                          <p:val>
                                            <p:strVal val="#ppt_x"/>
                                          </p:val>
                                        </p:tav>
                                      </p:tavLst>
                                    </p:anim>
                                    <p:anim calcmode="lin" valueType="num">
                                      <p:cBhvr additive="base">
                                        <p:cTn id="106" dur="250" fill="hold"/>
                                        <p:tgtEl>
                                          <p:spTgt spid="88"/>
                                        </p:tgtEl>
                                        <p:attrNameLst>
                                          <p:attrName>ppt_y</p:attrName>
                                        </p:attrNameLst>
                                      </p:cBhvr>
                                      <p:tavLst>
                                        <p:tav tm="0">
                                          <p:val>
                                            <p:strVal val="0-#ppt_h/2"/>
                                          </p:val>
                                        </p:tav>
                                        <p:tav tm="100000">
                                          <p:val>
                                            <p:strVal val="#ppt_y"/>
                                          </p:val>
                                        </p:tav>
                                      </p:tavLst>
                                    </p:anim>
                                  </p:childTnLst>
                                </p:cTn>
                              </p:par>
                              <p:par>
                                <p:cTn id="107" presetID="2" presetClass="entr" presetSubtype="1" fill="hold" nodeType="withEffect">
                                  <p:stCondLst>
                                    <p:cond delay="750"/>
                                  </p:stCondLst>
                                  <p:childTnLst>
                                    <p:set>
                                      <p:cBhvr>
                                        <p:cTn id="108" dur="1" fill="hold">
                                          <p:stCondLst>
                                            <p:cond delay="0"/>
                                          </p:stCondLst>
                                        </p:cTn>
                                        <p:tgtEl>
                                          <p:spTgt spid="77"/>
                                        </p:tgtEl>
                                        <p:attrNameLst>
                                          <p:attrName>style.visibility</p:attrName>
                                        </p:attrNameLst>
                                      </p:cBhvr>
                                      <p:to>
                                        <p:strVal val="visible"/>
                                      </p:to>
                                    </p:set>
                                    <p:anim calcmode="lin" valueType="num">
                                      <p:cBhvr additive="base">
                                        <p:cTn id="109" dur="250" fill="hold"/>
                                        <p:tgtEl>
                                          <p:spTgt spid="77"/>
                                        </p:tgtEl>
                                        <p:attrNameLst>
                                          <p:attrName>ppt_x</p:attrName>
                                        </p:attrNameLst>
                                      </p:cBhvr>
                                      <p:tavLst>
                                        <p:tav tm="0">
                                          <p:val>
                                            <p:strVal val="#ppt_x"/>
                                          </p:val>
                                        </p:tav>
                                        <p:tav tm="100000">
                                          <p:val>
                                            <p:strVal val="#ppt_x"/>
                                          </p:val>
                                        </p:tav>
                                      </p:tavLst>
                                    </p:anim>
                                    <p:anim calcmode="lin" valueType="num">
                                      <p:cBhvr additive="base">
                                        <p:cTn id="110" dur="250" fill="hold"/>
                                        <p:tgtEl>
                                          <p:spTgt spid="77"/>
                                        </p:tgtEl>
                                        <p:attrNameLst>
                                          <p:attrName>ppt_y</p:attrName>
                                        </p:attrNameLst>
                                      </p:cBhvr>
                                      <p:tavLst>
                                        <p:tav tm="0">
                                          <p:val>
                                            <p:strVal val="0-#ppt_h/2"/>
                                          </p:val>
                                        </p:tav>
                                        <p:tav tm="100000">
                                          <p:val>
                                            <p:strVal val="#ppt_y"/>
                                          </p:val>
                                        </p:tav>
                                      </p:tavLst>
                                    </p:anim>
                                  </p:childTnLst>
                                </p:cTn>
                              </p:par>
                              <p:par>
                                <p:cTn id="111" presetID="2" presetClass="entr" presetSubtype="1" fill="hold" nodeType="withEffect">
                                  <p:stCondLst>
                                    <p:cond delay="750"/>
                                  </p:stCondLst>
                                  <p:childTnLst>
                                    <p:set>
                                      <p:cBhvr>
                                        <p:cTn id="112" dur="1" fill="hold">
                                          <p:stCondLst>
                                            <p:cond delay="0"/>
                                          </p:stCondLst>
                                        </p:cTn>
                                        <p:tgtEl>
                                          <p:spTgt spid="89"/>
                                        </p:tgtEl>
                                        <p:attrNameLst>
                                          <p:attrName>style.visibility</p:attrName>
                                        </p:attrNameLst>
                                      </p:cBhvr>
                                      <p:to>
                                        <p:strVal val="visible"/>
                                      </p:to>
                                    </p:set>
                                    <p:anim calcmode="lin" valueType="num">
                                      <p:cBhvr additive="base">
                                        <p:cTn id="113" dur="250" fill="hold"/>
                                        <p:tgtEl>
                                          <p:spTgt spid="89"/>
                                        </p:tgtEl>
                                        <p:attrNameLst>
                                          <p:attrName>ppt_x</p:attrName>
                                        </p:attrNameLst>
                                      </p:cBhvr>
                                      <p:tavLst>
                                        <p:tav tm="0">
                                          <p:val>
                                            <p:strVal val="#ppt_x"/>
                                          </p:val>
                                        </p:tav>
                                        <p:tav tm="100000">
                                          <p:val>
                                            <p:strVal val="#ppt_x"/>
                                          </p:val>
                                        </p:tav>
                                      </p:tavLst>
                                    </p:anim>
                                    <p:anim calcmode="lin" valueType="num">
                                      <p:cBhvr additive="base">
                                        <p:cTn id="114" dur="250" fill="hold"/>
                                        <p:tgtEl>
                                          <p:spTgt spid="89"/>
                                        </p:tgtEl>
                                        <p:attrNameLst>
                                          <p:attrName>ppt_y</p:attrName>
                                        </p:attrNameLst>
                                      </p:cBhvr>
                                      <p:tavLst>
                                        <p:tav tm="0">
                                          <p:val>
                                            <p:strVal val="0-#ppt_h/2"/>
                                          </p:val>
                                        </p:tav>
                                        <p:tav tm="100000">
                                          <p:val>
                                            <p:strVal val="#ppt_y"/>
                                          </p:val>
                                        </p:tav>
                                      </p:tavLst>
                                    </p:anim>
                                  </p:childTnLst>
                                </p:cTn>
                              </p:par>
                              <p:par>
                                <p:cTn id="115" presetID="2" presetClass="entr" presetSubtype="1" fill="hold" nodeType="withEffect">
                                  <p:stCondLst>
                                    <p:cond delay="1000"/>
                                  </p:stCondLst>
                                  <p:childTnLst>
                                    <p:set>
                                      <p:cBhvr>
                                        <p:cTn id="116" dur="1" fill="hold">
                                          <p:stCondLst>
                                            <p:cond delay="0"/>
                                          </p:stCondLst>
                                        </p:cTn>
                                        <p:tgtEl>
                                          <p:spTgt spid="78"/>
                                        </p:tgtEl>
                                        <p:attrNameLst>
                                          <p:attrName>style.visibility</p:attrName>
                                        </p:attrNameLst>
                                      </p:cBhvr>
                                      <p:to>
                                        <p:strVal val="visible"/>
                                      </p:to>
                                    </p:set>
                                    <p:anim calcmode="lin" valueType="num">
                                      <p:cBhvr additive="base">
                                        <p:cTn id="117" dur="250" fill="hold"/>
                                        <p:tgtEl>
                                          <p:spTgt spid="78"/>
                                        </p:tgtEl>
                                        <p:attrNameLst>
                                          <p:attrName>ppt_x</p:attrName>
                                        </p:attrNameLst>
                                      </p:cBhvr>
                                      <p:tavLst>
                                        <p:tav tm="0">
                                          <p:val>
                                            <p:strVal val="#ppt_x"/>
                                          </p:val>
                                        </p:tav>
                                        <p:tav tm="100000">
                                          <p:val>
                                            <p:strVal val="#ppt_x"/>
                                          </p:val>
                                        </p:tav>
                                      </p:tavLst>
                                    </p:anim>
                                    <p:anim calcmode="lin" valueType="num">
                                      <p:cBhvr additive="base">
                                        <p:cTn id="118" dur="250" fill="hold"/>
                                        <p:tgtEl>
                                          <p:spTgt spid="78"/>
                                        </p:tgtEl>
                                        <p:attrNameLst>
                                          <p:attrName>ppt_y</p:attrName>
                                        </p:attrNameLst>
                                      </p:cBhvr>
                                      <p:tavLst>
                                        <p:tav tm="0">
                                          <p:val>
                                            <p:strVal val="0-#ppt_h/2"/>
                                          </p:val>
                                        </p:tav>
                                        <p:tav tm="100000">
                                          <p:val>
                                            <p:strVal val="#ppt_y"/>
                                          </p:val>
                                        </p:tav>
                                      </p:tavLst>
                                    </p:anim>
                                  </p:childTnLst>
                                </p:cTn>
                              </p:par>
                            </p:childTnLst>
                          </p:cTn>
                        </p:par>
                      </p:childTnLst>
                    </p:cTn>
                  </p:par>
                </p:childTnLst>
              </p:cTn>
              <p:prevCondLst>
                <p:cond evt="onPrev" delay="0">
                  <p:tgtEl>
                    <p:sldTgt/>
                  </p:tgtEl>
                </p:cond>
              </p:prevCondLst>
              <p:nextCondLst>
                <p:cond evt="onNext" delay="0">
                  <p:tgtEl>
                    <p:sldTgt/>
                  </p:tgtEl>
                </p:cond>
              </p:nextCondLst>
            </p:seq>
            <p:audio>
              <p:cMediaNode vol="100000">
                <p:cTn id="119" fill="hold" display="0">
                  <p:stCondLst>
                    <p:cond delay="indefinite"/>
                  </p:stCondLst>
                  <p:endCondLst>
                    <p:cond evt="onStopAudio" delay="0">
                      <p:tgtEl>
                        <p:sldTgt/>
                      </p:tgtEl>
                    </p:cond>
                  </p:endCondLst>
                </p:cTn>
                <p:tgtEl>
                  <p:spTgt spid="63"/>
                </p:tgtEl>
              </p:cMediaNode>
            </p:audio>
            <p:audio>
              <p:cMediaNode vol="100000">
                <p:cTn id="120" fill="hold" display="0">
                  <p:stCondLst>
                    <p:cond delay="indefinite"/>
                  </p:stCondLst>
                  <p:endCondLst>
                    <p:cond evt="onStopAudio" delay="0">
                      <p:tgtEl>
                        <p:sldTgt/>
                      </p:tgtEl>
                    </p:cond>
                  </p:endCondLst>
                </p:cTn>
                <p:tgtEl>
                  <p:spTgt spid="64"/>
                </p:tgtEl>
              </p:cMediaNode>
            </p:audio>
            <p:audio>
              <p:cMediaNode vol="80000">
                <p:cTn id="121" fill="hold" display="0">
                  <p:stCondLst>
                    <p:cond delay="indefinite"/>
                  </p:stCondLst>
                  <p:endCondLst>
                    <p:cond evt="onStopAudio" delay="0">
                      <p:tgtEl>
                        <p:sldTgt/>
                      </p:tgtEl>
                    </p:cond>
                  </p:endCondLst>
                </p:cTn>
                <p:tgtEl>
                  <p:spTgt spid="28"/>
                </p:tgtEl>
              </p:cMediaNode>
            </p:audio>
            <p:audio>
              <p:cMediaNode vol="80303">
                <p:cTn id="122" fill="hold" display="0">
                  <p:stCondLst>
                    <p:cond delay="indefinite"/>
                  </p:stCondLst>
                  <p:endCondLst>
                    <p:cond evt="onStopAudio" delay="0">
                      <p:tgtEl>
                        <p:sldTgt/>
                      </p:tgtEl>
                    </p:cond>
                    <p:cond evt="onNext" delay="0">
                      <p:tgtEl>
                        <p:sldTgt/>
                      </p:tgtEl>
                    </p:cond>
                  </p:endCondLst>
                </p:cTn>
                <p:tgtEl>
                  <p:spTgt spid="49"/>
                </p:tgtEl>
              </p:cMediaNode>
            </p:audio>
            <p:audio>
              <p:cMediaNode vol="80000">
                <p:cTn id="123" fill="hold" display="0">
                  <p:stCondLst>
                    <p:cond delay="indefinite"/>
                  </p:stCondLst>
                  <p:endCondLst>
                    <p:cond evt="onStopAudio" delay="0">
                      <p:tgtEl>
                        <p:sldTgt/>
                      </p:tgtEl>
                    </p:cond>
                  </p:endCondLst>
                </p:cTn>
                <p:tgtEl>
                  <p:spTgt spid="50"/>
                </p:tgtEl>
              </p:cMediaNode>
            </p:audio>
          </p:childTnLst>
        </p:cTn>
      </p:par>
    </p:tnLst>
  </p:timing>
</p:sld>
</file>

<file path=ppt/slides/slide18.xml><?xml version="1.0" encoding="utf-8"?>
<p:sld xmlns:a="http://schemas.openxmlformats.org/drawingml/2006/main" xmlns:r="http://schemas.openxmlformats.org/officeDocument/2006/relationships" xmlns:p="http://schemas.openxmlformats.org/presentationml/2006/main" show="0">
  <p:cSld>
    <p:spTree>
      <p:nvGrpSpPr>
        <p:cNvPr id="1" name=""/>
        <p:cNvGrpSpPr/>
        <p:nvPr/>
      </p:nvGrpSpPr>
      <p:grpSpPr>
        <a:xfrm>
          <a:off x="0" y="0"/>
          <a:ext cx="0" cy="0"/>
          <a:chOff x="0" y="0"/>
          <a:chExt cx="0" cy="0"/>
        </a:xfrm>
      </p:grpSpPr>
      <p:pic>
        <p:nvPicPr>
          <p:cNvPr id="14" name="Baseplate"/>
          <p:cNvPicPr>
            <a:picLocks noChangeAspect="1"/>
          </p:cNvPicPr>
          <p:nvPr/>
        </p:nvPicPr>
        <p:blipFill>
          <a:blip r:embed="rId13" cstate="print">
            <a:extLst>
              <a:ext uri="{28A0092B-C50C-407E-A947-70E740481C1C}">
                <a14:useLocalDpi xmlns:a14="http://schemas.microsoft.com/office/drawing/2010/main" val="0"/>
              </a:ext>
            </a:extLst>
          </a:blip>
          <a:stretch>
            <a:fillRect/>
          </a:stretch>
        </p:blipFill>
        <p:spPr>
          <a:xfrm>
            <a:off x="-594469" y="-54465"/>
            <a:ext cx="15819338" cy="8503919"/>
          </a:xfrm>
          <a:prstGeom prst="rect">
            <a:avLst/>
          </a:prstGeom>
        </p:spPr>
      </p:pic>
      <p:pic>
        <p:nvPicPr>
          <p:cNvPr id="51" name="Timer 1x2"/>
          <p:cNvPicPr>
            <a:picLocks/>
          </p:cNvPicPr>
          <p:nvPr/>
        </p:nvPicPr>
        <p:blipFill>
          <a:blip r:embed="rId14" cstate="print">
            <a:extLst>
              <a:ext uri="{28A0092B-C50C-407E-A947-70E740481C1C}">
                <a14:useLocalDpi xmlns:a14="http://schemas.microsoft.com/office/drawing/2010/main" val="0"/>
              </a:ext>
            </a:extLst>
          </a:blip>
          <a:stretch>
            <a:fillRect/>
          </a:stretch>
        </p:blipFill>
        <p:spPr>
          <a:xfrm>
            <a:off x="13929822" y="-203906"/>
            <a:ext cx="832104" cy="529163"/>
          </a:xfrm>
          <a:prstGeom prst="rect">
            <a:avLst/>
          </a:prstGeom>
        </p:spPr>
      </p:pic>
      <p:pic>
        <p:nvPicPr>
          <p:cNvPr id="62" name="Blue Bricks 1"/>
          <p:cNvPicPr>
            <a:picLocks noChangeAspect="1"/>
          </p:cNvPicPr>
          <p:nvPr/>
        </p:nvPicPr>
        <p:blipFill>
          <a:blip r:embed="rId15" cstate="print">
            <a:extLst>
              <a:ext uri="{28A0092B-C50C-407E-A947-70E740481C1C}">
                <a14:useLocalDpi xmlns:a14="http://schemas.microsoft.com/office/drawing/2010/main" val="0"/>
              </a:ext>
            </a:extLst>
          </a:blip>
          <a:stretch>
            <a:fillRect/>
          </a:stretch>
        </p:blipFill>
        <p:spPr>
          <a:xfrm>
            <a:off x="0" y="3059476"/>
            <a:ext cx="3461795" cy="1724155"/>
          </a:xfrm>
          <a:prstGeom prst="rect">
            <a:avLst/>
          </a:prstGeom>
        </p:spPr>
      </p:pic>
      <p:sp>
        <p:nvSpPr>
          <p:cNvPr id="79" name="Blue Cap 1"/>
          <p:cNvSpPr>
            <a:spLocks noChangeAspect="1"/>
          </p:cNvSpPr>
          <p:nvPr/>
        </p:nvSpPr>
        <p:spPr>
          <a:xfrm>
            <a:off x="213811" y="2951273"/>
            <a:ext cx="2907791" cy="1453896"/>
          </a:xfrm>
          <a:prstGeom prst="rect">
            <a:avLst/>
          </a:prstGeom>
          <a:solidFill>
            <a:srgbClr val="F4F4F4"/>
          </a:solidFill>
          <a:ln>
            <a:noFill/>
          </a:ln>
          <a:scene3d>
            <a:camera prst="orthographicFront">
              <a:rot lat="20400000" lon="21000000" rev="198000"/>
            </a:camera>
            <a:lightRig rig="balanced" dir="t"/>
          </a:scene3d>
          <a:sp3d extrusionH="165100" prstMaterial="metal">
            <a:bevelT w="19050" h="12700"/>
            <a:extrusionClr>
              <a:srgbClr val="F4F4F4"/>
            </a:extrusionClr>
          </a:sp3d>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sz="4400" spc="-200" dirty="0">
                <a:ln>
                  <a:solidFill>
                    <a:schemeClr val="tx1">
                      <a:lumMod val="85000"/>
                      <a:lumOff val="15000"/>
                    </a:schemeClr>
                  </a:solidFill>
                </a:ln>
                <a:solidFill>
                  <a:srgbClr val="106DDE"/>
                </a:solidFill>
                <a:latin typeface="Poppins Medium" panose="00000600000000000000" pitchFamily="2" charset="0"/>
                <a:ea typeface="ZCOOL QingKe HuangYou" panose="00000500000000000000" pitchFamily="2" charset="0"/>
                <a:cs typeface="Poppins Medium" panose="00000600000000000000" pitchFamily="2" charset="0"/>
              </a:rPr>
              <a:t>Your Text</a:t>
            </a:r>
          </a:p>
        </p:txBody>
      </p:sp>
      <p:pic>
        <p:nvPicPr>
          <p:cNvPr id="80" name="Red Bricks 1"/>
          <p:cNvPicPr>
            <a:picLocks noChangeAspect="1"/>
          </p:cNvPicPr>
          <p:nvPr/>
        </p:nvPicPr>
        <p:blipFill>
          <a:blip r:embed="rId16" cstate="print">
            <a:extLst>
              <a:ext uri="{28A0092B-C50C-407E-A947-70E740481C1C}">
                <a14:useLocalDpi xmlns:a14="http://schemas.microsoft.com/office/drawing/2010/main" val="0"/>
              </a:ext>
            </a:extLst>
          </a:blip>
          <a:stretch>
            <a:fillRect/>
          </a:stretch>
        </p:blipFill>
        <p:spPr>
          <a:xfrm>
            <a:off x="3475300" y="290455"/>
            <a:ext cx="3461795" cy="1724154"/>
          </a:xfrm>
          <a:prstGeom prst="rect">
            <a:avLst/>
          </a:prstGeom>
        </p:spPr>
      </p:pic>
      <p:sp>
        <p:nvSpPr>
          <p:cNvPr id="81" name="Red Cap 1"/>
          <p:cNvSpPr>
            <a:spLocks noChangeAspect="1"/>
          </p:cNvSpPr>
          <p:nvPr/>
        </p:nvSpPr>
        <p:spPr>
          <a:xfrm>
            <a:off x="4038601" y="182252"/>
            <a:ext cx="2907791" cy="1453896"/>
          </a:xfrm>
          <a:prstGeom prst="rect">
            <a:avLst/>
          </a:prstGeom>
          <a:solidFill>
            <a:srgbClr val="F4F4F4"/>
          </a:solidFill>
          <a:ln>
            <a:noFill/>
          </a:ln>
          <a:scene3d>
            <a:camera prst="orthographicFront">
              <a:rot lat="20400000" lon="21000000" rev="198000"/>
            </a:camera>
            <a:lightRig rig="balanced" dir="t"/>
          </a:scene3d>
          <a:sp3d extrusionH="165100" prstMaterial="metal">
            <a:bevelT w="19050" h="12700"/>
            <a:extrusionClr>
              <a:srgbClr val="F4F4F4"/>
            </a:extrusionClr>
          </a:sp3d>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sz="4400" spc="-200" dirty="0">
                <a:ln>
                  <a:solidFill>
                    <a:schemeClr val="tx1">
                      <a:lumMod val="85000"/>
                      <a:lumOff val="15000"/>
                    </a:schemeClr>
                  </a:solidFill>
                </a:ln>
                <a:solidFill>
                  <a:srgbClr val="DD1A21"/>
                </a:solidFill>
                <a:latin typeface="Poppins Medium" panose="00000600000000000000" pitchFamily="2" charset="0"/>
                <a:ea typeface="ZCOOL QingKe HuangYou" panose="00000500000000000000" pitchFamily="2" charset="0"/>
                <a:cs typeface="Poppins Medium" panose="00000600000000000000" pitchFamily="2" charset="0"/>
              </a:rPr>
              <a:t>Your Text</a:t>
            </a:r>
          </a:p>
        </p:txBody>
      </p:sp>
      <p:pic>
        <p:nvPicPr>
          <p:cNvPr id="82" name="Red Bricks 2"/>
          <p:cNvPicPr>
            <a:picLocks noChangeAspect="1"/>
          </p:cNvPicPr>
          <p:nvPr/>
        </p:nvPicPr>
        <p:blipFill>
          <a:blip r:embed="rId16" cstate="print">
            <a:extLst>
              <a:ext uri="{28A0092B-C50C-407E-A947-70E740481C1C}">
                <a14:useLocalDpi xmlns:a14="http://schemas.microsoft.com/office/drawing/2010/main" val="0"/>
              </a:ext>
            </a:extLst>
          </a:blip>
          <a:stretch>
            <a:fillRect/>
          </a:stretch>
        </p:blipFill>
        <p:spPr>
          <a:xfrm>
            <a:off x="3599052" y="2372938"/>
            <a:ext cx="3461795" cy="1724154"/>
          </a:xfrm>
          <a:prstGeom prst="rect">
            <a:avLst/>
          </a:prstGeom>
        </p:spPr>
      </p:pic>
      <p:sp>
        <p:nvSpPr>
          <p:cNvPr id="83" name="Red Cap 2"/>
          <p:cNvSpPr>
            <a:spLocks noChangeAspect="1"/>
          </p:cNvSpPr>
          <p:nvPr/>
        </p:nvSpPr>
        <p:spPr>
          <a:xfrm>
            <a:off x="4162553" y="2264735"/>
            <a:ext cx="2907791" cy="1453896"/>
          </a:xfrm>
          <a:prstGeom prst="rect">
            <a:avLst/>
          </a:prstGeom>
          <a:solidFill>
            <a:srgbClr val="F4F4F4"/>
          </a:solidFill>
          <a:ln>
            <a:noFill/>
          </a:ln>
          <a:scene3d>
            <a:camera prst="orthographicFront">
              <a:rot lat="20400000" lon="21000000" rev="198000"/>
            </a:camera>
            <a:lightRig rig="balanced" dir="t"/>
          </a:scene3d>
          <a:sp3d extrusionH="165100" prstMaterial="metal">
            <a:bevelT w="19050" h="12700"/>
            <a:extrusionClr>
              <a:srgbClr val="F4F4F4"/>
            </a:extrusionClr>
          </a:sp3d>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sz="4400" spc="-200" dirty="0">
                <a:ln>
                  <a:solidFill>
                    <a:schemeClr val="tx1">
                      <a:lumMod val="85000"/>
                      <a:lumOff val="15000"/>
                    </a:schemeClr>
                  </a:solidFill>
                </a:ln>
                <a:solidFill>
                  <a:srgbClr val="DD1A21"/>
                </a:solidFill>
                <a:latin typeface="Poppins Medium" panose="00000600000000000000" pitchFamily="2" charset="0"/>
                <a:ea typeface="ZCOOL QingKe HuangYou" panose="00000500000000000000" pitchFamily="2" charset="0"/>
                <a:cs typeface="Poppins Medium" panose="00000600000000000000" pitchFamily="2" charset="0"/>
              </a:rPr>
              <a:t>Your Text</a:t>
            </a:r>
          </a:p>
        </p:txBody>
      </p:sp>
      <p:pic>
        <p:nvPicPr>
          <p:cNvPr id="84" name="Red Bricks 3"/>
          <p:cNvPicPr>
            <a:picLocks noChangeAspect="1"/>
          </p:cNvPicPr>
          <p:nvPr/>
        </p:nvPicPr>
        <p:blipFill>
          <a:blip r:embed="rId16" cstate="print">
            <a:extLst>
              <a:ext uri="{28A0092B-C50C-407E-A947-70E740481C1C}">
                <a14:useLocalDpi xmlns:a14="http://schemas.microsoft.com/office/drawing/2010/main" val="0"/>
              </a:ext>
            </a:extLst>
          </a:blip>
          <a:stretch>
            <a:fillRect/>
          </a:stretch>
        </p:blipFill>
        <p:spPr>
          <a:xfrm>
            <a:off x="3710556" y="4451850"/>
            <a:ext cx="3461795" cy="1724154"/>
          </a:xfrm>
          <a:prstGeom prst="rect">
            <a:avLst/>
          </a:prstGeom>
        </p:spPr>
      </p:pic>
      <p:sp>
        <p:nvSpPr>
          <p:cNvPr id="85" name="Red Cap 3"/>
          <p:cNvSpPr>
            <a:spLocks noChangeAspect="1"/>
          </p:cNvSpPr>
          <p:nvPr/>
        </p:nvSpPr>
        <p:spPr>
          <a:xfrm>
            <a:off x="4274820" y="4343647"/>
            <a:ext cx="2907791" cy="1453896"/>
          </a:xfrm>
          <a:prstGeom prst="rect">
            <a:avLst/>
          </a:prstGeom>
          <a:solidFill>
            <a:srgbClr val="F4F4F4"/>
          </a:solidFill>
          <a:ln>
            <a:noFill/>
          </a:ln>
          <a:scene3d>
            <a:camera prst="orthographicFront">
              <a:rot lat="20400000" lon="21000000" rev="198000"/>
            </a:camera>
            <a:lightRig rig="balanced" dir="t"/>
          </a:scene3d>
          <a:sp3d extrusionH="165100" prstMaterial="metal">
            <a:bevelT w="19050" h="12700"/>
            <a:extrusionClr>
              <a:srgbClr val="F4F4F4"/>
            </a:extrusionClr>
          </a:sp3d>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sz="4400" spc="-200" dirty="0">
                <a:ln>
                  <a:solidFill>
                    <a:schemeClr val="tx1">
                      <a:lumMod val="85000"/>
                      <a:lumOff val="15000"/>
                    </a:schemeClr>
                  </a:solidFill>
                </a:ln>
                <a:solidFill>
                  <a:srgbClr val="DD1A21"/>
                </a:solidFill>
                <a:latin typeface="Poppins Medium" panose="00000600000000000000" pitchFamily="2" charset="0"/>
                <a:ea typeface="ZCOOL QingKe HuangYou" panose="00000500000000000000" pitchFamily="2" charset="0"/>
                <a:cs typeface="Poppins Medium" panose="00000600000000000000" pitchFamily="2" charset="0"/>
              </a:rPr>
              <a:t>Your Text</a:t>
            </a:r>
          </a:p>
        </p:txBody>
      </p:sp>
      <p:pic>
        <p:nvPicPr>
          <p:cNvPr id="88" name="Red Bricks 4"/>
          <p:cNvPicPr>
            <a:picLocks noChangeAspect="1"/>
          </p:cNvPicPr>
          <p:nvPr/>
        </p:nvPicPr>
        <p:blipFill>
          <a:blip r:embed="rId16" cstate="print">
            <a:extLst>
              <a:ext uri="{28A0092B-C50C-407E-A947-70E740481C1C}">
                <a14:useLocalDpi xmlns:a14="http://schemas.microsoft.com/office/drawing/2010/main" val="0"/>
              </a:ext>
            </a:extLst>
          </a:blip>
          <a:stretch>
            <a:fillRect/>
          </a:stretch>
        </p:blipFill>
        <p:spPr>
          <a:xfrm>
            <a:off x="3839259" y="6513066"/>
            <a:ext cx="3461795" cy="1724154"/>
          </a:xfrm>
          <a:prstGeom prst="rect">
            <a:avLst/>
          </a:prstGeom>
        </p:spPr>
      </p:pic>
      <p:sp>
        <p:nvSpPr>
          <p:cNvPr id="89" name="Red Cap 4"/>
          <p:cNvSpPr>
            <a:spLocks noChangeAspect="1"/>
          </p:cNvSpPr>
          <p:nvPr/>
        </p:nvSpPr>
        <p:spPr>
          <a:xfrm>
            <a:off x="4404869" y="6404863"/>
            <a:ext cx="2907791" cy="1453896"/>
          </a:xfrm>
          <a:prstGeom prst="rect">
            <a:avLst/>
          </a:prstGeom>
          <a:solidFill>
            <a:srgbClr val="F4F4F4"/>
          </a:solidFill>
          <a:ln>
            <a:noFill/>
          </a:ln>
          <a:scene3d>
            <a:camera prst="orthographicFront">
              <a:rot lat="20400000" lon="21000000" rev="198000"/>
            </a:camera>
            <a:lightRig rig="balanced" dir="t"/>
          </a:scene3d>
          <a:sp3d extrusionH="165100" prstMaterial="metal">
            <a:bevelT w="19050" h="12700"/>
            <a:extrusionClr>
              <a:srgbClr val="F4F4F4"/>
            </a:extrusionClr>
          </a:sp3d>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sz="4400" spc="-200" dirty="0">
                <a:ln>
                  <a:solidFill>
                    <a:schemeClr val="tx1">
                      <a:lumMod val="85000"/>
                      <a:lumOff val="15000"/>
                    </a:schemeClr>
                  </a:solidFill>
                </a:ln>
                <a:solidFill>
                  <a:srgbClr val="DD1A21"/>
                </a:solidFill>
                <a:latin typeface="Poppins Medium" panose="00000600000000000000" pitchFamily="2" charset="0"/>
                <a:ea typeface="ZCOOL QingKe HuangYou" panose="00000500000000000000" pitchFamily="2" charset="0"/>
                <a:cs typeface="Poppins Medium" panose="00000600000000000000" pitchFamily="2" charset="0"/>
              </a:rPr>
              <a:t>Your Text</a:t>
            </a:r>
          </a:p>
        </p:txBody>
      </p:sp>
      <p:pic>
        <p:nvPicPr>
          <p:cNvPr id="13" name="Green Bricks 1"/>
          <p:cNvPicPr>
            <a:picLocks noChangeAspect="1"/>
          </p:cNvPicPr>
          <p:nvPr/>
        </p:nvPicPr>
        <p:blipFill>
          <a:blip r:embed="rId17" cstate="print">
            <a:extLst>
              <a:ext uri="{28A0092B-C50C-407E-A947-70E740481C1C}">
                <a14:useLocalDpi xmlns:a14="http://schemas.microsoft.com/office/drawing/2010/main" val="0"/>
              </a:ext>
            </a:extLst>
          </a:blip>
          <a:stretch>
            <a:fillRect/>
          </a:stretch>
        </p:blipFill>
        <p:spPr>
          <a:xfrm>
            <a:off x="9286304" y="312925"/>
            <a:ext cx="3456007" cy="1724155"/>
          </a:xfrm>
          <a:prstGeom prst="rect">
            <a:avLst/>
          </a:prstGeom>
        </p:spPr>
      </p:pic>
      <p:sp>
        <p:nvSpPr>
          <p:cNvPr id="15" name="Green Cap 1"/>
          <p:cNvSpPr>
            <a:spLocks noChangeAspect="1"/>
          </p:cNvSpPr>
          <p:nvPr/>
        </p:nvSpPr>
        <p:spPr>
          <a:xfrm>
            <a:off x="9850629" y="204722"/>
            <a:ext cx="2907791" cy="1453896"/>
          </a:xfrm>
          <a:prstGeom prst="rect">
            <a:avLst/>
          </a:prstGeom>
          <a:solidFill>
            <a:srgbClr val="F4F4F4"/>
          </a:solidFill>
          <a:ln>
            <a:noFill/>
          </a:ln>
          <a:scene3d>
            <a:camera prst="orthographicFront">
              <a:rot lat="20400000" lon="21000000" rev="198000"/>
            </a:camera>
            <a:lightRig rig="balanced" dir="t"/>
          </a:scene3d>
          <a:sp3d extrusionH="165100" prstMaterial="metal">
            <a:bevelT w="19050" h="12700"/>
            <a:extrusionClr>
              <a:srgbClr val="F4F4F4"/>
            </a:extrusionClr>
          </a:sp3d>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sz="4400" spc="-200" dirty="0">
                <a:ln>
                  <a:solidFill>
                    <a:schemeClr val="tx1">
                      <a:lumMod val="85000"/>
                      <a:lumOff val="15000"/>
                    </a:schemeClr>
                  </a:solidFill>
                </a:ln>
                <a:solidFill>
                  <a:srgbClr val="04A043"/>
                </a:solidFill>
                <a:latin typeface="Poppins Medium" panose="00000600000000000000" pitchFamily="2" charset="0"/>
                <a:ea typeface="ZCOOL QingKe HuangYou" panose="00000500000000000000" pitchFamily="2" charset="0"/>
                <a:cs typeface="Poppins Medium" panose="00000600000000000000" pitchFamily="2" charset="0"/>
              </a:rPr>
              <a:t>Your Text</a:t>
            </a:r>
          </a:p>
        </p:txBody>
      </p:sp>
      <p:pic>
        <p:nvPicPr>
          <p:cNvPr id="30" name="Green Bricks 2"/>
          <p:cNvPicPr>
            <a:picLocks noChangeAspect="1"/>
          </p:cNvPicPr>
          <p:nvPr/>
        </p:nvPicPr>
        <p:blipFill>
          <a:blip r:embed="rId17" cstate="print">
            <a:extLst>
              <a:ext uri="{28A0092B-C50C-407E-A947-70E740481C1C}">
                <a14:useLocalDpi xmlns:a14="http://schemas.microsoft.com/office/drawing/2010/main" val="0"/>
              </a:ext>
            </a:extLst>
          </a:blip>
          <a:stretch>
            <a:fillRect/>
          </a:stretch>
        </p:blipFill>
        <p:spPr>
          <a:xfrm>
            <a:off x="9405482" y="2380201"/>
            <a:ext cx="3456007" cy="1724155"/>
          </a:xfrm>
          <a:prstGeom prst="rect">
            <a:avLst/>
          </a:prstGeom>
        </p:spPr>
      </p:pic>
      <p:sp>
        <p:nvSpPr>
          <p:cNvPr id="31" name="Green Cap 2"/>
          <p:cNvSpPr>
            <a:spLocks noChangeAspect="1"/>
          </p:cNvSpPr>
          <p:nvPr/>
        </p:nvSpPr>
        <p:spPr>
          <a:xfrm>
            <a:off x="9968739" y="2271998"/>
            <a:ext cx="2907791" cy="1453896"/>
          </a:xfrm>
          <a:prstGeom prst="rect">
            <a:avLst/>
          </a:prstGeom>
          <a:solidFill>
            <a:srgbClr val="F4F4F4"/>
          </a:solidFill>
          <a:ln>
            <a:noFill/>
          </a:ln>
          <a:scene3d>
            <a:camera prst="orthographicFront">
              <a:rot lat="20400000" lon="21000000" rev="198000"/>
            </a:camera>
            <a:lightRig rig="balanced" dir="t"/>
          </a:scene3d>
          <a:sp3d extrusionH="165100" prstMaterial="metal">
            <a:bevelT w="19050" h="12700"/>
            <a:extrusionClr>
              <a:srgbClr val="F4F4F4"/>
            </a:extrusionClr>
          </a:sp3d>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sz="4400" spc="-200" dirty="0">
                <a:ln>
                  <a:solidFill>
                    <a:schemeClr val="tx1">
                      <a:lumMod val="85000"/>
                      <a:lumOff val="15000"/>
                    </a:schemeClr>
                  </a:solidFill>
                </a:ln>
                <a:solidFill>
                  <a:srgbClr val="04A043"/>
                </a:solidFill>
                <a:latin typeface="Poppins Medium" panose="00000600000000000000" pitchFamily="2" charset="0"/>
                <a:ea typeface="ZCOOL QingKe HuangYou" panose="00000500000000000000" pitchFamily="2" charset="0"/>
                <a:cs typeface="Poppins Medium" panose="00000600000000000000" pitchFamily="2" charset="0"/>
              </a:rPr>
              <a:t>Your Text</a:t>
            </a:r>
          </a:p>
        </p:txBody>
      </p:sp>
      <p:pic>
        <p:nvPicPr>
          <p:cNvPr id="33" name="Green Bricks 3"/>
          <p:cNvPicPr>
            <a:picLocks noChangeAspect="1"/>
          </p:cNvPicPr>
          <p:nvPr/>
        </p:nvPicPr>
        <p:blipFill>
          <a:blip r:embed="rId17" cstate="print">
            <a:extLst>
              <a:ext uri="{28A0092B-C50C-407E-A947-70E740481C1C}">
                <a14:useLocalDpi xmlns:a14="http://schemas.microsoft.com/office/drawing/2010/main" val="0"/>
              </a:ext>
            </a:extLst>
          </a:blip>
          <a:stretch>
            <a:fillRect/>
          </a:stretch>
        </p:blipFill>
        <p:spPr>
          <a:xfrm>
            <a:off x="9526095" y="4456170"/>
            <a:ext cx="3456007" cy="1724155"/>
          </a:xfrm>
          <a:prstGeom prst="rect">
            <a:avLst/>
          </a:prstGeom>
        </p:spPr>
      </p:pic>
      <p:sp>
        <p:nvSpPr>
          <p:cNvPr id="34" name="Green Cap 3"/>
          <p:cNvSpPr>
            <a:spLocks noChangeAspect="1"/>
          </p:cNvSpPr>
          <p:nvPr/>
        </p:nvSpPr>
        <p:spPr>
          <a:xfrm>
            <a:off x="10091929" y="4347967"/>
            <a:ext cx="2907791" cy="1453896"/>
          </a:xfrm>
          <a:prstGeom prst="rect">
            <a:avLst/>
          </a:prstGeom>
          <a:solidFill>
            <a:srgbClr val="F4F4F4"/>
          </a:solidFill>
          <a:ln>
            <a:noFill/>
          </a:ln>
          <a:scene3d>
            <a:camera prst="orthographicFront">
              <a:rot lat="20400000" lon="21000000" rev="198000"/>
            </a:camera>
            <a:lightRig rig="balanced" dir="t"/>
          </a:scene3d>
          <a:sp3d extrusionH="165100" prstMaterial="metal">
            <a:bevelT w="19050" h="12700"/>
            <a:extrusionClr>
              <a:srgbClr val="F4F4F4"/>
            </a:extrusionClr>
          </a:sp3d>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sz="4400" spc="-200" dirty="0">
                <a:ln>
                  <a:solidFill>
                    <a:schemeClr val="tx1">
                      <a:lumMod val="85000"/>
                      <a:lumOff val="15000"/>
                    </a:schemeClr>
                  </a:solidFill>
                </a:ln>
                <a:solidFill>
                  <a:srgbClr val="04A043"/>
                </a:solidFill>
                <a:latin typeface="Poppins Medium" panose="00000600000000000000" pitchFamily="2" charset="0"/>
                <a:ea typeface="ZCOOL QingKe HuangYou" panose="00000500000000000000" pitchFamily="2" charset="0"/>
                <a:cs typeface="Poppins Medium" panose="00000600000000000000" pitchFamily="2" charset="0"/>
              </a:rPr>
              <a:t>Your Text</a:t>
            </a:r>
          </a:p>
        </p:txBody>
      </p:sp>
      <p:pic>
        <p:nvPicPr>
          <p:cNvPr id="36" name="Green Bricks 4"/>
          <p:cNvPicPr>
            <a:picLocks noChangeAspect="1"/>
          </p:cNvPicPr>
          <p:nvPr/>
        </p:nvPicPr>
        <p:blipFill>
          <a:blip r:embed="rId17" cstate="print">
            <a:extLst>
              <a:ext uri="{28A0092B-C50C-407E-A947-70E740481C1C}">
                <a14:useLocalDpi xmlns:a14="http://schemas.microsoft.com/office/drawing/2010/main" val="0"/>
              </a:ext>
            </a:extLst>
          </a:blip>
          <a:stretch>
            <a:fillRect/>
          </a:stretch>
        </p:blipFill>
        <p:spPr>
          <a:xfrm>
            <a:off x="9635113" y="6523446"/>
            <a:ext cx="3456007" cy="1724155"/>
          </a:xfrm>
          <a:prstGeom prst="rect">
            <a:avLst/>
          </a:prstGeom>
        </p:spPr>
      </p:pic>
      <p:sp>
        <p:nvSpPr>
          <p:cNvPr id="37" name="Green Cap 4"/>
          <p:cNvSpPr>
            <a:spLocks noChangeAspect="1"/>
          </p:cNvSpPr>
          <p:nvPr/>
        </p:nvSpPr>
        <p:spPr>
          <a:xfrm>
            <a:off x="10201149" y="6415243"/>
            <a:ext cx="2907791" cy="1453896"/>
          </a:xfrm>
          <a:prstGeom prst="rect">
            <a:avLst/>
          </a:prstGeom>
          <a:solidFill>
            <a:srgbClr val="F4F4F4"/>
          </a:solidFill>
          <a:ln>
            <a:noFill/>
          </a:ln>
          <a:scene3d>
            <a:camera prst="orthographicFront">
              <a:rot lat="20400000" lon="21000000" rev="198000"/>
            </a:camera>
            <a:lightRig rig="balanced" dir="t"/>
          </a:scene3d>
          <a:sp3d extrusionH="165100" prstMaterial="metal">
            <a:bevelT w="19050" h="12700"/>
            <a:extrusionClr>
              <a:srgbClr val="F4F4F4"/>
            </a:extrusionClr>
          </a:sp3d>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sz="4400" spc="-200" dirty="0">
                <a:ln>
                  <a:solidFill>
                    <a:schemeClr val="tx1">
                      <a:lumMod val="85000"/>
                      <a:lumOff val="15000"/>
                    </a:schemeClr>
                  </a:solidFill>
                </a:ln>
                <a:solidFill>
                  <a:srgbClr val="04A043"/>
                </a:solidFill>
                <a:latin typeface="Poppins Medium" panose="00000600000000000000" pitchFamily="2" charset="0"/>
                <a:ea typeface="ZCOOL QingKe HuangYou" panose="00000500000000000000" pitchFamily="2" charset="0"/>
                <a:cs typeface="Poppins Medium" panose="00000600000000000000" pitchFamily="2" charset="0"/>
              </a:rPr>
              <a:t>Your Text</a:t>
            </a:r>
          </a:p>
        </p:txBody>
      </p:sp>
      <p:pic>
        <p:nvPicPr>
          <p:cNvPr id="5" name="Points Reveal 1.mp3">
            <a:hlinkClick r:id="" action="ppaction://media"/>
          </p:cNvPr>
          <p:cNvPicPr>
            <a:picLocks noChangeAspect="1"/>
          </p:cNvPicPr>
          <p:nvPr>
            <a:audioFile r:link="rId2"/>
            <p:extLst>
              <p:ext uri="{DAA4B4D4-6D71-4841-9C94-3DE7FCFB9230}">
                <p14:media xmlns:p14="http://schemas.microsoft.com/office/powerpoint/2010/main" r:embed="rId1"/>
              </p:ext>
            </p:extLst>
          </p:nvPr>
        </p:nvPicPr>
        <p:blipFill>
          <a:blip r:embed="rId18"/>
          <a:stretch>
            <a:fillRect/>
          </a:stretch>
        </p:blipFill>
        <p:spPr>
          <a:xfrm>
            <a:off x="1905000" y="8528098"/>
            <a:ext cx="487363" cy="487363"/>
          </a:xfrm>
          <a:prstGeom prst="rect">
            <a:avLst/>
          </a:prstGeom>
        </p:spPr>
      </p:pic>
      <p:pic>
        <p:nvPicPr>
          <p:cNvPr id="7" name="Points Reveal 2.mp3">
            <a:hlinkClick r:id="" action="ppaction://media"/>
          </p:cNvPr>
          <p:cNvPicPr>
            <a:picLocks noChangeAspect="1"/>
          </p:cNvPicPr>
          <p:nvPr>
            <a:audioFile r:link="rId4"/>
            <p:extLst>
              <p:ext uri="{DAA4B4D4-6D71-4841-9C94-3DE7FCFB9230}">
                <p14:media xmlns:p14="http://schemas.microsoft.com/office/powerpoint/2010/main" r:embed="rId3"/>
              </p:ext>
            </p:extLst>
          </p:nvPr>
        </p:nvPicPr>
        <p:blipFill>
          <a:blip r:embed="rId18"/>
          <a:stretch>
            <a:fillRect/>
          </a:stretch>
        </p:blipFill>
        <p:spPr>
          <a:xfrm>
            <a:off x="2743200" y="8534400"/>
            <a:ext cx="487363" cy="487363"/>
          </a:xfrm>
          <a:prstGeom prst="rect">
            <a:avLst/>
          </a:prstGeom>
        </p:spPr>
      </p:pic>
      <p:pic>
        <p:nvPicPr>
          <p:cNvPr id="26" name="Robotic Emotion.mp3">
            <a:hlinkClick r:id="" action="ppaction://media"/>
          </p:cNvPr>
          <p:cNvPicPr>
            <a:picLocks noChangeAspect="1"/>
          </p:cNvPicPr>
          <p:nvPr>
            <a:audioFile r:link="rId6"/>
            <p:extLst>
              <p:ext uri="{DAA4B4D4-6D71-4841-9C94-3DE7FCFB9230}">
                <p14:media xmlns:p14="http://schemas.microsoft.com/office/powerpoint/2010/main" r:embed="rId5"/>
              </p:ext>
            </p:extLst>
          </p:nvPr>
        </p:nvPicPr>
        <p:blipFill>
          <a:blip r:embed="rId19"/>
          <a:stretch>
            <a:fillRect/>
          </a:stretch>
        </p:blipFill>
        <p:spPr>
          <a:xfrm>
            <a:off x="4437697" y="8528097"/>
            <a:ext cx="487363" cy="487363"/>
          </a:xfrm>
          <a:prstGeom prst="rect">
            <a:avLst/>
          </a:prstGeom>
        </p:spPr>
      </p:pic>
      <p:pic>
        <p:nvPicPr>
          <p:cNvPr id="27" name="gold piece sequence (5 pieces) 2 (leandri140029).mp3">
            <a:hlinkClick r:id="" action="ppaction://media"/>
          </p:cNvPr>
          <p:cNvPicPr>
            <a:picLocks noChangeAspect="1"/>
          </p:cNvPicPr>
          <p:nvPr>
            <a:audioFile r:link="rId8"/>
            <p:extLst>
              <p:ext uri="{DAA4B4D4-6D71-4841-9C94-3DE7FCFB9230}">
                <p14:media xmlns:p14="http://schemas.microsoft.com/office/powerpoint/2010/main" r:embed="rId7"/>
              </p:ext>
            </p:extLst>
          </p:nvPr>
        </p:nvPicPr>
        <p:blipFill>
          <a:blip r:embed="rId20"/>
          <a:stretch>
            <a:fillRect/>
          </a:stretch>
        </p:blipFill>
        <p:spPr>
          <a:xfrm>
            <a:off x="7650847" y="8534398"/>
            <a:ext cx="487363" cy="487363"/>
          </a:xfrm>
          <a:prstGeom prst="rect">
            <a:avLst/>
          </a:prstGeom>
        </p:spPr>
      </p:pic>
      <p:pic>
        <p:nvPicPr>
          <p:cNvPr id="28" name="gold piece sequence (4 pieces) 1 (leandri140029).mp3">
            <a:hlinkClick r:id="" action="ppaction://media"/>
          </p:cNvPr>
          <p:cNvPicPr>
            <a:picLocks noChangeAspect="1"/>
          </p:cNvPicPr>
          <p:nvPr>
            <a:audioFile r:link="rId10"/>
            <p:extLst>
              <p:ext uri="{DAA4B4D4-6D71-4841-9C94-3DE7FCFB9230}">
                <p14:media xmlns:p14="http://schemas.microsoft.com/office/powerpoint/2010/main" r:embed="rId9"/>
              </p:ext>
            </p:extLst>
          </p:nvPr>
        </p:nvPicPr>
        <p:blipFill>
          <a:blip r:embed="rId21"/>
          <a:stretch>
            <a:fillRect/>
          </a:stretch>
        </p:blipFill>
        <p:spPr>
          <a:xfrm>
            <a:off x="6062695" y="8528097"/>
            <a:ext cx="487363" cy="487363"/>
          </a:xfrm>
          <a:prstGeom prst="rect">
            <a:avLst/>
          </a:prstGeom>
        </p:spPr>
      </p:pic>
      <p:pic>
        <p:nvPicPr>
          <p:cNvPr id="29" name="Gold Coin 1">
            <a:extLst>
              <a:ext uri="{FF2B5EF4-FFF2-40B4-BE49-F238E27FC236}">
                <a16:creationId xmlns:a16="http://schemas.microsoft.com/office/drawing/2014/main" id="{3C65B74D-3D06-8B0A-A30B-7ACE8E92CBC6}"/>
              </a:ext>
            </a:extLst>
          </p:cNvPr>
          <p:cNvPicPr>
            <a:picLocks noChangeAspect="1"/>
          </p:cNvPicPr>
          <p:nvPr/>
        </p:nvPicPr>
        <p:blipFill>
          <a:blip r:embed="rId22" cstate="print">
            <a:extLst>
              <a:ext uri="{28A0092B-C50C-407E-A947-70E740481C1C}">
                <a14:useLocalDpi xmlns:a14="http://schemas.microsoft.com/office/drawing/2010/main" val="0"/>
              </a:ext>
            </a:extLst>
          </a:blip>
          <a:stretch>
            <a:fillRect/>
          </a:stretch>
        </p:blipFill>
        <p:spPr>
          <a:xfrm>
            <a:off x="7067316" y="262737"/>
            <a:ext cx="400420" cy="374904"/>
          </a:xfrm>
          <a:prstGeom prst="rect">
            <a:avLst/>
          </a:prstGeom>
        </p:spPr>
      </p:pic>
      <p:pic>
        <p:nvPicPr>
          <p:cNvPr id="32" name="Gold Coin 2">
            <a:extLst>
              <a:ext uri="{FF2B5EF4-FFF2-40B4-BE49-F238E27FC236}">
                <a16:creationId xmlns:a16="http://schemas.microsoft.com/office/drawing/2014/main" id="{869513C2-8D6B-0D4D-F3EF-3D4F24542EC4}"/>
              </a:ext>
            </a:extLst>
          </p:cNvPr>
          <p:cNvPicPr>
            <a:picLocks noChangeAspect="1"/>
          </p:cNvPicPr>
          <p:nvPr/>
        </p:nvPicPr>
        <p:blipFill>
          <a:blip r:embed="rId22" cstate="print">
            <a:extLst>
              <a:ext uri="{28A0092B-C50C-407E-A947-70E740481C1C}">
                <a14:useLocalDpi xmlns:a14="http://schemas.microsoft.com/office/drawing/2010/main" val="0"/>
              </a:ext>
            </a:extLst>
          </a:blip>
          <a:stretch>
            <a:fillRect/>
          </a:stretch>
        </p:blipFill>
        <p:spPr>
          <a:xfrm>
            <a:off x="7795202" y="268833"/>
            <a:ext cx="400420" cy="374904"/>
          </a:xfrm>
          <a:prstGeom prst="rect">
            <a:avLst/>
          </a:prstGeom>
        </p:spPr>
      </p:pic>
      <p:pic>
        <p:nvPicPr>
          <p:cNvPr id="40" name="Gold Coin 1">
            <a:extLst>
              <a:ext uri="{FF2B5EF4-FFF2-40B4-BE49-F238E27FC236}">
                <a16:creationId xmlns:a16="http://schemas.microsoft.com/office/drawing/2014/main" id="{853568B6-03E0-F38F-A2E6-B96B81CC25B8}"/>
              </a:ext>
            </a:extLst>
          </p:cNvPr>
          <p:cNvPicPr>
            <a:picLocks noChangeAspect="1"/>
          </p:cNvPicPr>
          <p:nvPr/>
        </p:nvPicPr>
        <p:blipFill>
          <a:blip r:embed="rId22" cstate="print">
            <a:extLst>
              <a:ext uri="{28A0092B-C50C-407E-A947-70E740481C1C}">
                <a14:useLocalDpi xmlns:a14="http://schemas.microsoft.com/office/drawing/2010/main" val="0"/>
              </a:ext>
            </a:extLst>
          </a:blip>
          <a:stretch>
            <a:fillRect/>
          </a:stretch>
        </p:blipFill>
        <p:spPr>
          <a:xfrm>
            <a:off x="7181831" y="2338060"/>
            <a:ext cx="400420" cy="374904"/>
          </a:xfrm>
          <a:prstGeom prst="rect">
            <a:avLst/>
          </a:prstGeom>
        </p:spPr>
      </p:pic>
      <p:pic>
        <p:nvPicPr>
          <p:cNvPr id="41" name="Gold Coin 2">
            <a:extLst>
              <a:ext uri="{FF2B5EF4-FFF2-40B4-BE49-F238E27FC236}">
                <a16:creationId xmlns:a16="http://schemas.microsoft.com/office/drawing/2014/main" id="{78A7A5F2-0E50-76FE-9A2A-3F18D8563B9A}"/>
              </a:ext>
            </a:extLst>
          </p:cNvPr>
          <p:cNvPicPr>
            <a:picLocks noChangeAspect="1"/>
          </p:cNvPicPr>
          <p:nvPr/>
        </p:nvPicPr>
        <p:blipFill>
          <a:blip r:embed="rId22" cstate="print">
            <a:extLst>
              <a:ext uri="{28A0092B-C50C-407E-A947-70E740481C1C}">
                <a14:useLocalDpi xmlns:a14="http://schemas.microsoft.com/office/drawing/2010/main" val="0"/>
              </a:ext>
            </a:extLst>
          </a:blip>
          <a:stretch>
            <a:fillRect/>
          </a:stretch>
        </p:blipFill>
        <p:spPr>
          <a:xfrm>
            <a:off x="7909717" y="2344156"/>
            <a:ext cx="400420" cy="374904"/>
          </a:xfrm>
          <a:prstGeom prst="rect">
            <a:avLst/>
          </a:prstGeom>
        </p:spPr>
      </p:pic>
      <p:pic>
        <p:nvPicPr>
          <p:cNvPr id="45" name="Gold Coin 1">
            <a:extLst>
              <a:ext uri="{FF2B5EF4-FFF2-40B4-BE49-F238E27FC236}">
                <a16:creationId xmlns:a16="http://schemas.microsoft.com/office/drawing/2014/main" id="{22B482C9-FCE8-5BA8-A89E-2018A900176A}"/>
              </a:ext>
            </a:extLst>
          </p:cNvPr>
          <p:cNvPicPr>
            <a:picLocks noChangeAspect="1"/>
          </p:cNvPicPr>
          <p:nvPr/>
        </p:nvPicPr>
        <p:blipFill>
          <a:blip r:embed="rId22" cstate="print">
            <a:extLst>
              <a:ext uri="{28A0092B-C50C-407E-A947-70E740481C1C}">
                <a14:useLocalDpi xmlns:a14="http://schemas.microsoft.com/office/drawing/2010/main" val="0"/>
              </a:ext>
            </a:extLst>
          </a:blip>
          <a:stretch>
            <a:fillRect/>
          </a:stretch>
        </p:blipFill>
        <p:spPr>
          <a:xfrm>
            <a:off x="7299834" y="4402858"/>
            <a:ext cx="400420" cy="374904"/>
          </a:xfrm>
          <a:prstGeom prst="rect">
            <a:avLst/>
          </a:prstGeom>
        </p:spPr>
      </p:pic>
      <p:pic>
        <p:nvPicPr>
          <p:cNvPr id="46" name="Gold Coin 2">
            <a:extLst>
              <a:ext uri="{FF2B5EF4-FFF2-40B4-BE49-F238E27FC236}">
                <a16:creationId xmlns:a16="http://schemas.microsoft.com/office/drawing/2014/main" id="{E5476DDE-AA67-5692-2E17-84E6D7657CAB}"/>
              </a:ext>
            </a:extLst>
          </p:cNvPr>
          <p:cNvPicPr>
            <a:picLocks noChangeAspect="1"/>
          </p:cNvPicPr>
          <p:nvPr/>
        </p:nvPicPr>
        <p:blipFill>
          <a:blip r:embed="rId22" cstate="print">
            <a:extLst>
              <a:ext uri="{28A0092B-C50C-407E-A947-70E740481C1C}">
                <a14:useLocalDpi xmlns:a14="http://schemas.microsoft.com/office/drawing/2010/main" val="0"/>
              </a:ext>
            </a:extLst>
          </a:blip>
          <a:stretch>
            <a:fillRect/>
          </a:stretch>
        </p:blipFill>
        <p:spPr>
          <a:xfrm>
            <a:off x="8027720" y="4408954"/>
            <a:ext cx="400420" cy="374904"/>
          </a:xfrm>
          <a:prstGeom prst="rect">
            <a:avLst/>
          </a:prstGeom>
        </p:spPr>
      </p:pic>
      <p:pic>
        <p:nvPicPr>
          <p:cNvPr id="47" name="Gold Coin 3">
            <a:extLst>
              <a:ext uri="{FF2B5EF4-FFF2-40B4-BE49-F238E27FC236}">
                <a16:creationId xmlns:a16="http://schemas.microsoft.com/office/drawing/2014/main" id="{1076EAD6-EC6D-E2AA-6229-0604D4B6AC4F}"/>
              </a:ext>
            </a:extLst>
          </p:cNvPr>
          <p:cNvPicPr>
            <a:picLocks noChangeAspect="1"/>
          </p:cNvPicPr>
          <p:nvPr/>
        </p:nvPicPr>
        <p:blipFill>
          <a:blip r:embed="rId22" cstate="print">
            <a:extLst>
              <a:ext uri="{28A0092B-C50C-407E-A947-70E740481C1C}">
                <a14:useLocalDpi xmlns:a14="http://schemas.microsoft.com/office/drawing/2010/main" val="0"/>
              </a:ext>
            </a:extLst>
          </a:blip>
          <a:stretch>
            <a:fillRect/>
          </a:stretch>
        </p:blipFill>
        <p:spPr>
          <a:xfrm>
            <a:off x="7335316" y="5099105"/>
            <a:ext cx="400420" cy="374904"/>
          </a:xfrm>
          <a:prstGeom prst="rect">
            <a:avLst/>
          </a:prstGeom>
        </p:spPr>
      </p:pic>
      <p:pic>
        <p:nvPicPr>
          <p:cNvPr id="48" name="Gold Coin 4">
            <a:extLst>
              <a:ext uri="{FF2B5EF4-FFF2-40B4-BE49-F238E27FC236}">
                <a16:creationId xmlns:a16="http://schemas.microsoft.com/office/drawing/2014/main" id="{7C2CEC95-8F56-2EA9-49AC-E44BF51B98E4}"/>
              </a:ext>
            </a:extLst>
          </p:cNvPr>
          <p:cNvPicPr>
            <a:picLocks noChangeAspect="1"/>
          </p:cNvPicPr>
          <p:nvPr/>
        </p:nvPicPr>
        <p:blipFill>
          <a:blip r:embed="rId22" cstate="print">
            <a:extLst>
              <a:ext uri="{28A0092B-C50C-407E-A947-70E740481C1C}">
                <a14:useLocalDpi xmlns:a14="http://schemas.microsoft.com/office/drawing/2010/main" val="0"/>
              </a:ext>
            </a:extLst>
          </a:blip>
          <a:stretch>
            <a:fillRect/>
          </a:stretch>
        </p:blipFill>
        <p:spPr>
          <a:xfrm>
            <a:off x="8064296" y="5105201"/>
            <a:ext cx="400420" cy="374904"/>
          </a:xfrm>
          <a:prstGeom prst="rect">
            <a:avLst/>
          </a:prstGeom>
        </p:spPr>
      </p:pic>
      <p:pic>
        <p:nvPicPr>
          <p:cNvPr id="50" name="Gold Coin 1">
            <a:extLst>
              <a:ext uri="{FF2B5EF4-FFF2-40B4-BE49-F238E27FC236}">
                <a16:creationId xmlns:a16="http://schemas.microsoft.com/office/drawing/2014/main" id="{02FC920A-38AC-A80F-9CCF-119816CD96F9}"/>
              </a:ext>
            </a:extLst>
          </p:cNvPr>
          <p:cNvPicPr>
            <a:picLocks noChangeAspect="1"/>
          </p:cNvPicPr>
          <p:nvPr/>
        </p:nvPicPr>
        <p:blipFill>
          <a:blip r:embed="rId22" cstate="print">
            <a:extLst>
              <a:ext uri="{28A0092B-C50C-407E-A947-70E740481C1C}">
                <a14:useLocalDpi xmlns:a14="http://schemas.microsoft.com/office/drawing/2010/main" val="0"/>
              </a:ext>
            </a:extLst>
          </a:blip>
          <a:stretch>
            <a:fillRect/>
          </a:stretch>
        </p:blipFill>
        <p:spPr>
          <a:xfrm>
            <a:off x="7407277" y="6466553"/>
            <a:ext cx="400420" cy="374904"/>
          </a:xfrm>
          <a:prstGeom prst="rect">
            <a:avLst/>
          </a:prstGeom>
        </p:spPr>
      </p:pic>
      <p:pic>
        <p:nvPicPr>
          <p:cNvPr id="56" name="Gold Coin 1">
            <a:extLst>
              <a:ext uri="{FF2B5EF4-FFF2-40B4-BE49-F238E27FC236}">
                <a16:creationId xmlns:a16="http://schemas.microsoft.com/office/drawing/2014/main" id="{33F162D1-96A8-A648-FF33-7753F93BBEDB}"/>
              </a:ext>
            </a:extLst>
          </p:cNvPr>
          <p:cNvPicPr>
            <a:picLocks noChangeAspect="1"/>
          </p:cNvPicPr>
          <p:nvPr/>
        </p:nvPicPr>
        <p:blipFill>
          <a:blip r:embed="rId22" cstate="print">
            <a:extLst>
              <a:ext uri="{28A0092B-C50C-407E-A947-70E740481C1C}">
                <a14:useLocalDpi xmlns:a14="http://schemas.microsoft.com/office/drawing/2010/main" val="0"/>
              </a:ext>
            </a:extLst>
          </a:blip>
          <a:stretch>
            <a:fillRect/>
          </a:stretch>
        </p:blipFill>
        <p:spPr>
          <a:xfrm>
            <a:off x="12861981" y="279730"/>
            <a:ext cx="400420" cy="374904"/>
          </a:xfrm>
          <a:prstGeom prst="rect">
            <a:avLst/>
          </a:prstGeom>
        </p:spPr>
      </p:pic>
      <p:pic>
        <p:nvPicPr>
          <p:cNvPr id="57" name="Gold Coin 2">
            <a:extLst>
              <a:ext uri="{FF2B5EF4-FFF2-40B4-BE49-F238E27FC236}">
                <a16:creationId xmlns:a16="http://schemas.microsoft.com/office/drawing/2014/main" id="{4368B9A9-122A-8CBA-384D-DFD6E78E620C}"/>
              </a:ext>
            </a:extLst>
          </p:cNvPr>
          <p:cNvPicPr>
            <a:picLocks noChangeAspect="1"/>
          </p:cNvPicPr>
          <p:nvPr/>
        </p:nvPicPr>
        <p:blipFill>
          <a:blip r:embed="rId22" cstate="print">
            <a:extLst>
              <a:ext uri="{28A0092B-C50C-407E-A947-70E740481C1C}">
                <a14:useLocalDpi xmlns:a14="http://schemas.microsoft.com/office/drawing/2010/main" val="0"/>
              </a:ext>
            </a:extLst>
          </a:blip>
          <a:stretch>
            <a:fillRect/>
          </a:stretch>
        </p:blipFill>
        <p:spPr>
          <a:xfrm>
            <a:off x="13589867" y="285826"/>
            <a:ext cx="400420" cy="374904"/>
          </a:xfrm>
          <a:prstGeom prst="rect">
            <a:avLst/>
          </a:prstGeom>
        </p:spPr>
      </p:pic>
      <p:pic>
        <p:nvPicPr>
          <p:cNvPr id="58" name="Gold Coin 3">
            <a:extLst>
              <a:ext uri="{FF2B5EF4-FFF2-40B4-BE49-F238E27FC236}">
                <a16:creationId xmlns:a16="http://schemas.microsoft.com/office/drawing/2014/main" id="{EFFE4AF6-25DA-3BC1-DD87-F32CE28F5B76}"/>
              </a:ext>
            </a:extLst>
          </p:cNvPr>
          <p:cNvPicPr>
            <a:picLocks noChangeAspect="1"/>
          </p:cNvPicPr>
          <p:nvPr/>
        </p:nvPicPr>
        <p:blipFill>
          <a:blip r:embed="rId22" cstate="print">
            <a:extLst>
              <a:ext uri="{28A0092B-C50C-407E-A947-70E740481C1C}">
                <a14:useLocalDpi xmlns:a14="http://schemas.microsoft.com/office/drawing/2010/main" val="0"/>
              </a:ext>
            </a:extLst>
          </a:blip>
          <a:stretch>
            <a:fillRect/>
          </a:stretch>
        </p:blipFill>
        <p:spPr>
          <a:xfrm>
            <a:off x="12897463" y="975977"/>
            <a:ext cx="400420" cy="374904"/>
          </a:xfrm>
          <a:prstGeom prst="rect">
            <a:avLst/>
          </a:prstGeom>
        </p:spPr>
      </p:pic>
      <p:pic>
        <p:nvPicPr>
          <p:cNvPr id="61" name="Gold Coin 1">
            <a:extLst>
              <a:ext uri="{FF2B5EF4-FFF2-40B4-BE49-F238E27FC236}">
                <a16:creationId xmlns:a16="http://schemas.microsoft.com/office/drawing/2014/main" id="{3B7D0744-80A8-1FC2-442C-222189E5278B}"/>
              </a:ext>
            </a:extLst>
          </p:cNvPr>
          <p:cNvPicPr>
            <a:picLocks noChangeAspect="1"/>
          </p:cNvPicPr>
          <p:nvPr/>
        </p:nvPicPr>
        <p:blipFill>
          <a:blip r:embed="rId22" cstate="print">
            <a:extLst>
              <a:ext uri="{28A0092B-C50C-407E-A947-70E740481C1C}">
                <a14:useLocalDpi xmlns:a14="http://schemas.microsoft.com/office/drawing/2010/main" val="0"/>
              </a:ext>
            </a:extLst>
          </a:blip>
          <a:stretch>
            <a:fillRect/>
          </a:stretch>
        </p:blipFill>
        <p:spPr>
          <a:xfrm>
            <a:off x="12976496" y="2355053"/>
            <a:ext cx="400420" cy="374904"/>
          </a:xfrm>
          <a:prstGeom prst="rect">
            <a:avLst/>
          </a:prstGeom>
        </p:spPr>
      </p:pic>
      <p:pic>
        <p:nvPicPr>
          <p:cNvPr id="67" name="Gold Coin 1">
            <a:extLst>
              <a:ext uri="{FF2B5EF4-FFF2-40B4-BE49-F238E27FC236}">
                <a16:creationId xmlns:a16="http://schemas.microsoft.com/office/drawing/2014/main" id="{00EB5791-C116-5603-3196-58CCC7D8FB8B}"/>
              </a:ext>
            </a:extLst>
          </p:cNvPr>
          <p:cNvPicPr>
            <a:picLocks noChangeAspect="1"/>
          </p:cNvPicPr>
          <p:nvPr/>
        </p:nvPicPr>
        <p:blipFill>
          <a:blip r:embed="rId22" cstate="print">
            <a:extLst>
              <a:ext uri="{28A0092B-C50C-407E-A947-70E740481C1C}">
                <a14:useLocalDpi xmlns:a14="http://schemas.microsoft.com/office/drawing/2010/main" val="0"/>
              </a:ext>
            </a:extLst>
          </a:blip>
          <a:stretch>
            <a:fillRect/>
          </a:stretch>
        </p:blipFill>
        <p:spPr>
          <a:xfrm>
            <a:off x="13094499" y="4419851"/>
            <a:ext cx="400420" cy="374904"/>
          </a:xfrm>
          <a:prstGeom prst="rect">
            <a:avLst/>
          </a:prstGeom>
        </p:spPr>
      </p:pic>
      <p:pic>
        <p:nvPicPr>
          <p:cNvPr id="68" name="Gold Coin 2">
            <a:extLst>
              <a:ext uri="{FF2B5EF4-FFF2-40B4-BE49-F238E27FC236}">
                <a16:creationId xmlns:a16="http://schemas.microsoft.com/office/drawing/2014/main" id="{04EE849F-B259-3214-96DE-E0857E35694A}"/>
              </a:ext>
            </a:extLst>
          </p:cNvPr>
          <p:cNvPicPr>
            <a:picLocks noChangeAspect="1"/>
          </p:cNvPicPr>
          <p:nvPr/>
        </p:nvPicPr>
        <p:blipFill>
          <a:blip r:embed="rId22" cstate="print">
            <a:extLst>
              <a:ext uri="{28A0092B-C50C-407E-A947-70E740481C1C}">
                <a14:useLocalDpi xmlns:a14="http://schemas.microsoft.com/office/drawing/2010/main" val="0"/>
              </a:ext>
            </a:extLst>
          </a:blip>
          <a:stretch>
            <a:fillRect/>
          </a:stretch>
        </p:blipFill>
        <p:spPr>
          <a:xfrm>
            <a:off x="13822385" y="4425947"/>
            <a:ext cx="400420" cy="374904"/>
          </a:xfrm>
          <a:prstGeom prst="rect">
            <a:avLst/>
          </a:prstGeom>
        </p:spPr>
      </p:pic>
      <p:pic>
        <p:nvPicPr>
          <p:cNvPr id="69" name="Gold Coin 3">
            <a:extLst>
              <a:ext uri="{FF2B5EF4-FFF2-40B4-BE49-F238E27FC236}">
                <a16:creationId xmlns:a16="http://schemas.microsoft.com/office/drawing/2014/main" id="{86EEADDC-F81E-7EDF-ED12-EFB1099C80FD}"/>
              </a:ext>
            </a:extLst>
          </p:cNvPr>
          <p:cNvPicPr>
            <a:picLocks noChangeAspect="1"/>
          </p:cNvPicPr>
          <p:nvPr/>
        </p:nvPicPr>
        <p:blipFill>
          <a:blip r:embed="rId22" cstate="print">
            <a:extLst>
              <a:ext uri="{28A0092B-C50C-407E-A947-70E740481C1C}">
                <a14:useLocalDpi xmlns:a14="http://schemas.microsoft.com/office/drawing/2010/main" val="0"/>
              </a:ext>
            </a:extLst>
          </a:blip>
          <a:stretch>
            <a:fillRect/>
          </a:stretch>
        </p:blipFill>
        <p:spPr>
          <a:xfrm>
            <a:off x="13129981" y="5116098"/>
            <a:ext cx="400420" cy="374904"/>
          </a:xfrm>
          <a:prstGeom prst="rect">
            <a:avLst/>
          </a:prstGeom>
        </p:spPr>
      </p:pic>
      <p:pic>
        <p:nvPicPr>
          <p:cNvPr id="70" name="Gold Coin 4">
            <a:extLst>
              <a:ext uri="{FF2B5EF4-FFF2-40B4-BE49-F238E27FC236}">
                <a16:creationId xmlns:a16="http://schemas.microsoft.com/office/drawing/2014/main" id="{E32DF5E5-4592-7BD1-9418-B0FFBDCC2AD6}"/>
              </a:ext>
            </a:extLst>
          </p:cNvPr>
          <p:cNvPicPr>
            <a:picLocks noChangeAspect="1"/>
          </p:cNvPicPr>
          <p:nvPr/>
        </p:nvPicPr>
        <p:blipFill>
          <a:blip r:embed="rId22" cstate="print">
            <a:extLst>
              <a:ext uri="{28A0092B-C50C-407E-A947-70E740481C1C}">
                <a14:useLocalDpi xmlns:a14="http://schemas.microsoft.com/office/drawing/2010/main" val="0"/>
              </a:ext>
            </a:extLst>
          </a:blip>
          <a:stretch>
            <a:fillRect/>
          </a:stretch>
        </p:blipFill>
        <p:spPr>
          <a:xfrm>
            <a:off x="13858961" y="5122194"/>
            <a:ext cx="400420" cy="374904"/>
          </a:xfrm>
          <a:prstGeom prst="rect">
            <a:avLst/>
          </a:prstGeom>
        </p:spPr>
      </p:pic>
      <p:pic>
        <p:nvPicPr>
          <p:cNvPr id="71" name="Gold Coin 5">
            <a:extLst>
              <a:ext uri="{FF2B5EF4-FFF2-40B4-BE49-F238E27FC236}">
                <a16:creationId xmlns:a16="http://schemas.microsoft.com/office/drawing/2014/main" id="{451B1BC2-F61E-CB28-5D0F-B2CFE9287680}"/>
              </a:ext>
            </a:extLst>
          </p:cNvPr>
          <p:cNvPicPr>
            <a:picLocks noChangeAspect="1"/>
          </p:cNvPicPr>
          <p:nvPr/>
        </p:nvPicPr>
        <p:blipFill>
          <a:blip r:embed="rId22" cstate="print">
            <a:extLst>
              <a:ext uri="{28A0092B-C50C-407E-A947-70E740481C1C}">
                <a14:useLocalDpi xmlns:a14="http://schemas.microsoft.com/office/drawing/2010/main" val="0"/>
              </a:ext>
            </a:extLst>
          </a:blip>
          <a:stretch>
            <a:fillRect/>
          </a:stretch>
        </p:blipFill>
        <p:spPr>
          <a:xfrm>
            <a:off x="13476495" y="4775331"/>
            <a:ext cx="400420" cy="374904"/>
          </a:xfrm>
          <a:prstGeom prst="rect">
            <a:avLst/>
          </a:prstGeom>
        </p:spPr>
      </p:pic>
      <p:pic>
        <p:nvPicPr>
          <p:cNvPr id="72" name="Gold Coin 1">
            <a:extLst>
              <a:ext uri="{FF2B5EF4-FFF2-40B4-BE49-F238E27FC236}">
                <a16:creationId xmlns:a16="http://schemas.microsoft.com/office/drawing/2014/main" id="{26C7DEF5-57B1-7E4E-AA37-5710E70C47CB}"/>
              </a:ext>
            </a:extLst>
          </p:cNvPr>
          <p:cNvPicPr>
            <a:picLocks noChangeAspect="1"/>
          </p:cNvPicPr>
          <p:nvPr/>
        </p:nvPicPr>
        <p:blipFill>
          <a:blip r:embed="rId22" cstate="print">
            <a:extLst>
              <a:ext uri="{28A0092B-C50C-407E-A947-70E740481C1C}">
                <a14:useLocalDpi xmlns:a14="http://schemas.microsoft.com/office/drawing/2010/main" val="0"/>
              </a:ext>
            </a:extLst>
          </a:blip>
          <a:stretch>
            <a:fillRect/>
          </a:stretch>
        </p:blipFill>
        <p:spPr>
          <a:xfrm>
            <a:off x="13201942" y="6483546"/>
            <a:ext cx="400420" cy="374904"/>
          </a:xfrm>
          <a:prstGeom prst="rect">
            <a:avLst/>
          </a:prstGeom>
        </p:spPr>
      </p:pic>
      <p:pic>
        <p:nvPicPr>
          <p:cNvPr id="73" name="Gold Coin 2">
            <a:extLst>
              <a:ext uri="{FF2B5EF4-FFF2-40B4-BE49-F238E27FC236}">
                <a16:creationId xmlns:a16="http://schemas.microsoft.com/office/drawing/2014/main" id="{0A1D69C2-2E70-A424-E49E-54013EACCB18}"/>
              </a:ext>
            </a:extLst>
          </p:cNvPr>
          <p:cNvPicPr>
            <a:picLocks noChangeAspect="1"/>
          </p:cNvPicPr>
          <p:nvPr/>
        </p:nvPicPr>
        <p:blipFill>
          <a:blip r:embed="rId22" cstate="print">
            <a:extLst>
              <a:ext uri="{28A0092B-C50C-407E-A947-70E740481C1C}">
                <a14:useLocalDpi xmlns:a14="http://schemas.microsoft.com/office/drawing/2010/main" val="0"/>
              </a:ext>
            </a:extLst>
          </a:blip>
          <a:stretch>
            <a:fillRect/>
          </a:stretch>
        </p:blipFill>
        <p:spPr>
          <a:xfrm>
            <a:off x="13929828" y="6489642"/>
            <a:ext cx="400420" cy="374904"/>
          </a:xfrm>
          <a:prstGeom prst="rect">
            <a:avLst/>
          </a:prstGeom>
        </p:spPr>
      </p:pic>
      <p:pic>
        <p:nvPicPr>
          <p:cNvPr id="74" name="Gold Coin 3">
            <a:extLst>
              <a:ext uri="{FF2B5EF4-FFF2-40B4-BE49-F238E27FC236}">
                <a16:creationId xmlns:a16="http://schemas.microsoft.com/office/drawing/2014/main" id="{97A89C44-7688-60B7-E71C-4DF20EE50994}"/>
              </a:ext>
            </a:extLst>
          </p:cNvPr>
          <p:cNvPicPr>
            <a:picLocks noChangeAspect="1"/>
          </p:cNvPicPr>
          <p:nvPr/>
        </p:nvPicPr>
        <p:blipFill>
          <a:blip r:embed="rId22" cstate="print">
            <a:extLst>
              <a:ext uri="{28A0092B-C50C-407E-A947-70E740481C1C}">
                <a14:useLocalDpi xmlns:a14="http://schemas.microsoft.com/office/drawing/2010/main" val="0"/>
              </a:ext>
            </a:extLst>
          </a:blip>
          <a:stretch>
            <a:fillRect/>
          </a:stretch>
        </p:blipFill>
        <p:spPr>
          <a:xfrm>
            <a:off x="13237424" y="7179793"/>
            <a:ext cx="400420" cy="374904"/>
          </a:xfrm>
          <a:prstGeom prst="rect">
            <a:avLst/>
          </a:prstGeom>
        </p:spPr>
      </p:pic>
    </p:spTree>
    <p:extLst>
      <p:ext uri="{BB962C8B-B14F-4D97-AF65-F5344CB8AC3E}">
        <p14:creationId xmlns:p14="http://schemas.microsoft.com/office/powerpoint/2010/main" val="3129171351"/>
      </p:ext>
    </p:extLst>
  </p:cSld>
  <p:clrMapOvr>
    <a:masterClrMapping/>
  </p:clrMapOvr>
  <mc:AlternateContent xmlns:mc="http://schemas.openxmlformats.org/markup-compatibility/2006" xmlns:p14="http://schemas.microsoft.com/office/powerpoint/2010/main">
    <mc:Choice Requires="p14">
      <p:transition spd="slow" p14:dur="1300">
        <p14:pan/>
      </p:transition>
    </mc:Choice>
    <mc:Fallback xmlns="">
      <p:transition spd="slow">
        <p:fade/>
      </p:transition>
    </mc:Fallback>
  </mc:AlternateContent>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mediacall" presetSubtype="0" fill="hold" nodeType="clickEffect">
                                  <p:stCondLst>
                                    <p:cond delay="0"/>
                                  </p:stCondLst>
                                  <p:childTnLst>
                                    <p:cmd type="call" cmd="playFrom(0.0)">
                                      <p:cBhvr>
                                        <p:cTn id="6" dur="40097" fill="hold"/>
                                        <p:tgtEl>
                                          <p:spTgt spid="26"/>
                                        </p:tgtEl>
                                      </p:cBhvr>
                                    </p:cmd>
                                  </p:childTnLst>
                                </p:cTn>
                              </p:par>
                              <p:par>
                                <p:cTn id="7" presetID="0" presetClass="path" presetSubtype="0" fill="hold" nodeType="withEffect">
                                  <p:stCondLst>
                                    <p:cond delay="0"/>
                                  </p:stCondLst>
                                  <p:childTnLst>
                                    <p:animMotion origin="layout" path="M 0.00021 -0.00077 L 0.00021 -0.0216 L -0.02518 -0.0216 L -0.02518 0.00039 L -0.02518 -0.0216 L -0.04926 -0.0216 L -0.04992 -0.00077 L -0.04926 -0.0216 L -0.07466 -0.0216 L -0.07531 -0.00174 L -0.07531 -0.0216 L -0.0994 -0.0216 L -0.10005 -0.00174 L -0.10059 -0.0216 L -0.12424 -0.0216 L -0.12479 -0.00174 L -0.12479 -0.02045 L -0.14953 -0.0216 L -0.14953 -0.00289 L -0.14953 -0.0216 L -0.17426 -0.02276 L -0.17426 -0.00174 L -0.17492 -0.0216 L -0.19835 -0.02276 L -0.199 -0.00174 L -0.199 -0.02276 L -0.22385 -0.02276 L -0.22385 -0.00174 L -0.22385 -0.02276 L -0.24913 -0.02276 L -0.24848 -0.00289 L -0.24848 -0.02276 L -0.27387 -0.02276 L -0.27387 -0.00174 L -0.27387 -0.02276 L -0.29818 -0.02276 L -0.29818 -0.00174 L -0.29872 -0.02276 L -0.32346 -0.02276 L -0.32346 -0.00174 L -0.324 -0.02276 L -0.34755 -0.02276 L -0.34755 -0.00174 L -0.3469 -0.02392 L -0.37175 -0.02392 L -0.37229 -0.00289 L -0.37229 -0.02392 L -0.39768 -0.02392 L -0.39768 -0.00174 L -0.39703 -0.02488 L -0.42177 -0.02488 L -0.42242 -0.00174 L -0.42242 -0.02488 L -0.44662 -0.02488 L -0.44716 -0.00289 L -0.44716 -0.02488 L -0.4719 -0.02488 L -0.4719 -0.00289 L -0.47125 -0.02488 L -0.49664 -0.02488 L -0.49664 -0.00289 L -0.4961 -0.02604 L -0.52138 -0.02604 L -0.52138 -0.00174 L -0.52138 -0.02604 L -0.54623 -0.02604 L -0.54623 -0.00405 L -0.54623 -0.02604 L -0.57042 -0.02604 L -0.57042 -0.00289 L -0.57107 -0.02604 L -0.59571 -0.02604 L -0.59571 -0.00405 L -0.59505 -0.02604 L -0.61979 -0.02604 L -0.62045 -0.00405 L -0.62045 -0.02604 L -0.64594 -0.02604 L -0.64594 -0.00405 L -0.64594 -0.0272 L -0.67058 -0.0272 L -0.66992 -0.00289 L -0.67058 -0.02604 L -0.69532 -0.02604 L -0.69466 -0.00405 L -0.69597 -0.02604 L -0.72016 -0.02604 L -0.72081 -0.00405 L -0.72016 -0.0272 L -0.74414 -0.0272 L -0.7436 -0.00289 L -0.74414 -0.02604 L -0.76953 -0.02604 L -0.76953 -0.00405 L -0.76953 -0.02604 L -0.79373 -0.02604 L -0.79373 -0.00405 L -0.79373 -0.02488 L -0.81847 -0.02488 L -0.81912 -0.00521 L -0.81847 -0.02488 L -0.84386 -0.02488 L -0.84386 -0.00405 L -0.84386 -0.02488 L -0.8686 -0.02488 L -0.8686 -0.00405 L -0.8686 -0.02488 L -0.89334 -0.02488 L -0.89334 -0.00405 L -0.89334 -0.02488 L -0.91808 -0.02488 L -0.91808 -0.00521 L -0.91808 -0.02604 L -0.94282 -0.02604 L -0.94282 -0.00637 L -0.94282 -0.02604 L -0.96756 -0.02604 L -0.96756 -0.00521 L -0.96756 -0.02604 L -0.99176 -0.02604 L -0.9923 -0.00637 " pathEditMode="relative" ptsTypes="AAAAAAAAAAAAAAAAAAAAAAAAAAAAAAAAAAAAAAAAAAAAAAAAAAAAAAAAAAAAAAAAAAAAAAAAAAAAAAAAAAAAAAAAAAAAAAAAAAAAAAAAAAAAAAAAAAAAAAAAA">
                                      <p:cBhvr>
                                        <p:cTn id="8" dur="40000" fill="hold"/>
                                        <p:tgtEl>
                                          <p:spTgt spid="51"/>
                                        </p:tgtEl>
                                        <p:attrNameLst>
                                          <p:attrName>ppt_x</p:attrName>
                                          <p:attrName>ppt_y</p:attrName>
                                        </p:attrNameLst>
                                      </p:cBhvr>
                                    </p:animMotion>
                                  </p:childTnLst>
                                </p:cTn>
                              </p:par>
                            </p:childTnLst>
                          </p:cTn>
                        </p:par>
                      </p:childTnLst>
                    </p:cTn>
                  </p:par>
                  <p:par>
                    <p:cTn id="9" fill="hold">
                      <p:stCondLst>
                        <p:cond delay="indefinite"/>
                      </p:stCondLst>
                      <p:childTnLst>
                        <p:par>
                          <p:cTn id="10" fill="hold">
                            <p:stCondLst>
                              <p:cond delay="0"/>
                            </p:stCondLst>
                            <p:childTnLst>
                              <p:par>
                                <p:cTn id="11" presetID="1" presetClass="mediacall" presetSubtype="0" fill="hold" nodeType="clickEffect">
                                  <p:stCondLst>
                                    <p:cond delay="0"/>
                                  </p:stCondLst>
                                  <p:childTnLst>
                                    <p:cmd type="call" cmd="playFrom(0.0)">
                                      <p:cBhvr>
                                        <p:cTn id="12" dur="417" fill="hold"/>
                                        <p:tgtEl>
                                          <p:spTgt spid="5"/>
                                        </p:tgtEl>
                                      </p:cBhvr>
                                    </p:cmd>
                                  </p:childTnLst>
                                </p:cTn>
                              </p:par>
                            </p:childTnLst>
                          </p:cTn>
                        </p:par>
                        <p:par>
                          <p:cTn id="13" fill="hold">
                            <p:stCondLst>
                              <p:cond delay="417"/>
                            </p:stCondLst>
                            <p:childTnLst>
                              <p:par>
                                <p:cTn id="14" presetID="1" presetClass="mediacall" presetSubtype="0" fill="hold" nodeType="afterEffect">
                                  <p:stCondLst>
                                    <p:cond delay="0"/>
                                  </p:stCondLst>
                                  <p:childTnLst>
                                    <p:cmd type="call" cmd="playFrom(0.0)">
                                      <p:cBhvr>
                                        <p:cTn id="15" dur="912" fill="hold"/>
                                        <p:tgtEl>
                                          <p:spTgt spid="28"/>
                                        </p:tgtEl>
                                      </p:cBhvr>
                                    </p:cmd>
                                  </p:childTnLst>
                                </p:cTn>
                              </p:par>
                              <p:par>
                                <p:cTn id="16" presetID="2" presetClass="entr" presetSubtype="1" fill="hold" nodeType="withEffect">
                                  <p:stCondLst>
                                    <p:cond delay="0"/>
                                  </p:stCondLst>
                                  <p:childTnLst>
                                    <p:set>
                                      <p:cBhvr>
                                        <p:cTn id="17" dur="1" fill="hold">
                                          <p:stCondLst>
                                            <p:cond delay="0"/>
                                          </p:stCondLst>
                                        </p:cTn>
                                        <p:tgtEl>
                                          <p:spTgt spid="29"/>
                                        </p:tgtEl>
                                        <p:attrNameLst>
                                          <p:attrName>style.visibility</p:attrName>
                                        </p:attrNameLst>
                                      </p:cBhvr>
                                      <p:to>
                                        <p:strVal val="visible"/>
                                      </p:to>
                                    </p:set>
                                    <p:anim calcmode="lin" valueType="num">
                                      <p:cBhvr additive="base">
                                        <p:cTn id="18" dur="250" fill="hold"/>
                                        <p:tgtEl>
                                          <p:spTgt spid="29"/>
                                        </p:tgtEl>
                                        <p:attrNameLst>
                                          <p:attrName>ppt_x</p:attrName>
                                        </p:attrNameLst>
                                      </p:cBhvr>
                                      <p:tavLst>
                                        <p:tav tm="0">
                                          <p:val>
                                            <p:strVal val="#ppt_x"/>
                                          </p:val>
                                        </p:tav>
                                        <p:tav tm="100000">
                                          <p:val>
                                            <p:strVal val="#ppt_x"/>
                                          </p:val>
                                        </p:tav>
                                      </p:tavLst>
                                    </p:anim>
                                    <p:anim calcmode="lin" valueType="num">
                                      <p:cBhvr additive="base">
                                        <p:cTn id="19" dur="250" fill="hold"/>
                                        <p:tgtEl>
                                          <p:spTgt spid="29"/>
                                        </p:tgtEl>
                                        <p:attrNameLst>
                                          <p:attrName>ppt_y</p:attrName>
                                        </p:attrNameLst>
                                      </p:cBhvr>
                                      <p:tavLst>
                                        <p:tav tm="0">
                                          <p:val>
                                            <p:strVal val="0-#ppt_h/2"/>
                                          </p:val>
                                        </p:tav>
                                        <p:tav tm="100000">
                                          <p:val>
                                            <p:strVal val="#ppt_y"/>
                                          </p:val>
                                        </p:tav>
                                      </p:tavLst>
                                    </p:anim>
                                  </p:childTnLst>
                                </p:cTn>
                              </p:par>
                              <p:par>
                                <p:cTn id="20" presetID="2" presetClass="entr" presetSubtype="1" fill="hold" nodeType="withEffect">
                                  <p:stCondLst>
                                    <p:cond delay="0"/>
                                  </p:stCondLst>
                                  <p:childTnLst>
                                    <p:set>
                                      <p:cBhvr>
                                        <p:cTn id="21" dur="1" fill="hold">
                                          <p:stCondLst>
                                            <p:cond delay="0"/>
                                          </p:stCondLst>
                                        </p:cTn>
                                        <p:tgtEl>
                                          <p:spTgt spid="40"/>
                                        </p:tgtEl>
                                        <p:attrNameLst>
                                          <p:attrName>style.visibility</p:attrName>
                                        </p:attrNameLst>
                                      </p:cBhvr>
                                      <p:to>
                                        <p:strVal val="visible"/>
                                      </p:to>
                                    </p:set>
                                    <p:anim calcmode="lin" valueType="num">
                                      <p:cBhvr additive="base">
                                        <p:cTn id="22" dur="250" fill="hold"/>
                                        <p:tgtEl>
                                          <p:spTgt spid="40"/>
                                        </p:tgtEl>
                                        <p:attrNameLst>
                                          <p:attrName>ppt_x</p:attrName>
                                        </p:attrNameLst>
                                      </p:cBhvr>
                                      <p:tavLst>
                                        <p:tav tm="0">
                                          <p:val>
                                            <p:strVal val="#ppt_x"/>
                                          </p:val>
                                        </p:tav>
                                        <p:tav tm="100000">
                                          <p:val>
                                            <p:strVal val="#ppt_x"/>
                                          </p:val>
                                        </p:tav>
                                      </p:tavLst>
                                    </p:anim>
                                    <p:anim calcmode="lin" valueType="num">
                                      <p:cBhvr additive="base">
                                        <p:cTn id="23" dur="250" fill="hold"/>
                                        <p:tgtEl>
                                          <p:spTgt spid="40"/>
                                        </p:tgtEl>
                                        <p:attrNameLst>
                                          <p:attrName>ppt_y</p:attrName>
                                        </p:attrNameLst>
                                      </p:cBhvr>
                                      <p:tavLst>
                                        <p:tav tm="0">
                                          <p:val>
                                            <p:strVal val="0-#ppt_h/2"/>
                                          </p:val>
                                        </p:tav>
                                        <p:tav tm="100000">
                                          <p:val>
                                            <p:strVal val="#ppt_y"/>
                                          </p:val>
                                        </p:tav>
                                      </p:tavLst>
                                    </p:anim>
                                  </p:childTnLst>
                                </p:cTn>
                              </p:par>
                              <p:par>
                                <p:cTn id="24" presetID="2" presetClass="entr" presetSubtype="1" fill="hold" nodeType="withEffect">
                                  <p:stCondLst>
                                    <p:cond delay="0"/>
                                  </p:stCondLst>
                                  <p:childTnLst>
                                    <p:set>
                                      <p:cBhvr>
                                        <p:cTn id="25" dur="1" fill="hold">
                                          <p:stCondLst>
                                            <p:cond delay="0"/>
                                          </p:stCondLst>
                                        </p:cTn>
                                        <p:tgtEl>
                                          <p:spTgt spid="45"/>
                                        </p:tgtEl>
                                        <p:attrNameLst>
                                          <p:attrName>style.visibility</p:attrName>
                                        </p:attrNameLst>
                                      </p:cBhvr>
                                      <p:to>
                                        <p:strVal val="visible"/>
                                      </p:to>
                                    </p:set>
                                    <p:anim calcmode="lin" valueType="num">
                                      <p:cBhvr additive="base">
                                        <p:cTn id="26" dur="250" fill="hold"/>
                                        <p:tgtEl>
                                          <p:spTgt spid="45"/>
                                        </p:tgtEl>
                                        <p:attrNameLst>
                                          <p:attrName>ppt_x</p:attrName>
                                        </p:attrNameLst>
                                      </p:cBhvr>
                                      <p:tavLst>
                                        <p:tav tm="0">
                                          <p:val>
                                            <p:strVal val="#ppt_x"/>
                                          </p:val>
                                        </p:tav>
                                        <p:tav tm="100000">
                                          <p:val>
                                            <p:strVal val="#ppt_x"/>
                                          </p:val>
                                        </p:tav>
                                      </p:tavLst>
                                    </p:anim>
                                    <p:anim calcmode="lin" valueType="num">
                                      <p:cBhvr additive="base">
                                        <p:cTn id="27" dur="250" fill="hold"/>
                                        <p:tgtEl>
                                          <p:spTgt spid="45"/>
                                        </p:tgtEl>
                                        <p:attrNameLst>
                                          <p:attrName>ppt_y</p:attrName>
                                        </p:attrNameLst>
                                      </p:cBhvr>
                                      <p:tavLst>
                                        <p:tav tm="0">
                                          <p:val>
                                            <p:strVal val="0-#ppt_h/2"/>
                                          </p:val>
                                        </p:tav>
                                        <p:tav tm="100000">
                                          <p:val>
                                            <p:strVal val="#ppt_y"/>
                                          </p:val>
                                        </p:tav>
                                      </p:tavLst>
                                    </p:anim>
                                  </p:childTnLst>
                                </p:cTn>
                              </p:par>
                              <p:par>
                                <p:cTn id="28" presetID="2" presetClass="entr" presetSubtype="1" fill="hold" nodeType="withEffect">
                                  <p:stCondLst>
                                    <p:cond delay="0"/>
                                  </p:stCondLst>
                                  <p:childTnLst>
                                    <p:set>
                                      <p:cBhvr>
                                        <p:cTn id="29" dur="1" fill="hold">
                                          <p:stCondLst>
                                            <p:cond delay="0"/>
                                          </p:stCondLst>
                                        </p:cTn>
                                        <p:tgtEl>
                                          <p:spTgt spid="50"/>
                                        </p:tgtEl>
                                        <p:attrNameLst>
                                          <p:attrName>style.visibility</p:attrName>
                                        </p:attrNameLst>
                                      </p:cBhvr>
                                      <p:to>
                                        <p:strVal val="visible"/>
                                      </p:to>
                                    </p:set>
                                    <p:anim calcmode="lin" valueType="num">
                                      <p:cBhvr additive="base">
                                        <p:cTn id="30" dur="250" fill="hold"/>
                                        <p:tgtEl>
                                          <p:spTgt spid="50"/>
                                        </p:tgtEl>
                                        <p:attrNameLst>
                                          <p:attrName>ppt_x</p:attrName>
                                        </p:attrNameLst>
                                      </p:cBhvr>
                                      <p:tavLst>
                                        <p:tav tm="0">
                                          <p:val>
                                            <p:strVal val="#ppt_x"/>
                                          </p:val>
                                        </p:tav>
                                        <p:tav tm="100000">
                                          <p:val>
                                            <p:strVal val="#ppt_x"/>
                                          </p:val>
                                        </p:tav>
                                      </p:tavLst>
                                    </p:anim>
                                    <p:anim calcmode="lin" valueType="num">
                                      <p:cBhvr additive="base">
                                        <p:cTn id="31" dur="250" fill="hold"/>
                                        <p:tgtEl>
                                          <p:spTgt spid="50"/>
                                        </p:tgtEl>
                                        <p:attrNameLst>
                                          <p:attrName>ppt_y</p:attrName>
                                        </p:attrNameLst>
                                      </p:cBhvr>
                                      <p:tavLst>
                                        <p:tav tm="0">
                                          <p:val>
                                            <p:strVal val="0-#ppt_h/2"/>
                                          </p:val>
                                        </p:tav>
                                        <p:tav tm="100000">
                                          <p:val>
                                            <p:strVal val="#ppt_y"/>
                                          </p:val>
                                        </p:tav>
                                      </p:tavLst>
                                    </p:anim>
                                  </p:childTnLst>
                                </p:cTn>
                              </p:par>
                              <p:par>
                                <p:cTn id="32" presetID="2" presetClass="entr" presetSubtype="1" fill="hold" nodeType="withEffect">
                                  <p:stCondLst>
                                    <p:cond delay="250"/>
                                  </p:stCondLst>
                                  <p:childTnLst>
                                    <p:set>
                                      <p:cBhvr>
                                        <p:cTn id="33" dur="1" fill="hold">
                                          <p:stCondLst>
                                            <p:cond delay="0"/>
                                          </p:stCondLst>
                                        </p:cTn>
                                        <p:tgtEl>
                                          <p:spTgt spid="32"/>
                                        </p:tgtEl>
                                        <p:attrNameLst>
                                          <p:attrName>style.visibility</p:attrName>
                                        </p:attrNameLst>
                                      </p:cBhvr>
                                      <p:to>
                                        <p:strVal val="visible"/>
                                      </p:to>
                                    </p:set>
                                    <p:anim calcmode="lin" valueType="num">
                                      <p:cBhvr additive="base">
                                        <p:cTn id="34" dur="250" fill="hold"/>
                                        <p:tgtEl>
                                          <p:spTgt spid="32"/>
                                        </p:tgtEl>
                                        <p:attrNameLst>
                                          <p:attrName>ppt_x</p:attrName>
                                        </p:attrNameLst>
                                      </p:cBhvr>
                                      <p:tavLst>
                                        <p:tav tm="0">
                                          <p:val>
                                            <p:strVal val="#ppt_x"/>
                                          </p:val>
                                        </p:tav>
                                        <p:tav tm="100000">
                                          <p:val>
                                            <p:strVal val="#ppt_x"/>
                                          </p:val>
                                        </p:tav>
                                      </p:tavLst>
                                    </p:anim>
                                    <p:anim calcmode="lin" valueType="num">
                                      <p:cBhvr additive="base">
                                        <p:cTn id="35" dur="250" fill="hold"/>
                                        <p:tgtEl>
                                          <p:spTgt spid="32"/>
                                        </p:tgtEl>
                                        <p:attrNameLst>
                                          <p:attrName>ppt_y</p:attrName>
                                        </p:attrNameLst>
                                      </p:cBhvr>
                                      <p:tavLst>
                                        <p:tav tm="0">
                                          <p:val>
                                            <p:strVal val="0-#ppt_h/2"/>
                                          </p:val>
                                        </p:tav>
                                        <p:tav tm="100000">
                                          <p:val>
                                            <p:strVal val="#ppt_y"/>
                                          </p:val>
                                        </p:tav>
                                      </p:tavLst>
                                    </p:anim>
                                  </p:childTnLst>
                                </p:cTn>
                              </p:par>
                              <p:par>
                                <p:cTn id="36" presetID="2" presetClass="entr" presetSubtype="1" fill="hold" nodeType="withEffect">
                                  <p:stCondLst>
                                    <p:cond delay="250"/>
                                  </p:stCondLst>
                                  <p:childTnLst>
                                    <p:set>
                                      <p:cBhvr>
                                        <p:cTn id="37" dur="1" fill="hold">
                                          <p:stCondLst>
                                            <p:cond delay="0"/>
                                          </p:stCondLst>
                                        </p:cTn>
                                        <p:tgtEl>
                                          <p:spTgt spid="41"/>
                                        </p:tgtEl>
                                        <p:attrNameLst>
                                          <p:attrName>style.visibility</p:attrName>
                                        </p:attrNameLst>
                                      </p:cBhvr>
                                      <p:to>
                                        <p:strVal val="visible"/>
                                      </p:to>
                                    </p:set>
                                    <p:anim calcmode="lin" valueType="num">
                                      <p:cBhvr additive="base">
                                        <p:cTn id="38" dur="250" fill="hold"/>
                                        <p:tgtEl>
                                          <p:spTgt spid="41"/>
                                        </p:tgtEl>
                                        <p:attrNameLst>
                                          <p:attrName>ppt_x</p:attrName>
                                        </p:attrNameLst>
                                      </p:cBhvr>
                                      <p:tavLst>
                                        <p:tav tm="0">
                                          <p:val>
                                            <p:strVal val="#ppt_x"/>
                                          </p:val>
                                        </p:tav>
                                        <p:tav tm="100000">
                                          <p:val>
                                            <p:strVal val="#ppt_x"/>
                                          </p:val>
                                        </p:tav>
                                      </p:tavLst>
                                    </p:anim>
                                    <p:anim calcmode="lin" valueType="num">
                                      <p:cBhvr additive="base">
                                        <p:cTn id="39" dur="250" fill="hold"/>
                                        <p:tgtEl>
                                          <p:spTgt spid="41"/>
                                        </p:tgtEl>
                                        <p:attrNameLst>
                                          <p:attrName>ppt_y</p:attrName>
                                        </p:attrNameLst>
                                      </p:cBhvr>
                                      <p:tavLst>
                                        <p:tav tm="0">
                                          <p:val>
                                            <p:strVal val="0-#ppt_h/2"/>
                                          </p:val>
                                        </p:tav>
                                        <p:tav tm="100000">
                                          <p:val>
                                            <p:strVal val="#ppt_y"/>
                                          </p:val>
                                        </p:tav>
                                      </p:tavLst>
                                    </p:anim>
                                  </p:childTnLst>
                                </p:cTn>
                              </p:par>
                              <p:par>
                                <p:cTn id="40" presetID="2" presetClass="entr" presetSubtype="1" fill="hold" nodeType="withEffect">
                                  <p:stCondLst>
                                    <p:cond delay="250"/>
                                  </p:stCondLst>
                                  <p:childTnLst>
                                    <p:set>
                                      <p:cBhvr>
                                        <p:cTn id="41" dur="1" fill="hold">
                                          <p:stCondLst>
                                            <p:cond delay="0"/>
                                          </p:stCondLst>
                                        </p:cTn>
                                        <p:tgtEl>
                                          <p:spTgt spid="46"/>
                                        </p:tgtEl>
                                        <p:attrNameLst>
                                          <p:attrName>style.visibility</p:attrName>
                                        </p:attrNameLst>
                                      </p:cBhvr>
                                      <p:to>
                                        <p:strVal val="visible"/>
                                      </p:to>
                                    </p:set>
                                    <p:anim calcmode="lin" valueType="num">
                                      <p:cBhvr additive="base">
                                        <p:cTn id="42" dur="250" fill="hold"/>
                                        <p:tgtEl>
                                          <p:spTgt spid="46"/>
                                        </p:tgtEl>
                                        <p:attrNameLst>
                                          <p:attrName>ppt_x</p:attrName>
                                        </p:attrNameLst>
                                      </p:cBhvr>
                                      <p:tavLst>
                                        <p:tav tm="0">
                                          <p:val>
                                            <p:strVal val="#ppt_x"/>
                                          </p:val>
                                        </p:tav>
                                        <p:tav tm="100000">
                                          <p:val>
                                            <p:strVal val="#ppt_x"/>
                                          </p:val>
                                        </p:tav>
                                      </p:tavLst>
                                    </p:anim>
                                    <p:anim calcmode="lin" valueType="num">
                                      <p:cBhvr additive="base">
                                        <p:cTn id="43" dur="250" fill="hold"/>
                                        <p:tgtEl>
                                          <p:spTgt spid="46"/>
                                        </p:tgtEl>
                                        <p:attrNameLst>
                                          <p:attrName>ppt_y</p:attrName>
                                        </p:attrNameLst>
                                      </p:cBhvr>
                                      <p:tavLst>
                                        <p:tav tm="0">
                                          <p:val>
                                            <p:strVal val="0-#ppt_h/2"/>
                                          </p:val>
                                        </p:tav>
                                        <p:tav tm="100000">
                                          <p:val>
                                            <p:strVal val="#ppt_y"/>
                                          </p:val>
                                        </p:tav>
                                      </p:tavLst>
                                    </p:anim>
                                  </p:childTnLst>
                                </p:cTn>
                              </p:par>
                              <p:par>
                                <p:cTn id="44" presetID="2" presetClass="entr" presetSubtype="1" fill="hold" nodeType="withEffect">
                                  <p:stCondLst>
                                    <p:cond delay="500"/>
                                  </p:stCondLst>
                                  <p:childTnLst>
                                    <p:set>
                                      <p:cBhvr>
                                        <p:cTn id="45" dur="1" fill="hold">
                                          <p:stCondLst>
                                            <p:cond delay="0"/>
                                          </p:stCondLst>
                                        </p:cTn>
                                        <p:tgtEl>
                                          <p:spTgt spid="47"/>
                                        </p:tgtEl>
                                        <p:attrNameLst>
                                          <p:attrName>style.visibility</p:attrName>
                                        </p:attrNameLst>
                                      </p:cBhvr>
                                      <p:to>
                                        <p:strVal val="visible"/>
                                      </p:to>
                                    </p:set>
                                    <p:anim calcmode="lin" valueType="num">
                                      <p:cBhvr additive="base">
                                        <p:cTn id="46" dur="250" fill="hold"/>
                                        <p:tgtEl>
                                          <p:spTgt spid="47"/>
                                        </p:tgtEl>
                                        <p:attrNameLst>
                                          <p:attrName>ppt_x</p:attrName>
                                        </p:attrNameLst>
                                      </p:cBhvr>
                                      <p:tavLst>
                                        <p:tav tm="0">
                                          <p:val>
                                            <p:strVal val="#ppt_x"/>
                                          </p:val>
                                        </p:tav>
                                        <p:tav tm="100000">
                                          <p:val>
                                            <p:strVal val="#ppt_x"/>
                                          </p:val>
                                        </p:tav>
                                      </p:tavLst>
                                    </p:anim>
                                    <p:anim calcmode="lin" valueType="num">
                                      <p:cBhvr additive="base">
                                        <p:cTn id="47" dur="250" fill="hold"/>
                                        <p:tgtEl>
                                          <p:spTgt spid="47"/>
                                        </p:tgtEl>
                                        <p:attrNameLst>
                                          <p:attrName>ppt_y</p:attrName>
                                        </p:attrNameLst>
                                      </p:cBhvr>
                                      <p:tavLst>
                                        <p:tav tm="0">
                                          <p:val>
                                            <p:strVal val="0-#ppt_h/2"/>
                                          </p:val>
                                        </p:tav>
                                        <p:tav tm="100000">
                                          <p:val>
                                            <p:strVal val="#ppt_y"/>
                                          </p:val>
                                        </p:tav>
                                      </p:tavLst>
                                    </p:anim>
                                  </p:childTnLst>
                                </p:cTn>
                              </p:par>
                              <p:par>
                                <p:cTn id="48" presetID="2" presetClass="entr" presetSubtype="1" fill="hold" nodeType="withEffect">
                                  <p:stCondLst>
                                    <p:cond delay="750"/>
                                  </p:stCondLst>
                                  <p:childTnLst>
                                    <p:set>
                                      <p:cBhvr>
                                        <p:cTn id="49" dur="1" fill="hold">
                                          <p:stCondLst>
                                            <p:cond delay="0"/>
                                          </p:stCondLst>
                                        </p:cTn>
                                        <p:tgtEl>
                                          <p:spTgt spid="48"/>
                                        </p:tgtEl>
                                        <p:attrNameLst>
                                          <p:attrName>style.visibility</p:attrName>
                                        </p:attrNameLst>
                                      </p:cBhvr>
                                      <p:to>
                                        <p:strVal val="visible"/>
                                      </p:to>
                                    </p:set>
                                    <p:anim calcmode="lin" valueType="num">
                                      <p:cBhvr additive="base">
                                        <p:cTn id="50" dur="250" fill="hold"/>
                                        <p:tgtEl>
                                          <p:spTgt spid="48"/>
                                        </p:tgtEl>
                                        <p:attrNameLst>
                                          <p:attrName>ppt_x</p:attrName>
                                        </p:attrNameLst>
                                      </p:cBhvr>
                                      <p:tavLst>
                                        <p:tav tm="0">
                                          <p:val>
                                            <p:strVal val="#ppt_x"/>
                                          </p:val>
                                        </p:tav>
                                        <p:tav tm="100000">
                                          <p:val>
                                            <p:strVal val="#ppt_x"/>
                                          </p:val>
                                        </p:tav>
                                      </p:tavLst>
                                    </p:anim>
                                    <p:anim calcmode="lin" valueType="num">
                                      <p:cBhvr additive="base">
                                        <p:cTn id="51" dur="250" fill="hold"/>
                                        <p:tgtEl>
                                          <p:spTgt spid="48"/>
                                        </p:tgtEl>
                                        <p:attrNameLst>
                                          <p:attrName>ppt_y</p:attrName>
                                        </p:attrNameLst>
                                      </p:cBhvr>
                                      <p:tavLst>
                                        <p:tav tm="0">
                                          <p:val>
                                            <p:strVal val="0-#ppt_h/2"/>
                                          </p:val>
                                        </p:tav>
                                        <p:tav tm="100000">
                                          <p:val>
                                            <p:strVal val="#ppt_y"/>
                                          </p:val>
                                        </p:tav>
                                      </p:tavLst>
                                    </p:anim>
                                  </p:childTnLst>
                                </p:cTn>
                              </p:par>
                            </p:childTnLst>
                          </p:cTn>
                        </p:par>
                      </p:childTnLst>
                    </p:cTn>
                  </p:par>
                  <p:par>
                    <p:cTn id="52" fill="hold">
                      <p:stCondLst>
                        <p:cond delay="indefinite"/>
                      </p:stCondLst>
                      <p:childTnLst>
                        <p:par>
                          <p:cTn id="53" fill="hold">
                            <p:stCondLst>
                              <p:cond delay="0"/>
                            </p:stCondLst>
                            <p:childTnLst>
                              <p:par>
                                <p:cTn id="54" presetID="1" presetClass="mediacall" presetSubtype="0" fill="hold" nodeType="clickEffect">
                                  <p:stCondLst>
                                    <p:cond delay="0"/>
                                  </p:stCondLst>
                                  <p:childTnLst>
                                    <p:cmd type="call" cmd="playFrom(0.0)">
                                      <p:cBhvr>
                                        <p:cTn id="55" dur="417" fill="hold"/>
                                        <p:tgtEl>
                                          <p:spTgt spid="7"/>
                                        </p:tgtEl>
                                      </p:cBhvr>
                                    </p:cmd>
                                  </p:childTnLst>
                                </p:cTn>
                              </p:par>
                            </p:childTnLst>
                          </p:cTn>
                        </p:par>
                        <p:par>
                          <p:cTn id="56" fill="hold">
                            <p:stCondLst>
                              <p:cond delay="417"/>
                            </p:stCondLst>
                            <p:childTnLst>
                              <p:par>
                                <p:cTn id="57" presetID="1" presetClass="mediacall" presetSubtype="0" fill="hold" nodeType="afterEffect">
                                  <p:stCondLst>
                                    <p:cond delay="0"/>
                                  </p:stCondLst>
                                  <p:childTnLst>
                                    <p:cmd type="call" cmd="playFrom(0.0)">
                                      <p:cBhvr>
                                        <p:cTn id="58" dur="1152" fill="hold"/>
                                        <p:tgtEl>
                                          <p:spTgt spid="27"/>
                                        </p:tgtEl>
                                      </p:cBhvr>
                                    </p:cmd>
                                  </p:childTnLst>
                                </p:cTn>
                              </p:par>
                              <p:par>
                                <p:cTn id="59" presetID="2" presetClass="entr" presetSubtype="1" fill="hold" nodeType="withEffect">
                                  <p:stCondLst>
                                    <p:cond delay="0"/>
                                  </p:stCondLst>
                                  <p:childTnLst>
                                    <p:set>
                                      <p:cBhvr>
                                        <p:cTn id="60" dur="1" fill="hold">
                                          <p:stCondLst>
                                            <p:cond delay="0"/>
                                          </p:stCondLst>
                                        </p:cTn>
                                        <p:tgtEl>
                                          <p:spTgt spid="56"/>
                                        </p:tgtEl>
                                        <p:attrNameLst>
                                          <p:attrName>style.visibility</p:attrName>
                                        </p:attrNameLst>
                                      </p:cBhvr>
                                      <p:to>
                                        <p:strVal val="visible"/>
                                      </p:to>
                                    </p:set>
                                    <p:anim calcmode="lin" valueType="num">
                                      <p:cBhvr additive="base">
                                        <p:cTn id="61" dur="250" fill="hold"/>
                                        <p:tgtEl>
                                          <p:spTgt spid="56"/>
                                        </p:tgtEl>
                                        <p:attrNameLst>
                                          <p:attrName>ppt_x</p:attrName>
                                        </p:attrNameLst>
                                      </p:cBhvr>
                                      <p:tavLst>
                                        <p:tav tm="0">
                                          <p:val>
                                            <p:strVal val="#ppt_x"/>
                                          </p:val>
                                        </p:tav>
                                        <p:tav tm="100000">
                                          <p:val>
                                            <p:strVal val="#ppt_x"/>
                                          </p:val>
                                        </p:tav>
                                      </p:tavLst>
                                    </p:anim>
                                    <p:anim calcmode="lin" valueType="num">
                                      <p:cBhvr additive="base">
                                        <p:cTn id="62" dur="250" fill="hold"/>
                                        <p:tgtEl>
                                          <p:spTgt spid="56"/>
                                        </p:tgtEl>
                                        <p:attrNameLst>
                                          <p:attrName>ppt_y</p:attrName>
                                        </p:attrNameLst>
                                      </p:cBhvr>
                                      <p:tavLst>
                                        <p:tav tm="0">
                                          <p:val>
                                            <p:strVal val="0-#ppt_h/2"/>
                                          </p:val>
                                        </p:tav>
                                        <p:tav tm="100000">
                                          <p:val>
                                            <p:strVal val="#ppt_y"/>
                                          </p:val>
                                        </p:tav>
                                      </p:tavLst>
                                    </p:anim>
                                  </p:childTnLst>
                                </p:cTn>
                              </p:par>
                              <p:par>
                                <p:cTn id="63" presetID="2" presetClass="entr" presetSubtype="1" fill="hold" nodeType="withEffect">
                                  <p:stCondLst>
                                    <p:cond delay="0"/>
                                  </p:stCondLst>
                                  <p:childTnLst>
                                    <p:set>
                                      <p:cBhvr>
                                        <p:cTn id="64" dur="1" fill="hold">
                                          <p:stCondLst>
                                            <p:cond delay="0"/>
                                          </p:stCondLst>
                                        </p:cTn>
                                        <p:tgtEl>
                                          <p:spTgt spid="61"/>
                                        </p:tgtEl>
                                        <p:attrNameLst>
                                          <p:attrName>style.visibility</p:attrName>
                                        </p:attrNameLst>
                                      </p:cBhvr>
                                      <p:to>
                                        <p:strVal val="visible"/>
                                      </p:to>
                                    </p:set>
                                    <p:anim calcmode="lin" valueType="num">
                                      <p:cBhvr additive="base">
                                        <p:cTn id="65" dur="250" fill="hold"/>
                                        <p:tgtEl>
                                          <p:spTgt spid="61"/>
                                        </p:tgtEl>
                                        <p:attrNameLst>
                                          <p:attrName>ppt_x</p:attrName>
                                        </p:attrNameLst>
                                      </p:cBhvr>
                                      <p:tavLst>
                                        <p:tav tm="0">
                                          <p:val>
                                            <p:strVal val="#ppt_x"/>
                                          </p:val>
                                        </p:tav>
                                        <p:tav tm="100000">
                                          <p:val>
                                            <p:strVal val="#ppt_x"/>
                                          </p:val>
                                        </p:tav>
                                      </p:tavLst>
                                    </p:anim>
                                    <p:anim calcmode="lin" valueType="num">
                                      <p:cBhvr additive="base">
                                        <p:cTn id="66" dur="250" fill="hold"/>
                                        <p:tgtEl>
                                          <p:spTgt spid="61"/>
                                        </p:tgtEl>
                                        <p:attrNameLst>
                                          <p:attrName>ppt_y</p:attrName>
                                        </p:attrNameLst>
                                      </p:cBhvr>
                                      <p:tavLst>
                                        <p:tav tm="0">
                                          <p:val>
                                            <p:strVal val="0-#ppt_h/2"/>
                                          </p:val>
                                        </p:tav>
                                        <p:tav tm="100000">
                                          <p:val>
                                            <p:strVal val="#ppt_y"/>
                                          </p:val>
                                        </p:tav>
                                      </p:tavLst>
                                    </p:anim>
                                  </p:childTnLst>
                                </p:cTn>
                              </p:par>
                              <p:par>
                                <p:cTn id="67" presetID="2" presetClass="entr" presetSubtype="1" fill="hold" nodeType="withEffect">
                                  <p:stCondLst>
                                    <p:cond delay="0"/>
                                  </p:stCondLst>
                                  <p:childTnLst>
                                    <p:set>
                                      <p:cBhvr>
                                        <p:cTn id="68" dur="1" fill="hold">
                                          <p:stCondLst>
                                            <p:cond delay="0"/>
                                          </p:stCondLst>
                                        </p:cTn>
                                        <p:tgtEl>
                                          <p:spTgt spid="67"/>
                                        </p:tgtEl>
                                        <p:attrNameLst>
                                          <p:attrName>style.visibility</p:attrName>
                                        </p:attrNameLst>
                                      </p:cBhvr>
                                      <p:to>
                                        <p:strVal val="visible"/>
                                      </p:to>
                                    </p:set>
                                    <p:anim calcmode="lin" valueType="num">
                                      <p:cBhvr additive="base">
                                        <p:cTn id="69" dur="250" fill="hold"/>
                                        <p:tgtEl>
                                          <p:spTgt spid="67"/>
                                        </p:tgtEl>
                                        <p:attrNameLst>
                                          <p:attrName>ppt_x</p:attrName>
                                        </p:attrNameLst>
                                      </p:cBhvr>
                                      <p:tavLst>
                                        <p:tav tm="0">
                                          <p:val>
                                            <p:strVal val="#ppt_x"/>
                                          </p:val>
                                        </p:tav>
                                        <p:tav tm="100000">
                                          <p:val>
                                            <p:strVal val="#ppt_x"/>
                                          </p:val>
                                        </p:tav>
                                      </p:tavLst>
                                    </p:anim>
                                    <p:anim calcmode="lin" valueType="num">
                                      <p:cBhvr additive="base">
                                        <p:cTn id="70" dur="250" fill="hold"/>
                                        <p:tgtEl>
                                          <p:spTgt spid="67"/>
                                        </p:tgtEl>
                                        <p:attrNameLst>
                                          <p:attrName>ppt_y</p:attrName>
                                        </p:attrNameLst>
                                      </p:cBhvr>
                                      <p:tavLst>
                                        <p:tav tm="0">
                                          <p:val>
                                            <p:strVal val="0-#ppt_h/2"/>
                                          </p:val>
                                        </p:tav>
                                        <p:tav tm="100000">
                                          <p:val>
                                            <p:strVal val="#ppt_y"/>
                                          </p:val>
                                        </p:tav>
                                      </p:tavLst>
                                    </p:anim>
                                  </p:childTnLst>
                                </p:cTn>
                              </p:par>
                              <p:par>
                                <p:cTn id="71" presetID="2" presetClass="entr" presetSubtype="1" fill="hold" nodeType="withEffect">
                                  <p:stCondLst>
                                    <p:cond delay="0"/>
                                  </p:stCondLst>
                                  <p:childTnLst>
                                    <p:set>
                                      <p:cBhvr>
                                        <p:cTn id="72" dur="1" fill="hold">
                                          <p:stCondLst>
                                            <p:cond delay="0"/>
                                          </p:stCondLst>
                                        </p:cTn>
                                        <p:tgtEl>
                                          <p:spTgt spid="72"/>
                                        </p:tgtEl>
                                        <p:attrNameLst>
                                          <p:attrName>style.visibility</p:attrName>
                                        </p:attrNameLst>
                                      </p:cBhvr>
                                      <p:to>
                                        <p:strVal val="visible"/>
                                      </p:to>
                                    </p:set>
                                    <p:anim calcmode="lin" valueType="num">
                                      <p:cBhvr additive="base">
                                        <p:cTn id="73" dur="250" fill="hold"/>
                                        <p:tgtEl>
                                          <p:spTgt spid="72"/>
                                        </p:tgtEl>
                                        <p:attrNameLst>
                                          <p:attrName>ppt_x</p:attrName>
                                        </p:attrNameLst>
                                      </p:cBhvr>
                                      <p:tavLst>
                                        <p:tav tm="0">
                                          <p:val>
                                            <p:strVal val="#ppt_x"/>
                                          </p:val>
                                        </p:tav>
                                        <p:tav tm="100000">
                                          <p:val>
                                            <p:strVal val="#ppt_x"/>
                                          </p:val>
                                        </p:tav>
                                      </p:tavLst>
                                    </p:anim>
                                    <p:anim calcmode="lin" valueType="num">
                                      <p:cBhvr additive="base">
                                        <p:cTn id="74" dur="250" fill="hold"/>
                                        <p:tgtEl>
                                          <p:spTgt spid="72"/>
                                        </p:tgtEl>
                                        <p:attrNameLst>
                                          <p:attrName>ppt_y</p:attrName>
                                        </p:attrNameLst>
                                      </p:cBhvr>
                                      <p:tavLst>
                                        <p:tav tm="0">
                                          <p:val>
                                            <p:strVal val="0-#ppt_h/2"/>
                                          </p:val>
                                        </p:tav>
                                        <p:tav tm="100000">
                                          <p:val>
                                            <p:strVal val="#ppt_y"/>
                                          </p:val>
                                        </p:tav>
                                      </p:tavLst>
                                    </p:anim>
                                  </p:childTnLst>
                                </p:cTn>
                              </p:par>
                              <p:par>
                                <p:cTn id="75" presetID="2" presetClass="entr" presetSubtype="1" fill="hold" nodeType="withEffect">
                                  <p:stCondLst>
                                    <p:cond delay="250"/>
                                  </p:stCondLst>
                                  <p:childTnLst>
                                    <p:set>
                                      <p:cBhvr>
                                        <p:cTn id="76" dur="1" fill="hold">
                                          <p:stCondLst>
                                            <p:cond delay="0"/>
                                          </p:stCondLst>
                                        </p:cTn>
                                        <p:tgtEl>
                                          <p:spTgt spid="57"/>
                                        </p:tgtEl>
                                        <p:attrNameLst>
                                          <p:attrName>style.visibility</p:attrName>
                                        </p:attrNameLst>
                                      </p:cBhvr>
                                      <p:to>
                                        <p:strVal val="visible"/>
                                      </p:to>
                                    </p:set>
                                    <p:anim calcmode="lin" valueType="num">
                                      <p:cBhvr additive="base">
                                        <p:cTn id="77" dur="250" fill="hold"/>
                                        <p:tgtEl>
                                          <p:spTgt spid="57"/>
                                        </p:tgtEl>
                                        <p:attrNameLst>
                                          <p:attrName>ppt_x</p:attrName>
                                        </p:attrNameLst>
                                      </p:cBhvr>
                                      <p:tavLst>
                                        <p:tav tm="0">
                                          <p:val>
                                            <p:strVal val="#ppt_x"/>
                                          </p:val>
                                        </p:tav>
                                        <p:tav tm="100000">
                                          <p:val>
                                            <p:strVal val="#ppt_x"/>
                                          </p:val>
                                        </p:tav>
                                      </p:tavLst>
                                    </p:anim>
                                    <p:anim calcmode="lin" valueType="num">
                                      <p:cBhvr additive="base">
                                        <p:cTn id="78" dur="250" fill="hold"/>
                                        <p:tgtEl>
                                          <p:spTgt spid="57"/>
                                        </p:tgtEl>
                                        <p:attrNameLst>
                                          <p:attrName>ppt_y</p:attrName>
                                        </p:attrNameLst>
                                      </p:cBhvr>
                                      <p:tavLst>
                                        <p:tav tm="0">
                                          <p:val>
                                            <p:strVal val="0-#ppt_h/2"/>
                                          </p:val>
                                        </p:tav>
                                        <p:tav tm="100000">
                                          <p:val>
                                            <p:strVal val="#ppt_y"/>
                                          </p:val>
                                        </p:tav>
                                      </p:tavLst>
                                    </p:anim>
                                  </p:childTnLst>
                                </p:cTn>
                              </p:par>
                              <p:par>
                                <p:cTn id="79" presetID="2" presetClass="entr" presetSubtype="1" fill="hold" nodeType="withEffect">
                                  <p:stCondLst>
                                    <p:cond delay="250"/>
                                  </p:stCondLst>
                                  <p:childTnLst>
                                    <p:set>
                                      <p:cBhvr>
                                        <p:cTn id="80" dur="1" fill="hold">
                                          <p:stCondLst>
                                            <p:cond delay="0"/>
                                          </p:stCondLst>
                                        </p:cTn>
                                        <p:tgtEl>
                                          <p:spTgt spid="68"/>
                                        </p:tgtEl>
                                        <p:attrNameLst>
                                          <p:attrName>style.visibility</p:attrName>
                                        </p:attrNameLst>
                                      </p:cBhvr>
                                      <p:to>
                                        <p:strVal val="visible"/>
                                      </p:to>
                                    </p:set>
                                    <p:anim calcmode="lin" valueType="num">
                                      <p:cBhvr additive="base">
                                        <p:cTn id="81" dur="250" fill="hold"/>
                                        <p:tgtEl>
                                          <p:spTgt spid="68"/>
                                        </p:tgtEl>
                                        <p:attrNameLst>
                                          <p:attrName>ppt_x</p:attrName>
                                        </p:attrNameLst>
                                      </p:cBhvr>
                                      <p:tavLst>
                                        <p:tav tm="0">
                                          <p:val>
                                            <p:strVal val="#ppt_x"/>
                                          </p:val>
                                        </p:tav>
                                        <p:tav tm="100000">
                                          <p:val>
                                            <p:strVal val="#ppt_x"/>
                                          </p:val>
                                        </p:tav>
                                      </p:tavLst>
                                    </p:anim>
                                    <p:anim calcmode="lin" valueType="num">
                                      <p:cBhvr additive="base">
                                        <p:cTn id="82" dur="250" fill="hold"/>
                                        <p:tgtEl>
                                          <p:spTgt spid="68"/>
                                        </p:tgtEl>
                                        <p:attrNameLst>
                                          <p:attrName>ppt_y</p:attrName>
                                        </p:attrNameLst>
                                      </p:cBhvr>
                                      <p:tavLst>
                                        <p:tav tm="0">
                                          <p:val>
                                            <p:strVal val="0-#ppt_h/2"/>
                                          </p:val>
                                        </p:tav>
                                        <p:tav tm="100000">
                                          <p:val>
                                            <p:strVal val="#ppt_y"/>
                                          </p:val>
                                        </p:tav>
                                      </p:tavLst>
                                    </p:anim>
                                  </p:childTnLst>
                                </p:cTn>
                              </p:par>
                              <p:par>
                                <p:cTn id="83" presetID="2" presetClass="entr" presetSubtype="1" fill="hold" nodeType="withEffect">
                                  <p:stCondLst>
                                    <p:cond delay="250"/>
                                  </p:stCondLst>
                                  <p:childTnLst>
                                    <p:set>
                                      <p:cBhvr>
                                        <p:cTn id="84" dur="1" fill="hold">
                                          <p:stCondLst>
                                            <p:cond delay="0"/>
                                          </p:stCondLst>
                                        </p:cTn>
                                        <p:tgtEl>
                                          <p:spTgt spid="73"/>
                                        </p:tgtEl>
                                        <p:attrNameLst>
                                          <p:attrName>style.visibility</p:attrName>
                                        </p:attrNameLst>
                                      </p:cBhvr>
                                      <p:to>
                                        <p:strVal val="visible"/>
                                      </p:to>
                                    </p:set>
                                    <p:anim calcmode="lin" valueType="num">
                                      <p:cBhvr additive="base">
                                        <p:cTn id="85" dur="250" fill="hold"/>
                                        <p:tgtEl>
                                          <p:spTgt spid="73"/>
                                        </p:tgtEl>
                                        <p:attrNameLst>
                                          <p:attrName>ppt_x</p:attrName>
                                        </p:attrNameLst>
                                      </p:cBhvr>
                                      <p:tavLst>
                                        <p:tav tm="0">
                                          <p:val>
                                            <p:strVal val="#ppt_x"/>
                                          </p:val>
                                        </p:tav>
                                        <p:tav tm="100000">
                                          <p:val>
                                            <p:strVal val="#ppt_x"/>
                                          </p:val>
                                        </p:tav>
                                      </p:tavLst>
                                    </p:anim>
                                    <p:anim calcmode="lin" valueType="num">
                                      <p:cBhvr additive="base">
                                        <p:cTn id="86" dur="250" fill="hold"/>
                                        <p:tgtEl>
                                          <p:spTgt spid="73"/>
                                        </p:tgtEl>
                                        <p:attrNameLst>
                                          <p:attrName>ppt_y</p:attrName>
                                        </p:attrNameLst>
                                      </p:cBhvr>
                                      <p:tavLst>
                                        <p:tav tm="0">
                                          <p:val>
                                            <p:strVal val="0-#ppt_h/2"/>
                                          </p:val>
                                        </p:tav>
                                        <p:tav tm="100000">
                                          <p:val>
                                            <p:strVal val="#ppt_y"/>
                                          </p:val>
                                        </p:tav>
                                      </p:tavLst>
                                    </p:anim>
                                  </p:childTnLst>
                                </p:cTn>
                              </p:par>
                              <p:par>
                                <p:cTn id="87" presetID="2" presetClass="entr" presetSubtype="1" fill="hold" nodeType="withEffect">
                                  <p:stCondLst>
                                    <p:cond delay="500"/>
                                  </p:stCondLst>
                                  <p:childTnLst>
                                    <p:set>
                                      <p:cBhvr>
                                        <p:cTn id="88" dur="1" fill="hold">
                                          <p:stCondLst>
                                            <p:cond delay="0"/>
                                          </p:stCondLst>
                                        </p:cTn>
                                        <p:tgtEl>
                                          <p:spTgt spid="58"/>
                                        </p:tgtEl>
                                        <p:attrNameLst>
                                          <p:attrName>style.visibility</p:attrName>
                                        </p:attrNameLst>
                                      </p:cBhvr>
                                      <p:to>
                                        <p:strVal val="visible"/>
                                      </p:to>
                                    </p:set>
                                    <p:anim calcmode="lin" valueType="num">
                                      <p:cBhvr additive="base">
                                        <p:cTn id="89" dur="250" fill="hold"/>
                                        <p:tgtEl>
                                          <p:spTgt spid="58"/>
                                        </p:tgtEl>
                                        <p:attrNameLst>
                                          <p:attrName>ppt_x</p:attrName>
                                        </p:attrNameLst>
                                      </p:cBhvr>
                                      <p:tavLst>
                                        <p:tav tm="0">
                                          <p:val>
                                            <p:strVal val="#ppt_x"/>
                                          </p:val>
                                        </p:tav>
                                        <p:tav tm="100000">
                                          <p:val>
                                            <p:strVal val="#ppt_x"/>
                                          </p:val>
                                        </p:tav>
                                      </p:tavLst>
                                    </p:anim>
                                    <p:anim calcmode="lin" valueType="num">
                                      <p:cBhvr additive="base">
                                        <p:cTn id="90" dur="250" fill="hold"/>
                                        <p:tgtEl>
                                          <p:spTgt spid="58"/>
                                        </p:tgtEl>
                                        <p:attrNameLst>
                                          <p:attrName>ppt_y</p:attrName>
                                        </p:attrNameLst>
                                      </p:cBhvr>
                                      <p:tavLst>
                                        <p:tav tm="0">
                                          <p:val>
                                            <p:strVal val="0-#ppt_h/2"/>
                                          </p:val>
                                        </p:tav>
                                        <p:tav tm="100000">
                                          <p:val>
                                            <p:strVal val="#ppt_y"/>
                                          </p:val>
                                        </p:tav>
                                      </p:tavLst>
                                    </p:anim>
                                  </p:childTnLst>
                                </p:cTn>
                              </p:par>
                              <p:par>
                                <p:cTn id="91" presetID="2" presetClass="entr" presetSubtype="1" fill="hold" nodeType="withEffect">
                                  <p:stCondLst>
                                    <p:cond delay="500"/>
                                  </p:stCondLst>
                                  <p:childTnLst>
                                    <p:set>
                                      <p:cBhvr>
                                        <p:cTn id="92" dur="1" fill="hold">
                                          <p:stCondLst>
                                            <p:cond delay="0"/>
                                          </p:stCondLst>
                                        </p:cTn>
                                        <p:tgtEl>
                                          <p:spTgt spid="69"/>
                                        </p:tgtEl>
                                        <p:attrNameLst>
                                          <p:attrName>style.visibility</p:attrName>
                                        </p:attrNameLst>
                                      </p:cBhvr>
                                      <p:to>
                                        <p:strVal val="visible"/>
                                      </p:to>
                                    </p:set>
                                    <p:anim calcmode="lin" valueType="num">
                                      <p:cBhvr additive="base">
                                        <p:cTn id="93" dur="250" fill="hold"/>
                                        <p:tgtEl>
                                          <p:spTgt spid="69"/>
                                        </p:tgtEl>
                                        <p:attrNameLst>
                                          <p:attrName>ppt_x</p:attrName>
                                        </p:attrNameLst>
                                      </p:cBhvr>
                                      <p:tavLst>
                                        <p:tav tm="0">
                                          <p:val>
                                            <p:strVal val="#ppt_x"/>
                                          </p:val>
                                        </p:tav>
                                        <p:tav tm="100000">
                                          <p:val>
                                            <p:strVal val="#ppt_x"/>
                                          </p:val>
                                        </p:tav>
                                      </p:tavLst>
                                    </p:anim>
                                    <p:anim calcmode="lin" valueType="num">
                                      <p:cBhvr additive="base">
                                        <p:cTn id="94" dur="250" fill="hold"/>
                                        <p:tgtEl>
                                          <p:spTgt spid="69"/>
                                        </p:tgtEl>
                                        <p:attrNameLst>
                                          <p:attrName>ppt_y</p:attrName>
                                        </p:attrNameLst>
                                      </p:cBhvr>
                                      <p:tavLst>
                                        <p:tav tm="0">
                                          <p:val>
                                            <p:strVal val="0-#ppt_h/2"/>
                                          </p:val>
                                        </p:tav>
                                        <p:tav tm="100000">
                                          <p:val>
                                            <p:strVal val="#ppt_y"/>
                                          </p:val>
                                        </p:tav>
                                      </p:tavLst>
                                    </p:anim>
                                  </p:childTnLst>
                                </p:cTn>
                              </p:par>
                              <p:par>
                                <p:cTn id="95" presetID="2" presetClass="entr" presetSubtype="1" fill="hold" nodeType="withEffect">
                                  <p:stCondLst>
                                    <p:cond delay="500"/>
                                  </p:stCondLst>
                                  <p:childTnLst>
                                    <p:set>
                                      <p:cBhvr>
                                        <p:cTn id="96" dur="1" fill="hold">
                                          <p:stCondLst>
                                            <p:cond delay="0"/>
                                          </p:stCondLst>
                                        </p:cTn>
                                        <p:tgtEl>
                                          <p:spTgt spid="74"/>
                                        </p:tgtEl>
                                        <p:attrNameLst>
                                          <p:attrName>style.visibility</p:attrName>
                                        </p:attrNameLst>
                                      </p:cBhvr>
                                      <p:to>
                                        <p:strVal val="visible"/>
                                      </p:to>
                                    </p:set>
                                    <p:anim calcmode="lin" valueType="num">
                                      <p:cBhvr additive="base">
                                        <p:cTn id="97" dur="250" fill="hold"/>
                                        <p:tgtEl>
                                          <p:spTgt spid="74"/>
                                        </p:tgtEl>
                                        <p:attrNameLst>
                                          <p:attrName>ppt_x</p:attrName>
                                        </p:attrNameLst>
                                      </p:cBhvr>
                                      <p:tavLst>
                                        <p:tav tm="0">
                                          <p:val>
                                            <p:strVal val="#ppt_x"/>
                                          </p:val>
                                        </p:tav>
                                        <p:tav tm="100000">
                                          <p:val>
                                            <p:strVal val="#ppt_x"/>
                                          </p:val>
                                        </p:tav>
                                      </p:tavLst>
                                    </p:anim>
                                    <p:anim calcmode="lin" valueType="num">
                                      <p:cBhvr additive="base">
                                        <p:cTn id="98" dur="250" fill="hold"/>
                                        <p:tgtEl>
                                          <p:spTgt spid="74"/>
                                        </p:tgtEl>
                                        <p:attrNameLst>
                                          <p:attrName>ppt_y</p:attrName>
                                        </p:attrNameLst>
                                      </p:cBhvr>
                                      <p:tavLst>
                                        <p:tav tm="0">
                                          <p:val>
                                            <p:strVal val="0-#ppt_h/2"/>
                                          </p:val>
                                        </p:tav>
                                        <p:tav tm="100000">
                                          <p:val>
                                            <p:strVal val="#ppt_y"/>
                                          </p:val>
                                        </p:tav>
                                      </p:tavLst>
                                    </p:anim>
                                  </p:childTnLst>
                                </p:cTn>
                              </p:par>
                              <p:par>
                                <p:cTn id="99" presetID="2" presetClass="entr" presetSubtype="1" fill="hold" nodeType="withEffect">
                                  <p:stCondLst>
                                    <p:cond delay="750"/>
                                  </p:stCondLst>
                                  <p:childTnLst>
                                    <p:set>
                                      <p:cBhvr>
                                        <p:cTn id="100" dur="1" fill="hold">
                                          <p:stCondLst>
                                            <p:cond delay="0"/>
                                          </p:stCondLst>
                                        </p:cTn>
                                        <p:tgtEl>
                                          <p:spTgt spid="70"/>
                                        </p:tgtEl>
                                        <p:attrNameLst>
                                          <p:attrName>style.visibility</p:attrName>
                                        </p:attrNameLst>
                                      </p:cBhvr>
                                      <p:to>
                                        <p:strVal val="visible"/>
                                      </p:to>
                                    </p:set>
                                    <p:anim calcmode="lin" valueType="num">
                                      <p:cBhvr additive="base">
                                        <p:cTn id="101" dur="250" fill="hold"/>
                                        <p:tgtEl>
                                          <p:spTgt spid="70"/>
                                        </p:tgtEl>
                                        <p:attrNameLst>
                                          <p:attrName>ppt_x</p:attrName>
                                        </p:attrNameLst>
                                      </p:cBhvr>
                                      <p:tavLst>
                                        <p:tav tm="0">
                                          <p:val>
                                            <p:strVal val="#ppt_x"/>
                                          </p:val>
                                        </p:tav>
                                        <p:tav tm="100000">
                                          <p:val>
                                            <p:strVal val="#ppt_x"/>
                                          </p:val>
                                        </p:tav>
                                      </p:tavLst>
                                    </p:anim>
                                    <p:anim calcmode="lin" valueType="num">
                                      <p:cBhvr additive="base">
                                        <p:cTn id="102" dur="250" fill="hold"/>
                                        <p:tgtEl>
                                          <p:spTgt spid="70"/>
                                        </p:tgtEl>
                                        <p:attrNameLst>
                                          <p:attrName>ppt_y</p:attrName>
                                        </p:attrNameLst>
                                      </p:cBhvr>
                                      <p:tavLst>
                                        <p:tav tm="0">
                                          <p:val>
                                            <p:strVal val="0-#ppt_h/2"/>
                                          </p:val>
                                        </p:tav>
                                        <p:tav tm="100000">
                                          <p:val>
                                            <p:strVal val="#ppt_y"/>
                                          </p:val>
                                        </p:tav>
                                      </p:tavLst>
                                    </p:anim>
                                  </p:childTnLst>
                                </p:cTn>
                              </p:par>
                              <p:par>
                                <p:cTn id="103" presetID="2" presetClass="entr" presetSubtype="1" fill="hold" nodeType="withEffect">
                                  <p:stCondLst>
                                    <p:cond delay="1000"/>
                                  </p:stCondLst>
                                  <p:childTnLst>
                                    <p:set>
                                      <p:cBhvr>
                                        <p:cTn id="104" dur="1" fill="hold">
                                          <p:stCondLst>
                                            <p:cond delay="0"/>
                                          </p:stCondLst>
                                        </p:cTn>
                                        <p:tgtEl>
                                          <p:spTgt spid="71"/>
                                        </p:tgtEl>
                                        <p:attrNameLst>
                                          <p:attrName>style.visibility</p:attrName>
                                        </p:attrNameLst>
                                      </p:cBhvr>
                                      <p:to>
                                        <p:strVal val="visible"/>
                                      </p:to>
                                    </p:set>
                                    <p:anim calcmode="lin" valueType="num">
                                      <p:cBhvr additive="base">
                                        <p:cTn id="105" dur="250" fill="hold"/>
                                        <p:tgtEl>
                                          <p:spTgt spid="71"/>
                                        </p:tgtEl>
                                        <p:attrNameLst>
                                          <p:attrName>ppt_x</p:attrName>
                                        </p:attrNameLst>
                                      </p:cBhvr>
                                      <p:tavLst>
                                        <p:tav tm="0">
                                          <p:val>
                                            <p:strVal val="#ppt_x"/>
                                          </p:val>
                                        </p:tav>
                                        <p:tav tm="100000">
                                          <p:val>
                                            <p:strVal val="#ppt_x"/>
                                          </p:val>
                                        </p:tav>
                                      </p:tavLst>
                                    </p:anim>
                                    <p:anim calcmode="lin" valueType="num">
                                      <p:cBhvr additive="base">
                                        <p:cTn id="106" dur="250" fill="hold"/>
                                        <p:tgtEl>
                                          <p:spTgt spid="71"/>
                                        </p:tgtEl>
                                        <p:attrNameLst>
                                          <p:attrName>ppt_y</p:attrName>
                                        </p:attrNameLst>
                                      </p:cBhvr>
                                      <p:tavLst>
                                        <p:tav tm="0">
                                          <p:val>
                                            <p:strVal val="0-#ppt_h/2"/>
                                          </p:val>
                                        </p:tav>
                                        <p:tav tm="100000">
                                          <p:val>
                                            <p:strVal val="#ppt_y"/>
                                          </p:val>
                                        </p:tav>
                                      </p:tavLst>
                                    </p:anim>
                                  </p:childTnLst>
                                </p:cTn>
                              </p:par>
                            </p:childTnLst>
                          </p:cTn>
                        </p:par>
                      </p:childTnLst>
                    </p:cTn>
                  </p:par>
                </p:childTnLst>
              </p:cTn>
              <p:prevCondLst>
                <p:cond evt="onPrev" delay="0">
                  <p:tgtEl>
                    <p:sldTgt/>
                  </p:tgtEl>
                </p:cond>
              </p:prevCondLst>
              <p:nextCondLst>
                <p:cond evt="onNext" delay="0">
                  <p:tgtEl>
                    <p:sldTgt/>
                  </p:tgtEl>
                </p:cond>
              </p:nextCondLst>
            </p:seq>
            <p:audio>
              <p:cMediaNode vol="100000">
                <p:cTn id="107" fill="hold" display="0">
                  <p:stCondLst>
                    <p:cond delay="indefinite"/>
                  </p:stCondLst>
                  <p:endCondLst>
                    <p:cond evt="onStopAudio" delay="0">
                      <p:tgtEl>
                        <p:sldTgt/>
                      </p:tgtEl>
                    </p:cond>
                  </p:endCondLst>
                </p:cTn>
                <p:tgtEl>
                  <p:spTgt spid="5"/>
                </p:tgtEl>
              </p:cMediaNode>
            </p:audio>
            <p:audio>
              <p:cMediaNode vol="100000">
                <p:cTn id="108" fill="hold" display="0">
                  <p:stCondLst>
                    <p:cond delay="indefinite"/>
                  </p:stCondLst>
                  <p:endCondLst>
                    <p:cond evt="onStopAudio" delay="0">
                      <p:tgtEl>
                        <p:sldTgt/>
                      </p:tgtEl>
                    </p:cond>
                  </p:endCondLst>
                </p:cTn>
                <p:tgtEl>
                  <p:spTgt spid="7"/>
                </p:tgtEl>
              </p:cMediaNode>
            </p:audio>
            <p:audio>
              <p:cMediaNode vol="80303">
                <p:cTn id="109" fill="hold" display="0">
                  <p:stCondLst>
                    <p:cond delay="indefinite"/>
                  </p:stCondLst>
                  <p:endCondLst>
                    <p:cond evt="onStopAudio" delay="0">
                      <p:tgtEl>
                        <p:sldTgt/>
                      </p:tgtEl>
                    </p:cond>
                    <p:cond evt="onNext" delay="0">
                      <p:tgtEl>
                        <p:sldTgt/>
                      </p:tgtEl>
                    </p:cond>
                  </p:endCondLst>
                </p:cTn>
                <p:tgtEl>
                  <p:spTgt spid="26"/>
                </p:tgtEl>
              </p:cMediaNode>
            </p:audio>
            <p:audio>
              <p:cMediaNode vol="80000">
                <p:cTn id="110" fill="hold" display="0">
                  <p:stCondLst>
                    <p:cond delay="indefinite"/>
                  </p:stCondLst>
                  <p:endCondLst>
                    <p:cond evt="onStopAudio" delay="0">
                      <p:tgtEl>
                        <p:sldTgt/>
                      </p:tgtEl>
                    </p:cond>
                  </p:endCondLst>
                </p:cTn>
                <p:tgtEl>
                  <p:spTgt spid="27"/>
                </p:tgtEl>
              </p:cMediaNode>
            </p:audio>
            <p:audio>
              <p:cMediaNode vol="80000">
                <p:cTn id="111" fill="hold" display="0">
                  <p:stCondLst>
                    <p:cond delay="indefinite"/>
                  </p:stCondLst>
                  <p:endCondLst>
                    <p:cond evt="onStopAudio" delay="0">
                      <p:tgtEl>
                        <p:sldTgt/>
                      </p:tgtEl>
                    </p:cond>
                  </p:endCondLst>
                </p:cTn>
                <p:tgtEl>
                  <p:spTgt spid="28"/>
                </p:tgtEl>
              </p:cMediaNode>
            </p:audio>
          </p:childTnLst>
        </p:cTn>
      </p:par>
    </p:tnLst>
  </p:timing>
</p:sld>
</file>

<file path=ppt/slides/slide19.xml><?xml version="1.0" encoding="utf-8"?>
<p:sld xmlns:a="http://schemas.openxmlformats.org/drawingml/2006/main" xmlns:r="http://schemas.openxmlformats.org/officeDocument/2006/relationships" xmlns:p="http://schemas.openxmlformats.org/presentationml/2006/main" show="0">
  <p:cSld>
    <p:spTree>
      <p:nvGrpSpPr>
        <p:cNvPr id="1" name=""/>
        <p:cNvGrpSpPr/>
        <p:nvPr/>
      </p:nvGrpSpPr>
      <p:grpSpPr>
        <a:xfrm>
          <a:off x="0" y="0"/>
          <a:ext cx="0" cy="0"/>
          <a:chOff x="0" y="0"/>
          <a:chExt cx="0" cy="0"/>
        </a:xfrm>
      </p:grpSpPr>
      <p:pic>
        <p:nvPicPr>
          <p:cNvPr id="14" name="Baseplate"/>
          <p:cNvPicPr>
            <a:picLocks noChangeAspect="1"/>
          </p:cNvPicPr>
          <p:nvPr/>
        </p:nvPicPr>
        <p:blipFill>
          <a:blip r:embed="rId13" cstate="print">
            <a:extLst>
              <a:ext uri="{28A0092B-C50C-407E-A947-70E740481C1C}">
                <a14:useLocalDpi xmlns:a14="http://schemas.microsoft.com/office/drawing/2010/main" val="0"/>
              </a:ext>
            </a:extLst>
          </a:blip>
          <a:stretch>
            <a:fillRect/>
          </a:stretch>
        </p:blipFill>
        <p:spPr>
          <a:xfrm>
            <a:off x="-594469" y="-54465"/>
            <a:ext cx="15819338" cy="8503919"/>
          </a:xfrm>
          <a:prstGeom prst="rect">
            <a:avLst/>
          </a:prstGeom>
        </p:spPr>
      </p:pic>
      <p:pic>
        <p:nvPicPr>
          <p:cNvPr id="51" name="Timer 1x2"/>
          <p:cNvPicPr>
            <a:picLocks/>
          </p:cNvPicPr>
          <p:nvPr/>
        </p:nvPicPr>
        <p:blipFill>
          <a:blip r:embed="rId14" cstate="print">
            <a:extLst>
              <a:ext uri="{28A0092B-C50C-407E-A947-70E740481C1C}">
                <a14:useLocalDpi xmlns:a14="http://schemas.microsoft.com/office/drawing/2010/main" val="0"/>
              </a:ext>
            </a:extLst>
          </a:blip>
          <a:stretch>
            <a:fillRect/>
          </a:stretch>
        </p:blipFill>
        <p:spPr>
          <a:xfrm>
            <a:off x="13929822" y="-203906"/>
            <a:ext cx="832104" cy="529163"/>
          </a:xfrm>
          <a:prstGeom prst="rect">
            <a:avLst/>
          </a:prstGeom>
        </p:spPr>
      </p:pic>
      <p:pic>
        <p:nvPicPr>
          <p:cNvPr id="86" name="Blue Bricks 4"/>
          <p:cNvPicPr>
            <a:picLocks noChangeAspect="1"/>
          </p:cNvPicPr>
          <p:nvPr/>
        </p:nvPicPr>
        <p:blipFill>
          <a:blip r:embed="rId15" cstate="print">
            <a:extLst>
              <a:ext uri="{28A0092B-C50C-407E-A947-70E740481C1C}">
                <a14:useLocalDpi xmlns:a14="http://schemas.microsoft.com/office/drawing/2010/main" val="0"/>
              </a:ext>
            </a:extLst>
          </a:blip>
          <a:stretch>
            <a:fillRect/>
          </a:stretch>
        </p:blipFill>
        <p:spPr>
          <a:xfrm>
            <a:off x="198911" y="6500690"/>
            <a:ext cx="3461795" cy="1724155"/>
          </a:xfrm>
          <a:prstGeom prst="rect">
            <a:avLst/>
          </a:prstGeom>
        </p:spPr>
      </p:pic>
      <p:sp>
        <p:nvSpPr>
          <p:cNvPr id="87" name="Blue Cap 4"/>
          <p:cNvSpPr>
            <a:spLocks noChangeAspect="1"/>
          </p:cNvSpPr>
          <p:nvPr/>
        </p:nvSpPr>
        <p:spPr>
          <a:xfrm>
            <a:off x="412722" y="6392487"/>
            <a:ext cx="2907791" cy="1453896"/>
          </a:xfrm>
          <a:prstGeom prst="rect">
            <a:avLst/>
          </a:prstGeom>
          <a:solidFill>
            <a:srgbClr val="F4F4F4"/>
          </a:solidFill>
          <a:ln>
            <a:noFill/>
          </a:ln>
          <a:scene3d>
            <a:camera prst="orthographicFront">
              <a:rot lat="20400000" lon="21000000" rev="198000"/>
            </a:camera>
            <a:lightRig rig="balanced" dir="t"/>
          </a:scene3d>
          <a:sp3d extrusionH="165100" prstMaterial="metal">
            <a:bevelT w="19050" h="12700"/>
            <a:extrusionClr>
              <a:srgbClr val="F4F4F4"/>
            </a:extrusionClr>
          </a:sp3d>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sz="4400" spc="-200" dirty="0">
                <a:ln>
                  <a:solidFill>
                    <a:schemeClr val="tx1">
                      <a:lumMod val="85000"/>
                      <a:lumOff val="15000"/>
                    </a:schemeClr>
                  </a:solidFill>
                </a:ln>
                <a:solidFill>
                  <a:srgbClr val="106DDE"/>
                </a:solidFill>
                <a:latin typeface="Poppins Medium" panose="00000600000000000000" pitchFamily="2" charset="0"/>
                <a:ea typeface="ZCOOL QingKe HuangYou" panose="00000500000000000000" pitchFamily="2" charset="0"/>
                <a:cs typeface="Poppins Medium" panose="00000600000000000000" pitchFamily="2" charset="0"/>
              </a:rPr>
              <a:t>Your Text</a:t>
            </a:r>
          </a:p>
        </p:txBody>
      </p:sp>
      <p:pic>
        <p:nvPicPr>
          <p:cNvPr id="17" name="Red Bricks 1"/>
          <p:cNvPicPr>
            <a:picLocks noChangeAspect="1"/>
          </p:cNvPicPr>
          <p:nvPr/>
        </p:nvPicPr>
        <p:blipFill>
          <a:blip r:embed="rId16" cstate="print">
            <a:extLst>
              <a:ext uri="{28A0092B-C50C-407E-A947-70E740481C1C}">
                <a14:useLocalDpi xmlns:a14="http://schemas.microsoft.com/office/drawing/2010/main" val="0"/>
              </a:ext>
            </a:extLst>
          </a:blip>
          <a:stretch>
            <a:fillRect/>
          </a:stretch>
        </p:blipFill>
        <p:spPr>
          <a:xfrm>
            <a:off x="5454268" y="3074923"/>
            <a:ext cx="3461795" cy="1724154"/>
          </a:xfrm>
          <a:prstGeom prst="rect">
            <a:avLst/>
          </a:prstGeom>
        </p:spPr>
      </p:pic>
      <p:sp>
        <p:nvSpPr>
          <p:cNvPr id="18" name="Red Cap 1"/>
          <p:cNvSpPr>
            <a:spLocks noChangeAspect="1"/>
          </p:cNvSpPr>
          <p:nvPr/>
        </p:nvSpPr>
        <p:spPr>
          <a:xfrm>
            <a:off x="6017769" y="2966720"/>
            <a:ext cx="2907791" cy="1453896"/>
          </a:xfrm>
          <a:prstGeom prst="rect">
            <a:avLst/>
          </a:prstGeom>
          <a:solidFill>
            <a:srgbClr val="F4F4F4"/>
          </a:solidFill>
          <a:ln>
            <a:noFill/>
          </a:ln>
          <a:scene3d>
            <a:camera prst="orthographicFront">
              <a:rot lat="20400000" lon="21000000" rev="198000"/>
            </a:camera>
            <a:lightRig rig="balanced" dir="t"/>
          </a:scene3d>
          <a:sp3d extrusionH="165100" prstMaterial="metal">
            <a:bevelT w="19050" h="12700"/>
            <a:extrusionClr>
              <a:srgbClr val="F4F4F4"/>
            </a:extrusionClr>
          </a:sp3d>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sz="4400" spc="-200" dirty="0">
                <a:ln>
                  <a:solidFill>
                    <a:schemeClr val="tx1">
                      <a:lumMod val="85000"/>
                      <a:lumOff val="15000"/>
                    </a:schemeClr>
                  </a:solidFill>
                </a:ln>
                <a:solidFill>
                  <a:srgbClr val="DD1A21"/>
                </a:solidFill>
                <a:latin typeface="Poppins Medium" panose="00000600000000000000" pitchFamily="2" charset="0"/>
                <a:ea typeface="ZCOOL QingKe HuangYou" panose="00000500000000000000" pitchFamily="2" charset="0"/>
                <a:cs typeface="Poppins Medium" panose="00000600000000000000" pitchFamily="2" charset="0"/>
              </a:rPr>
              <a:t>Your Text</a:t>
            </a:r>
          </a:p>
        </p:txBody>
      </p:sp>
      <p:pic>
        <p:nvPicPr>
          <p:cNvPr id="13" name="Green Bricks 1"/>
          <p:cNvPicPr>
            <a:picLocks noChangeAspect="1"/>
          </p:cNvPicPr>
          <p:nvPr/>
        </p:nvPicPr>
        <p:blipFill>
          <a:blip r:embed="rId17" cstate="print">
            <a:extLst>
              <a:ext uri="{28A0092B-C50C-407E-A947-70E740481C1C}">
                <a14:useLocalDpi xmlns:a14="http://schemas.microsoft.com/office/drawing/2010/main" val="0"/>
              </a:ext>
            </a:extLst>
          </a:blip>
          <a:stretch>
            <a:fillRect/>
          </a:stretch>
        </p:blipFill>
        <p:spPr>
          <a:xfrm>
            <a:off x="9286304" y="312925"/>
            <a:ext cx="3456007" cy="1724155"/>
          </a:xfrm>
          <a:prstGeom prst="rect">
            <a:avLst/>
          </a:prstGeom>
        </p:spPr>
      </p:pic>
      <p:sp>
        <p:nvSpPr>
          <p:cNvPr id="15" name="Green Cap 1"/>
          <p:cNvSpPr>
            <a:spLocks noChangeAspect="1"/>
          </p:cNvSpPr>
          <p:nvPr/>
        </p:nvSpPr>
        <p:spPr>
          <a:xfrm>
            <a:off x="9850629" y="204722"/>
            <a:ext cx="2907791" cy="1453896"/>
          </a:xfrm>
          <a:prstGeom prst="rect">
            <a:avLst/>
          </a:prstGeom>
          <a:solidFill>
            <a:srgbClr val="F4F4F4"/>
          </a:solidFill>
          <a:ln>
            <a:noFill/>
          </a:ln>
          <a:scene3d>
            <a:camera prst="orthographicFront">
              <a:rot lat="20400000" lon="21000000" rev="198000"/>
            </a:camera>
            <a:lightRig rig="balanced" dir="t"/>
          </a:scene3d>
          <a:sp3d extrusionH="165100" prstMaterial="metal">
            <a:bevelT w="19050" h="12700"/>
            <a:extrusionClr>
              <a:srgbClr val="F4F4F4"/>
            </a:extrusionClr>
          </a:sp3d>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sz="4400" spc="-200" dirty="0">
                <a:ln>
                  <a:solidFill>
                    <a:schemeClr val="tx1">
                      <a:lumMod val="85000"/>
                      <a:lumOff val="15000"/>
                    </a:schemeClr>
                  </a:solidFill>
                </a:ln>
                <a:solidFill>
                  <a:srgbClr val="04A043"/>
                </a:solidFill>
                <a:latin typeface="Poppins Medium" panose="00000600000000000000" pitchFamily="2" charset="0"/>
                <a:ea typeface="ZCOOL QingKe HuangYou" panose="00000500000000000000" pitchFamily="2" charset="0"/>
                <a:cs typeface="Poppins Medium" panose="00000600000000000000" pitchFamily="2" charset="0"/>
              </a:rPr>
              <a:t>Your Text</a:t>
            </a:r>
          </a:p>
        </p:txBody>
      </p:sp>
      <p:pic>
        <p:nvPicPr>
          <p:cNvPr id="30" name="Green Bricks 2"/>
          <p:cNvPicPr>
            <a:picLocks noChangeAspect="1"/>
          </p:cNvPicPr>
          <p:nvPr/>
        </p:nvPicPr>
        <p:blipFill>
          <a:blip r:embed="rId17" cstate="print">
            <a:extLst>
              <a:ext uri="{28A0092B-C50C-407E-A947-70E740481C1C}">
                <a14:useLocalDpi xmlns:a14="http://schemas.microsoft.com/office/drawing/2010/main" val="0"/>
              </a:ext>
            </a:extLst>
          </a:blip>
          <a:stretch>
            <a:fillRect/>
          </a:stretch>
        </p:blipFill>
        <p:spPr>
          <a:xfrm>
            <a:off x="9405482" y="2380201"/>
            <a:ext cx="3456007" cy="1724155"/>
          </a:xfrm>
          <a:prstGeom prst="rect">
            <a:avLst/>
          </a:prstGeom>
        </p:spPr>
      </p:pic>
      <p:sp>
        <p:nvSpPr>
          <p:cNvPr id="31" name="Green Cap 2"/>
          <p:cNvSpPr>
            <a:spLocks noChangeAspect="1"/>
          </p:cNvSpPr>
          <p:nvPr/>
        </p:nvSpPr>
        <p:spPr>
          <a:xfrm>
            <a:off x="9968739" y="2271998"/>
            <a:ext cx="2907791" cy="1453896"/>
          </a:xfrm>
          <a:prstGeom prst="rect">
            <a:avLst/>
          </a:prstGeom>
          <a:solidFill>
            <a:srgbClr val="F4F4F4"/>
          </a:solidFill>
          <a:ln>
            <a:noFill/>
          </a:ln>
          <a:scene3d>
            <a:camera prst="orthographicFront">
              <a:rot lat="20400000" lon="21000000" rev="198000"/>
            </a:camera>
            <a:lightRig rig="balanced" dir="t"/>
          </a:scene3d>
          <a:sp3d extrusionH="165100" prstMaterial="metal">
            <a:bevelT w="19050" h="12700"/>
            <a:extrusionClr>
              <a:srgbClr val="F4F4F4"/>
            </a:extrusionClr>
          </a:sp3d>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sz="4400" spc="-200" dirty="0">
                <a:ln>
                  <a:solidFill>
                    <a:schemeClr val="tx1">
                      <a:lumMod val="85000"/>
                      <a:lumOff val="15000"/>
                    </a:schemeClr>
                  </a:solidFill>
                </a:ln>
                <a:solidFill>
                  <a:srgbClr val="04A043"/>
                </a:solidFill>
                <a:latin typeface="Poppins Medium" panose="00000600000000000000" pitchFamily="2" charset="0"/>
                <a:ea typeface="ZCOOL QingKe HuangYou" panose="00000500000000000000" pitchFamily="2" charset="0"/>
                <a:cs typeface="Poppins Medium" panose="00000600000000000000" pitchFamily="2" charset="0"/>
              </a:rPr>
              <a:t>Your Text</a:t>
            </a:r>
          </a:p>
        </p:txBody>
      </p:sp>
      <p:pic>
        <p:nvPicPr>
          <p:cNvPr id="33" name="Green Bricks 3"/>
          <p:cNvPicPr>
            <a:picLocks noChangeAspect="1"/>
          </p:cNvPicPr>
          <p:nvPr/>
        </p:nvPicPr>
        <p:blipFill>
          <a:blip r:embed="rId17" cstate="print">
            <a:extLst>
              <a:ext uri="{28A0092B-C50C-407E-A947-70E740481C1C}">
                <a14:useLocalDpi xmlns:a14="http://schemas.microsoft.com/office/drawing/2010/main" val="0"/>
              </a:ext>
            </a:extLst>
          </a:blip>
          <a:stretch>
            <a:fillRect/>
          </a:stretch>
        </p:blipFill>
        <p:spPr>
          <a:xfrm>
            <a:off x="9526095" y="4456170"/>
            <a:ext cx="3456007" cy="1724155"/>
          </a:xfrm>
          <a:prstGeom prst="rect">
            <a:avLst/>
          </a:prstGeom>
        </p:spPr>
      </p:pic>
      <p:sp>
        <p:nvSpPr>
          <p:cNvPr id="34" name="Green Cap 3"/>
          <p:cNvSpPr>
            <a:spLocks noChangeAspect="1"/>
          </p:cNvSpPr>
          <p:nvPr/>
        </p:nvSpPr>
        <p:spPr>
          <a:xfrm>
            <a:off x="10091929" y="4347967"/>
            <a:ext cx="2907791" cy="1453896"/>
          </a:xfrm>
          <a:prstGeom prst="rect">
            <a:avLst/>
          </a:prstGeom>
          <a:solidFill>
            <a:srgbClr val="F4F4F4"/>
          </a:solidFill>
          <a:ln>
            <a:noFill/>
          </a:ln>
          <a:scene3d>
            <a:camera prst="orthographicFront">
              <a:rot lat="20400000" lon="21000000" rev="198000"/>
            </a:camera>
            <a:lightRig rig="balanced" dir="t"/>
          </a:scene3d>
          <a:sp3d extrusionH="165100" prstMaterial="metal">
            <a:bevelT w="19050" h="12700"/>
            <a:extrusionClr>
              <a:srgbClr val="F4F4F4"/>
            </a:extrusionClr>
          </a:sp3d>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sz="4400" spc="-200" dirty="0">
                <a:ln>
                  <a:solidFill>
                    <a:schemeClr val="tx1">
                      <a:lumMod val="85000"/>
                      <a:lumOff val="15000"/>
                    </a:schemeClr>
                  </a:solidFill>
                </a:ln>
                <a:solidFill>
                  <a:srgbClr val="04A043"/>
                </a:solidFill>
                <a:latin typeface="Poppins Medium" panose="00000600000000000000" pitchFamily="2" charset="0"/>
                <a:ea typeface="ZCOOL QingKe HuangYou" panose="00000500000000000000" pitchFamily="2" charset="0"/>
                <a:cs typeface="Poppins Medium" panose="00000600000000000000" pitchFamily="2" charset="0"/>
              </a:rPr>
              <a:t>Your Text</a:t>
            </a:r>
          </a:p>
        </p:txBody>
      </p:sp>
      <p:pic>
        <p:nvPicPr>
          <p:cNvPr id="36" name="Green Bricks 4"/>
          <p:cNvPicPr>
            <a:picLocks noChangeAspect="1"/>
          </p:cNvPicPr>
          <p:nvPr/>
        </p:nvPicPr>
        <p:blipFill>
          <a:blip r:embed="rId17" cstate="print">
            <a:extLst>
              <a:ext uri="{28A0092B-C50C-407E-A947-70E740481C1C}">
                <a14:useLocalDpi xmlns:a14="http://schemas.microsoft.com/office/drawing/2010/main" val="0"/>
              </a:ext>
            </a:extLst>
          </a:blip>
          <a:stretch>
            <a:fillRect/>
          </a:stretch>
        </p:blipFill>
        <p:spPr>
          <a:xfrm>
            <a:off x="9635113" y="6523446"/>
            <a:ext cx="3456007" cy="1724155"/>
          </a:xfrm>
          <a:prstGeom prst="rect">
            <a:avLst/>
          </a:prstGeom>
        </p:spPr>
      </p:pic>
      <p:sp>
        <p:nvSpPr>
          <p:cNvPr id="37" name="Green Cap 4"/>
          <p:cNvSpPr>
            <a:spLocks noChangeAspect="1"/>
          </p:cNvSpPr>
          <p:nvPr/>
        </p:nvSpPr>
        <p:spPr>
          <a:xfrm>
            <a:off x="10201149" y="6415243"/>
            <a:ext cx="2907791" cy="1453896"/>
          </a:xfrm>
          <a:prstGeom prst="rect">
            <a:avLst/>
          </a:prstGeom>
          <a:solidFill>
            <a:srgbClr val="F4F4F4"/>
          </a:solidFill>
          <a:ln>
            <a:noFill/>
          </a:ln>
          <a:scene3d>
            <a:camera prst="orthographicFront">
              <a:rot lat="20400000" lon="21000000" rev="198000"/>
            </a:camera>
            <a:lightRig rig="balanced" dir="t"/>
          </a:scene3d>
          <a:sp3d extrusionH="165100" prstMaterial="metal">
            <a:bevelT w="19050" h="12700"/>
            <a:extrusionClr>
              <a:srgbClr val="F4F4F4"/>
            </a:extrusionClr>
          </a:sp3d>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sz="4400" spc="-200" dirty="0">
                <a:ln>
                  <a:solidFill>
                    <a:schemeClr val="tx1">
                      <a:lumMod val="85000"/>
                      <a:lumOff val="15000"/>
                    </a:schemeClr>
                  </a:solidFill>
                </a:ln>
                <a:solidFill>
                  <a:srgbClr val="04A043"/>
                </a:solidFill>
                <a:latin typeface="Poppins Medium" panose="00000600000000000000" pitchFamily="2" charset="0"/>
                <a:ea typeface="ZCOOL QingKe HuangYou" panose="00000500000000000000" pitchFamily="2" charset="0"/>
                <a:cs typeface="Poppins Medium" panose="00000600000000000000" pitchFamily="2" charset="0"/>
              </a:rPr>
              <a:t>Your Text</a:t>
            </a:r>
          </a:p>
        </p:txBody>
      </p:sp>
      <p:pic>
        <p:nvPicPr>
          <p:cNvPr id="66" name="Blue Bricks 1"/>
          <p:cNvPicPr>
            <a:picLocks noChangeAspect="1"/>
          </p:cNvPicPr>
          <p:nvPr/>
        </p:nvPicPr>
        <p:blipFill>
          <a:blip r:embed="rId15" cstate="print">
            <a:extLst>
              <a:ext uri="{28A0092B-C50C-407E-A947-70E740481C1C}">
                <a14:useLocalDpi xmlns:a14="http://schemas.microsoft.com/office/drawing/2010/main" val="0"/>
              </a:ext>
            </a:extLst>
          </a:blip>
          <a:stretch>
            <a:fillRect/>
          </a:stretch>
        </p:blipFill>
        <p:spPr>
          <a:xfrm>
            <a:off x="-135942" y="294709"/>
            <a:ext cx="3461795" cy="1724155"/>
          </a:xfrm>
          <a:prstGeom prst="rect">
            <a:avLst/>
          </a:prstGeom>
        </p:spPr>
      </p:pic>
      <p:sp>
        <p:nvSpPr>
          <p:cNvPr id="67" name="Blue Cap 1"/>
          <p:cNvSpPr>
            <a:spLocks noChangeAspect="1"/>
          </p:cNvSpPr>
          <p:nvPr/>
        </p:nvSpPr>
        <p:spPr>
          <a:xfrm>
            <a:off x="77869" y="186506"/>
            <a:ext cx="2907791" cy="1453896"/>
          </a:xfrm>
          <a:prstGeom prst="rect">
            <a:avLst/>
          </a:prstGeom>
          <a:solidFill>
            <a:srgbClr val="F4F4F4"/>
          </a:solidFill>
          <a:ln>
            <a:noFill/>
          </a:ln>
          <a:scene3d>
            <a:camera prst="orthographicFront">
              <a:rot lat="20400000" lon="21000000" rev="198000"/>
            </a:camera>
            <a:lightRig rig="balanced" dir="t"/>
          </a:scene3d>
          <a:sp3d extrusionH="165100" prstMaterial="metal">
            <a:bevelT w="19050" h="12700"/>
            <a:extrusionClr>
              <a:srgbClr val="F4F4F4"/>
            </a:extrusionClr>
          </a:sp3d>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sz="4400" spc="-200" dirty="0">
                <a:ln>
                  <a:solidFill>
                    <a:schemeClr val="tx1">
                      <a:lumMod val="85000"/>
                      <a:lumOff val="15000"/>
                    </a:schemeClr>
                  </a:solidFill>
                </a:ln>
                <a:solidFill>
                  <a:srgbClr val="106DDE"/>
                </a:solidFill>
                <a:latin typeface="Poppins Medium" panose="00000600000000000000" pitchFamily="2" charset="0"/>
                <a:ea typeface="ZCOOL QingKe HuangYou" panose="00000500000000000000" pitchFamily="2" charset="0"/>
                <a:cs typeface="Poppins Medium" panose="00000600000000000000" pitchFamily="2" charset="0"/>
              </a:rPr>
              <a:t>Your Text</a:t>
            </a:r>
          </a:p>
        </p:txBody>
      </p:sp>
      <p:pic>
        <p:nvPicPr>
          <p:cNvPr id="68" name="Blue Bricks 2"/>
          <p:cNvPicPr>
            <a:picLocks noChangeAspect="1"/>
          </p:cNvPicPr>
          <p:nvPr/>
        </p:nvPicPr>
        <p:blipFill>
          <a:blip r:embed="rId15" cstate="print">
            <a:extLst>
              <a:ext uri="{28A0092B-C50C-407E-A947-70E740481C1C}">
                <a14:useLocalDpi xmlns:a14="http://schemas.microsoft.com/office/drawing/2010/main" val="0"/>
              </a:ext>
            </a:extLst>
          </a:blip>
          <a:stretch>
            <a:fillRect/>
          </a:stretch>
        </p:blipFill>
        <p:spPr>
          <a:xfrm>
            <a:off x="-14900" y="2362559"/>
            <a:ext cx="3461795" cy="1724155"/>
          </a:xfrm>
          <a:prstGeom prst="rect">
            <a:avLst/>
          </a:prstGeom>
        </p:spPr>
      </p:pic>
      <p:sp>
        <p:nvSpPr>
          <p:cNvPr id="69" name="Blue Cap 2"/>
          <p:cNvSpPr>
            <a:spLocks noChangeAspect="1"/>
          </p:cNvSpPr>
          <p:nvPr/>
        </p:nvSpPr>
        <p:spPr>
          <a:xfrm>
            <a:off x="198911" y="2254356"/>
            <a:ext cx="2907791" cy="1453896"/>
          </a:xfrm>
          <a:prstGeom prst="rect">
            <a:avLst/>
          </a:prstGeom>
          <a:solidFill>
            <a:srgbClr val="F4F4F4"/>
          </a:solidFill>
          <a:ln>
            <a:noFill/>
          </a:ln>
          <a:scene3d>
            <a:camera prst="orthographicFront">
              <a:rot lat="20400000" lon="21000000" rev="198000"/>
            </a:camera>
            <a:lightRig rig="balanced" dir="t"/>
          </a:scene3d>
          <a:sp3d extrusionH="165100" prstMaterial="metal">
            <a:bevelT w="19050" h="12700"/>
            <a:extrusionClr>
              <a:srgbClr val="F4F4F4"/>
            </a:extrusionClr>
          </a:sp3d>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sz="4400" spc="-200" dirty="0">
                <a:ln>
                  <a:solidFill>
                    <a:schemeClr val="tx1">
                      <a:lumMod val="85000"/>
                      <a:lumOff val="15000"/>
                    </a:schemeClr>
                  </a:solidFill>
                </a:ln>
                <a:solidFill>
                  <a:srgbClr val="106DDE"/>
                </a:solidFill>
                <a:latin typeface="Poppins Medium" panose="00000600000000000000" pitchFamily="2" charset="0"/>
                <a:ea typeface="ZCOOL QingKe HuangYou" panose="00000500000000000000" pitchFamily="2" charset="0"/>
                <a:cs typeface="Poppins Medium" panose="00000600000000000000" pitchFamily="2" charset="0"/>
              </a:rPr>
              <a:t>Your Text</a:t>
            </a:r>
          </a:p>
        </p:txBody>
      </p:sp>
      <p:pic>
        <p:nvPicPr>
          <p:cNvPr id="77" name="Blue Bricks 3"/>
          <p:cNvPicPr>
            <a:picLocks noChangeAspect="1"/>
          </p:cNvPicPr>
          <p:nvPr/>
        </p:nvPicPr>
        <p:blipFill>
          <a:blip r:embed="rId15" cstate="print">
            <a:extLst>
              <a:ext uri="{28A0092B-C50C-407E-A947-70E740481C1C}">
                <a14:useLocalDpi xmlns:a14="http://schemas.microsoft.com/office/drawing/2010/main" val="0"/>
              </a:ext>
            </a:extLst>
          </a:blip>
          <a:stretch>
            <a:fillRect/>
          </a:stretch>
        </p:blipFill>
        <p:spPr>
          <a:xfrm>
            <a:off x="91780" y="4435850"/>
            <a:ext cx="3461795" cy="1724155"/>
          </a:xfrm>
          <a:prstGeom prst="rect">
            <a:avLst/>
          </a:prstGeom>
        </p:spPr>
      </p:pic>
      <p:sp>
        <p:nvSpPr>
          <p:cNvPr id="78" name="Blue Cap 3"/>
          <p:cNvSpPr>
            <a:spLocks noChangeAspect="1"/>
          </p:cNvSpPr>
          <p:nvPr/>
        </p:nvSpPr>
        <p:spPr>
          <a:xfrm>
            <a:off x="305591" y="4327647"/>
            <a:ext cx="2907791" cy="1453896"/>
          </a:xfrm>
          <a:prstGeom prst="rect">
            <a:avLst/>
          </a:prstGeom>
          <a:solidFill>
            <a:srgbClr val="F4F4F4"/>
          </a:solidFill>
          <a:ln>
            <a:noFill/>
          </a:ln>
          <a:scene3d>
            <a:camera prst="orthographicFront">
              <a:rot lat="20400000" lon="21000000" rev="198000"/>
            </a:camera>
            <a:lightRig rig="balanced" dir="t"/>
          </a:scene3d>
          <a:sp3d extrusionH="165100" prstMaterial="metal">
            <a:bevelT w="19050" h="12700"/>
            <a:extrusionClr>
              <a:srgbClr val="F4F4F4"/>
            </a:extrusionClr>
          </a:sp3d>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sz="4400" spc="-200" dirty="0">
                <a:ln>
                  <a:solidFill>
                    <a:schemeClr val="tx1">
                      <a:lumMod val="85000"/>
                      <a:lumOff val="15000"/>
                    </a:schemeClr>
                  </a:solidFill>
                </a:ln>
                <a:solidFill>
                  <a:srgbClr val="106DDE"/>
                </a:solidFill>
                <a:latin typeface="Poppins Medium" panose="00000600000000000000" pitchFamily="2" charset="0"/>
                <a:ea typeface="ZCOOL QingKe HuangYou" panose="00000500000000000000" pitchFamily="2" charset="0"/>
                <a:cs typeface="Poppins Medium" panose="00000600000000000000" pitchFamily="2" charset="0"/>
              </a:rPr>
              <a:t>Your Text</a:t>
            </a:r>
          </a:p>
        </p:txBody>
      </p:sp>
      <p:pic>
        <p:nvPicPr>
          <p:cNvPr id="49" name="Points Reveal 1.mp3">
            <a:hlinkClick r:id="" action="ppaction://media"/>
          </p:cNvPr>
          <p:cNvPicPr>
            <a:picLocks noChangeAspect="1"/>
          </p:cNvPicPr>
          <p:nvPr>
            <a:audioFile r:link="rId2"/>
            <p:extLst>
              <p:ext uri="{DAA4B4D4-6D71-4841-9C94-3DE7FCFB9230}">
                <p14:media xmlns:p14="http://schemas.microsoft.com/office/powerpoint/2010/main" r:embed="rId1"/>
              </p:ext>
            </p:extLst>
          </p:nvPr>
        </p:nvPicPr>
        <p:blipFill>
          <a:blip r:embed="rId18"/>
          <a:stretch>
            <a:fillRect/>
          </a:stretch>
        </p:blipFill>
        <p:spPr>
          <a:xfrm>
            <a:off x="1905000" y="8528098"/>
            <a:ext cx="487363" cy="487363"/>
          </a:xfrm>
          <a:prstGeom prst="rect">
            <a:avLst/>
          </a:prstGeom>
        </p:spPr>
      </p:pic>
      <p:pic>
        <p:nvPicPr>
          <p:cNvPr id="50" name="Points Reveal 2.mp3">
            <a:hlinkClick r:id="" action="ppaction://media"/>
          </p:cNvPr>
          <p:cNvPicPr>
            <a:picLocks noChangeAspect="1"/>
          </p:cNvPicPr>
          <p:nvPr>
            <a:audioFile r:link="rId4"/>
            <p:extLst>
              <p:ext uri="{DAA4B4D4-6D71-4841-9C94-3DE7FCFB9230}">
                <p14:media xmlns:p14="http://schemas.microsoft.com/office/powerpoint/2010/main" r:embed="rId3"/>
              </p:ext>
            </p:extLst>
          </p:nvPr>
        </p:nvPicPr>
        <p:blipFill>
          <a:blip r:embed="rId18"/>
          <a:stretch>
            <a:fillRect/>
          </a:stretch>
        </p:blipFill>
        <p:spPr>
          <a:xfrm>
            <a:off x="2743200" y="8534400"/>
            <a:ext cx="487363" cy="487363"/>
          </a:xfrm>
          <a:prstGeom prst="rect">
            <a:avLst/>
          </a:prstGeom>
        </p:spPr>
      </p:pic>
      <p:pic>
        <p:nvPicPr>
          <p:cNvPr id="26" name="Robotic Emotion.mp3">
            <a:hlinkClick r:id="" action="ppaction://media"/>
          </p:cNvPr>
          <p:cNvPicPr>
            <a:picLocks noChangeAspect="1"/>
          </p:cNvPicPr>
          <p:nvPr>
            <a:audioFile r:link="rId6"/>
            <p:extLst>
              <p:ext uri="{DAA4B4D4-6D71-4841-9C94-3DE7FCFB9230}">
                <p14:media xmlns:p14="http://schemas.microsoft.com/office/powerpoint/2010/main" r:embed="rId5"/>
              </p:ext>
            </p:extLst>
          </p:nvPr>
        </p:nvPicPr>
        <p:blipFill>
          <a:blip r:embed="rId19"/>
          <a:stretch>
            <a:fillRect/>
          </a:stretch>
        </p:blipFill>
        <p:spPr>
          <a:xfrm>
            <a:off x="4437697" y="8528097"/>
            <a:ext cx="487363" cy="487363"/>
          </a:xfrm>
          <a:prstGeom prst="rect">
            <a:avLst/>
          </a:prstGeom>
        </p:spPr>
      </p:pic>
      <p:pic>
        <p:nvPicPr>
          <p:cNvPr id="27" name="gold piece sequence (5 pieces) 2 (leandri140029).mp3">
            <a:hlinkClick r:id="" action="ppaction://media"/>
          </p:cNvPr>
          <p:cNvPicPr>
            <a:picLocks noChangeAspect="1"/>
          </p:cNvPicPr>
          <p:nvPr>
            <a:audioFile r:link="rId8"/>
            <p:extLst>
              <p:ext uri="{DAA4B4D4-6D71-4841-9C94-3DE7FCFB9230}">
                <p14:media xmlns:p14="http://schemas.microsoft.com/office/powerpoint/2010/main" r:embed="rId7"/>
              </p:ext>
            </p:extLst>
          </p:nvPr>
        </p:nvPicPr>
        <p:blipFill>
          <a:blip r:embed="rId20"/>
          <a:stretch>
            <a:fillRect/>
          </a:stretch>
        </p:blipFill>
        <p:spPr>
          <a:xfrm>
            <a:off x="7650847" y="8534398"/>
            <a:ext cx="487363" cy="487363"/>
          </a:xfrm>
          <a:prstGeom prst="rect">
            <a:avLst/>
          </a:prstGeom>
        </p:spPr>
      </p:pic>
      <p:pic>
        <p:nvPicPr>
          <p:cNvPr id="28" name="gold piece sequence (4 pieces) 1 (leandri140029).mp3">
            <a:hlinkClick r:id="" action="ppaction://media"/>
          </p:cNvPr>
          <p:cNvPicPr>
            <a:picLocks noChangeAspect="1"/>
          </p:cNvPicPr>
          <p:nvPr>
            <a:audioFile r:link="rId10"/>
            <p:extLst>
              <p:ext uri="{DAA4B4D4-6D71-4841-9C94-3DE7FCFB9230}">
                <p14:media xmlns:p14="http://schemas.microsoft.com/office/powerpoint/2010/main" r:embed="rId9"/>
              </p:ext>
            </p:extLst>
          </p:nvPr>
        </p:nvPicPr>
        <p:blipFill>
          <a:blip r:embed="rId21"/>
          <a:stretch>
            <a:fillRect/>
          </a:stretch>
        </p:blipFill>
        <p:spPr>
          <a:xfrm>
            <a:off x="6062695" y="8528097"/>
            <a:ext cx="487363" cy="487363"/>
          </a:xfrm>
          <a:prstGeom prst="rect">
            <a:avLst/>
          </a:prstGeom>
        </p:spPr>
      </p:pic>
      <p:pic>
        <p:nvPicPr>
          <p:cNvPr id="29" name="Gold Coin 1">
            <a:extLst>
              <a:ext uri="{FF2B5EF4-FFF2-40B4-BE49-F238E27FC236}">
                <a16:creationId xmlns:a16="http://schemas.microsoft.com/office/drawing/2014/main" id="{2944527D-9841-8E40-BC73-5D484850BFF1}"/>
              </a:ext>
            </a:extLst>
          </p:cNvPr>
          <p:cNvPicPr>
            <a:picLocks noChangeAspect="1"/>
          </p:cNvPicPr>
          <p:nvPr/>
        </p:nvPicPr>
        <p:blipFill>
          <a:blip r:embed="rId22" cstate="print">
            <a:extLst>
              <a:ext uri="{28A0092B-C50C-407E-A947-70E740481C1C}">
                <a14:useLocalDpi xmlns:a14="http://schemas.microsoft.com/office/drawing/2010/main" val="0"/>
              </a:ext>
            </a:extLst>
          </a:blip>
          <a:stretch>
            <a:fillRect/>
          </a:stretch>
        </p:blipFill>
        <p:spPr>
          <a:xfrm>
            <a:off x="3433739" y="255787"/>
            <a:ext cx="400420" cy="374904"/>
          </a:xfrm>
          <a:prstGeom prst="rect">
            <a:avLst/>
          </a:prstGeom>
        </p:spPr>
      </p:pic>
      <p:pic>
        <p:nvPicPr>
          <p:cNvPr id="32" name="Gold Coin 2">
            <a:extLst>
              <a:ext uri="{FF2B5EF4-FFF2-40B4-BE49-F238E27FC236}">
                <a16:creationId xmlns:a16="http://schemas.microsoft.com/office/drawing/2014/main" id="{2CE485D7-32DA-16B4-7367-0D233A189989}"/>
              </a:ext>
            </a:extLst>
          </p:cNvPr>
          <p:cNvPicPr>
            <a:picLocks noChangeAspect="1"/>
          </p:cNvPicPr>
          <p:nvPr/>
        </p:nvPicPr>
        <p:blipFill>
          <a:blip r:embed="rId22" cstate="print">
            <a:extLst>
              <a:ext uri="{28A0092B-C50C-407E-A947-70E740481C1C}">
                <a14:useLocalDpi xmlns:a14="http://schemas.microsoft.com/office/drawing/2010/main" val="0"/>
              </a:ext>
            </a:extLst>
          </a:blip>
          <a:stretch>
            <a:fillRect/>
          </a:stretch>
        </p:blipFill>
        <p:spPr>
          <a:xfrm>
            <a:off x="4161625" y="261883"/>
            <a:ext cx="400420" cy="374904"/>
          </a:xfrm>
          <a:prstGeom prst="rect">
            <a:avLst/>
          </a:prstGeom>
        </p:spPr>
      </p:pic>
      <p:pic>
        <p:nvPicPr>
          <p:cNvPr id="35" name="Gold Coin 3">
            <a:extLst>
              <a:ext uri="{FF2B5EF4-FFF2-40B4-BE49-F238E27FC236}">
                <a16:creationId xmlns:a16="http://schemas.microsoft.com/office/drawing/2014/main" id="{CF796C3F-B013-4551-DBAC-A175063F717D}"/>
              </a:ext>
            </a:extLst>
          </p:cNvPr>
          <p:cNvPicPr>
            <a:picLocks noChangeAspect="1"/>
          </p:cNvPicPr>
          <p:nvPr/>
        </p:nvPicPr>
        <p:blipFill>
          <a:blip r:embed="rId22" cstate="print">
            <a:extLst>
              <a:ext uri="{28A0092B-C50C-407E-A947-70E740481C1C}">
                <a14:useLocalDpi xmlns:a14="http://schemas.microsoft.com/office/drawing/2010/main" val="0"/>
              </a:ext>
            </a:extLst>
          </a:blip>
          <a:stretch>
            <a:fillRect/>
          </a:stretch>
        </p:blipFill>
        <p:spPr>
          <a:xfrm>
            <a:off x="3469221" y="952034"/>
            <a:ext cx="400420" cy="374904"/>
          </a:xfrm>
          <a:prstGeom prst="rect">
            <a:avLst/>
          </a:prstGeom>
        </p:spPr>
      </p:pic>
      <p:pic>
        <p:nvPicPr>
          <p:cNvPr id="40" name="Gold Coin 1">
            <a:extLst>
              <a:ext uri="{FF2B5EF4-FFF2-40B4-BE49-F238E27FC236}">
                <a16:creationId xmlns:a16="http://schemas.microsoft.com/office/drawing/2014/main" id="{01FCF8D1-6451-FEA2-04F0-46621B7889AB}"/>
              </a:ext>
            </a:extLst>
          </p:cNvPr>
          <p:cNvPicPr>
            <a:picLocks noChangeAspect="1"/>
          </p:cNvPicPr>
          <p:nvPr/>
        </p:nvPicPr>
        <p:blipFill>
          <a:blip r:embed="rId22" cstate="print">
            <a:extLst>
              <a:ext uri="{28A0092B-C50C-407E-A947-70E740481C1C}">
                <a14:useLocalDpi xmlns:a14="http://schemas.microsoft.com/office/drawing/2010/main" val="0"/>
              </a:ext>
            </a:extLst>
          </a:blip>
          <a:stretch>
            <a:fillRect/>
          </a:stretch>
        </p:blipFill>
        <p:spPr>
          <a:xfrm>
            <a:off x="3548254" y="2331110"/>
            <a:ext cx="400420" cy="374904"/>
          </a:xfrm>
          <a:prstGeom prst="rect">
            <a:avLst/>
          </a:prstGeom>
        </p:spPr>
      </p:pic>
      <p:pic>
        <p:nvPicPr>
          <p:cNvPr id="45" name="Gold Coin 1">
            <a:extLst>
              <a:ext uri="{FF2B5EF4-FFF2-40B4-BE49-F238E27FC236}">
                <a16:creationId xmlns:a16="http://schemas.microsoft.com/office/drawing/2014/main" id="{C635270D-6525-FA67-E555-83AFB8522276}"/>
              </a:ext>
            </a:extLst>
          </p:cNvPr>
          <p:cNvPicPr>
            <a:picLocks noChangeAspect="1"/>
          </p:cNvPicPr>
          <p:nvPr/>
        </p:nvPicPr>
        <p:blipFill>
          <a:blip r:embed="rId22" cstate="print">
            <a:extLst>
              <a:ext uri="{28A0092B-C50C-407E-A947-70E740481C1C}">
                <a14:useLocalDpi xmlns:a14="http://schemas.microsoft.com/office/drawing/2010/main" val="0"/>
              </a:ext>
            </a:extLst>
          </a:blip>
          <a:stretch>
            <a:fillRect/>
          </a:stretch>
        </p:blipFill>
        <p:spPr>
          <a:xfrm>
            <a:off x="3666257" y="4395908"/>
            <a:ext cx="400420" cy="374904"/>
          </a:xfrm>
          <a:prstGeom prst="rect">
            <a:avLst/>
          </a:prstGeom>
        </p:spPr>
      </p:pic>
      <p:pic>
        <p:nvPicPr>
          <p:cNvPr id="46" name="Gold Coin 2">
            <a:extLst>
              <a:ext uri="{FF2B5EF4-FFF2-40B4-BE49-F238E27FC236}">
                <a16:creationId xmlns:a16="http://schemas.microsoft.com/office/drawing/2014/main" id="{CC8643EA-715A-F723-CEAB-6DBEEFD719F4}"/>
              </a:ext>
            </a:extLst>
          </p:cNvPr>
          <p:cNvPicPr>
            <a:picLocks noChangeAspect="1"/>
          </p:cNvPicPr>
          <p:nvPr/>
        </p:nvPicPr>
        <p:blipFill>
          <a:blip r:embed="rId22" cstate="print">
            <a:extLst>
              <a:ext uri="{28A0092B-C50C-407E-A947-70E740481C1C}">
                <a14:useLocalDpi xmlns:a14="http://schemas.microsoft.com/office/drawing/2010/main" val="0"/>
              </a:ext>
            </a:extLst>
          </a:blip>
          <a:stretch>
            <a:fillRect/>
          </a:stretch>
        </p:blipFill>
        <p:spPr>
          <a:xfrm>
            <a:off x="4394143" y="4402004"/>
            <a:ext cx="400420" cy="374904"/>
          </a:xfrm>
          <a:prstGeom prst="rect">
            <a:avLst/>
          </a:prstGeom>
        </p:spPr>
      </p:pic>
      <p:pic>
        <p:nvPicPr>
          <p:cNvPr id="53" name="Gold Coin 1">
            <a:extLst>
              <a:ext uri="{FF2B5EF4-FFF2-40B4-BE49-F238E27FC236}">
                <a16:creationId xmlns:a16="http://schemas.microsoft.com/office/drawing/2014/main" id="{C84583A5-D49E-94E0-CB5E-C7E31590FCEA}"/>
              </a:ext>
            </a:extLst>
          </p:cNvPr>
          <p:cNvPicPr>
            <a:picLocks noChangeAspect="1"/>
          </p:cNvPicPr>
          <p:nvPr/>
        </p:nvPicPr>
        <p:blipFill>
          <a:blip r:embed="rId22" cstate="print">
            <a:extLst>
              <a:ext uri="{28A0092B-C50C-407E-A947-70E740481C1C}">
                <a14:useLocalDpi xmlns:a14="http://schemas.microsoft.com/office/drawing/2010/main" val="0"/>
              </a:ext>
            </a:extLst>
          </a:blip>
          <a:stretch>
            <a:fillRect/>
          </a:stretch>
        </p:blipFill>
        <p:spPr>
          <a:xfrm>
            <a:off x="3773700" y="6459603"/>
            <a:ext cx="400420" cy="374904"/>
          </a:xfrm>
          <a:prstGeom prst="rect">
            <a:avLst/>
          </a:prstGeom>
        </p:spPr>
      </p:pic>
      <p:pic>
        <p:nvPicPr>
          <p:cNvPr id="54" name="Gold Coin 2">
            <a:extLst>
              <a:ext uri="{FF2B5EF4-FFF2-40B4-BE49-F238E27FC236}">
                <a16:creationId xmlns:a16="http://schemas.microsoft.com/office/drawing/2014/main" id="{8471FBB4-0B6B-3F25-B147-D4BD47C4DF48}"/>
              </a:ext>
            </a:extLst>
          </p:cNvPr>
          <p:cNvPicPr>
            <a:picLocks noChangeAspect="1"/>
          </p:cNvPicPr>
          <p:nvPr/>
        </p:nvPicPr>
        <p:blipFill>
          <a:blip r:embed="rId22" cstate="print">
            <a:extLst>
              <a:ext uri="{28A0092B-C50C-407E-A947-70E740481C1C}">
                <a14:useLocalDpi xmlns:a14="http://schemas.microsoft.com/office/drawing/2010/main" val="0"/>
              </a:ext>
            </a:extLst>
          </a:blip>
          <a:stretch>
            <a:fillRect/>
          </a:stretch>
        </p:blipFill>
        <p:spPr>
          <a:xfrm>
            <a:off x="4501586" y="6465699"/>
            <a:ext cx="400420" cy="374904"/>
          </a:xfrm>
          <a:prstGeom prst="rect">
            <a:avLst/>
          </a:prstGeom>
        </p:spPr>
      </p:pic>
      <p:pic>
        <p:nvPicPr>
          <p:cNvPr id="55" name="Gold Coin 3">
            <a:extLst>
              <a:ext uri="{FF2B5EF4-FFF2-40B4-BE49-F238E27FC236}">
                <a16:creationId xmlns:a16="http://schemas.microsoft.com/office/drawing/2014/main" id="{85E79E38-8EA1-C01F-9DEF-7408A25E5596}"/>
              </a:ext>
            </a:extLst>
          </p:cNvPr>
          <p:cNvPicPr>
            <a:picLocks noChangeAspect="1"/>
          </p:cNvPicPr>
          <p:nvPr/>
        </p:nvPicPr>
        <p:blipFill>
          <a:blip r:embed="rId22" cstate="print">
            <a:extLst>
              <a:ext uri="{28A0092B-C50C-407E-A947-70E740481C1C}">
                <a14:useLocalDpi xmlns:a14="http://schemas.microsoft.com/office/drawing/2010/main" val="0"/>
              </a:ext>
            </a:extLst>
          </a:blip>
          <a:stretch>
            <a:fillRect/>
          </a:stretch>
        </p:blipFill>
        <p:spPr>
          <a:xfrm>
            <a:off x="3809182" y="7155850"/>
            <a:ext cx="400420" cy="374904"/>
          </a:xfrm>
          <a:prstGeom prst="rect">
            <a:avLst/>
          </a:prstGeom>
        </p:spPr>
      </p:pic>
      <p:pic>
        <p:nvPicPr>
          <p:cNvPr id="56" name="Gold Coin 4">
            <a:extLst>
              <a:ext uri="{FF2B5EF4-FFF2-40B4-BE49-F238E27FC236}">
                <a16:creationId xmlns:a16="http://schemas.microsoft.com/office/drawing/2014/main" id="{39328579-7BE6-F851-2F03-1EBF84D8A66C}"/>
              </a:ext>
            </a:extLst>
          </p:cNvPr>
          <p:cNvPicPr>
            <a:picLocks noChangeAspect="1"/>
          </p:cNvPicPr>
          <p:nvPr/>
        </p:nvPicPr>
        <p:blipFill>
          <a:blip r:embed="rId22" cstate="print">
            <a:extLst>
              <a:ext uri="{28A0092B-C50C-407E-A947-70E740481C1C}">
                <a14:useLocalDpi xmlns:a14="http://schemas.microsoft.com/office/drawing/2010/main" val="0"/>
              </a:ext>
            </a:extLst>
          </a:blip>
          <a:stretch>
            <a:fillRect/>
          </a:stretch>
        </p:blipFill>
        <p:spPr>
          <a:xfrm>
            <a:off x="4538162" y="7161946"/>
            <a:ext cx="400420" cy="374904"/>
          </a:xfrm>
          <a:prstGeom prst="rect">
            <a:avLst/>
          </a:prstGeom>
        </p:spPr>
      </p:pic>
      <p:pic>
        <p:nvPicPr>
          <p:cNvPr id="58" name="Gold Coin 1">
            <a:extLst>
              <a:ext uri="{FF2B5EF4-FFF2-40B4-BE49-F238E27FC236}">
                <a16:creationId xmlns:a16="http://schemas.microsoft.com/office/drawing/2014/main" id="{B519E1ED-137D-1E12-CE45-775BC3726AC6}"/>
              </a:ext>
            </a:extLst>
          </p:cNvPr>
          <p:cNvPicPr>
            <a:picLocks noChangeAspect="1"/>
          </p:cNvPicPr>
          <p:nvPr/>
        </p:nvPicPr>
        <p:blipFill>
          <a:blip r:embed="rId22" cstate="print">
            <a:extLst>
              <a:ext uri="{28A0092B-C50C-407E-A947-70E740481C1C}">
                <a14:useLocalDpi xmlns:a14="http://schemas.microsoft.com/office/drawing/2010/main" val="0"/>
              </a:ext>
            </a:extLst>
          </a:blip>
          <a:stretch>
            <a:fillRect/>
          </a:stretch>
        </p:blipFill>
        <p:spPr>
          <a:xfrm>
            <a:off x="12861981" y="279730"/>
            <a:ext cx="400420" cy="374904"/>
          </a:xfrm>
          <a:prstGeom prst="rect">
            <a:avLst/>
          </a:prstGeom>
        </p:spPr>
      </p:pic>
      <p:pic>
        <p:nvPicPr>
          <p:cNvPr id="59" name="Gold Coin 2">
            <a:extLst>
              <a:ext uri="{FF2B5EF4-FFF2-40B4-BE49-F238E27FC236}">
                <a16:creationId xmlns:a16="http://schemas.microsoft.com/office/drawing/2014/main" id="{582AA26C-68A8-31A4-1900-CBD9788D4894}"/>
              </a:ext>
            </a:extLst>
          </p:cNvPr>
          <p:cNvPicPr>
            <a:picLocks noChangeAspect="1"/>
          </p:cNvPicPr>
          <p:nvPr/>
        </p:nvPicPr>
        <p:blipFill>
          <a:blip r:embed="rId22" cstate="print">
            <a:extLst>
              <a:ext uri="{28A0092B-C50C-407E-A947-70E740481C1C}">
                <a14:useLocalDpi xmlns:a14="http://schemas.microsoft.com/office/drawing/2010/main" val="0"/>
              </a:ext>
            </a:extLst>
          </a:blip>
          <a:stretch>
            <a:fillRect/>
          </a:stretch>
        </p:blipFill>
        <p:spPr>
          <a:xfrm>
            <a:off x="13589867" y="285826"/>
            <a:ext cx="400420" cy="374904"/>
          </a:xfrm>
          <a:prstGeom prst="rect">
            <a:avLst/>
          </a:prstGeom>
        </p:spPr>
      </p:pic>
      <p:pic>
        <p:nvPicPr>
          <p:cNvPr id="63" name="Gold Coin 1">
            <a:extLst>
              <a:ext uri="{FF2B5EF4-FFF2-40B4-BE49-F238E27FC236}">
                <a16:creationId xmlns:a16="http://schemas.microsoft.com/office/drawing/2014/main" id="{8B7A3FF4-DEED-AB40-0853-6A0CD696DD85}"/>
              </a:ext>
            </a:extLst>
          </p:cNvPr>
          <p:cNvPicPr>
            <a:picLocks noChangeAspect="1"/>
          </p:cNvPicPr>
          <p:nvPr/>
        </p:nvPicPr>
        <p:blipFill>
          <a:blip r:embed="rId22" cstate="print">
            <a:extLst>
              <a:ext uri="{28A0092B-C50C-407E-A947-70E740481C1C}">
                <a14:useLocalDpi xmlns:a14="http://schemas.microsoft.com/office/drawing/2010/main" val="0"/>
              </a:ext>
            </a:extLst>
          </a:blip>
          <a:stretch>
            <a:fillRect/>
          </a:stretch>
        </p:blipFill>
        <p:spPr>
          <a:xfrm>
            <a:off x="12976496" y="2355053"/>
            <a:ext cx="400420" cy="374904"/>
          </a:xfrm>
          <a:prstGeom prst="rect">
            <a:avLst/>
          </a:prstGeom>
        </p:spPr>
      </p:pic>
      <p:pic>
        <p:nvPicPr>
          <p:cNvPr id="64" name="Gold Coin 2">
            <a:extLst>
              <a:ext uri="{FF2B5EF4-FFF2-40B4-BE49-F238E27FC236}">
                <a16:creationId xmlns:a16="http://schemas.microsoft.com/office/drawing/2014/main" id="{5235CDF8-05A8-5A21-1AC4-5150C90AC0E8}"/>
              </a:ext>
            </a:extLst>
          </p:cNvPr>
          <p:cNvPicPr>
            <a:picLocks noChangeAspect="1"/>
          </p:cNvPicPr>
          <p:nvPr/>
        </p:nvPicPr>
        <p:blipFill>
          <a:blip r:embed="rId22" cstate="print">
            <a:extLst>
              <a:ext uri="{28A0092B-C50C-407E-A947-70E740481C1C}">
                <a14:useLocalDpi xmlns:a14="http://schemas.microsoft.com/office/drawing/2010/main" val="0"/>
              </a:ext>
            </a:extLst>
          </a:blip>
          <a:stretch>
            <a:fillRect/>
          </a:stretch>
        </p:blipFill>
        <p:spPr>
          <a:xfrm>
            <a:off x="13704382" y="2361149"/>
            <a:ext cx="400420" cy="374904"/>
          </a:xfrm>
          <a:prstGeom prst="rect">
            <a:avLst/>
          </a:prstGeom>
        </p:spPr>
      </p:pic>
      <p:pic>
        <p:nvPicPr>
          <p:cNvPr id="65" name="Gold Coin 3">
            <a:extLst>
              <a:ext uri="{FF2B5EF4-FFF2-40B4-BE49-F238E27FC236}">
                <a16:creationId xmlns:a16="http://schemas.microsoft.com/office/drawing/2014/main" id="{ADDA8BED-F5B9-5C15-8E85-A4CFF5D62B3A}"/>
              </a:ext>
            </a:extLst>
          </p:cNvPr>
          <p:cNvPicPr>
            <a:picLocks noChangeAspect="1"/>
          </p:cNvPicPr>
          <p:nvPr/>
        </p:nvPicPr>
        <p:blipFill>
          <a:blip r:embed="rId22" cstate="print">
            <a:extLst>
              <a:ext uri="{28A0092B-C50C-407E-A947-70E740481C1C}">
                <a14:useLocalDpi xmlns:a14="http://schemas.microsoft.com/office/drawing/2010/main" val="0"/>
              </a:ext>
            </a:extLst>
          </a:blip>
          <a:stretch>
            <a:fillRect/>
          </a:stretch>
        </p:blipFill>
        <p:spPr>
          <a:xfrm>
            <a:off x="13011978" y="3051300"/>
            <a:ext cx="400420" cy="374904"/>
          </a:xfrm>
          <a:prstGeom prst="rect">
            <a:avLst/>
          </a:prstGeom>
        </p:spPr>
      </p:pic>
      <p:pic>
        <p:nvPicPr>
          <p:cNvPr id="70" name="Gold Coin 4">
            <a:extLst>
              <a:ext uri="{FF2B5EF4-FFF2-40B4-BE49-F238E27FC236}">
                <a16:creationId xmlns:a16="http://schemas.microsoft.com/office/drawing/2014/main" id="{C74EB882-8119-F4DE-A6D9-E657992ACBF9}"/>
              </a:ext>
            </a:extLst>
          </p:cNvPr>
          <p:cNvPicPr>
            <a:picLocks noChangeAspect="1"/>
          </p:cNvPicPr>
          <p:nvPr/>
        </p:nvPicPr>
        <p:blipFill>
          <a:blip r:embed="rId22" cstate="print">
            <a:extLst>
              <a:ext uri="{28A0092B-C50C-407E-A947-70E740481C1C}">
                <a14:useLocalDpi xmlns:a14="http://schemas.microsoft.com/office/drawing/2010/main" val="0"/>
              </a:ext>
            </a:extLst>
          </a:blip>
          <a:stretch>
            <a:fillRect/>
          </a:stretch>
        </p:blipFill>
        <p:spPr>
          <a:xfrm>
            <a:off x="13740958" y="3057396"/>
            <a:ext cx="400420" cy="374904"/>
          </a:xfrm>
          <a:prstGeom prst="rect">
            <a:avLst/>
          </a:prstGeom>
        </p:spPr>
      </p:pic>
      <p:pic>
        <p:nvPicPr>
          <p:cNvPr id="71" name="Gold Coin 5">
            <a:extLst>
              <a:ext uri="{FF2B5EF4-FFF2-40B4-BE49-F238E27FC236}">
                <a16:creationId xmlns:a16="http://schemas.microsoft.com/office/drawing/2014/main" id="{F8FA413C-4160-F9C3-2B9B-C29A9B990AF2}"/>
              </a:ext>
            </a:extLst>
          </p:cNvPr>
          <p:cNvPicPr>
            <a:picLocks noChangeAspect="1"/>
          </p:cNvPicPr>
          <p:nvPr/>
        </p:nvPicPr>
        <p:blipFill>
          <a:blip r:embed="rId22" cstate="print">
            <a:extLst>
              <a:ext uri="{28A0092B-C50C-407E-A947-70E740481C1C}">
                <a14:useLocalDpi xmlns:a14="http://schemas.microsoft.com/office/drawing/2010/main" val="0"/>
              </a:ext>
            </a:extLst>
          </a:blip>
          <a:stretch>
            <a:fillRect/>
          </a:stretch>
        </p:blipFill>
        <p:spPr>
          <a:xfrm>
            <a:off x="13358492" y="2710533"/>
            <a:ext cx="400420" cy="374904"/>
          </a:xfrm>
          <a:prstGeom prst="rect">
            <a:avLst/>
          </a:prstGeom>
        </p:spPr>
      </p:pic>
      <p:pic>
        <p:nvPicPr>
          <p:cNvPr id="72" name="Gold Coin 1">
            <a:extLst>
              <a:ext uri="{FF2B5EF4-FFF2-40B4-BE49-F238E27FC236}">
                <a16:creationId xmlns:a16="http://schemas.microsoft.com/office/drawing/2014/main" id="{60BD5144-73A1-F3B7-784A-28ABD0D4707A}"/>
              </a:ext>
            </a:extLst>
          </p:cNvPr>
          <p:cNvPicPr>
            <a:picLocks noChangeAspect="1"/>
          </p:cNvPicPr>
          <p:nvPr/>
        </p:nvPicPr>
        <p:blipFill>
          <a:blip r:embed="rId22" cstate="print">
            <a:extLst>
              <a:ext uri="{28A0092B-C50C-407E-A947-70E740481C1C}">
                <a14:useLocalDpi xmlns:a14="http://schemas.microsoft.com/office/drawing/2010/main" val="0"/>
              </a:ext>
            </a:extLst>
          </a:blip>
          <a:stretch>
            <a:fillRect/>
          </a:stretch>
        </p:blipFill>
        <p:spPr>
          <a:xfrm>
            <a:off x="13094499" y="4419851"/>
            <a:ext cx="400420" cy="374904"/>
          </a:xfrm>
          <a:prstGeom prst="rect">
            <a:avLst/>
          </a:prstGeom>
        </p:spPr>
      </p:pic>
      <p:pic>
        <p:nvPicPr>
          <p:cNvPr id="73" name="Gold Coin 2">
            <a:extLst>
              <a:ext uri="{FF2B5EF4-FFF2-40B4-BE49-F238E27FC236}">
                <a16:creationId xmlns:a16="http://schemas.microsoft.com/office/drawing/2014/main" id="{98CDDFE1-7228-7502-E4DE-EA53C5FF6C57}"/>
              </a:ext>
            </a:extLst>
          </p:cNvPr>
          <p:cNvPicPr>
            <a:picLocks noChangeAspect="1"/>
          </p:cNvPicPr>
          <p:nvPr/>
        </p:nvPicPr>
        <p:blipFill>
          <a:blip r:embed="rId22" cstate="print">
            <a:extLst>
              <a:ext uri="{28A0092B-C50C-407E-A947-70E740481C1C}">
                <a14:useLocalDpi xmlns:a14="http://schemas.microsoft.com/office/drawing/2010/main" val="0"/>
              </a:ext>
            </a:extLst>
          </a:blip>
          <a:stretch>
            <a:fillRect/>
          </a:stretch>
        </p:blipFill>
        <p:spPr>
          <a:xfrm>
            <a:off x="13822385" y="4425947"/>
            <a:ext cx="400420" cy="374904"/>
          </a:xfrm>
          <a:prstGeom prst="rect">
            <a:avLst/>
          </a:prstGeom>
        </p:spPr>
      </p:pic>
      <p:pic>
        <p:nvPicPr>
          <p:cNvPr id="74" name="Gold Coin 3">
            <a:extLst>
              <a:ext uri="{FF2B5EF4-FFF2-40B4-BE49-F238E27FC236}">
                <a16:creationId xmlns:a16="http://schemas.microsoft.com/office/drawing/2014/main" id="{F72B9AB0-6BB3-9B42-EA59-4D97A9627A68}"/>
              </a:ext>
            </a:extLst>
          </p:cNvPr>
          <p:cNvPicPr>
            <a:picLocks noChangeAspect="1"/>
          </p:cNvPicPr>
          <p:nvPr/>
        </p:nvPicPr>
        <p:blipFill>
          <a:blip r:embed="rId22" cstate="print">
            <a:extLst>
              <a:ext uri="{28A0092B-C50C-407E-A947-70E740481C1C}">
                <a14:useLocalDpi xmlns:a14="http://schemas.microsoft.com/office/drawing/2010/main" val="0"/>
              </a:ext>
            </a:extLst>
          </a:blip>
          <a:stretch>
            <a:fillRect/>
          </a:stretch>
        </p:blipFill>
        <p:spPr>
          <a:xfrm>
            <a:off x="13129981" y="5116098"/>
            <a:ext cx="400420" cy="374904"/>
          </a:xfrm>
          <a:prstGeom prst="rect">
            <a:avLst/>
          </a:prstGeom>
        </p:spPr>
      </p:pic>
      <p:pic>
        <p:nvPicPr>
          <p:cNvPr id="75" name="Gold Coin 4">
            <a:extLst>
              <a:ext uri="{FF2B5EF4-FFF2-40B4-BE49-F238E27FC236}">
                <a16:creationId xmlns:a16="http://schemas.microsoft.com/office/drawing/2014/main" id="{16B3AAA0-8539-1756-3EDC-4590DBED7743}"/>
              </a:ext>
            </a:extLst>
          </p:cNvPr>
          <p:cNvPicPr>
            <a:picLocks noChangeAspect="1"/>
          </p:cNvPicPr>
          <p:nvPr/>
        </p:nvPicPr>
        <p:blipFill>
          <a:blip r:embed="rId22" cstate="print">
            <a:extLst>
              <a:ext uri="{28A0092B-C50C-407E-A947-70E740481C1C}">
                <a14:useLocalDpi xmlns:a14="http://schemas.microsoft.com/office/drawing/2010/main" val="0"/>
              </a:ext>
            </a:extLst>
          </a:blip>
          <a:stretch>
            <a:fillRect/>
          </a:stretch>
        </p:blipFill>
        <p:spPr>
          <a:xfrm>
            <a:off x="13858961" y="5122194"/>
            <a:ext cx="400420" cy="374904"/>
          </a:xfrm>
          <a:prstGeom prst="rect">
            <a:avLst/>
          </a:prstGeom>
        </p:spPr>
      </p:pic>
      <p:pic>
        <p:nvPicPr>
          <p:cNvPr id="79" name="Gold Coin 1">
            <a:extLst>
              <a:ext uri="{FF2B5EF4-FFF2-40B4-BE49-F238E27FC236}">
                <a16:creationId xmlns:a16="http://schemas.microsoft.com/office/drawing/2014/main" id="{99F11F17-3DDD-EC5A-F24E-8E4F673FE650}"/>
              </a:ext>
            </a:extLst>
          </p:cNvPr>
          <p:cNvPicPr>
            <a:picLocks noChangeAspect="1"/>
          </p:cNvPicPr>
          <p:nvPr/>
        </p:nvPicPr>
        <p:blipFill>
          <a:blip r:embed="rId22" cstate="print">
            <a:extLst>
              <a:ext uri="{28A0092B-C50C-407E-A947-70E740481C1C}">
                <a14:useLocalDpi xmlns:a14="http://schemas.microsoft.com/office/drawing/2010/main" val="0"/>
              </a:ext>
            </a:extLst>
          </a:blip>
          <a:stretch>
            <a:fillRect/>
          </a:stretch>
        </p:blipFill>
        <p:spPr>
          <a:xfrm>
            <a:off x="13201942" y="6483546"/>
            <a:ext cx="400420" cy="374904"/>
          </a:xfrm>
          <a:prstGeom prst="rect">
            <a:avLst/>
          </a:prstGeom>
        </p:spPr>
      </p:pic>
      <p:pic>
        <p:nvPicPr>
          <p:cNvPr id="80" name="Gold Coin 2">
            <a:extLst>
              <a:ext uri="{FF2B5EF4-FFF2-40B4-BE49-F238E27FC236}">
                <a16:creationId xmlns:a16="http://schemas.microsoft.com/office/drawing/2014/main" id="{84A56950-E01E-B3B1-F4C0-693CB5E68951}"/>
              </a:ext>
            </a:extLst>
          </p:cNvPr>
          <p:cNvPicPr>
            <a:picLocks noChangeAspect="1"/>
          </p:cNvPicPr>
          <p:nvPr/>
        </p:nvPicPr>
        <p:blipFill>
          <a:blip r:embed="rId22" cstate="print">
            <a:extLst>
              <a:ext uri="{28A0092B-C50C-407E-A947-70E740481C1C}">
                <a14:useLocalDpi xmlns:a14="http://schemas.microsoft.com/office/drawing/2010/main" val="0"/>
              </a:ext>
            </a:extLst>
          </a:blip>
          <a:stretch>
            <a:fillRect/>
          </a:stretch>
        </p:blipFill>
        <p:spPr>
          <a:xfrm>
            <a:off x="13929828" y="6489642"/>
            <a:ext cx="400420" cy="374904"/>
          </a:xfrm>
          <a:prstGeom prst="rect">
            <a:avLst/>
          </a:prstGeom>
        </p:spPr>
      </p:pic>
      <p:pic>
        <p:nvPicPr>
          <p:cNvPr id="81" name="Gold Coin 3">
            <a:extLst>
              <a:ext uri="{FF2B5EF4-FFF2-40B4-BE49-F238E27FC236}">
                <a16:creationId xmlns:a16="http://schemas.microsoft.com/office/drawing/2014/main" id="{84C15DDC-7F4B-84D2-0344-330AF045FFFA}"/>
              </a:ext>
            </a:extLst>
          </p:cNvPr>
          <p:cNvPicPr>
            <a:picLocks noChangeAspect="1"/>
          </p:cNvPicPr>
          <p:nvPr/>
        </p:nvPicPr>
        <p:blipFill>
          <a:blip r:embed="rId22" cstate="print">
            <a:extLst>
              <a:ext uri="{28A0092B-C50C-407E-A947-70E740481C1C}">
                <a14:useLocalDpi xmlns:a14="http://schemas.microsoft.com/office/drawing/2010/main" val="0"/>
              </a:ext>
            </a:extLst>
          </a:blip>
          <a:stretch>
            <a:fillRect/>
          </a:stretch>
        </p:blipFill>
        <p:spPr>
          <a:xfrm>
            <a:off x="13237424" y="7179793"/>
            <a:ext cx="400420" cy="374904"/>
          </a:xfrm>
          <a:prstGeom prst="rect">
            <a:avLst/>
          </a:prstGeom>
        </p:spPr>
      </p:pic>
    </p:spTree>
    <p:extLst>
      <p:ext uri="{BB962C8B-B14F-4D97-AF65-F5344CB8AC3E}">
        <p14:creationId xmlns:p14="http://schemas.microsoft.com/office/powerpoint/2010/main" val="2479853144"/>
      </p:ext>
    </p:extLst>
  </p:cSld>
  <p:clrMapOvr>
    <a:masterClrMapping/>
  </p:clrMapOvr>
  <mc:AlternateContent xmlns:mc="http://schemas.openxmlformats.org/markup-compatibility/2006" xmlns:p14="http://schemas.microsoft.com/office/powerpoint/2010/main">
    <mc:Choice Requires="p14">
      <p:transition spd="slow" p14:dur="1300">
        <p14:pan/>
      </p:transition>
    </mc:Choice>
    <mc:Fallback xmlns="">
      <p:transition spd="slow">
        <p:fade/>
      </p:transition>
    </mc:Fallback>
  </mc:AlternateContent>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mediacall" presetSubtype="0" fill="hold" nodeType="clickEffect">
                                  <p:stCondLst>
                                    <p:cond delay="0"/>
                                  </p:stCondLst>
                                  <p:childTnLst>
                                    <p:cmd type="call" cmd="playFrom(0.0)">
                                      <p:cBhvr>
                                        <p:cTn id="6" dur="40097" fill="hold"/>
                                        <p:tgtEl>
                                          <p:spTgt spid="26"/>
                                        </p:tgtEl>
                                      </p:cBhvr>
                                    </p:cmd>
                                  </p:childTnLst>
                                </p:cTn>
                              </p:par>
                              <p:par>
                                <p:cTn id="7" presetID="0" presetClass="path" presetSubtype="0" fill="hold" nodeType="withEffect">
                                  <p:stCondLst>
                                    <p:cond delay="0"/>
                                  </p:stCondLst>
                                  <p:childTnLst>
                                    <p:animMotion origin="layout" path="M 0.00021 -0.00077 L 0.00021 -0.0216 L -0.02518 -0.0216 L -0.02518 0.00039 L -0.02518 -0.0216 L -0.04926 -0.0216 L -0.04992 -0.00077 L -0.04926 -0.0216 L -0.07466 -0.0216 L -0.07531 -0.00174 L -0.07531 -0.0216 L -0.0994 -0.0216 L -0.10005 -0.00174 L -0.10059 -0.0216 L -0.12424 -0.0216 L -0.12479 -0.00174 L -0.12479 -0.02045 L -0.14953 -0.0216 L -0.14953 -0.00289 L -0.14953 -0.0216 L -0.17426 -0.02276 L -0.17426 -0.00174 L -0.17492 -0.0216 L -0.19835 -0.02276 L -0.199 -0.00174 L -0.199 -0.02276 L -0.22385 -0.02276 L -0.22385 -0.00174 L -0.22385 -0.02276 L -0.24913 -0.02276 L -0.24848 -0.00289 L -0.24848 -0.02276 L -0.27387 -0.02276 L -0.27387 -0.00174 L -0.27387 -0.02276 L -0.29818 -0.02276 L -0.29818 -0.00174 L -0.29872 -0.02276 L -0.32346 -0.02276 L -0.32346 -0.00174 L -0.324 -0.02276 L -0.34755 -0.02276 L -0.34755 -0.00174 L -0.3469 -0.02392 L -0.37175 -0.02392 L -0.37229 -0.00289 L -0.37229 -0.02392 L -0.39768 -0.02392 L -0.39768 -0.00174 L -0.39703 -0.02488 L -0.42177 -0.02488 L -0.42242 -0.00174 L -0.42242 -0.02488 L -0.44662 -0.02488 L -0.44716 -0.00289 L -0.44716 -0.02488 L -0.4719 -0.02488 L -0.4719 -0.00289 L -0.47125 -0.02488 L -0.49664 -0.02488 L -0.49664 -0.00289 L -0.4961 -0.02604 L -0.52138 -0.02604 L -0.52138 -0.00174 L -0.52138 -0.02604 L -0.54623 -0.02604 L -0.54623 -0.00405 L -0.54623 -0.02604 L -0.57042 -0.02604 L -0.57042 -0.00289 L -0.57107 -0.02604 L -0.59571 -0.02604 L -0.59571 -0.00405 L -0.59505 -0.02604 L -0.61979 -0.02604 L -0.62045 -0.00405 L -0.62045 -0.02604 L -0.64594 -0.02604 L -0.64594 -0.00405 L -0.64594 -0.0272 L -0.67058 -0.0272 L -0.66992 -0.00289 L -0.67058 -0.02604 L -0.69532 -0.02604 L -0.69466 -0.00405 L -0.69597 -0.02604 L -0.72016 -0.02604 L -0.72081 -0.00405 L -0.72016 -0.0272 L -0.74414 -0.0272 L -0.7436 -0.00289 L -0.74414 -0.02604 L -0.76953 -0.02604 L -0.76953 -0.00405 L -0.76953 -0.02604 L -0.79373 -0.02604 L -0.79373 -0.00405 L -0.79373 -0.02488 L -0.81847 -0.02488 L -0.81912 -0.00521 L -0.81847 -0.02488 L -0.84386 -0.02488 L -0.84386 -0.00405 L -0.84386 -0.02488 L -0.8686 -0.02488 L -0.8686 -0.00405 L -0.8686 -0.02488 L -0.89334 -0.02488 L -0.89334 -0.00405 L -0.89334 -0.02488 L -0.91808 -0.02488 L -0.91808 -0.00521 L -0.91808 -0.02604 L -0.94282 -0.02604 L -0.94282 -0.00637 L -0.94282 -0.02604 L -0.96756 -0.02604 L -0.96756 -0.00521 L -0.96756 -0.02604 L -0.99176 -0.02604 L -0.9923 -0.00637 " pathEditMode="relative" ptsTypes="AAAAAAAAAAAAAAAAAAAAAAAAAAAAAAAAAAAAAAAAAAAAAAAAAAAAAAAAAAAAAAAAAAAAAAAAAAAAAAAAAAAAAAAAAAAAAAAAAAAAAAAAAAAAAAAAAAAAAAAAA">
                                      <p:cBhvr>
                                        <p:cTn id="8" dur="40000" fill="hold"/>
                                        <p:tgtEl>
                                          <p:spTgt spid="51"/>
                                        </p:tgtEl>
                                        <p:attrNameLst>
                                          <p:attrName>ppt_x</p:attrName>
                                          <p:attrName>ppt_y</p:attrName>
                                        </p:attrNameLst>
                                      </p:cBhvr>
                                    </p:animMotion>
                                  </p:childTnLst>
                                </p:cTn>
                              </p:par>
                            </p:childTnLst>
                          </p:cTn>
                        </p:par>
                      </p:childTnLst>
                    </p:cTn>
                  </p:par>
                  <p:par>
                    <p:cTn id="9" fill="hold">
                      <p:stCondLst>
                        <p:cond delay="indefinite"/>
                      </p:stCondLst>
                      <p:childTnLst>
                        <p:par>
                          <p:cTn id="10" fill="hold">
                            <p:stCondLst>
                              <p:cond delay="0"/>
                            </p:stCondLst>
                            <p:childTnLst>
                              <p:par>
                                <p:cTn id="11" presetID="1" presetClass="mediacall" presetSubtype="0" fill="hold" nodeType="clickEffect">
                                  <p:stCondLst>
                                    <p:cond delay="0"/>
                                  </p:stCondLst>
                                  <p:childTnLst>
                                    <p:cmd type="call" cmd="playFrom(0.0)">
                                      <p:cBhvr>
                                        <p:cTn id="12" dur="417" fill="hold"/>
                                        <p:tgtEl>
                                          <p:spTgt spid="49"/>
                                        </p:tgtEl>
                                      </p:cBhvr>
                                    </p:cmd>
                                  </p:childTnLst>
                                </p:cTn>
                              </p:par>
                            </p:childTnLst>
                          </p:cTn>
                        </p:par>
                        <p:par>
                          <p:cTn id="13" fill="hold">
                            <p:stCondLst>
                              <p:cond delay="417"/>
                            </p:stCondLst>
                            <p:childTnLst>
                              <p:par>
                                <p:cTn id="14" presetID="1" presetClass="mediacall" presetSubtype="0" fill="hold" nodeType="afterEffect">
                                  <p:stCondLst>
                                    <p:cond delay="0"/>
                                  </p:stCondLst>
                                  <p:childTnLst>
                                    <p:cmd type="call" cmd="playFrom(0.0)">
                                      <p:cBhvr>
                                        <p:cTn id="15" dur="912" fill="hold"/>
                                        <p:tgtEl>
                                          <p:spTgt spid="28"/>
                                        </p:tgtEl>
                                      </p:cBhvr>
                                    </p:cmd>
                                  </p:childTnLst>
                                </p:cTn>
                              </p:par>
                              <p:par>
                                <p:cTn id="16" presetID="2" presetClass="entr" presetSubtype="1" fill="hold" nodeType="withEffect">
                                  <p:stCondLst>
                                    <p:cond delay="0"/>
                                  </p:stCondLst>
                                  <p:childTnLst>
                                    <p:set>
                                      <p:cBhvr>
                                        <p:cTn id="17" dur="1" fill="hold">
                                          <p:stCondLst>
                                            <p:cond delay="0"/>
                                          </p:stCondLst>
                                        </p:cTn>
                                        <p:tgtEl>
                                          <p:spTgt spid="29"/>
                                        </p:tgtEl>
                                        <p:attrNameLst>
                                          <p:attrName>style.visibility</p:attrName>
                                        </p:attrNameLst>
                                      </p:cBhvr>
                                      <p:to>
                                        <p:strVal val="visible"/>
                                      </p:to>
                                    </p:set>
                                    <p:anim calcmode="lin" valueType="num">
                                      <p:cBhvr additive="base">
                                        <p:cTn id="18" dur="250" fill="hold"/>
                                        <p:tgtEl>
                                          <p:spTgt spid="29"/>
                                        </p:tgtEl>
                                        <p:attrNameLst>
                                          <p:attrName>ppt_x</p:attrName>
                                        </p:attrNameLst>
                                      </p:cBhvr>
                                      <p:tavLst>
                                        <p:tav tm="0">
                                          <p:val>
                                            <p:strVal val="#ppt_x"/>
                                          </p:val>
                                        </p:tav>
                                        <p:tav tm="100000">
                                          <p:val>
                                            <p:strVal val="#ppt_x"/>
                                          </p:val>
                                        </p:tav>
                                      </p:tavLst>
                                    </p:anim>
                                    <p:anim calcmode="lin" valueType="num">
                                      <p:cBhvr additive="base">
                                        <p:cTn id="19" dur="250" fill="hold"/>
                                        <p:tgtEl>
                                          <p:spTgt spid="29"/>
                                        </p:tgtEl>
                                        <p:attrNameLst>
                                          <p:attrName>ppt_y</p:attrName>
                                        </p:attrNameLst>
                                      </p:cBhvr>
                                      <p:tavLst>
                                        <p:tav tm="0">
                                          <p:val>
                                            <p:strVal val="0-#ppt_h/2"/>
                                          </p:val>
                                        </p:tav>
                                        <p:tav tm="100000">
                                          <p:val>
                                            <p:strVal val="#ppt_y"/>
                                          </p:val>
                                        </p:tav>
                                      </p:tavLst>
                                    </p:anim>
                                  </p:childTnLst>
                                </p:cTn>
                              </p:par>
                              <p:par>
                                <p:cTn id="20" presetID="2" presetClass="entr" presetSubtype="1" fill="hold" nodeType="withEffect">
                                  <p:stCondLst>
                                    <p:cond delay="0"/>
                                  </p:stCondLst>
                                  <p:childTnLst>
                                    <p:set>
                                      <p:cBhvr>
                                        <p:cTn id="21" dur="1" fill="hold">
                                          <p:stCondLst>
                                            <p:cond delay="0"/>
                                          </p:stCondLst>
                                        </p:cTn>
                                        <p:tgtEl>
                                          <p:spTgt spid="40"/>
                                        </p:tgtEl>
                                        <p:attrNameLst>
                                          <p:attrName>style.visibility</p:attrName>
                                        </p:attrNameLst>
                                      </p:cBhvr>
                                      <p:to>
                                        <p:strVal val="visible"/>
                                      </p:to>
                                    </p:set>
                                    <p:anim calcmode="lin" valueType="num">
                                      <p:cBhvr additive="base">
                                        <p:cTn id="22" dur="250" fill="hold"/>
                                        <p:tgtEl>
                                          <p:spTgt spid="40"/>
                                        </p:tgtEl>
                                        <p:attrNameLst>
                                          <p:attrName>ppt_x</p:attrName>
                                        </p:attrNameLst>
                                      </p:cBhvr>
                                      <p:tavLst>
                                        <p:tav tm="0">
                                          <p:val>
                                            <p:strVal val="#ppt_x"/>
                                          </p:val>
                                        </p:tav>
                                        <p:tav tm="100000">
                                          <p:val>
                                            <p:strVal val="#ppt_x"/>
                                          </p:val>
                                        </p:tav>
                                      </p:tavLst>
                                    </p:anim>
                                    <p:anim calcmode="lin" valueType="num">
                                      <p:cBhvr additive="base">
                                        <p:cTn id="23" dur="250" fill="hold"/>
                                        <p:tgtEl>
                                          <p:spTgt spid="40"/>
                                        </p:tgtEl>
                                        <p:attrNameLst>
                                          <p:attrName>ppt_y</p:attrName>
                                        </p:attrNameLst>
                                      </p:cBhvr>
                                      <p:tavLst>
                                        <p:tav tm="0">
                                          <p:val>
                                            <p:strVal val="0-#ppt_h/2"/>
                                          </p:val>
                                        </p:tav>
                                        <p:tav tm="100000">
                                          <p:val>
                                            <p:strVal val="#ppt_y"/>
                                          </p:val>
                                        </p:tav>
                                      </p:tavLst>
                                    </p:anim>
                                  </p:childTnLst>
                                </p:cTn>
                              </p:par>
                              <p:par>
                                <p:cTn id="24" presetID="2" presetClass="entr" presetSubtype="1" fill="hold" nodeType="withEffect">
                                  <p:stCondLst>
                                    <p:cond delay="0"/>
                                  </p:stCondLst>
                                  <p:childTnLst>
                                    <p:set>
                                      <p:cBhvr>
                                        <p:cTn id="25" dur="1" fill="hold">
                                          <p:stCondLst>
                                            <p:cond delay="0"/>
                                          </p:stCondLst>
                                        </p:cTn>
                                        <p:tgtEl>
                                          <p:spTgt spid="45"/>
                                        </p:tgtEl>
                                        <p:attrNameLst>
                                          <p:attrName>style.visibility</p:attrName>
                                        </p:attrNameLst>
                                      </p:cBhvr>
                                      <p:to>
                                        <p:strVal val="visible"/>
                                      </p:to>
                                    </p:set>
                                    <p:anim calcmode="lin" valueType="num">
                                      <p:cBhvr additive="base">
                                        <p:cTn id="26" dur="250" fill="hold"/>
                                        <p:tgtEl>
                                          <p:spTgt spid="45"/>
                                        </p:tgtEl>
                                        <p:attrNameLst>
                                          <p:attrName>ppt_x</p:attrName>
                                        </p:attrNameLst>
                                      </p:cBhvr>
                                      <p:tavLst>
                                        <p:tav tm="0">
                                          <p:val>
                                            <p:strVal val="#ppt_x"/>
                                          </p:val>
                                        </p:tav>
                                        <p:tav tm="100000">
                                          <p:val>
                                            <p:strVal val="#ppt_x"/>
                                          </p:val>
                                        </p:tav>
                                      </p:tavLst>
                                    </p:anim>
                                    <p:anim calcmode="lin" valueType="num">
                                      <p:cBhvr additive="base">
                                        <p:cTn id="27" dur="250" fill="hold"/>
                                        <p:tgtEl>
                                          <p:spTgt spid="45"/>
                                        </p:tgtEl>
                                        <p:attrNameLst>
                                          <p:attrName>ppt_y</p:attrName>
                                        </p:attrNameLst>
                                      </p:cBhvr>
                                      <p:tavLst>
                                        <p:tav tm="0">
                                          <p:val>
                                            <p:strVal val="0-#ppt_h/2"/>
                                          </p:val>
                                        </p:tav>
                                        <p:tav tm="100000">
                                          <p:val>
                                            <p:strVal val="#ppt_y"/>
                                          </p:val>
                                        </p:tav>
                                      </p:tavLst>
                                    </p:anim>
                                  </p:childTnLst>
                                </p:cTn>
                              </p:par>
                              <p:par>
                                <p:cTn id="28" presetID="2" presetClass="entr" presetSubtype="1" fill="hold" nodeType="withEffect">
                                  <p:stCondLst>
                                    <p:cond delay="0"/>
                                  </p:stCondLst>
                                  <p:childTnLst>
                                    <p:set>
                                      <p:cBhvr>
                                        <p:cTn id="29" dur="1" fill="hold">
                                          <p:stCondLst>
                                            <p:cond delay="0"/>
                                          </p:stCondLst>
                                        </p:cTn>
                                        <p:tgtEl>
                                          <p:spTgt spid="53"/>
                                        </p:tgtEl>
                                        <p:attrNameLst>
                                          <p:attrName>style.visibility</p:attrName>
                                        </p:attrNameLst>
                                      </p:cBhvr>
                                      <p:to>
                                        <p:strVal val="visible"/>
                                      </p:to>
                                    </p:set>
                                    <p:anim calcmode="lin" valueType="num">
                                      <p:cBhvr additive="base">
                                        <p:cTn id="30" dur="250" fill="hold"/>
                                        <p:tgtEl>
                                          <p:spTgt spid="53"/>
                                        </p:tgtEl>
                                        <p:attrNameLst>
                                          <p:attrName>ppt_x</p:attrName>
                                        </p:attrNameLst>
                                      </p:cBhvr>
                                      <p:tavLst>
                                        <p:tav tm="0">
                                          <p:val>
                                            <p:strVal val="#ppt_x"/>
                                          </p:val>
                                        </p:tav>
                                        <p:tav tm="100000">
                                          <p:val>
                                            <p:strVal val="#ppt_x"/>
                                          </p:val>
                                        </p:tav>
                                      </p:tavLst>
                                    </p:anim>
                                    <p:anim calcmode="lin" valueType="num">
                                      <p:cBhvr additive="base">
                                        <p:cTn id="31" dur="250" fill="hold"/>
                                        <p:tgtEl>
                                          <p:spTgt spid="53"/>
                                        </p:tgtEl>
                                        <p:attrNameLst>
                                          <p:attrName>ppt_y</p:attrName>
                                        </p:attrNameLst>
                                      </p:cBhvr>
                                      <p:tavLst>
                                        <p:tav tm="0">
                                          <p:val>
                                            <p:strVal val="0-#ppt_h/2"/>
                                          </p:val>
                                        </p:tav>
                                        <p:tav tm="100000">
                                          <p:val>
                                            <p:strVal val="#ppt_y"/>
                                          </p:val>
                                        </p:tav>
                                      </p:tavLst>
                                    </p:anim>
                                  </p:childTnLst>
                                </p:cTn>
                              </p:par>
                              <p:par>
                                <p:cTn id="32" presetID="2" presetClass="entr" presetSubtype="1" fill="hold" nodeType="withEffect">
                                  <p:stCondLst>
                                    <p:cond delay="250"/>
                                  </p:stCondLst>
                                  <p:childTnLst>
                                    <p:set>
                                      <p:cBhvr>
                                        <p:cTn id="33" dur="1" fill="hold">
                                          <p:stCondLst>
                                            <p:cond delay="0"/>
                                          </p:stCondLst>
                                        </p:cTn>
                                        <p:tgtEl>
                                          <p:spTgt spid="32"/>
                                        </p:tgtEl>
                                        <p:attrNameLst>
                                          <p:attrName>style.visibility</p:attrName>
                                        </p:attrNameLst>
                                      </p:cBhvr>
                                      <p:to>
                                        <p:strVal val="visible"/>
                                      </p:to>
                                    </p:set>
                                    <p:anim calcmode="lin" valueType="num">
                                      <p:cBhvr additive="base">
                                        <p:cTn id="34" dur="250" fill="hold"/>
                                        <p:tgtEl>
                                          <p:spTgt spid="32"/>
                                        </p:tgtEl>
                                        <p:attrNameLst>
                                          <p:attrName>ppt_x</p:attrName>
                                        </p:attrNameLst>
                                      </p:cBhvr>
                                      <p:tavLst>
                                        <p:tav tm="0">
                                          <p:val>
                                            <p:strVal val="#ppt_x"/>
                                          </p:val>
                                        </p:tav>
                                        <p:tav tm="100000">
                                          <p:val>
                                            <p:strVal val="#ppt_x"/>
                                          </p:val>
                                        </p:tav>
                                      </p:tavLst>
                                    </p:anim>
                                    <p:anim calcmode="lin" valueType="num">
                                      <p:cBhvr additive="base">
                                        <p:cTn id="35" dur="250" fill="hold"/>
                                        <p:tgtEl>
                                          <p:spTgt spid="32"/>
                                        </p:tgtEl>
                                        <p:attrNameLst>
                                          <p:attrName>ppt_y</p:attrName>
                                        </p:attrNameLst>
                                      </p:cBhvr>
                                      <p:tavLst>
                                        <p:tav tm="0">
                                          <p:val>
                                            <p:strVal val="0-#ppt_h/2"/>
                                          </p:val>
                                        </p:tav>
                                        <p:tav tm="100000">
                                          <p:val>
                                            <p:strVal val="#ppt_y"/>
                                          </p:val>
                                        </p:tav>
                                      </p:tavLst>
                                    </p:anim>
                                  </p:childTnLst>
                                </p:cTn>
                              </p:par>
                              <p:par>
                                <p:cTn id="36" presetID="2" presetClass="entr" presetSubtype="1" fill="hold" nodeType="withEffect">
                                  <p:stCondLst>
                                    <p:cond delay="250"/>
                                  </p:stCondLst>
                                  <p:childTnLst>
                                    <p:set>
                                      <p:cBhvr>
                                        <p:cTn id="37" dur="1" fill="hold">
                                          <p:stCondLst>
                                            <p:cond delay="0"/>
                                          </p:stCondLst>
                                        </p:cTn>
                                        <p:tgtEl>
                                          <p:spTgt spid="46"/>
                                        </p:tgtEl>
                                        <p:attrNameLst>
                                          <p:attrName>style.visibility</p:attrName>
                                        </p:attrNameLst>
                                      </p:cBhvr>
                                      <p:to>
                                        <p:strVal val="visible"/>
                                      </p:to>
                                    </p:set>
                                    <p:anim calcmode="lin" valueType="num">
                                      <p:cBhvr additive="base">
                                        <p:cTn id="38" dur="250" fill="hold"/>
                                        <p:tgtEl>
                                          <p:spTgt spid="46"/>
                                        </p:tgtEl>
                                        <p:attrNameLst>
                                          <p:attrName>ppt_x</p:attrName>
                                        </p:attrNameLst>
                                      </p:cBhvr>
                                      <p:tavLst>
                                        <p:tav tm="0">
                                          <p:val>
                                            <p:strVal val="#ppt_x"/>
                                          </p:val>
                                        </p:tav>
                                        <p:tav tm="100000">
                                          <p:val>
                                            <p:strVal val="#ppt_x"/>
                                          </p:val>
                                        </p:tav>
                                      </p:tavLst>
                                    </p:anim>
                                    <p:anim calcmode="lin" valueType="num">
                                      <p:cBhvr additive="base">
                                        <p:cTn id="39" dur="250" fill="hold"/>
                                        <p:tgtEl>
                                          <p:spTgt spid="46"/>
                                        </p:tgtEl>
                                        <p:attrNameLst>
                                          <p:attrName>ppt_y</p:attrName>
                                        </p:attrNameLst>
                                      </p:cBhvr>
                                      <p:tavLst>
                                        <p:tav tm="0">
                                          <p:val>
                                            <p:strVal val="0-#ppt_h/2"/>
                                          </p:val>
                                        </p:tav>
                                        <p:tav tm="100000">
                                          <p:val>
                                            <p:strVal val="#ppt_y"/>
                                          </p:val>
                                        </p:tav>
                                      </p:tavLst>
                                    </p:anim>
                                  </p:childTnLst>
                                </p:cTn>
                              </p:par>
                              <p:par>
                                <p:cTn id="40" presetID="2" presetClass="entr" presetSubtype="1" fill="hold" nodeType="withEffect">
                                  <p:stCondLst>
                                    <p:cond delay="250"/>
                                  </p:stCondLst>
                                  <p:childTnLst>
                                    <p:set>
                                      <p:cBhvr>
                                        <p:cTn id="41" dur="1" fill="hold">
                                          <p:stCondLst>
                                            <p:cond delay="0"/>
                                          </p:stCondLst>
                                        </p:cTn>
                                        <p:tgtEl>
                                          <p:spTgt spid="54"/>
                                        </p:tgtEl>
                                        <p:attrNameLst>
                                          <p:attrName>style.visibility</p:attrName>
                                        </p:attrNameLst>
                                      </p:cBhvr>
                                      <p:to>
                                        <p:strVal val="visible"/>
                                      </p:to>
                                    </p:set>
                                    <p:anim calcmode="lin" valueType="num">
                                      <p:cBhvr additive="base">
                                        <p:cTn id="42" dur="250" fill="hold"/>
                                        <p:tgtEl>
                                          <p:spTgt spid="54"/>
                                        </p:tgtEl>
                                        <p:attrNameLst>
                                          <p:attrName>ppt_x</p:attrName>
                                        </p:attrNameLst>
                                      </p:cBhvr>
                                      <p:tavLst>
                                        <p:tav tm="0">
                                          <p:val>
                                            <p:strVal val="#ppt_x"/>
                                          </p:val>
                                        </p:tav>
                                        <p:tav tm="100000">
                                          <p:val>
                                            <p:strVal val="#ppt_x"/>
                                          </p:val>
                                        </p:tav>
                                      </p:tavLst>
                                    </p:anim>
                                    <p:anim calcmode="lin" valueType="num">
                                      <p:cBhvr additive="base">
                                        <p:cTn id="43" dur="250" fill="hold"/>
                                        <p:tgtEl>
                                          <p:spTgt spid="54"/>
                                        </p:tgtEl>
                                        <p:attrNameLst>
                                          <p:attrName>ppt_y</p:attrName>
                                        </p:attrNameLst>
                                      </p:cBhvr>
                                      <p:tavLst>
                                        <p:tav tm="0">
                                          <p:val>
                                            <p:strVal val="0-#ppt_h/2"/>
                                          </p:val>
                                        </p:tav>
                                        <p:tav tm="100000">
                                          <p:val>
                                            <p:strVal val="#ppt_y"/>
                                          </p:val>
                                        </p:tav>
                                      </p:tavLst>
                                    </p:anim>
                                  </p:childTnLst>
                                </p:cTn>
                              </p:par>
                              <p:par>
                                <p:cTn id="44" presetID="2" presetClass="entr" presetSubtype="1" fill="hold" nodeType="withEffect">
                                  <p:stCondLst>
                                    <p:cond delay="500"/>
                                  </p:stCondLst>
                                  <p:childTnLst>
                                    <p:set>
                                      <p:cBhvr>
                                        <p:cTn id="45" dur="1" fill="hold">
                                          <p:stCondLst>
                                            <p:cond delay="0"/>
                                          </p:stCondLst>
                                        </p:cTn>
                                        <p:tgtEl>
                                          <p:spTgt spid="35"/>
                                        </p:tgtEl>
                                        <p:attrNameLst>
                                          <p:attrName>style.visibility</p:attrName>
                                        </p:attrNameLst>
                                      </p:cBhvr>
                                      <p:to>
                                        <p:strVal val="visible"/>
                                      </p:to>
                                    </p:set>
                                    <p:anim calcmode="lin" valueType="num">
                                      <p:cBhvr additive="base">
                                        <p:cTn id="46" dur="250" fill="hold"/>
                                        <p:tgtEl>
                                          <p:spTgt spid="35"/>
                                        </p:tgtEl>
                                        <p:attrNameLst>
                                          <p:attrName>ppt_x</p:attrName>
                                        </p:attrNameLst>
                                      </p:cBhvr>
                                      <p:tavLst>
                                        <p:tav tm="0">
                                          <p:val>
                                            <p:strVal val="#ppt_x"/>
                                          </p:val>
                                        </p:tav>
                                        <p:tav tm="100000">
                                          <p:val>
                                            <p:strVal val="#ppt_x"/>
                                          </p:val>
                                        </p:tav>
                                      </p:tavLst>
                                    </p:anim>
                                    <p:anim calcmode="lin" valueType="num">
                                      <p:cBhvr additive="base">
                                        <p:cTn id="47" dur="250" fill="hold"/>
                                        <p:tgtEl>
                                          <p:spTgt spid="35"/>
                                        </p:tgtEl>
                                        <p:attrNameLst>
                                          <p:attrName>ppt_y</p:attrName>
                                        </p:attrNameLst>
                                      </p:cBhvr>
                                      <p:tavLst>
                                        <p:tav tm="0">
                                          <p:val>
                                            <p:strVal val="0-#ppt_h/2"/>
                                          </p:val>
                                        </p:tav>
                                        <p:tav tm="100000">
                                          <p:val>
                                            <p:strVal val="#ppt_y"/>
                                          </p:val>
                                        </p:tav>
                                      </p:tavLst>
                                    </p:anim>
                                  </p:childTnLst>
                                </p:cTn>
                              </p:par>
                              <p:par>
                                <p:cTn id="48" presetID="2" presetClass="entr" presetSubtype="1" fill="hold" nodeType="withEffect">
                                  <p:stCondLst>
                                    <p:cond delay="500"/>
                                  </p:stCondLst>
                                  <p:childTnLst>
                                    <p:set>
                                      <p:cBhvr>
                                        <p:cTn id="49" dur="1" fill="hold">
                                          <p:stCondLst>
                                            <p:cond delay="0"/>
                                          </p:stCondLst>
                                        </p:cTn>
                                        <p:tgtEl>
                                          <p:spTgt spid="55"/>
                                        </p:tgtEl>
                                        <p:attrNameLst>
                                          <p:attrName>style.visibility</p:attrName>
                                        </p:attrNameLst>
                                      </p:cBhvr>
                                      <p:to>
                                        <p:strVal val="visible"/>
                                      </p:to>
                                    </p:set>
                                    <p:anim calcmode="lin" valueType="num">
                                      <p:cBhvr additive="base">
                                        <p:cTn id="50" dur="250" fill="hold"/>
                                        <p:tgtEl>
                                          <p:spTgt spid="55"/>
                                        </p:tgtEl>
                                        <p:attrNameLst>
                                          <p:attrName>ppt_x</p:attrName>
                                        </p:attrNameLst>
                                      </p:cBhvr>
                                      <p:tavLst>
                                        <p:tav tm="0">
                                          <p:val>
                                            <p:strVal val="#ppt_x"/>
                                          </p:val>
                                        </p:tav>
                                        <p:tav tm="100000">
                                          <p:val>
                                            <p:strVal val="#ppt_x"/>
                                          </p:val>
                                        </p:tav>
                                      </p:tavLst>
                                    </p:anim>
                                    <p:anim calcmode="lin" valueType="num">
                                      <p:cBhvr additive="base">
                                        <p:cTn id="51" dur="250" fill="hold"/>
                                        <p:tgtEl>
                                          <p:spTgt spid="55"/>
                                        </p:tgtEl>
                                        <p:attrNameLst>
                                          <p:attrName>ppt_y</p:attrName>
                                        </p:attrNameLst>
                                      </p:cBhvr>
                                      <p:tavLst>
                                        <p:tav tm="0">
                                          <p:val>
                                            <p:strVal val="0-#ppt_h/2"/>
                                          </p:val>
                                        </p:tav>
                                        <p:tav tm="100000">
                                          <p:val>
                                            <p:strVal val="#ppt_y"/>
                                          </p:val>
                                        </p:tav>
                                      </p:tavLst>
                                    </p:anim>
                                  </p:childTnLst>
                                </p:cTn>
                              </p:par>
                              <p:par>
                                <p:cTn id="52" presetID="2" presetClass="entr" presetSubtype="1" fill="hold" nodeType="withEffect">
                                  <p:stCondLst>
                                    <p:cond delay="750"/>
                                  </p:stCondLst>
                                  <p:childTnLst>
                                    <p:set>
                                      <p:cBhvr>
                                        <p:cTn id="53" dur="1" fill="hold">
                                          <p:stCondLst>
                                            <p:cond delay="0"/>
                                          </p:stCondLst>
                                        </p:cTn>
                                        <p:tgtEl>
                                          <p:spTgt spid="56"/>
                                        </p:tgtEl>
                                        <p:attrNameLst>
                                          <p:attrName>style.visibility</p:attrName>
                                        </p:attrNameLst>
                                      </p:cBhvr>
                                      <p:to>
                                        <p:strVal val="visible"/>
                                      </p:to>
                                    </p:set>
                                    <p:anim calcmode="lin" valueType="num">
                                      <p:cBhvr additive="base">
                                        <p:cTn id="54" dur="250" fill="hold"/>
                                        <p:tgtEl>
                                          <p:spTgt spid="56"/>
                                        </p:tgtEl>
                                        <p:attrNameLst>
                                          <p:attrName>ppt_x</p:attrName>
                                        </p:attrNameLst>
                                      </p:cBhvr>
                                      <p:tavLst>
                                        <p:tav tm="0">
                                          <p:val>
                                            <p:strVal val="#ppt_x"/>
                                          </p:val>
                                        </p:tav>
                                        <p:tav tm="100000">
                                          <p:val>
                                            <p:strVal val="#ppt_x"/>
                                          </p:val>
                                        </p:tav>
                                      </p:tavLst>
                                    </p:anim>
                                    <p:anim calcmode="lin" valueType="num">
                                      <p:cBhvr additive="base">
                                        <p:cTn id="55" dur="250" fill="hold"/>
                                        <p:tgtEl>
                                          <p:spTgt spid="56"/>
                                        </p:tgtEl>
                                        <p:attrNameLst>
                                          <p:attrName>ppt_y</p:attrName>
                                        </p:attrNameLst>
                                      </p:cBhvr>
                                      <p:tavLst>
                                        <p:tav tm="0">
                                          <p:val>
                                            <p:strVal val="0-#ppt_h/2"/>
                                          </p:val>
                                        </p:tav>
                                        <p:tav tm="100000">
                                          <p:val>
                                            <p:strVal val="#ppt_y"/>
                                          </p:val>
                                        </p:tav>
                                      </p:tavLst>
                                    </p:anim>
                                  </p:childTnLst>
                                </p:cTn>
                              </p:par>
                            </p:childTnLst>
                          </p:cTn>
                        </p:par>
                      </p:childTnLst>
                    </p:cTn>
                  </p:par>
                  <p:par>
                    <p:cTn id="56" fill="hold">
                      <p:stCondLst>
                        <p:cond delay="indefinite"/>
                      </p:stCondLst>
                      <p:childTnLst>
                        <p:par>
                          <p:cTn id="57" fill="hold">
                            <p:stCondLst>
                              <p:cond delay="0"/>
                            </p:stCondLst>
                            <p:childTnLst>
                              <p:par>
                                <p:cTn id="58" presetID="1" presetClass="mediacall" presetSubtype="0" fill="hold" nodeType="clickEffect">
                                  <p:stCondLst>
                                    <p:cond delay="0"/>
                                  </p:stCondLst>
                                  <p:childTnLst>
                                    <p:cmd type="call" cmd="playFrom(0.0)">
                                      <p:cBhvr>
                                        <p:cTn id="59" dur="417" fill="hold"/>
                                        <p:tgtEl>
                                          <p:spTgt spid="50"/>
                                        </p:tgtEl>
                                      </p:cBhvr>
                                    </p:cmd>
                                  </p:childTnLst>
                                </p:cTn>
                              </p:par>
                            </p:childTnLst>
                          </p:cTn>
                        </p:par>
                        <p:par>
                          <p:cTn id="60" fill="hold">
                            <p:stCondLst>
                              <p:cond delay="417"/>
                            </p:stCondLst>
                            <p:childTnLst>
                              <p:par>
                                <p:cTn id="61" presetID="1" presetClass="mediacall" presetSubtype="0" fill="hold" nodeType="afterEffect">
                                  <p:stCondLst>
                                    <p:cond delay="0"/>
                                  </p:stCondLst>
                                  <p:childTnLst>
                                    <p:cmd type="call" cmd="playFrom(0.0)">
                                      <p:cBhvr>
                                        <p:cTn id="62" dur="1152" fill="hold"/>
                                        <p:tgtEl>
                                          <p:spTgt spid="27"/>
                                        </p:tgtEl>
                                      </p:cBhvr>
                                    </p:cmd>
                                  </p:childTnLst>
                                </p:cTn>
                              </p:par>
                              <p:par>
                                <p:cTn id="63" presetID="2" presetClass="entr" presetSubtype="1" fill="hold" nodeType="withEffect">
                                  <p:stCondLst>
                                    <p:cond delay="0"/>
                                  </p:stCondLst>
                                  <p:childTnLst>
                                    <p:set>
                                      <p:cBhvr>
                                        <p:cTn id="64" dur="1" fill="hold">
                                          <p:stCondLst>
                                            <p:cond delay="0"/>
                                          </p:stCondLst>
                                        </p:cTn>
                                        <p:tgtEl>
                                          <p:spTgt spid="58"/>
                                        </p:tgtEl>
                                        <p:attrNameLst>
                                          <p:attrName>style.visibility</p:attrName>
                                        </p:attrNameLst>
                                      </p:cBhvr>
                                      <p:to>
                                        <p:strVal val="visible"/>
                                      </p:to>
                                    </p:set>
                                    <p:anim calcmode="lin" valueType="num">
                                      <p:cBhvr additive="base">
                                        <p:cTn id="65" dur="250" fill="hold"/>
                                        <p:tgtEl>
                                          <p:spTgt spid="58"/>
                                        </p:tgtEl>
                                        <p:attrNameLst>
                                          <p:attrName>ppt_x</p:attrName>
                                        </p:attrNameLst>
                                      </p:cBhvr>
                                      <p:tavLst>
                                        <p:tav tm="0">
                                          <p:val>
                                            <p:strVal val="#ppt_x"/>
                                          </p:val>
                                        </p:tav>
                                        <p:tav tm="100000">
                                          <p:val>
                                            <p:strVal val="#ppt_x"/>
                                          </p:val>
                                        </p:tav>
                                      </p:tavLst>
                                    </p:anim>
                                    <p:anim calcmode="lin" valueType="num">
                                      <p:cBhvr additive="base">
                                        <p:cTn id="66" dur="250" fill="hold"/>
                                        <p:tgtEl>
                                          <p:spTgt spid="58"/>
                                        </p:tgtEl>
                                        <p:attrNameLst>
                                          <p:attrName>ppt_y</p:attrName>
                                        </p:attrNameLst>
                                      </p:cBhvr>
                                      <p:tavLst>
                                        <p:tav tm="0">
                                          <p:val>
                                            <p:strVal val="0-#ppt_h/2"/>
                                          </p:val>
                                        </p:tav>
                                        <p:tav tm="100000">
                                          <p:val>
                                            <p:strVal val="#ppt_y"/>
                                          </p:val>
                                        </p:tav>
                                      </p:tavLst>
                                    </p:anim>
                                  </p:childTnLst>
                                </p:cTn>
                              </p:par>
                              <p:par>
                                <p:cTn id="67" presetID="2" presetClass="entr" presetSubtype="1" fill="hold" nodeType="withEffect">
                                  <p:stCondLst>
                                    <p:cond delay="0"/>
                                  </p:stCondLst>
                                  <p:childTnLst>
                                    <p:set>
                                      <p:cBhvr>
                                        <p:cTn id="68" dur="1" fill="hold">
                                          <p:stCondLst>
                                            <p:cond delay="0"/>
                                          </p:stCondLst>
                                        </p:cTn>
                                        <p:tgtEl>
                                          <p:spTgt spid="63"/>
                                        </p:tgtEl>
                                        <p:attrNameLst>
                                          <p:attrName>style.visibility</p:attrName>
                                        </p:attrNameLst>
                                      </p:cBhvr>
                                      <p:to>
                                        <p:strVal val="visible"/>
                                      </p:to>
                                    </p:set>
                                    <p:anim calcmode="lin" valueType="num">
                                      <p:cBhvr additive="base">
                                        <p:cTn id="69" dur="250" fill="hold"/>
                                        <p:tgtEl>
                                          <p:spTgt spid="63"/>
                                        </p:tgtEl>
                                        <p:attrNameLst>
                                          <p:attrName>ppt_x</p:attrName>
                                        </p:attrNameLst>
                                      </p:cBhvr>
                                      <p:tavLst>
                                        <p:tav tm="0">
                                          <p:val>
                                            <p:strVal val="#ppt_x"/>
                                          </p:val>
                                        </p:tav>
                                        <p:tav tm="100000">
                                          <p:val>
                                            <p:strVal val="#ppt_x"/>
                                          </p:val>
                                        </p:tav>
                                      </p:tavLst>
                                    </p:anim>
                                    <p:anim calcmode="lin" valueType="num">
                                      <p:cBhvr additive="base">
                                        <p:cTn id="70" dur="250" fill="hold"/>
                                        <p:tgtEl>
                                          <p:spTgt spid="63"/>
                                        </p:tgtEl>
                                        <p:attrNameLst>
                                          <p:attrName>ppt_y</p:attrName>
                                        </p:attrNameLst>
                                      </p:cBhvr>
                                      <p:tavLst>
                                        <p:tav tm="0">
                                          <p:val>
                                            <p:strVal val="0-#ppt_h/2"/>
                                          </p:val>
                                        </p:tav>
                                        <p:tav tm="100000">
                                          <p:val>
                                            <p:strVal val="#ppt_y"/>
                                          </p:val>
                                        </p:tav>
                                      </p:tavLst>
                                    </p:anim>
                                  </p:childTnLst>
                                </p:cTn>
                              </p:par>
                              <p:par>
                                <p:cTn id="71" presetID="2" presetClass="entr" presetSubtype="1" fill="hold" nodeType="withEffect">
                                  <p:stCondLst>
                                    <p:cond delay="0"/>
                                  </p:stCondLst>
                                  <p:childTnLst>
                                    <p:set>
                                      <p:cBhvr>
                                        <p:cTn id="72" dur="1" fill="hold">
                                          <p:stCondLst>
                                            <p:cond delay="0"/>
                                          </p:stCondLst>
                                        </p:cTn>
                                        <p:tgtEl>
                                          <p:spTgt spid="72"/>
                                        </p:tgtEl>
                                        <p:attrNameLst>
                                          <p:attrName>style.visibility</p:attrName>
                                        </p:attrNameLst>
                                      </p:cBhvr>
                                      <p:to>
                                        <p:strVal val="visible"/>
                                      </p:to>
                                    </p:set>
                                    <p:anim calcmode="lin" valueType="num">
                                      <p:cBhvr additive="base">
                                        <p:cTn id="73" dur="250" fill="hold"/>
                                        <p:tgtEl>
                                          <p:spTgt spid="72"/>
                                        </p:tgtEl>
                                        <p:attrNameLst>
                                          <p:attrName>ppt_x</p:attrName>
                                        </p:attrNameLst>
                                      </p:cBhvr>
                                      <p:tavLst>
                                        <p:tav tm="0">
                                          <p:val>
                                            <p:strVal val="#ppt_x"/>
                                          </p:val>
                                        </p:tav>
                                        <p:tav tm="100000">
                                          <p:val>
                                            <p:strVal val="#ppt_x"/>
                                          </p:val>
                                        </p:tav>
                                      </p:tavLst>
                                    </p:anim>
                                    <p:anim calcmode="lin" valueType="num">
                                      <p:cBhvr additive="base">
                                        <p:cTn id="74" dur="250" fill="hold"/>
                                        <p:tgtEl>
                                          <p:spTgt spid="72"/>
                                        </p:tgtEl>
                                        <p:attrNameLst>
                                          <p:attrName>ppt_y</p:attrName>
                                        </p:attrNameLst>
                                      </p:cBhvr>
                                      <p:tavLst>
                                        <p:tav tm="0">
                                          <p:val>
                                            <p:strVal val="0-#ppt_h/2"/>
                                          </p:val>
                                        </p:tav>
                                        <p:tav tm="100000">
                                          <p:val>
                                            <p:strVal val="#ppt_y"/>
                                          </p:val>
                                        </p:tav>
                                      </p:tavLst>
                                    </p:anim>
                                  </p:childTnLst>
                                </p:cTn>
                              </p:par>
                              <p:par>
                                <p:cTn id="75" presetID="2" presetClass="entr" presetSubtype="1" fill="hold" nodeType="withEffect">
                                  <p:stCondLst>
                                    <p:cond delay="0"/>
                                  </p:stCondLst>
                                  <p:childTnLst>
                                    <p:set>
                                      <p:cBhvr>
                                        <p:cTn id="76" dur="1" fill="hold">
                                          <p:stCondLst>
                                            <p:cond delay="0"/>
                                          </p:stCondLst>
                                        </p:cTn>
                                        <p:tgtEl>
                                          <p:spTgt spid="79"/>
                                        </p:tgtEl>
                                        <p:attrNameLst>
                                          <p:attrName>style.visibility</p:attrName>
                                        </p:attrNameLst>
                                      </p:cBhvr>
                                      <p:to>
                                        <p:strVal val="visible"/>
                                      </p:to>
                                    </p:set>
                                    <p:anim calcmode="lin" valueType="num">
                                      <p:cBhvr additive="base">
                                        <p:cTn id="77" dur="250" fill="hold"/>
                                        <p:tgtEl>
                                          <p:spTgt spid="79"/>
                                        </p:tgtEl>
                                        <p:attrNameLst>
                                          <p:attrName>ppt_x</p:attrName>
                                        </p:attrNameLst>
                                      </p:cBhvr>
                                      <p:tavLst>
                                        <p:tav tm="0">
                                          <p:val>
                                            <p:strVal val="#ppt_x"/>
                                          </p:val>
                                        </p:tav>
                                        <p:tav tm="100000">
                                          <p:val>
                                            <p:strVal val="#ppt_x"/>
                                          </p:val>
                                        </p:tav>
                                      </p:tavLst>
                                    </p:anim>
                                    <p:anim calcmode="lin" valueType="num">
                                      <p:cBhvr additive="base">
                                        <p:cTn id="78" dur="250" fill="hold"/>
                                        <p:tgtEl>
                                          <p:spTgt spid="79"/>
                                        </p:tgtEl>
                                        <p:attrNameLst>
                                          <p:attrName>ppt_y</p:attrName>
                                        </p:attrNameLst>
                                      </p:cBhvr>
                                      <p:tavLst>
                                        <p:tav tm="0">
                                          <p:val>
                                            <p:strVal val="0-#ppt_h/2"/>
                                          </p:val>
                                        </p:tav>
                                        <p:tav tm="100000">
                                          <p:val>
                                            <p:strVal val="#ppt_y"/>
                                          </p:val>
                                        </p:tav>
                                      </p:tavLst>
                                    </p:anim>
                                  </p:childTnLst>
                                </p:cTn>
                              </p:par>
                              <p:par>
                                <p:cTn id="79" presetID="2" presetClass="entr" presetSubtype="1" fill="hold" nodeType="withEffect">
                                  <p:stCondLst>
                                    <p:cond delay="250"/>
                                  </p:stCondLst>
                                  <p:childTnLst>
                                    <p:set>
                                      <p:cBhvr>
                                        <p:cTn id="80" dur="1" fill="hold">
                                          <p:stCondLst>
                                            <p:cond delay="0"/>
                                          </p:stCondLst>
                                        </p:cTn>
                                        <p:tgtEl>
                                          <p:spTgt spid="59"/>
                                        </p:tgtEl>
                                        <p:attrNameLst>
                                          <p:attrName>style.visibility</p:attrName>
                                        </p:attrNameLst>
                                      </p:cBhvr>
                                      <p:to>
                                        <p:strVal val="visible"/>
                                      </p:to>
                                    </p:set>
                                    <p:anim calcmode="lin" valueType="num">
                                      <p:cBhvr additive="base">
                                        <p:cTn id="81" dur="250" fill="hold"/>
                                        <p:tgtEl>
                                          <p:spTgt spid="59"/>
                                        </p:tgtEl>
                                        <p:attrNameLst>
                                          <p:attrName>ppt_x</p:attrName>
                                        </p:attrNameLst>
                                      </p:cBhvr>
                                      <p:tavLst>
                                        <p:tav tm="0">
                                          <p:val>
                                            <p:strVal val="#ppt_x"/>
                                          </p:val>
                                        </p:tav>
                                        <p:tav tm="100000">
                                          <p:val>
                                            <p:strVal val="#ppt_x"/>
                                          </p:val>
                                        </p:tav>
                                      </p:tavLst>
                                    </p:anim>
                                    <p:anim calcmode="lin" valueType="num">
                                      <p:cBhvr additive="base">
                                        <p:cTn id="82" dur="250" fill="hold"/>
                                        <p:tgtEl>
                                          <p:spTgt spid="59"/>
                                        </p:tgtEl>
                                        <p:attrNameLst>
                                          <p:attrName>ppt_y</p:attrName>
                                        </p:attrNameLst>
                                      </p:cBhvr>
                                      <p:tavLst>
                                        <p:tav tm="0">
                                          <p:val>
                                            <p:strVal val="0-#ppt_h/2"/>
                                          </p:val>
                                        </p:tav>
                                        <p:tav tm="100000">
                                          <p:val>
                                            <p:strVal val="#ppt_y"/>
                                          </p:val>
                                        </p:tav>
                                      </p:tavLst>
                                    </p:anim>
                                  </p:childTnLst>
                                </p:cTn>
                              </p:par>
                              <p:par>
                                <p:cTn id="83" presetID="2" presetClass="entr" presetSubtype="1" fill="hold" nodeType="withEffect">
                                  <p:stCondLst>
                                    <p:cond delay="250"/>
                                  </p:stCondLst>
                                  <p:childTnLst>
                                    <p:set>
                                      <p:cBhvr>
                                        <p:cTn id="84" dur="1" fill="hold">
                                          <p:stCondLst>
                                            <p:cond delay="0"/>
                                          </p:stCondLst>
                                        </p:cTn>
                                        <p:tgtEl>
                                          <p:spTgt spid="64"/>
                                        </p:tgtEl>
                                        <p:attrNameLst>
                                          <p:attrName>style.visibility</p:attrName>
                                        </p:attrNameLst>
                                      </p:cBhvr>
                                      <p:to>
                                        <p:strVal val="visible"/>
                                      </p:to>
                                    </p:set>
                                    <p:anim calcmode="lin" valueType="num">
                                      <p:cBhvr additive="base">
                                        <p:cTn id="85" dur="250" fill="hold"/>
                                        <p:tgtEl>
                                          <p:spTgt spid="64"/>
                                        </p:tgtEl>
                                        <p:attrNameLst>
                                          <p:attrName>ppt_x</p:attrName>
                                        </p:attrNameLst>
                                      </p:cBhvr>
                                      <p:tavLst>
                                        <p:tav tm="0">
                                          <p:val>
                                            <p:strVal val="#ppt_x"/>
                                          </p:val>
                                        </p:tav>
                                        <p:tav tm="100000">
                                          <p:val>
                                            <p:strVal val="#ppt_x"/>
                                          </p:val>
                                        </p:tav>
                                      </p:tavLst>
                                    </p:anim>
                                    <p:anim calcmode="lin" valueType="num">
                                      <p:cBhvr additive="base">
                                        <p:cTn id="86" dur="250" fill="hold"/>
                                        <p:tgtEl>
                                          <p:spTgt spid="64"/>
                                        </p:tgtEl>
                                        <p:attrNameLst>
                                          <p:attrName>ppt_y</p:attrName>
                                        </p:attrNameLst>
                                      </p:cBhvr>
                                      <p:tavLst>
                                        <p:tav tm="0">
                                          <p:val>
                                            <p:strVal val="0-#ppt_h/2"/>
                                          </p:val>
                                        </p:tav>
                                        <p:tav tm="100000">
                                          <p:val>
                                            <p:strVal val="#ppt_y"/>
                                          </p:val>
                                        </p:tav>
                                      </p:tavLst>
                                    </p:anim>
                                  </p:childTnLst>
                                </p:cTn>
                              </p:par>
                              <p:par>
                                <p:cTn id="87" presetID="2" presetClass="entr" presetSubtype="1" fill="hold" nodeType="withEffect">
                                  <p:stCondLst>
                                    <p:cond delay="250"/>
                                  </p:stCondLst>
                                  <p:childTnLst>
                                    <p:set>
                                      <p:cBhvr>
                                        <p:cTn id="88" dur="1" fill="hold">
                                          <p:stCondLst>
                                            <p:cond delay="0"/>
                                          </p:stCondLst>
                                        </p:cTn>
                                        <p:tgtEl>
                                          <p:spTgt spid="73"/>
                                        </p:tgtEl>
                                        <p:attrNameLst>
                                          <p:attrName>style.visibility</p:attrName>
                                        </p:attrNameLst>
                                      </p:cBhvr>
                                      <p:to>
                                        <p:strVal val="visible"/>
                                      </p:to>
                                    </p:set>
                                    <p:anim calcmode="lin" valueType="num">
                                      <p:cBhvr additive="base">
                                        <p:cTn id="89" dur="250" fill="hold"/>
                                        <p:tgtEl>
                                          <p:spTgt spid="73"/>
                                        </p:tgtEl>
                                        <p:attrNameLst>
                                          <p:attrName>ppt_x</p:attrName>
                                        </p:attrNameLst>
                                      </p:cBhvr>
                                      <p:tavLst>
                                        <p:tav tm="0">
                                          <p:val>
                                            <p:strVal val="#ppt_x"/>
                                          </p:val>
                                        </p:tav>
                                        <p:tav tm="100000">
                                          <p:val>
                                            <p:strVal val="#ppt_x"/>
                                          </p:val>
                                        </p:tav>
                                      </p:tavLst>
                                    </p:anim>
                                    <p:anim calcmode="lin" valueType="num">
                                      <p:cBhvr additive="base">
                                        <p:cTn id="90" dur="250" fill="hold"/>
                                        <p:tgtEl>
                                          <p:spTgt spid="73"/>
                                        </p:tgtEl>
                                        <p:attrNameLst>
                                          <p:attrName>ppt_y</p:attrName>
                                        </p:attrNameLst>
                                      </p:cBhvr>
                                      <p:tavLst>
                                        <p:tav tm="0">
                                          <p:val>
                                            <p:strVal val="0-#ppt_h/2"/>
                                          </p:val>
                                        </p:tav>
                                        <p:tav tm="100000">
                                          <p:val>
                                            <p:strVal val="#ppt_y"/>
                                          </p:val>
                                        </p:tav>
                                      </p:tavLst>
                                    </p:anim>
                                  </p:childTnLst>
                                </p:cTn>
                              </p:par>
                              <p:par>
                                <p:cTn id="91" presetID="2" presetClass="entr" presetSubtype="1" fill="hold" nodeType="withEffect">
                                  <p:stCondLst>
                                    <p:cond delay="250"/>
                                  </p:stCondLst>
                                  <p:childTnLst>
                                    <p:set>
                                      <p:cBhvr>
                                        <p:cTn id="92" dur="1" fill="hold">
                                          <p:stCondLst>
                                            <p:cond delay="0"/>
                                          </p:stCondLst>
                                        </p:cTn>
                                        <p:tgtEl>
                                          <p:spTgt spid="80"/>
                                        </p:tgtEl>
                                        <p:attrNameLst>
                                          <p:attrName>style.visibility</p:attrName>
                                        </p:attrNameLst>
                                      </p:cBhvr>
                                      <p:to>
                                        <p:strVal val="visible"/>
                                      </p:to>
                                    </p:set>
                                    <p:anim calcmode="lin" valueType="num">
                                      <p:cBhvr additive="base">
                                        <p:cTn id="93" dur="250" fill="hold"/>
                                        <p:tgtEl>
                                          <p:spTgt spid="80"/>
                                        </p:tgtEl>
                                        <p:attrNameLst>
                                          <p:attrName>ppt_x</p:attrName>
                                        </p:attrNameLst>
                                      </p:cBhvr>
                                      <p:tavLst>
                                        <p:tav tm="0">
                                          <p:val>
                                            <p:strVal val="#ppt_x"/>
                                          </p:val>
                                        </p:tav>
                                        <p:tav tm="100000">
                                          <p:val>
                                            <p:strVal val="#ppt_x"/>
                                          </p:val>
                                        </p:tav>
                                      </p:tavLst>
                                    </p:anim>
                                    <p:anim calcmode="lin" valueType="num">
                                      <p:cBhvr additive="base">
                                        <p:cTn id="94" dur="250" fill="hold"/>
                                        <p:tgtEl>
                                          <p:spTgt spid="80"/>
                                        </p:tgtEl>
                                        <p:attrNameLst>
                                          <p:attrName>ppt_y</p:attrName>
                                        </p:attrNameLst>
                                      </p:cBhvr>
                                      <p:tavLst>
                                        <p:tav tm="0">
                                          <p:val>
                                            <p:strVal val="0-#ppt_h/2"/>
                                          </p:val>
                                        </p:tav>
                                        <p:tav tm="100000">
                                          <p:val>
                                            <p:strVal val="#ppt_y"/>
                                          </p:val>
                                        </p:tav>
                                      </p:tavLst>
                                    </p:anim>
                                  </p:childTnLst>
                                </p:cTn>
                              </p:par>
                              <p:par>
                                <p:cTn id="95" presetID="2" presetClass="entr" presetSubtype="1" fill="hold" nodeType="withEffect">
                                  <p:stCondLst>
                                    <p:cond delay="500"/>
                                  </p:stCondLst>
                                  <p:childTnLst>
                                    <p:set>
                                      <p:cBhvr>
                                        <p:cTn id="96" dur="1" fill="hold">
                                          <p:stCondLst>
                                            <p:cond delay="0"/>
                                          </p:stCondLst>
                                        </p:cTn>
                                        <p:tgtEl>
                                          <p:spTgt spid="65"/>
                                        </p:tgtEl>
                                        <p:attrNameLst>
                                          <p:attrName>style.visibility</p:attrName>
                                        </p:attrNameLst>
                                      </p:cBhvr>
                                      <p:to>
                                        <p:strVal val="visible"/>
                                      </p:to>
                                    </p:set>
                                    <p:anim calcmode="lin" valueType="num">
                                      <p:cBhvr additive="base">
                                        <p:cTn id="97" dur="250" fill="hold"/>
                                        <p:tgtEl>
                                          <p:spTgt spid="65"/>
                                        </p:tgtEl>
                                        <p:attrNameLst>
                                          <p:attrName>ppt_x</p:attrName>
                                        </p:attrNameLst>
                                      </p:cBhvr>
                                      <p:tavLst>
                                        <p:tav tm="0">
                                          <p:val>
                                            <p:strVal val="#ppt_x"/>
                                          </p:val>
                                        </p:tav>
                                        <p:tav tm="100000">
                                          <p:val>
                                            <p:strVal val="#ppt_x"/>
                                          </p:val>
                                        </p:tav>
                                      </p:tavLst>
                                    </p:anim>
                                    <p:anim calcmode="lin" valueType="num">
                                      <p:cBhvr additive="base">
                                        <p:cTn id="98" dur="250" fill="hold"/>
                                        <p:tgtEl>
                                          <p:spTgt spid="65"/>
                                        </p:tgtEl>
                                        <p:attrNameLst>
                                          <p:attrName>ppt_y</p:attrName>
                                        </p:attrNameLst>
                                      </p:cBhvr>
                                      <p:tavLst>
                                        <p:tav tm="0">
                                          <p:val>
                                            <p:strVal val="0-#ppt_h/2"/>
                                          </p:val>
                                        </p:tav>
                                        <p:tav tm="100000">
                                          <p:val>
                                            <p:strVal val="#ppt_y"/>
                                          </p:val>
                                        </p:tav>
                                      </p:tavLst>
                                    </p:anim>
                                  </p:childTnLst>
                                </p:cTn>
                              </p:par>
                              <p:par>
                                <p:cTn id="99" presetID="2" presetClass="entr" presetSubtype="1" fill="hold" nodeType="withEffect">
                                  <p:stCondLst>
                                    <p:cond delay="500"/>
                                  </p:stCondLst>
                                  <p:childTnLst>
                                    <p:set>
                                      <p:cBhvr>
                                        <p:cTn id="100" dur="1" fill="hold">
                                          <p:stCondLst>
                                            <p:cond delay="0"/>
                                          </p:stCondLst>
                                        </p:cTn>
                                        <p:tgtEl>
                                          <p:spTgt spid="74"/>
                                        </p:tgtEl>
                                        <p:attrNameLst>
                                          <p:attrName>style.visibility</p:attrName>
                                        </p:attrNameLst>
                                      </p:cBhvr>
                                      <p:to>
                                        <p:strVal val="visible"/>
                                      </p:to>
                                    </p:set>
                                    <p:anim calcmode="lin" valueType="num">
                                      <p:cBhvr additive="base">
                                        <p:cTn id="101" dur="250" fill="hold"/>
                                        <p:tgtEl>
                                          <p:spTgt spid="74"/>
                                        </p:tgtEl>
                                        <p:attrNameLst>
                                          <p:attrName>ppt_x</p:attrName>
                                        </p:attrNameLst>
                                      </p:cBhvr>
                                      <p:tavLst>
                                        <p:tav tm="0">
                                          <p:val>
                                            <p:strVal val="#ppt_x"/>
                                          </p:val>
                                        </p:tav>
                                        <p:tav tm="100000">
                                          <p:val>
                                            <p:strVal val="#ppt_x"/>
                                          </p:val>
                                        </p:tav>
                                      </p:tavLst>
                                    </p:anim>
                                    <p:anim calcmode="lin" valueType="num">
                                      <p:cBhvr additive="base">
                                        <p:cTn id="102" dur="250" fill="hold"/>
                                        <p:tgtEl>
                                          <p:spTgt spid="74"/>
                                        </p:tgtEl>
                                        <p:attrNameLst>
                                          <p:attrName>ppt_y</p:attrName>
                                        </p:attrNameLst>
                                      </p:cBhvr>
                                      <p:tavLst>
                                        <p:tav tm="0">
                                          <p:val>
                                            <p:strVal val="0-#ppt_h/2"/>
                                          </p:val>
                                        </p:tav>
                                        <p:tav tm="100000">
                                          <p:val>
                                            <p:strVal val="#ppt_y"/>
                                          </p:val>
                                        </p:tav>
                                      </p:tavLst>
                                    </p:anim>
                                  </p:childTnLst>
                                </p:cTn>
                              </p:par>
                              <p:par>
                                <p:cTn id="103" presetID="2" presetClass="entr" presetSubtype="1" fill="hold" nodeType="withEffect">
                                  <p:stCondLst>
                                    <p:cond delay="500"/>
                                  </p:stCondLst>
                                  <p:childTnLst>
                                    <p:set>
                                      <p:cBhvr>
                                        <p:cTn id="104" dur="1" fill="hold">
                                          <p:stCondLst>
                                            <p:cond delay="0"/>
                                          </p:stCondLst>
                                        </p:cTn>
                                        <p:tgtEl>
                                          <p:spTgt spid="81"/>
                                        </p:tgtEl>
                                        <p:attrNameLst>
                                          <p:attrName>style.visibility</p:attrName>
                                        </p:attrNameLst>
                                      </p:cBhvr>
                                      <p:to>
                                        <p:strVal val="visible"/>
                                      </p:to>
                                    </p:set>
                                    <p:anim calcmode="lin" valueType="num">
                                      <p:cBhvr additive="base">
                                        <p:cTn id="105" dur="250" fill="hold"/>
                                        <p:tgtEl>
                                          <p:spTgt spid="81"/>
                                        </p:tgtEl>
                                        <p:attrNameLst>
                                          <p:attrName>ppt_x</p:attrName>
                                        </p:attrNameLst>
                                      </p:cBhvr>
                                      <p:tavLst>
                                        <p:tav tm="0">
                                          <p:val>
                                            <p:strVal val="#ppt_x"/>
                                          </p:val>
                                        </p:tav>
                                        <p:tav tm="100000">
                                          <p:val>
                                            <p:strVal val="#ppt_x"/>
                                          </p:val>
                                        </p:tav>
                                      </p:tavLst>
                                    </p:anim>
                                    <p:anim calcmode="lin" valueType="num">
                                      <p:cBhvr additive="base">
                                        <p:cTn id="106" dur="250" fill="hold"/>
                                        <p:tgtEl>
                                          <p:spTgt spid="81"/>
                                        </p:tgtEl>
                                        <p:attrNameLst>
                                          <p:attrName>ppt_y</p:attrName>
                                        </p:attrNameLst>
                                      </p:cBhvr>
                                      <p:tavLst>
                                        <p:tav tm="0">
                                          <p:val>
                                            <p:strVal val="0-#ppt_h/2"/>
                                          </p:val>
                                        </p:tav>
                                        <p:tav tm="100000">
                                          <p:val>
                                            <p:strVal val="#ppt_y"/>
                                          </p:val>
                                        </p:tav>
                                      </p:tavLst>
                                    </p:anim>
                                  </p:childTnLst>
                                </p:cTn>
                              </p:par>
                              <p:par>
                                <p:cTn id="107" presetID="2" presetClass="entr" presetSubtype="1" fill="hold" nodeType="withEffect">
                                  <p:stCondLst>
                                    <p:cond delay="750"/>
                                  </p:stCondLst>
                                  <p:childTnLst>
                                    <p:set>
                                      <p:cBhvr>
                                        <p:cTn id="108" dur="1" fill="hold">
                                          <p:stCondLst>
                                            <p:cond delay="0"/>
                                          </p:stCondLst>
                                        </p:cTn>
                                        <p:tgtEl>
                                          <p:spTgt spid="70"/>
                                        </p:tgtEl>
                                        <p:attrNameLst>
                                          <p:attrName>style.visibility</p:attrName>
                                        </p:attrNameLst>
                                      </p:cBhvr>
                                      <p:to>
                                        <p:strVal val="visible"/>
                                      </p:to>
                                    </p:set>
                                    <p:anim calcmode="lin" valueType="num">
                                      <p:cBhvr additive="base">
                                        <p:cTn id="109" dur="250" fill="hold"/>
                                        <p:tgtEl>
                                          <p:spTgt spid="70"/>
                                        </p:tgtEl>
                                        <p:attrNameLst>
                                          <p:attrName>ppt_x</p:attrName>
                                        </p:attrNameLst>
                                      </p:cBhvr>
                                      <p:tavLst>
                                        <p:tav tm="0">
                                          <p:val>
                                            <p:strVal val="#ppt_x"/>
                                          </p:val>
                                        </p:tav>
                                        <p:tav tm="100000">
                                          <p:val>
                                            <p:strVal val="#ppt_x"/>
                                          </p:val>
                                        </p:tav>
                                      </p:tavLst>
                                    </p:anim>
                                    <p:anim calcmode="lin" valueType="num">
                                      <p:cBhvr additive="base">
                                        <p:cTn id="110" dur="250" fill="hold"/>
                                        <p:tgtEl>
                                          <p:spTgt spid="70"/>
                                        </p:tgtEl>
                                        <p:attrNameLst>
                                          <p:attrName>ppt_y</p:attrName>
                                        </p:attrNameLst>
                                      </p:cBhvr>
                                      <p:tavLst>
                                        <p:tav tm="0">
                                          <p:val>
                                            <p:strVal val="0-#ppt_h/2"/>
                                          </p:val>
                                        </p:tav>
                                        <p:tav tm="100000">
                                          <p:val>
                                            <p:strVal val="#ppt_y"/>
                                          </p:val>
                                        </p:tav>
                                      </p:tavLst>
                                    </p:anim>
                                  </p:childTnLst>
                                </p:cTn>
                              </p:par>
                              <p:par>
                                <p:cTn id="111" presetID="2" presetClass="entr" presetSubtype="1" fill="hold" nodeType="withEffect">
                                  <p:stCondLst>
                                    <p:cond delay="750"/>
                                  </p:stCondLst>
                                  <p:childTnLst>
                                    <p:set>
                                      <p:cBhvr>
                                        <p:cTn id="112" dur="1" fill="hold">
                                          <p:stCondLst>
                                            <p:cond delay="0"/>
                                          </p:stCondLst>
                                        </p:cTn>
                                        <p:tgtEl>
                                          <p:spTgt spid="75"/>
                                        </p:tgtEl>
                                        <p:attrNameLst>
                                          <p:attrName>style.visibility</p:attrName>
                                        </p:attrNameLst>
                                      </p:cBhvr>
                                      <p:to>
                                        <p:strVal val="visible"/>
                                      </p:to>
                                    </p:set>
                                    <p:anim calcmode="lin" valueType="num">
                                      <p:cBhvr additive="base">
                                        <p:cTn id="113" dur="250" fill="hold"/>
                                        <p:tgtEl>
                                          <p:spTgt spid="75"/>
                                        </p:tgtEl>
                                        <p:attrNameLst>
                                          <p:attrName>ppt_x</p:attrName>
                                        </p:attrNameLst>
                                      </p:cBhvr>
                                      <p:tavLst>
                                        <p:tav tm="0">
                                          <p:val>
                                            <p:strVal val="#ppt_x"/>
                                          </p:val>
                                        </p:tav>
                                        <p:tav tm="100000">
                                          <p:val>
                                            <p:strVal val="#ppt_x"/>
                                          </p:val>
                                        </p:tav>
                                      </p:tavLst>
                                    </p:anim>
                                    <p:anim calcmode="lin" valueType="num">
                                      <p:cBhvr additive="base">
                                        <p:cTn id="114" dur="250" fill="hold"/>
                                        <p:tgtEl>
                                          <p:spTgt spid="75"/>
                                        </p:tgtEl>
                                        <p:attrNameLst>
                                          <p:attrName>ppt_y</p:attrName>
                                        </p:attrNameLst>
                                      </p:cBhvr>
                                      <p:tavLst>
                                        <p:tav tm="0">
                                          <p:val>
                                            <p:strVal val="0-#ppt_h/2"/>
                                          </p:val>
                                        </p:tav>
                                        <p:tav tm="100000">
                                          <p:val>
                                            <p:strVal val="#ppt_y"/>
                                          </p:val>
                                        </p:tav>
                                      </p:tavLst>
                                    </p:anim>
                                  </p:childTnLst>
                                </p:cTn>
                              </p:par>
                              <p:par>
                                <p:cTn id="115" presetID="2" presetClass="entr" presetSubtype="1" fill="hold" nodeType="withEffect">
                                  <p:stCondLst>
                                    <p:cond delay="1000"/>
                                  </p:stCondLst>
                                  <p:childTnLst>
                                    <p:set>
                                      <p:cBhvr>
                                        <p:cTn id="116" dur="1" fill="hold">
                                          <p:stCondLst>
                                            <p:cond delay="0"/>
                                          </p:stCondLst>
                                        </p:cTn>
                                        <p:tgtEl>
                                          <p:spTgt spid="71"/>
                                        </p:tgtEl>
                                        <p:attrNameLst>
                                          <p:attrName>style.visibility</p:attrName>
                                        </p:attrNameLst>
                                      </p:cBhvr>
                                      <p:to>
                                        <p:strVal val="visible"/>
                                      </p:to>
                                    </p:set>
                                    <p:anim calcmode="lin" valueType="num">
                                      <p:cBhvr additive="base">
                                        <p:cTn id="117" dur="250" fill="hold"/>
                                        <p:tgtEl>
                                          <p:spTgt spid="71"/>
                                        </p:tgtEl>
                                        <p:attrNameLst>
                                          <p:attrName>ppt_x</p:attrName>
                                        </p:attrNameLst>
                                      </p:cBhvr>
                                      <p:tavLst>
                                        <p:tav tm="0">
                                          <p:val>
                                            <p:strVal val="#ppt_x"/>
                                          </p:val>
                                        </p:tav>
                                        <p:tav tm="100000">
                                          <p:val>
                                            <p:strVal val="#ppt_x"/>
                                          </p:val>
                                        </p:tav>
                                      </p:tavLst>
                                    </p:anim>
                                    <p:anim calcmode="lin" valueType="num">
                                      <p:cBhvr additive="base">
                                        <p:cTn id="118" dur="250" fill="hold"/>
                                        <p:tgtEl>
                                          <p:spTgt spid="71"/>
                                        </p:tgtEl>
                                        <p:attrNameLst>
                                          <p:attrName>ppt_y</p:attrName>
                                        </p:attrNameLst>
                                      </p:cBhvr>
                                      <p:tavLst>
                                        <p:tav tm="0">
                                          <p:val>
                                            <p:strVal val="0-#ppt_h/2"/>
                                          </p:val>
                                        </p:tav>
                                        <p:tav tm="100000">
                                          <p:val>
                                            <p:strVal val="#ppt_y"/>
                                          </p:val>
                                        </p:tav>
                                      </p:tavLst>
                                    </p:anim>
                                  </p:childTnLst>
                                </p:cTn>
                              </p:par>
                            </p:childTnLst>
                          </p:cTn>
                        </p:par>
                      </p:childTnLst>
                    </p:cTn>
                  </p:par>
                </p:childTnLst>
              </p:cTn>
              <p:prevCondLst>
                <p:cond evt="onPrev" delay="0">
                  <p:tgtEl>
                    <p:sldTgt/>
                  </p:tgtEl>
                </p:cond>
              </p:prevCondLst>
              <p:nextCondLst>
                <p:cond evt="onNext" delay="0">
                  <p:tgtEl>
                    <p:sldTgt/>
                  </p:tgtEl>
                </p:cond>
              </p:nextCondLst>
            </p:seq>
            <p:audio>
              <p:cMediaNode vol="100000">
                <p:cTn id="119" fill="hold" display="0">
                  <p:stCondLst>
                    <p:cond delay="indefinite"/>
                  </p:stCondLst>
                  <p:endCondLst>
                    <p:cond evt="onStopAudio" delay="0">
                      <p:tgtEl>
                        <p:sldTgt/>
                      </p:tgtEl>
                    </p:cond>
                  </p:endCondLst>
                </p:cTn>
                <p:tgtEl>
                  <p:spTgt spid="49"/>
                </p:tgtEl>
              </p:cMediaNode>
            </p:audio>
            <p:audio>
              <p:cMediaNode vol="100000">
                <p:cTn id="120" fill="hold" display="0">
                  <p:stCondLst>
                    <p:cond delay="indefinite"/>
                  </p:stCondLst>
                  <p:endCondLst>
                    <p:cond evt="onStopAudio" delay="0">
                      <p:tgtEl>
                        <p:sldTgt/>
                      </p:tgtEl>
                    </p:cond>
                  </p:endCondLst>
                </p:cTn>
                <p:tgtEl>
                  <p:spTgt spid="50"/>
                </p:tgtEl>
              </p:cMediaNode>
            </p:audio>
            <p:audio>
              <p:cMediaNode vol="80303">
                <p:cTn id="121" fill="hold" display="0">
                  <p:stCondLst>
                    <p:cond delay="indefinite"/>
                  </p:stCondLst>
                  <p:endCondLst>
                    <p:cond evt="onStopAudio" delay="0">
                      <p:tgtEl>
                        <p:sldTgt/>
                      </p:tgtEl>
                    </p:cond>
                    <p:cond evt="onNext" delay="0">
                      <p:tgtEl>
                        <p:sldTgt/>
                      </p:tgtEl>
                    </p:cond>
                  </p:endCondLst>
                </p:cTn>
                <p:tgtEl>
                  <p:spTgt spid="26"/>
                </p:tgtEl>
              </p:cMediaNode>
            </p:audio>
            <p:audio>
              <p:cMediaNode vol="80000">
                <p:cTn id="122" fill="hold" display="0">
                  <p:stCondLst>
                    <p:cond delay="indefinite"/>
                  </p:stCondLst>
                  <p:endCondLst>
                    <p:cond evt="onStopAudio" delay="0">
                      <p:tgtEl>
                        <p:sldTgt/>
                      </p:tgtEl>
                    </p:cond>
                  </p:endCondLst>
                </p:cTn>
                <p:tgtEl>
                  <p:spTgt spid="27"/>
                </p:tgtEl>
              </p:cMediaNode>
            </p:audio>
            <p:audio>
              <p:cMediaNode vol="80000">
                <p:cTn id="123" fill="hold" display="0">
                  <p:stCondLst>
                    <p:cond delay="indefinite"/>
                  </p:stCondLst>
                  <p:endCondLst>
                    <p:cond evt="onStopAudio" delay="0">
                      <p:tgtEl>
                        <p:sldTgt/>
                      </p:tgtEl>
                    </p:cond>
                  </p:endCondLst>
                </p:cTn>
                <p:tgtEl>
                  <p:spTgt spid="28"/>
                </p:tgtEl>
              </p:cMediaNode>
            </p:audio>
          </p:childTnLst>
        </p:cTn>
      </p:par>
    </p:tnLst>
  </p:timing>
</p:sld>
</file>

<file path=ppt/slides/slide20.xml><?xml version="1.0" encoding="utf-8"?>
<p:sld xmlns:a="http://schemas.openxmlformats.org/drawingml/2006/main" xmlns:r="http://schemas.openxmlformats.org/officeDocument/2006/relationships" xmlns:p="http://schemas.openxmlformats.org/presentationml/2006/main" show="0">
  <p:cSld>
    <p:spTree>
      <p:nvGrpSpPr>
        <p:cNvPr id="1" name=""/>
        <p:cNvGrpSpPr/>
        <p:nvPr/>
      </p:nvGrpSpPr>
      <p:grpSpPr>
        <a:xfrm>
          <a:off x="0" y="0"/>
          <a:ext cx="0" cy="0"/>
          <a:chOff x="0" y="0"/>
          <a:chExt cx="0" cy="0"/>
        </a:xfrm>
      </p:grpSpPr>
      <p:pic>
        <p:nvPicPr>
          <p:cNvPr id="14" name="Baseplate"/>
          <p:cNvPicPr>
            <a:picLocks noChangeAspect="1"/>
          </p:cNvPicPr>
          <p:nvPr/>
        </p:nvPicPr>
        <p:blipFill>
          <a:blip r:embed="rId13" cstate="print">
            <a:extLst>
              <a:ext uri="{28A0092B-C50C-407E-A947-70E740481C1C}">
                <a14:useLocalDpi xmlns:a14="http://schemas.microsoft.com/office/drawing/2010/main" val="0"/>
              </a:ext>
            </a:extLst>
          </a:blip>
          <a:stretch>
            <a:fillRect/>
          </a:stretch>
        </p:blipFill>
        <p:spPr>
          <a:xfrm>
            <a:off x="-594469" y="-54465"/>
            <a:ext cx="15819338" cy="8503919"/>
          </a:xfrm>
          <a:prstGeom prst="rect">
            <a:avLst/>
          </a:prstGeom>
        </p:spPr>
      </p:pic>
      <p:pic>
        <p:nvPicPr>
          <p:cNvPr id="51" name="Timer 1x2"/>
          <p:cNvPicPr>
            <a:picLocks/>
          </p:cNvPicPr>
          <p:nvPr/>
        </p:nvPicPr>
        <p:blipFill>
          <a:blip r:embed="rId14" cstate="print">
            <a:extLst>
              <a:ext uri="{28A0092B-C50C-407E-A947-70E740481C1C}">
                <a14:useLocalDpi xmlns:a14="http://schemas.microsoft.com/office/drawing/2010/main" val="0"/>
              </a:ext>
            </a:extLst>
          </a:blip>
          <a:stretch>
            <a:fillRect/>
          </a:stretch>
        </p:blipFill>
        <p:spPr>
          <a:xfrm>
            <a:off x="13929822" y="-203906"/>
            <a:ext cx="832104" cy="529163"/>
          </a:xfrm>
          <a:prstGeom prst="rect">
            <a:avLst/>
          </a:prstGeom>
        </p:spPr>
      </p:pic>
      <p:pic>
        <p:nvPicPr>
          <p:cNvPr id="86" name="Blue Bricks 4"/>
          <p:cNvPicPr>
            <a:picLocks noChangeAspect="1"/>
          </p:cNvPicPr>
          <p:nvPr/>
        </p:nvPicPr>
        <p:blipFill>
          <a:blip r:embed="rId15" cstate="print">
            <a:extLst>
              <a:ext uri="{28A0092B-C50C-407E-A947-70E740481C1C}">
                <a14:useLocalDpi xmlns:a14="http://schemas.microsoft.com/office/drawing/2010/main" val="0"/>
              </a:ext>
            </a:extLst>
          </a:blip>
          <a:stretch>
            <a:fillRect/>
          </a:stretch>
        </p:blipFill>
        <p:spPr>
          <a:xfrm>
            <a:off x="198911" y="6500690"/>
            <a:ext cx="3461795" cy="1724155"/>
          </a:xfrm>
          <a:prstGeom prst="rect">
            <a:avLst/>
          </a:prstGeom>
        </p:spPr>
      </p:pic>
      <p:sp>
        <p:nvSpPr>
          <p:cNvPr id="87" name="Blue Cap 4"/>
          <p:cNvSpPr>
            <a:spLocks noChangeAspect="1"/>
          </p:cNvSpPr>
          <p:nvPr/>
        </p:nvSpPr>
        <p:spPr>
          <a:xfrm>
            <a:off x="412722" y="6392487"/>
            <a:ext cx="2907791" cy="1453896"/>
          </a:xfrm>
          <a:prstGeom prst="rect">
            <a:avLst/>
          </a:prstGeom>
          <a:solidFill>
            <a:srgbClr val="F4F4F4"/>
          </a:solidFill>
          <a:ln>
            <a:noFill/>
          </a:ln>
          <a:scene3d>
            <a:camera prst="orthographicFront">
              <a:rot lat="20400000" lon="21000000" rev="198000"/>
            </a:camera>
            <a:lightRig rig="balanced" dir="t"/>
          </a:scene3d>
          <a:sp3d extrusionH="165100" prstMaterial="metal">
            <a:bevelT w="19050" h="12700"/>
            <a:extrusionClr>
              <a:srgbClr val="F4F4F4"/>
            </a:extrusionClr>
          </a:sp3d>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sz="4400" spc="-200" dirty="0">
                <a:ln>
                  <a:solidFill>
                    <a:schemeClr val="tx1">
                      <a:lumMod val="85000"/>
                      <a:lumOff val="15000"/>
                    </a:schemeClr>
                  </a:solidFill>
                </a:ln>
                <a:solidFill>
                  <a:srgbClr val="106DDE"/>
                </a:solidFill>
                <a:latin typeface="Poppins Medium" panose="00000600000000000000" pitchFamily="2" charset="0"/>
                <a:ea typeface="ZCOOL QingKe HuangYou" panose="00000500000000000000" pitchFamily="2" charset="0"/>
                <a:cs typeface="Poppins Medium" panose="00000600000000000000" pitchFamily="2" charset="0"/>
              </a:rPr>
              <a:t>Your Text</a:t>
            </a:r>
          </a:p>
        </p:txBody>
      </p:sp>
      <p:pic>
        <p:nvPicPr>
          <p:cNvPr id="17" name="Red Bricks 1"/>
          <p:cNvPicPr>
            <a:picLocks noChangeAspect="1"/>
          </p:cNvPicPr>
          <p:nvPr/>
        </p:nvPicPr>
        <p:blipFill>
          <a:blip r:embed="rId16" cstate="print">
            <a:extLst>
              <a:ext uri="{28A0092B-C50C-407E-A947-70E740481C1C}">
                <a14:useLocalDpi xmlns:a14="http://schemas.microsoft.com/office/drawing/2010/main" val="0"/>
              </a:ext>
            </a:extLst>
          </a:blip>
          <a:stretch>
            <a:fillRect/>
          </a:stretch>
        </p:blipFill>
        <p:spPr>
          <a:xfrm>
            <a:off x="5454268" y="3074923"/>
            <a:ext cx="3461795" cy="1724154"/>
          </a:xfrm>
          <a:prstGeom prst="rect">
            <a:avLst/>
          </a:prstGeom>
        </p:spPr>
      </p:pic>
      <p:sp>
        <p:nvSpPr>
          <p:cNvPr id="18" name="Red Cap 1"/>
          <p:cNvSpPr>
            <a:spLocks noChangeAspect="1"/>
          </p:cNvSpPr>
          <p:nvPr/>
        </p:nvSpPr>
        <p:spPr>
          <a:xfrm>
            <a:off x="6017769" y="2966720"/>
            <a:ext cx="2907791" cy="1453896"/>
          </a:xfrm>
          <a:prstGeom prst="rect">
            <a:avLst/>
          </a:prstGeom>
          <a:solidFill>
            <a:srgbClr val="F4F4F4"/>
          </a:solidFill>
          <a:ln>
            <a:noFill/>
          </a:ln>
          <a:scene3d>
            <a:camera prst="orthographicFront">
              <a:rot lat="20400000" lon="21000000" rev="198000"/>
            </a:camera>
            <a:lightRig rig="balanced" dir="t"/>
          </a:scene3d>
          <a:sp3d extrusionH="165100" prstMaterial="metal">
            <a:bevelT w="19050" h="12700"/>
            <a:extrusionClr>
              <a:srgbClr val="F4F4F4"/>
            </a:extrusionClr>
          </a:sp3d>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sz="4400" spc="-200" dirty="0">
                <a:ln>
                  <a:solidFill>
                    <a:schemeClr val="tx1">
                      <a:lumMod val="85000"/>
                      <a:lumOff val="15000"/>
                    </a:schemeClr>
                  </a:solidFill>
                </a:ln>
                <a:solidFill>
                  <a:srgbClr val="DD1A21"/>
                </a:solidFill>
                <a:latin typeface="Poppins Medium" panose="00000600000000000000" pitchFamily="2" charset="0"/>
                <a:ea typeface="ZCOOL QingKe HuangYou" panose="00000500000000000000" pitchFamily="2" charset="0"/>
                <a:cs typeface="Poppins Medium" panose="00000600000000000000" pitchFamily="2" charset="0"/>
              </a:rPr>
              <a:t>Your Text</a:t>
            </a:r>
          </a:p>
        </p:txBody>
      </p:sp>
      <p:pic>
        <p:nvPicPr>
          <p:cNvPr id="13" name="Green Bricks 1"/>
          <p:cNvPicPr>
            <a:picLocks noChangeAspect="1"/>
          </p:cNvPicPr>
          <p:nvPr/>
        </p:nvPicPr>
        <p:blipFill>
          <a:blip r:embed="rId17" cstate="print">
            <a:extLst>
              <a:ext uri="{28A0092B-C50C-407E-A947-70E740481C1C}">
                <a14:useLocalDpi xmlns:a14="http://schemas.microsoft.com/office/drawing/2010/main" val="0"/>
              </a:ext>
            </a:extLst>
          </a:blip>
          <a:stretch>
            <a:fillRect/>
          </a:stretch>
        </p:blipFill>
        <p:spPr>
          <a:xfrm>
            <a:off x="9286304" y="312925"/>
            <a:ext cx="3456007" cy="1724155"/>
          </a:xfrm>
          <a:prstGeom prst="rect">
            <a:avLst/>
          </a:prstGeom>
        </p:spPr>
      </p:pic>
      <p:sp>
        <p:nvSpPr>
          <p:cNvPr id="15" name="Green Cap 1"/>
          <p:cNvSpPr>
            <a:spLocks noChangeAspect="1"/>
          </p:cNvSpPr>
          <p:nvPr/>
        </p:nvSpPr>
        <p:spPr>
          <a:xfrm>
            <a:off x="9850629" y="204722"/>
            <a:ext cx="2907791" cy="1453896"/>
          </a:xfrm>
          <a:prstGeom prst="rect">
            <a:avLst/>
          </a:prstGeom>
          <a:solidFill>
            <a:srgbClr val="F4F4F4"/>
          </a:solidFill>
          <a:ln>
            <a:noFill/>
          </a:ln>
          <a:scene3d>
            <a:camera prst="orthographicFront">
              <a:rot lat="20400000" lon="21000000" rev="198000"/>
            </a:camera>
            <a:lightRig rig="balanced" dir="t"/>
          </a:scene3d>
          <a:sp3d extrusionH="165100" prstMaterial="metal">
            <a:bevelT w="19050" h="12700"/>
            <a:extrusionClr>
              <a:srgbClr val="F4F4F4"/>
            </a:extrusionClr>
          </a:sp3d>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sz="4400" spc="-200" dirty="0">
                <a:ln>
                  <a:solidFill>
                    <a:schemeClr val="tx1">
                      <a:lumMod val="85000"/>
                      <a:lumOff val="15000"/>
                    </a:schemeClr>
                  </a:solidFill>
                </a:ln>
                <a:solidFill>
                  <a:srgbClr val="04A043"/>
                </a:solidFill>
                <a:latin typeface="Poppins Medium" panose="00000600000000000000" pitchFamily="2" charset="0"/>
                <a:ea typeface="ZCOOL QingKe HuangYou" panose="00000500000000000000" pitchFamily="2" charset="0"/>
                <a:cs typeface="Poppins Medium" panose="00000600000000000000" pitchFamily="2" charset="0"/>
              </a:rPr>
              <a:t>Your Text</a:t>
            </a:r>
          </a:p>
        </p:txBody>
      </p:sp>
      <p:pic>
        <p:nvPicPr>
          <p:cNvPr id="30" name="Green Bricks 2"/>
          <p:cNvPicPr>
            <a:picLocks noChangeAspect="1"/>
          </p:cNvPicPr>
          <p:nvPr/>
        </p:nvPicPr>
        <p:blipFill>
          <a:blip r:embed="rId17" cstate="print">
            <a:extLst>
              <a:ext uri="{28A0092B-C50C-407E-A947-70E740481C1C}">
                <a14:useLocalDpi xmlns:a14="http://schemas.microsoft.com/office/drawing/2010/main" val="0"/>
              </a:ext>
            </a:extLst>
          </a:blip>
          <a:stretch>
            <a:fillRect/>
          </a:stretch>
        </p:blipFill>
        <p:spPr>
          <a:xfrm>
            <a:off x="9405482" y="2380201"/>
            <a:ext cx="3456007" cy="1724155"/>
          </a:xfrm>
          <a:prstGeom prst="rect">
            <a:avLst/>
          </a:prstGeom>
        </p:spPr>
      </p:pic>
      <p:sp>
        <p:nvSpPr>
          <p:cNvPr id="31" name="Green Cap 2"/>
          <p:cNvSpPr>
            <a:spLocks noChangeAspect="1"/>
          </p:cNvSpPr>
          <p:nvPr/>
        </p:nvSpPr>
        <p:spPr>
          <a:xfrm>
            <a:off x="9968739" y="2271998"/>
            <a:ext cx="2907791" cy="1453896"/>
          </a:xfrm>
          <a:prstGeom prst="rect">
            <a:avLst/>
          </a:prstGeom>
          <a:solidFill>
            <a:srgbClr val="F4F4F4"/>
          </a:solidFill>
          <a:ln>
            <a:noFill/>
          </a:ln>
          <a:scene3d>
            <a:camera prst="orthographicFront">
              <a:rot lat="20400000" lon="21000000" rev="198000"/>
            </a:camera>
            <a:lightRig rig="balanced" dir="t"/>
          </a:scene3d>
          <a:sp3d extrusionH="165100" prstMaterial="metal">
            <a:bevelT w="19050" h="12700"/>
            <a:extrusionClr>
              <a:srgbClr val="F4F4F4"/>
            </a:extrusionClr>
          </a:sp3d>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sz="4400" spc="-200" dirty="0">
                <a:ln>
                  <a:solidFill>
                    <a:schemeClr val="tx1">
                      <a:lumMod val="85000"/>
                      <a:lumOff val="15000"/>
                    </a:schemeClr>
                  </a:solidFill>
                </a:ln>
                <a:solidFill>
                  <a:srgbClr val="04A043"/>
                </a:solidFill>
                <a:latin typeface="Poppins Medium" panose="00000600000000000000" pitchFamily="2" charset="0"/>
                <a:ea typeface="ZCOOL QingKe HuangYou" panose="00000500000000000000" pitchFamily="2" charset="0"/>
                <a:cs typeface="Poppins Medium" panose="00000600000000000000" pitchFamily="2" charset="0"/>
              </a:rPr>
              <a:t>Your Text</a:t>
            </a:r>
          </a:p>
        </p:txBody>
      </p:sp>
      <p:pic>
        <p:nvPicPr>
          <p:cNvPr id="33" name="Green Bricks 3"/>
          <p:cNvPicPr>
            <a:picLocks noChangeAspect="1"/>
          </p:cNvPicPr>
          <p:nvPr/>
        </p:nvPicPr>
        <p:blipFill>
          <a:blip r:embed="rId17" cstate="print">
            <a:extLst>
              <a:ext uri="{28A0092B-C50C-407E-A947-70E740481C1C}">
                <a14:useLocalDpi xmlns:a14="http://schemas.microsoft.com/office/drawing/2010/main" val="0"/>
              </a:ext>
            </a:extLst>
          </a:blip>
          <a:stretch>
            <a:fillRect/>
          </a:stretch>
        </p:blipFill>
        <p:spPr>
          <a:xfrm>
            <a:off x="9526095" y="4456170"/>
            <a:ext cx="3456007" cy="1724155"/>
          </a:xfrm>
          <a:prstGeom prst="rect">
            <a:avLst/>
          </a:prstGeom>
        </p:spPr>
      </p:pic>
      <p:sp>
        <p:nvSpPr>
          <p:cNvPr id="34" name="Green Cap 3"/>
          <p:cNvSpPr>
            <a:spLocks noChangeAspect="1"/>
          </p:cNvSpPr>
          <p:nvPr/>
        </p:nvSpPr>
        <p:spPr>
          <a:xfrm>
            <a:off x="10091929" y="4347967"/>
            <a:ext cx="2907791" cy="1453896"/>
          </a:xfrm>
          <a:prstGeom prst="rect">
            <a:avLst/>
          </a:prstGeom>
          <a:solidFill>
            <a:srgbClr val="F4F4F4"/>
          </a:solidFill>
          <a:ln>
            <a:noFill/>
          </a:ln>
          <a:scene3d>
            <a:camera prst="orthographicFront">
              <a:rot lat="20400000" lon="21000000" rev="198000"/>
            </a:camera>
            <a:lightRig rig="balanced" dir="t"/>
          </a:scene3d>
          <a:sp3d extrusionH="165100" prstMaterial="metal">
            <a:bevelT w="19050" h="12700"/>
            <a:extrusionClr>
              <a:srgbClr val="F4F4F4"/>
            </a:extrusionClr>
          </a:sp3d>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sz="4400" spc="-200" dirty="0">
                <a:ln>
                  <a:solidFill>
                    <a:schemeClr val="tx1">
                      <a:lumMod val="85000"/>
                      <a:lumOff val="15000"/>
                    </a:schemeClr>
                  </a:solidFill>
                </a:ln>
                <a:solidFill>
                  <a:srgbClr val="04A043"/>
                </a:solidFill>
                <a:latin typeface="Poppins Medium" panose="00000600000000000000" pitchFamily="2" charset="0"/>
                <a:ea typeface="ZCOOL QingKe HuangYou" panose="00000500000000000000" pitchFamily="2" charset="0"/>
                <a:cs typeface="Poppins Medium" panose="00000600000000000000" pitchFamily="2" charset="0"/>
              </a:rPr>
              <a:t>Your Text</a:t>
            </a:r>
          </a:p>
        </p:txBody>
      </p:sp>
      <p:pic>
        <p:nvPicPr>
          <p:cNvPr id="36" name="Green Bricks 4"/>
          <p:cNvPicPr>
            <a:picLocks noChangeAspect="1"/>
          </p:cNvPicPr>
          <p:nvPr/>
        </p:nvPicPr>
        <p:blipFill>
          <a:blip r:embed="rId17" cstate="print">
            <a:extLst>
              <a:ext uri="{28A0092B-C50C-407E-A947-70E740481C1C}">
                <a14:useLocalDpi xmlns:a14="http://schemas.microsoft.com/office/drawing/2010/main" val="0"/>
              </a:ext>
            </a:extLst>
          </a:blip>
          <a:stretch>
            <a:fillRect/>
          </a:stretch>
        </p:blipFill>
        <p:spPr>
          <a:xfrm>
            <a:off x="9635113" y="6523446"/>
            <a:ext cx="3456007" cy="1724155"/>
          </a:xfrm>
          <a:prstGeom prst="rect">
            <a:avLst/>
          </a:prstGeom>
        </p:spPr>
      </p:pic>
      <p:sp>
        <p:nvSpPr>
          <p:cNvPr id="37" name="Green Cap 4"/>
          <p:cNvSpPr>
            <a:spLocks noChangeAspect="1"/>
          </p:cNvSpPr>
          <p:nvPr/>
        </p:nvSpPr>
        <p:spPr>
          <a:xfrm>
            <a:off x="10201149" y="6415243"/>
            <a:ext cx="2907791" cy="1453896"/>
          </a:xfrm>
          <a:prstGeom prst="rect">
            <a:avLst/>
          </a:prstGeom>
          <a:solidFill>
            <a:srgbClr val="F4F4F4"/>
          </a:solidFill>
          <a:ln>
            <a:noFill/>
          </a:ln>
          <a:scene3d>
            <a:camera prst="orthographicFront">
              <a:rot lat="20400000" lon="21000000" rev="198000"/>
            </a:camera>
            <a:lightRig rig="balanced" dir="t"/>
          </a:scene3d>
          <a:sp3d extrusionH="165100" prstMaterial="metal">
            <a:bevelT w="19050" h="12700"/>
            <a:extrusionClr>
              <a:srgbClr val="F4F4F4"/>
            </a:extrusionClr>
          </a:sp3d>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sz="4400" spc="-200" dirty="0">
                <a:ln>
                  <a:solidFill>
                    <a:schemeClr val="tx1">
                      <a:lumMod val="85000"/>
                      <a:lumOff val="15000"/>
                    </a:schemeClr>
                  </a:solidFill>
                </a:ln>
                <a:solidFill>
                  <a:srgbClr val="04A043"/>
                </a:solidFill>
                <a:latin typeface="Poppins Medium" panose="00000600000000000000" pitchFamily="2" charset="0"/>
                <a:ea typeface="ZCOOL QingKe HuangYou" panose="00000500000000000000" pitchFamily="2" charset="0"/>
                <a:cs typeface="Poppins Medium" panose="00000600000000000000" pitchFamily="2" charset="0"/>
              </a:rPr>
              <a:t>Your Text</a:t>
            </a:r>
          </a:p>
        </p:txBody>
      </p:sp>
      <p:pic>
        <p:nvPicPr>
          <p:cNvPr id="66" name="Blue Bricks 1"/>
          <p:cNvPicPr>
            <a:picLocks noChangeAspect="1"/>
          </p:cNvPicPr>
          <p:nvPr/>
        </p:nvPicPr>
        <p:blipFill>
          <a:blip r:embed="rId15" cstate="print">
            <a:extLst>
              <a:ext uri="{28A0092B-C50C-407E-A947-70E740481C1C}">
                <a14:useLocalDpi xmlns:a14="http://schemas.microsoft.com/office/drawing/2010/main" val="0"/>
              </a:ext>
            </a:extLst>
          </a:blip>
          <a:stretch>
            <a:fillRect/>
          </a:stretch>
        </p:blipFill>
        <p:spPr>
          <a:xfrm>
            <a:off x="-135942" y="294709"/>
            <a:ext cx="3461795" cy="1724155"/>
          </a:xfrm>
          <a:prstGeom prst="rect">
            <a:avLst/>
          </a:prstGeom>
        </p:spPr>
      </p:pic>
      <p:sp>
        <p:nvSpPr>
          <p:cNvPr id="67" name="Blue Cap 1"/>
          <p:cNvSpPr>
            <a:spLocks noChangeAspect="1"/>
          </p:cNvSpPr>
          <p:nvPr/>
        </p:nvSpPr>
        <p:spPr>
          <a:xfrm>
            <a:off x="77869" y="186506"/>
            <a:ext cx="2907791" cy="1453896"/>
          </a:xfrm>
          <a:prstGeom prst="rect">
            <a:avLst/>
          </a:prstGeom>
          <a:solidFill>
            <a:srgbClr val="F4F4F4"/>
          </a:solidFill>
          <a:ln>
            <a:noFill/>
          </a:ln>
          <a:scene3d>
            <a:camera prst="orthographicFront">
              <a:rot lat="20400000" lon="21000000" rev="198000"/>
            </a:camera>
            <a:lightRig rig="balanced" dir="t"/>
          </a:scene3d>
          <a:sp3d extrusionH="165100" prstMaterial="metal">
            <a:bevelT w="19050" h="12700"/>
            <a:extrusionClr>
              <a:srgbClr val="F4F4F4"/>
            </a:extrusionClr>
          </a:sp3d>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sz="4400" spc="-200" dirty="0">
                <a:ln>
                  <a:solidFill>
                    <a:schemeClr val="tx1">
                      <a:lumMod val="85000"/>
                      <a:lumOff val="15000"/>
                    </a:schemeClr>
                  </a:solidFill>
                </a:ln>
                <a:solidFill>
                  <a:srgbClr val="106DDE"/>
                </a:solidFill>
                <a:latin typeface="Poppins Medium" panose="00000600000000000000" pitchFamily="2" charset="0"/>
                <a:ea typeface="ZCOOL QingKe HuangYou" panose="00000500000000000000" pitchFamily="2" charset="0"/>
                <a:cs typeface="Poppins Medium" panose="00000600000000000000" pitchFamily="2" charset="0"/>
              </a:rPr>
              <a:t>Your Text</a:t>
            </a:r>
          </a:p>
        </p:txBody>
      </p:sp>
      <p:pic>
        <p:nvPicPr>
          <p:cNvPr id="68" name="Blue Bricks 2"/>
          <p:cNvPicPr>
            <a:picLocks noChangeAspect="1"/>
          </p:cNvPicPr>
          <p:nvPr/>
        </p:nvPicPr>
        <p:blipFill>
          <a:blip r:embed="rId15" cstate="print">
            <a:extLst>
              <a:ext uri="{28A0092B-C50C-407E-A947-70E740481C1C}">
                <a14:useLocalDpi xmlns:a14="http://schemas.microsoft.com/office/drawing/2010/main" val="0"/>
              </a:ext>
            </a:extLst>
          </a:blip>
          <a:stretch>
            <a:fillRect/>
          </a:stretch>
        </p:blipFill>
        <p:spPr>
          <a:xfrm>
            <a:off x="-14900" y="2362559"/>
            <a:ext cx="3461795" cy="1724155"/>
          </a:xfrm>
          <a:prstGeom prst="rect">
            <a:avLst/>
          </a:prstGeom>
        </p:spPr>
      </p:pic>
      <p:sp>
        <p:nvSpPr>
          <p:cNvPr id="69" name="Blue Cap 2"/>
          <p:cNvSpPr>
            <a:spLocks noChangeAspect="1"/>
          </p:cNvSpPr>
          <p:nvPr/>
        </p:nvSpPr>
        <p:spPr>
          <a:xfrm>
            <a:off x="198911" y="2254356"/>
            <a:ext cx="2907791" cy="1453896"/>
          </a:xfrm>
          <a:prstGeom prst="rect">
            <a:avLst/>
          </a:prstGeom>
          <a:solidFill>
            <a:srgbClr val="F4F4F4"/>
          </a:solidFill>
          <a:ln>
            <a:noFill/>
          </a:ln>
          <a:scene3d>
            <a:camera prst="orthographicFront">
              <a:rot lat="20400000" lon="21000000" rev="198000"/>
            </a:camera>
            <a:lightRig rig="balanced" dir="t"/>
          </a:scene3d>
          <a:sp3d extrusionH="165100" prstMaterial="metal">
            <a:bevelT w="19050" h="12700"/>
            <a:extrusionClr>
              <a:srgbClr val="F4F4F4"/>
            </a:extrusionClr>
          </a:sp3d>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sz="4400" spc="-200" dirty="0">
                <a:ln>
                  <a:solidFill>
                    <a:schemeClr val="tx1">
                      <a:lumMod val="85000"/>
                      <a:lumOff val="15000"/>
                    </a:schemeClr>
                  </a:solidFill>
                </a:ln>
                <a:solidFill>
                  <a:srgbClr val="106DDE"/>
                </a:solidFill>
                <a:latin typeface="Poppins Medium" panose="00000600000000000000" pitchFamily="2" charset="0"/>
                <a:ea typeface="ZCOOL QingKe HuangYou" panose="00000500000000000000" pitchFamily="2" charset="0"/>
                <a:cs typeface="Poppins Medium" panose="00000600000000000000" pitchFamily="2" charset="0"/>
              </a:rPr>
              <a:t>Your Text</a:t>
            </a:r>
          </a:p>
        </p:txBody>
      </p:sp>
      <p:pic>
        <p:nvPicPr>
          <p:cNvPr id="77" name="Blue Bricks 3"/>
          <p:cNvPicPr>
            <a:picLocks noChangeAspect="1"/>
          </p:cNvPicPr>
          <p:nvPr/>
        </p:nvPicPr>
        <p:blipFill>
          <a:blip r:embed="rId15" cstate="print">
            <a:extLst>
              <a:ext uri="{28A0092B-C50C-407E-A947-70E740481C1C}">
                <a14:useLocalDpi xmlns:a14="http://schemas.microsoft.com/office/drawing/2010/main" val="0"/>
              </a:ext>
            </a:extLst>
          </a:blip>
          <a:stretch>
            <a:fillRect/>
          </a:stretch>
        </p:blipFill>
        <p:spPr>
          <a:xfrm>
            <a:off x="91780" y="4435850"/>
            <a:ext cx="3461795" cy="1724155"/>
          </a:xfrm>
          <a:prstGeom prst="rect">
            <a:avLst/>
          </a:prstGeom>
        </p:spPr>
      </p:pic>
      <p:sp>
        <p:nvSpPr>
          <p:cNvPr id="78" name="Blue Cap 3"/>
          <p:cNvSpPr>
            <a:spLocks noChangeAspect="1"/>
          </p:cNvSpPr>
          <p:nvPr/>
        </p:nvSpPr>
        <p:spPr>
          <a:xfrm>
            <a:off x="305591" y="4327647"/>
            <a:ext cx="2907791" cy="1453896"/>
          </a:xfrm>
          <a:prstGeom prst="rect">
            <a:avLst/>
          </a:prstGeom>
          <a:solidFill>
            <a:srgbClr val="F4F4F4"/>
          </a:solidFill>
          <a:ln>
            <a:noFill/>
          </a:ln>
          <a:scene3d>
            <a:camera prst="orthographicFront">
              <a:rot lat="20400000" lon="21000000" rev="198000"/>
            </a:camera>
            <a:lightRig rig="balanced" dir="t"/>
          </a:scene3d>
          <a:sp3d extrusionH="165100" prstMaterial="metal">
            <a:bevelT w="19050" h="12700"/>
            <a:extrusionClr>
              <a:srgbClr val="F4F4F4"/>
            </a:extrusionClr>
          </a:sp3d>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sz="4400" spc="-200" dirty="0">
                <a:ln>
                  <a:solidFill>
                    <a:schemeClr val="tx1">
                      <a:lumMod val="85000"/>
                      <a:lumOff val="15000"/>
                    </a:schemeClr>
                  </a:solidFill>
                </a:ln>
                <a:solidFill>
                  <a:srgbClr val="106DDE"/>
                </a:solidFill>
                <a:latin typeface="Poppins Medium" panose="00000600000000000000" pitchFamily="2" charset="0"/>
                <a:ea typeface="ZCOOL QingKe HuangYou" panose="00000500000000000000" pitchFamily="2" charset="0"/>
                <a:cs typeface="Poppins Medium" panose="00000600000000000000" pitchFamily="2" charset="0"/>
              </a:rPr>
              <a:t>Your Text</a:t>
            </a:r>
          </a:p>
        </p:txBody>
      </p:sp>
      <p:pic>
        <p:nvPicPr>
          <p:cNvPr id="49" name="Points Reveal 1.mp3">
            <a:hlinkClick r:id="" action="ppaction://media"/>
          </p:cNvPr>
          <p:cNvPicPr>
            <a:picLocks noChangeAspect="1"/>
          </p:cNvPicPr>
          <p:nvPr>
            <a:audioFile r:link="rId2"/>
            <p:extLst>
              <p:ext uri="{DAA4B4D4-6D71-4841-9C94-3DE7FCFB9230}">
                <p14:media xmlns:p14="http://schemas.microsoft.com/office/powerpoint/2010/main" r:embed="rId1"/>
              </p:ext>
            </p:extLst>
          </p:nvPr>
        </p:nvPicPr>
        <p:blipFill>
          <a:blip r:embed="rId18"/>
          <a:stretch>
            <a:fillRect/>
          </a:stretch>
        </p:blipFill>
        <p:spPr>
          <a:xfrm>
            <a:off x="1905000" y="8528098"/>
            <a:ext cx="487363" cy="487363"/>
          </a:xfrm>
          <a:prstGeom prst="rect">
            <a:avLst/>
          </a:prstGeom>
        </p:spPr>
      </p:pic>
      <p:pic>
        <p:nvPicPr>
          <p:cNvPr id="50" name="Points Reveal 2.mp3">
            <a:hlinkClick r:id="" action="ppaction://media"/>
          </p:cNvPr>
          <p:cNvPicPr>
            <a:picLocks noChangeAspect="1"/>
          </p:cNvPicPr>
          <p:nvPr>
            <a:audioFile r:link="rId4"/>
            <p:extLst>
              <p:ext uri="{DAA4B4D4-6D71-4841-9C94-3DE7FCFB9230}">
                <p14:media xmlns:p14="http://schemas.microsoft.com/office/powerpoint/2010/main" r:embed="rId3"/>
              </p:ext>
            </p:extLst>
          </p:nvPr>
        </p:nvPicPr>
        <p:blipFill>
          <a:blip r:embed="rId18"/>
          <a:stretch>
            <a:fillRect/>
          </a:stretch>
        </p:blipFill>
        <p:spPr>
          <a:xfrm>
            <a:off x="2743200" y="8534400"/>
            <a:ext cx="487363" cy="487363"/>
          </a:xfrm>
          <a:prstGeom prst="rect">
            <a:avLst/>
          </a:prstGeom>
        </p:spPr>
      </p:pic>
      <p:pic>
        <p:nvPicPr>
          <p:cNvPr id="26" name="A Quiet Day.mp3">
            <a:hlinkClick r:id="" action="ppaction://media"/>
          </p:cNvPr>
          <p:cNvPicPr>
            <a:picLocks noChangeAspect="1"/>
          </p:cNvPicPr>
          <p:nvPr>
            <a:audioFile r:link="rId6"/>
            <p:extLst>
              <p:ext uri="{DAA4B4D4-6D71-4841-9C94-3DE7FCFB9230}">
                <p14:media xmlns:p14="http://schemas.microsoft.com/office/powerpoint/2010/main" r:embed="rId5"/>
              </p:ext>
            </p:extLst>
          </p:nvPr>
        </p:nvPicPr>
        <p:blipFill>
          <a:blip r:embed="rId19"/>
          <a:stretch>
            <a:fillRect/>
          </a:stretch>
        </p:blipFill>
        <p:spPr>
          <a:xfrm>
            <a:off x="3986810" y="8534400"/>
            <a:ext cx="487363" cy="487363"/>
          </a:xfrm>
          <a:prstGeom prst="rect">
            <a:avLst/>
          </a:prstGeom>
        </p:spPr>
      </p:pic>
      <p:pic>
        <p:nvPicPr>
          <p:cNvPr id="27" name="gold piece sequence (4 pieces) 1 (leandri140029).mp3">
            <a:hlinkClick r:id="" action="ppaction://media"/>
          </p:cNvPr>
          <p:cNvPicPr>
            <a:picLocks noChangeAspect="1"/>
          </p:cNvPicPr>
          <p:nvPr>
            <a:audioFile r:link="rId8"/>
            <p:extLst>
              <p:ext uri="{DAA4B4D4-6D71-4841-9C94-3DE7FCFB9230}">
                <p14:media xmlns:p14="http://schemas.microsoft.com/office/powerpoint/2010/main" r:embed="rId7"/>
              </p:ext>
            </p:extLst>
          </p:nvPr>
        </p:nvPicPr>
        <p:blipFill>
          <a:blip r:embed="rId20"/>
          <a:stretch>
            <a:fillRect/>
          </a:stretch>
        </p:blipFill>
        <p:spPr>
          <a:xfrm>
            <a:off x="5858764" y="8449454"/>
            <a:ext cx="487363" cy="487363"/>
          </a:xfrm>
          <a:prstGeom prst="rect">
            <a:avLst/>
          </a:prstGeom>
        </p:spPr>
      </p:pic>
      <p:pic>
        <p:nvPicPr>
          <p:cNvPr id="28" name="gold piece sequence (4 pieces) 2 (leandri140029).mp3">
            <a:hlinkClick r:id="" action="ppaction://media"/>
          </p:cNvPr>
          <p:cNvPicPr>
            <a:picLocks noChangeAspect="1"/>
          </p:cNvPicPr>
          <p:nvPr>
            <a:audioFile r:link="rId10"/>
            <p:extLst>
              <p:ext uri="{DAA4B4D4-6D71-4841-9C94-3DE7FCFB9230}">
                <p14:media xmlns:p14="http://schemas.microsoft.com/office/powerpoint/2010/main" r:embed="rId9"/>
              </p:ext>
            </p:extLst>
          </p:nvPr>
        </p:nvPicPr>
        <p:blipFill>
          <a:blip r:embed="rId20"/>
          <a:stretch>
            <a:fillRect/>
          </a:stretch>
        </p:blipFill>
        <p:spPr>
          <a:xfrm>
            <a:off x="6928669" y="8449453"/>
            <a:ext cx="487363" cy="487363"/>
          </a:xfrm>
          <a:prstGeom prst="rect">
            <a:avLst/>
          </a:prstGeom>
        </p:spPr>
      </p:pic>
      <p:pic>
        <p:nvPicPr>
          <p:cNvPr id="58" name="Gold Coin 1">
            <a:extLst>
              <a:ext uri="{FF2B5EF4-FFF2-40B4-BE49-F238E27FC236}">
                <a16:creationId xmlns:a16="http://schemas.microsoft.com/office/drawing/2014/main" id="{2944527D-9841-8E40-BC73-5D484850BFF1}"/>
              </a:ext>
            </a:extLst>
          </p:cNvPr>
          <p:cNvPicPr>
            <a:picLocks noChangeAspect="1"/>
          </p:cNvPicPr>
          <p:nvPr/>
        </p:nvPicPr>
        <p:blipFill>
          <a:blip r:embed="rId21" cstate="print">
            <a:extLst>
              <a:ext uri="{28A0092B-C50C-407E-A947-70E740481C1C}">
                <a14:useLocalDpi xmlns:a14="http://schemas.microsoft.com/office/drawing/2010/main" val="0"/>
              </a:ext>
            </a:extLst>
          </a:blip>
          <a:stretch>
            <a:fillRect/>
          </a:stretch>
        </p:blipFill>
        <p:spPr>
          <a:xfrm>
            <a:off x="3433739" y="255787"/>
            <a:ext cx="400420" cy="374904"/>
          </a:xfrm>
          <a:prstGeom prst="rect">
            <a:avLst/>
          </a:prstGeom>
        </p:spPr>
      </p:pic>
      <p:pic>
        <p:nvPicPr>
          <p:cNvPr id="63" name="Gold Coin 1">
            <a:extLst>
              <a:ext uri="{FF2B5EF4-FFF2-40B4-BE49-F238E27FC236}">
                <a16:creationId xmlns:a16="http://schemas.microsoft.com/office/drawing/2014/main" id="{01FCF8D1-6451-FEA2-04F0-46621B7889AB}"/>
              </a:ext>
            </a:extLst>
          </p:cNvPr>
          <p:cNvPicPr>
            <a:picLocks noChangeAspect="1"/>
          </p:cNvPicPr>
          <p:nvPr/>
        </p:nvPicPr>
        <p:blipFill>
          <a:blip r:embed="rId21" cstate="print">
            <a:extLst>
              <a:ext uri="{28A0092B-C50C-407E-A947-70E740481C1C}">
                <a14:useLocalDpi xmlns:a14="http://schemas.microsoft.com/office/drawing/2010/main" val="0"/>
              </a:ext>
            </a:extLst>
          </a:blip>
          <a:stretch>
            <a:fillRect/>
          </a:stretch>
        </p:blipFill>
        <p:spPr>
          <a:xfrm>
            <a:off x="3548254" y="2331110"/>
            <a:ext cx="400420" cy="374904"/>
          </a:xfrm>
          <a:prstGeom prst="rect">
            <a:avLst/>
          </a:prstGeom>
        </p:spPr>
      </p:pic>
      <p:pic>
        <p:nvPicPr>
          <p:cNvPr id="64" name="Gold Coin 2">
            <a:extLst>
              <a:ext uri="{FF2B5EF4-FFF2-40B4-BE49-F238E27FC236}">
                <a16:creationId xmlns:a16="http://schemas.microsoft.com/office/drawing/2014/main" id="{4D367738-02BF-E34A-E2C5-7648650560CE}"/>
              </a:ext>
            </a:extLst>
          </p:cNvPr>
          <p:cNvPicPr>
            <a:picLocks noChangeAspect="1"/>
          </p:cNvPicPr>
          <p:nvPr/>
        </p:nvPicPr>
        <p:blipFill>
          <a:blip r:embed="rId21" cstate="print">
            <a:extLst>
              <a:ext uri="{28A0092B-C50C-407E-A947-70E740481C1C}">
                <a14:useLocalDpi xmlns:a14="http://schemas.microsoft.com/office/drawing/2010/main" val="0"/>
              </a:ext>
            </a:extLst>
          </a:blip>
          <a:stretch>
            <a:fillRect/>
          </a:stretch>
        </p:blipFill>
        <p:spPr>
          <a:xfrm>
            <a:off x="4276140" y="2337206"/>
            <a:ext cx="400420" cy="374904"/>
          </a:xfrm>
          <a:prstGeom prst="rect">
            <a:avLst/>
          </a:prstGeom>
        </p:spPr>
      </p:pic>
      <p:pic>
        <p:nvPicPr>
          <p:cNvPr id="65" name="Gold Coin 3">
            <a:extLst>
              <a:ext uri="{FF2B5EF4-FFF2-40B4-BE49-F238E27FC236}">
                <a16:creationId xmlns:a16="http://schemas.microsoft.com/office/drawing/2014/main" id="{2D421196-681F-78A7-1DC3-F4E1461F075D}"/>
              </a:ext>
            </a:extLst>
          </p:cNvPr>
          <p:cNvPicPr>
            <a:picLocks noChangeAspect="1"/>
          </p:cNvPicPr>
          <p:nvPr/>
        </p:nvPicPr>
        <p:blipFill>
          <a:blip r:embed="rId21" cstate="print">
            <a:extLst>
              <a:ext uri="{28A0092B-C50C-407E-A947-70E740481C1C}">
                <a14:useLocalDpi xmlns:a14="http://schemas.microsoft.com/office/drawing/2010/main" val="0"/>
              </a:ext>
            </a:extLst>
          </a:blip>
          <a:stretch>
            <a:fillRect/>
          </a:stretch>
        </p:blipFill>
        <p:spPr>
          <a:xfrm>
            <a:off x="3583736" y="3027357"/>
            <a:ext cx="400420" cy="374904"/>
          </a:xfrm>
          <a:prstGeom prst="rect">
            <a:avLst/>
          </a:prstGeom>
        </p:spPr>
      </p:pic>
      <p:pic>
        <p:nvPicPr>
          <p:cNvPr id="72" name="Gold Coin 1">
            <a:extLst>
              <a:ext uri="{FF2B5EF4-FFF2-40B4-BE49-F238E27FC236}">
                <a16:creationId xmlns:a16="http://schemas.microsoft.com/office/drawing/2014/main" id="{C635270D-6525-FA67-E555-83AFB8522276}"/>
              </a:ext>
            </a:extLst>
          </p:cNvPr>
          <p:cNvPicPr>
            <a:picLocks noChangeAspect="1"/>
          </p:cNvPicPr>
          <p:nvPr/>
        </p:nvPicPr>
        <p:blipFill>
          <a:blip r:embed="rId21" cstate="print">
            <a:extLst>
              <a:ext uri="{28A0092B-C50C-407E-A947-70E740481C1C}">
                <a14:useLocalDpi xmlns:a14="http://schemas.microsoft.com/office/drawing/2010/main" val="0"/>
              </a:ext>
            </a:extLst>
          </a:blip>
          <a:stretch>
            <a:fillRect/>
          </a:stretch>
        </p:blipFill>
        <p:spPr>
          <a:xfrm>
            <a:off x="3666257" y="4395908"/>
            <a:ext cx="400420" cy="374904"/>
          </a:xfrm>
          <a:prstGeom prst="rect">
            <a:avLst/>
          </a:prstGeom>
        </p:spPr>
      </p:pic>
      <p:pic>
        <p:nvPicPr>
          <p:cNvPr id="73" name="Gold Coin 2">
            <a:extLst>
              <a:ext uri="{FF2B5EF4-FFF2-40B4-BE49-F238E27FC236}">
                <a16:creationId xmlns:a16="http://schemas.microsoft.com/office/drawing/2014/main" id="{CC8643EA-715A-F723-CEAB-6DBEEFD719F4}"/>
              </a:ext>
            </a:extLst>
          </p:cNvPr>
          <p:cNvPicPr>
            <a:picLocks noChangeAspect="1"/>
          </p:cNvPicPr>
          <p:nvPr/>
        </p:nvPicPr>
        <p:blipFill>
          <a:blip r:embed="rId21" cstate="print">
            <a:extLst>
              <a:ext uri="{28A0092B-C50C-407E-A947-70E740481C1C}">
                <a14:useLocalDpi xmlns:a14="http://schemas.microsoft.com/office/drawing/2010/main" val="0"/>
              </a:ext>
            </a:extLst>
          </a:blip>
          <a:stretch>
            <a:fillRect/>
          </a:stretch>
        </p:blipFill>
        <p:spPr>
          <a:xfrm>
            <a:off x="4394143" y="4402004"/>
            <a:ext cx="400420" cy="374904"/>
          </a:xfrm>
          <a:prstGeom prst="rect">
            <a:avLst/>
          </a:prstGeom>
        </p:spPr>
      </p:pic>
      <p:pic>
        <p:nvPicPr>
          <p:cNvPr id="74" name="Gold Coin 3">
            <a:extLst>
              <a:ext uri="{FF2B5EF4-FFF2-40B4-BE49-F238E27FC236}">
                <a16:creationId xmlns:a16="http://schemas.microsoft.com/office/drawing/2014/main" id="{74DCE017-5A76-8C36-DB53-B63630C8BA0D}"/>
              </a:ext>
            </a:extLst>
          </p:cNvPr>
          <p:cNvPicPr>
            <a:picLocks noChangeAspect="1"/>
          </p:cNvPicPr>
          <p:nvPr/>
        </p:nvPicPr>
        <p:blipFill>
          <a:blip r:embed="rId21" cstate="print">
            <a:extLst>
              <a:ext uri="{28A0092B-C50C-407E-A947-70E740481C1C}">
                <a14:useLocalDpi xmlns:a14="http://schemas.microsoft.com/office/drawing/2010/main" val="0"/>
              </a:ext>
            </a:extLst>
          </a:blip>
          <a:stretch>
            <a:fillRect/>
          </a:stretch>
        </p:blipFill>
        <p:spPr>
          <a:xfrm>
            <a:off x="3701739" y="5092155"/>
            <a:ext cx="400420" cy="374904"/>
          </a:xfrm>
          <a:prstGeom prst="rect">
            <a:avLst/>
          </a:prstGeom>
        </p:spPr>
      </p:pic>
      <p:pic>
        <p:nvPicPr>
          <p:cNvPr id="75" name="Gold Coin 4">
            <a:extLst>
              <a:ext uri="{FF2B5EF4-FFF2-40B4-BE49-F238E27FC236}">
                <a16:creationId xmlns:a16="http://schemas.microsoft.com/office/drawing/2014/main" id="{BD8629A4-839A-A25B-03E8-0683E42D4BE7}"/>
              </a:ext>
            </a:extLst>
          </p:cNvPr>
          <p:cNvPicPr>
            <a:picLocks noChangeAspect="1"/>
          </p:cNvPicPr>
          <p:nvPr/>
        </p:nvPicPr>
        <p:blipFill>
          <a:blip r:embed="rId21" cstate="print">
            <a:extLst>
              <a:ext uri="{28A0092B-C50C-407E-A947-70E740481C1C}">
                <a14:useLocalDpi xmlns:a14="http://schemas.microsoft.com/office/drawing/2010/main" val="0"/>
              </a:ext>
            </a:extLst>
          </a:blip>
          <a:stretch>
            <a:fillRect/>
          </a:stretch>
        </p:blipFill>
        <p:spPr>
          <a:xfrm>
            <a:off x="4430719" y="5098251"/>
            <a:ext cx="400420" cy="374904"/>
          </a:xfrm>
          <a:prstGeom prst="rect">
            <a:avLst/>
          </a:prstGeom>
        </p:spPr>
      </p:pic>
      <p:pic>
        <p:nvPicPr>
          <p:cNvPr id="79" name="Gold Coin 1">
            <a:extLst>
              <a:ext uri="{FF2B5EF4-FFF2-40B4-BE49-F238E27FC236}">
                <a16:creationId xmlns:a16="http://schemas.microsoft.com/office/drawing/2014/main" id="{C84583A5-D49E-94E0-CB5E-C7E31590FCEA}"/>
              </a:ext>
            </a:extLst>
          </p:cNvPr>
          <p:cNvPicPr>
            <a:picLocks noChangeAspect="1"/>
          </p:cNvPicPr>
          <p:nvPr/>
        </p:nvPicPr>
        <p:blipFill>
          <a:blip r:embed="rId21" cstate="print">
            <a:extLst>
              <a:ext uri="{28A0092B-C50C-407E-A947-70E740481C1C}">
                <a14:useLocalDpi xmlns:a14="http://schemas.microsoft.com/office/drawing/2010/main" val="0"/>
              </a:ext>
            </a:extLst>
          </a:blip>
          <a:stretch>
            <a:fillRect/>
          </a:stretch>
        </p:blipFill>
        <p:spPr>
          <a:xfrm>
            <a:off x="3773700" y="6459603"/>
            <a:ext cx="400420" cy="374904"/>
          </a:xfrm>
          <a:prstGeom prst="rect">
            <a:avLst/>
          </a:prstGeom>
        </p:spPr>
      </p:pic>
      <p:pic>
        <p:nvPicPr>
          <p:cNvPr id="80" name="Gold Coin 2">
            <a:extLst>
              <a:ext uri="{FF2B5EF4-FFF2-40B4-BE49-F238E27FC236}">
                <a16:creationId xmlns:a16="http://schemas.microsoft.com/office/drawing/2014/main" id="{8471FBB4-0B6B-3F25-B147-D4BD47C4DF48}"/>
              </a:ext>
            </a:extLst>
          </p:cNvPr>
          <p:cNvPicPr>
            <a:picLocks noChangeAspect="1"/>
          </p:cNvPicPr>
          <p:nvPr/>
        </p:nvPicPr>
        <p:blipFill>
          <a:blip r:embed="rId21" cstate="print">
            <a:extLst>
              <a:ext uri="{28A0092B-C50C-407E-A947-70E740481C1C}">
                <a14:useLocalDpi xmlns:a14="http://schemas.microsoft.com/office/drawing/2010/main" val="0"/>
              </a:ext>
            </a:extLst>
          </a:blip>
          <a:stretch>
            <a:fillRect/>
          </a:stretch>
        </p:blipFill>
        <p:spPr>
          <a:xfrm>
            <a:off x="4501586" y="6465699"/>
            <a:ext cx="400420" cy="374904"/>
          </a:xfrm>
          <a:prstGeom prst="rect">
            <a:avLst/>
          </a:prstGeom>
        </p:spPr>
      </p:pic>
      <p:pic>
        <p:nvPicPr>
          <p:cNvPr id="84" name="Gold Coin 1">
            <a:extLst>
              <a:ext uri="{FF2B5EF4-FFF2-40B4-BE49-F238E27FC236}">
                <a16:creationId xmlns:a16="http://schemas.microsoft.com/office/drawing/2014/main" id="{B519E1ED-137D-1E12-CE45-775BC3726AC6}"/>
              </a:ext>
            </a:extLst>
          </p:cNvPr>
          <p:cNvPicPr>
            <a:picLocks noChangeAspect="1"/>
          </p:cNvPicPr>
          <p:nvPr/>
        </p:nvPicPr>
        <p:blipFill>
          <a:blip r:embed="rId21" cstate="print">
            <a:extLst>
              <a:ext uri="{28A0092B-C50C-407E-A947-70E740481C1C}">
                <a14:useLocalDpi xmlns:a14="http://schemas.microsoft.com/office/drawing/2010/main" val="0"/>
              </a:ext>
            </a:extLst>
          </a:blip>
          <a:stretch>
            <a:fillRect/>
          </a:stretch>
        </p:blipFill>
        <p:spPr>
          <a:xfrm>
            <a:off x="12861981" y="279730"/>
            <a:ext cx="400420" cy="374904"/>
          </a:xfrm>
          <a:prstGeom prst="rect">
            <a:avLst/>
          </a:prstGeom>
        </p:spPr>
      </p:pic>
      <p:pic>
        <p:nvPicPr>
          <p:cNvPr id="85" name="Gold Coin 2">
            <a:extLst>
              <a:ext uri="{FF2B5EF4-FFF2-40B4-BE49-F238E27FC236}">
                <a16:creationId xmlns:a16="http://schemas.microsoft.com/office/drawing/2014/main" id="{582AA26C-68A8-31A4-1900-CBD9788D4894}"/>
              </a:ext>
            </a:extLst>
          </p:cNvPr>
          <p:cNvPicPr>
            <a:picLocks noChangeAspect="1"/>
          </p:cNvPicPr>
          <p:nvPr/>
        </p:nvPicPr>
        <p:blipFill>
          <a:blip r:embed="rId21" cstate="print">
            <a:extLst>
              <a:ext uri="{28A0092B-C50C-407E-A947-70E740481C1C}">
                <a14:useLocalDpi xmlns:a14="http://schemas.microsoft.com/office/drawing/2010/main" val="0"/>
              </a:ext>
            </a:extLst>
          </a:blip>
          <a:stretch>
            <a:fillRect/>
          </a:stretch>
        </p:blipFill>
        <p:spPr>
          <a:xfrm>
            <a:off x="13589867" y="285826"/>
            <a:ext cx="400420" cy="374904"/>
          </a:xfrm>
          <a:prstGeom prst="rect">
            <a:avLst/>
          </a:prstGeom>
        </p:spPr>
      </p:pic>
      <p:pic>
        <p:nvPicPr>
          <p:cNvPr id="88" name="Gold Coin 3">
            <a:extLst>
              <a:ext uri="{FF2B5EF4-FFF2-40B4-BE49-F238E27FC236}">
                <a16:creationId xmlns:a16="http://schemas.microsoft.com/office/drawing/2014/main" id="{C0268305-40AC-B2F4-F69E-4BCECEDCE8A3}"/>
              </a:ext>
            </a:extLst>
          </p:cNvPr>
          <p:cNvPicPr>
            <a:picLocks noChangeAspect="1"/>
          </p:cNvPicPr>
          <p:nvPr/>
        </p:nvPicPr>
        <p:blipFill>
          <a:blip r:embed="rId21" cstate="print">
            <a:extLst>
              <a:ext uri="{28A0092B-C50C-407E-A947-70E740481C1C}">
                <a14:useLocalDpi xmlns:a14="http://schemas.microsoft.com/office/drawing/2010/main" val="0"/>
              </a:ext>
            </a:extLst>
          </a:blip>
          <a:stretch>
            <a:fillRect/>
          </a:stretch>
        </p:blipFill>
        <p:spPr>
          <a:xfrm>
            <a:off x="12897463" y="975977"/>
            <a:ext cx="400420" cy="374904"/>
          </a:xfrm>
          <a:prstGeom prst="rect">
            <a:avLst/>
          </a:prstGeom>
        </p:spPr>
      </p:pic>
      <p:pic>
        <p:nvPicPr>
          <p:cNvPr id="91" name="Gold Coin 1">
            <a:extLst>
              <a:ext uri="{FF2B5EF4-FFF2-40B4-BE49-F238E27FC236}">
                <a16:creationId xmlns:a16="http://schemas.microsoft.com/office/drawing/2014/main" id="{8B7A3FF4-DEED-AB40-0853-6A0CD696DD85}"/>
              </a:ext>
            </a:extLst>
          </p:cNvPr>
          <p:cNvPicPr>
            <a:picLocks noChangeAspect="1"/>
          </p:cNvPicPr>
          <p:nvPr/>
        </p:nvPicPr>
        <p:blipFill>
          <a:blip r:embed="rId21" cstate="print">
            <a:extLst>
              <a:ext uri="{28A0092B-C50C-407E-A947-70E740481C1C}">
                <a14:useLocalDpi xmlns:a14="http://schemas.microsoft.com/office/drawing/2010/main" val="0"/>
              </a:ext>
            </a:extLst>
          </a:blip>
          <a:stretch>
            <a:fillRect/>
          </a:stretch>
        </p:blipFill>
        <p:spPr>
          <a:xfrm>
            <a:off x="12976496" y="2355053"/>
            <a:ext cx="400420" cy="374904"/>
          </a:xfrm>
          <a:prstGeom prst="rect">
            <a:avLst/>
          </a:prstGeom>
        </p:spPr>
      </p:pic>
      <p:pic>
        <p:nvPicPr>
          <p:cNvPr id="92" name="Gold Coin 2">
            <a:extLst>
              <a:ext uri="{FF2B5EF4-FFF2-40B4-BE49-F238E27FC236}">
                <a16:creationId xmlns:a16="http://schemas.microsoft.com/office/drawing/2014/main" id="{5235CDF8-05A8-5A21-1AC4-5150C90AC0E8}"/>
              </a:ext>
            </a:extLst>
          </p:cNvPr>
          <p:cNvPicPr>
            <a:picLocks noChangeAspect="1"/>
          </p:cNvPicPr>
          <p:nvPr/>
        </p:nvPicPr>
        <p:blipFill>
          <a:blip r:embed="rId21" cstate="print">
            <a:extLst>
              <a:ext uri="{28A0092B-C50C-407E-A947-70E740481C1C}">
                <a14:useLocalDpi xmlns:a14="http://schemas.microsoft.com/office/drawing/2010/main" val="0"/>
              </a:ext>
            </a:extLst>
          </a:blip>
          <a:stretch>
            <a:fillRect/>
          </a:stretch>
        </p:blipFill>
        <p:spPr>
          <a:xfrm>
            <a:off x="13704382" y="2361149"/>
            <a:ext cx="400420" cy="374904"/>
          </a:xfrm>
          <a:prstGeom prst="rect">
            <a:avLst/>
          </a:prstGeom>
        </p:spPr>
      </p:pic>
      <p:pic>
        <p:nvPicPr>
          <p:cNvPr id="96" name="Gold Coin 1">
            <a:extLst>
              <a:ext uri="{FF2B5EF4-FFF2-40B4-BE49-F238E27FC236}">
                <a16:creationId xmlns:a16="http://schemas.microsoft.com/office/drawing/2014/main" id="{60BD5144-73A1-F3B7-784A-28ABD0D4707A}"/>
              </a:ext>
            </a:extLst>
          </p:cNvPr>
          <p:cNvPicPr>
            <a:picLocks noChangeAspect="1"/>
          </p:cNvPicPr>
          <p:nvPr/>
        </p:nvPicPr>
        <p:blipFill>
          <a:blip r:embed="rId21" cstate="print">
            <a:extLst>
              <a:ext uri="{28A0092B-C50C-407E-A947-70E740481C1C}">
                <a14:useLocalDpi xmlns:a14="http://schemas.microsoft.com/office/drawing/2010/main" val="0"/>
              </a:ext>
            </a:extLst>
          </a:blip>
          <a:stretch>
            <a:fillRect/>
          </a:stretch>
        </p:blipFill>
        <p:spPr>
          <a:xfrm>
            <a:off x="13094499" y="4419851"/>
            <a:ext cx="400420" cy="374904"/>
          </a:xfrm>
          <a:prstGeom prst="rect">
            <a:avLst/>
          </a:prstGeom>
        </p:spPr>
      </p:pic>
      <p:pic>
        <p:nvPicPr>
          <p:cNvPr id="97" name="Gold Coin 2">
            <a:extLst>
              <a:ext uri="{FF2B5EF4-FFF2-40B4-BE49-F238E27FC236}">
                <a16:creationId xmlns:a16="http://schemas.microsoft.com/office/drawing/2014/main" id="{98CDDFE1-7228-7502-E4DE-EA53C5FF6C57}"/>
              </a:ext>
            </a:extLst>
          </p:cNvPr>
          <p:cNvPicPr>
            <a:picLocks noChangeAspect="1"/>
          </p:cNvPicPr>
          <p:nvPr/>
        </p:nvPicPr>
        <p:blipFill>
          <a:blip r:embed="rId21" cstate="print">
            <a:extLst>
              <a:ext uri="{28A0092B-C50C-407E-A947-70E740481C1C}">
                <a14:useLocalDpi xmlns:a14="http://schemas.microsoft.com/office/drawing/2010/main" val="0"/>
              </a:ext>
            </a:extLst>
          </a:blip>
          <a:stretch>
            <a:fillRect/>
          </a:stretch>
        </p:blipFill>
        <p:spPr>
          <a:xfrm>
            <a:off x="13822385" y="4425947"/>
            <a:ext cx="400420" cy="374904"/>
          </a:xfrm>
          <a:prstGeom prst="rect">
            <a:avLst/>
          </a:prstGeom>
        </p:spPr>
      </p:pic>
      <p:pic>
        <p:nvPicPr>
          <p:cNvPr id="98" name="Gold Coin 3">
            <a:extLst>
              <a:ext uri="{FF2B5EF4-FFF2-40B4-BE49-F238E27FC236}">
                <a16:creationId xmlns:a16="http://schemas.microsoft.com/office/drawing/2014/main" id="{F72B9AB0-6BB3-9B42-EA59-4D97A9627A68}"/>
              </a:ext>
            </a:extLst>
          </p:cNvPr>
          <p:cNvPicPr>
            <a:picLocks noChangeAspect="1"/>
          </p:cNvPicPr>
          <p:nvPr/>
        </p:nvPicPr>
        <p:blipFill>
          <a:blip r:embed="rId21" cstate="print">
            <a:extLst>
              <a:ext uri="{28A0092B-C50C-407E-A947-70E740481C1C}">
                <a14:useLocalDpi xmlns:a14="http://schemas.microsoft.com/office/drawing/2010/main" val="0"/>
              </a:ext>
            </a:extLst>
          </a:blip>
          <a:stretch>
            <a:fillRect/>
          </a:stretch>
        </p:blipFill>
        <p:spPr>
          <a:xfrm>
            <a:off x="13129981" y="5116098"/>
            <a:ext cx="400420" cy="374904"/>
          </a:xfrm>
          <a:prstGeom prst="rect">
            <a:avLst/>
          </a:prstGeom>
        </p:spPr>
      </p:pic>
      <p:pic>
        <p:nvPicPr>
          <p:cNvPr id="101" name="Gold Coin 1">
            <a:extLst>
              <a:ext uri="{FF2B5EF4-FFF2-40B4-BE49-F238E27FC236}">
                <a16:creationId xmlns:a16="http://schemas.microsoft.com/office/drawing/2014/main" id="{99F11F17-3DDD-EC5A-F24E-8E4F673FE650}"/>
              </a:ext>
            </a:extLst>
          </p:cNvPr>
          <p:cNvPicPr>
            <a:picLocks noChangeAspect="1"/>
          </p:cNvPicPr>
          <p:nvPr/>
        </p:nvPicPr>
        <p:blipFill>
          <a:blip r:embed="rId21" cstate="print">
            <a:extLst>
              <a:ext uri="{28A0092B-C50C-407E-A947-70E740481C1C}">
                <a14:useLocalDpi xmlns:a14="http://schemas.microsoft.com/office/drawing/2010/main" val="0"/>
              </a:ext>
            </a:extLst>
          </a:blip>
          <a:stretch>
            <a:fillRect/>
          </a:stretch>
        </p:blipFill>
        <p:spPr>
          <a:xfrm>
            <a:off x="13201942" y="6483546"/>
            <a:ext cx="400420" cy="374904"/>
          </a:xfrm>
          <a:prstGeom prst="rect">
            <a:avLst/>
          </a:prstGeom>
        </p:spPr>
      </p:pic>
      <p:pic>
        <p:nvPicPr>
          <p:cNvPr id="102" name="Gold Coin 2">
            <a:extLst>
              <a:ext uri="{FF2B5EF4-FFF2-40B4-BE49-F238E27FC236}">
                <a16:creationId xmlns:a16="http://schemas.microsoft.com/office/drawing/2014/main" id="{84A56950-E01E-B3B1-F4C0-693CB5E68951}"/>
              </a:ext>
            </a:extLst>
          </p:cNvPr>
          <p:cNvPicPr>
            <a:picLocks noChangeAspect="1"/>
          </p:cNvPicPr>
          <p:nvPr/>
        </p:nvPicPr>
        <p:blipFill>
          <a:blip r:embed="rId21" cstate="print">
            <a:extLst>
              <a:ext uri="{28A0092B-C50C-407E-A947-70E740481C1C}">
                <a14:useLocalDpi xmlns:a14="http://schemas.microsoft.com/office/drawing/2010/main" val="0"/>
              </a:ext>
            </a:extLst>
          </a:blip>
          <a:stretch>
            <a:fillRect/>
          </a:stretch>
        </p:blipFill>
        <p:spPr>
          <a:xfrm>
            <a:off x="13929828" y="6489642"/>
            <a:ext cx="400420" cy="374904"/>
          </a:xfrm>
          <a:prstGeom prst="rect">
            <a:avLst/>
          </a:prstGeom>
        </p:spPr>
      </p:pic>
      <p:pic>
        <p:nvPicPr>
          <p:cNvPr id="103" name="Gold Coin 3">
            <a:extLst>
              <a:ext uri="{FF2B5EF4-FFF2-40B4-BE49-F238E27FC236}">
                <a16:creationId xmlns:a16="http://schemas.microsoft.com/office/drawing/2014/main" id="{84C15DDC-7F4B-84D2-0344-330AF045FFFA}"/>
              </a:ext>
            </a:extLst>
          </p:cNvPr>
          <p:cNvPicPr>
            <a:picLocks noChangeAspect="1"/>
          </p:cNvPicPr>
          <p:nvPr/>
        </p:nvPicPr>
        <p:blipFill>
          <a:blip r:embed="rId21" cstate="print">
            <a:extLst>
              <a:ext uri="{28A0092B-C50C-407E-A947-70E740481C1C}">
                <a14:useLocalDpi xmlns:a14="http://schemas.microsoft.com/office/drawing/2010/main" val="0"/>
              </a:ext>
            </a:extLst>
          </a:blip>
          <a:stretch>
            <a:fillRect/>
          </a:stretch>
        </p:blipFill>
        <p:spPr>
          <a:xfrm>
            <a:off x="13237424" y="7179793"/>
            <a:ext cx="400420" cy="374904"/>
          </a:xfrm>
          <a:prstGeom prst="rect">
            <a:avLst/>
          </a:prstGeom>
        </p:spPr>
      </p:pic>
      <p:pic>
        <p:nvPicPr>
          <p:cNvPr id="104" name="Gold Coin 4">
            <a:extLst>
              <a:ext uri="{FF2B5EF4-FFF2-40B4-BE49-F238E27FC236}">
                <a16:creationId xmlns:a16="http://schemas.microsoft.com/office/drawing/2014/main" id="{7E54ECFD-A833-6A11-B083-C027E026904D}"/>
              </a:ext>
            </a:extLst>
          </p:cNvPr>
          <p:cNvPicPr>
            <a:picLocks noChangeAspect="1"/>
          </p:cNvPicPr>
          <p:nvPr/>
        </p:nvPicPr>
        <p:blipFill>
          <a:blip r:embed="rId21" cstate="print">
            <a:extLst>
              <a:ext uri="{28A0092B-C50C-407E-A947-70E740481C1C}">
                <a14:useLocalDpi xmlns:a14="http://schemas.microsoft.com/office/drawing/2010/main" val="0"/>
              </a:ext>
            </a:extLst>
          </a:blip>
          <a:stretch>
            <a:fillRect/>
          </a:stretch>
        </p:blipFill>
        <p:spPr>
          <a:xfrm>
            <a:off x="13966404" y="7185889"/>
            <a:ext cx="400420" cy="374904"/>
          </a:xfrm>
          <a:prstGeom prst="rect">
            <a:avLst/>
          </a:prstGeom>
        </p:spPr>
      </p:pic>
    </p:spTree>
    <p:extLst>
      <p:ext uri="{BB962C8B-B14F-4D97-AF65-F5344CB8AC3E}">
        <p14:creationId xmlns:p14="http://schemas.microsoft.com/office/powerpoint/2010/main" val="3829078825"/>
      </p:ext>
    </p:extLst>
  </p:cSld>
  <p:clrMapOvr>
    <a:masterClrMapping/>
  </p:clrMapOvr>
  <mc:AlternateContent xmlns:mc="http://schemas.openxmlformats.org/markup-compatibility/2006" xmlns:p14="http://schemas.microsoft.com/office/powerpoint/2010/main">
    <mc:Choice Requires="p14">
      <p:transition spd="slow" p14:dur="1300">
        <p14:pan/>
      </p:transition>
    </mc:Choice>
    <mc:Fallback xmlns="">
      <p:transition spd="slow">
        <p:fade/>
      </p:transition>
    </mc:Fallback>
  </mc:AlternateContent>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mediacall" presetSubtype="0" fill="hold" nodeType="clickEffect">
                                  <p:stCondLst>
                                    <p:cond delay="0"/>
                                  </p:stCondLst>
                                  <p:childTnLst>
                                    <p:cmd type="call" cmd="playFrom(0.0)">
                                      <p:cBhvr>
                                        <p:cTn id="6" dur="40071" fill="hold"/>
                                        <p:tgtEl>
                                          <p:spTgt spid="26"/>
                                        </p:tgtEl>
                                      </p:cBhvr>
                                    </p:cmd>
                                  </p:childTnLst>
                                </p:cTn>
                              </p:par>
                              <p:par>
                                <p:cTn id="7" presetID="0" presetClass="path" presetSubtype="0" fill="hold" nodeType="withEffect">
                                  <p:stCondLst>
                                    <p:cond delay="0"/>
                                  </p:stCondLst>
                                  <p:childTnLst>
                                    <p:animMotion origin="layout" path="M 0.00021 -0.00077 L 0.00021 -0.0216 L -0.02518 -0.0216 L -0.02518 0.00039 L -0.02518 -0.0216 L -0.04926 -0.0216 L -0.04992 -0.00077 L -0.04926 -0.0216 L -0.07466 -0.0216 L -0.07531 -0.00174 L -0.07531 -0.0216 L -0.0994 -0.0216 L -0.10005 -0.00174 L -0.10059 -0.0216 L -0.12424 -0.0216 L -0.12479 -0.00174 L -0.12479 -0.02045 L -0.14953 -0.0216 L -0.14953 -0.00289 L -0.14953 -0.0216 L -0.17426 -0.02276 L -0.17426 -0.00174 L -0.17492 -0.0216 L -0.19835 -0.02276 L -0.199 -0.00174 L -0.199 -0.02276 L -0.22385 -0.02276 L -0.22385 -0.00174 L -0.22385 -0.02276 L -0.24913 -0.02276 L -0.24848 -0.00289 L -0.24848 -0.02276 L -0.27387 -0.02276 L -0.27387 -0.00174 L -0.27387 -0.02276 L -0.29818 -0.02276 L -0.29818 -0.00174 L -0.29872 -0.02276 L -0.32346 -0.02276 L -0.32346 -0.00174 L -0.324 -0.02276 L -0.34755 -0.02276 L -0.34755 -0.00174 L -0.3469 -0.02392 L -0.37175 -0.02392 L -0.37229 -0.00289 L -0.37229 -0.02392 L -0.39768 -0.02392 L -0.39768 -0.00174 L -0.39703 -0.02488 L -0.42177 -0.02488 L -0.42242 -0.00174 L -0.42242 -0.02488 L -0.44662 -0.02488 L -0.44716 -0.00289 L -0.44716 -0.02488 L -0.4719 -0.02488 L -0.4719 -0.00289 L -0.47125 -0.02488 L -0.49664 -0.02488 L -0.49664 -0.00289 L -0.4961 -0.02604 L -0.52138 -0.02604 L -0.52138 -0.00174 L -0.52138 -0.02604 L -0.54623 -0.02604 L -0.54623 -0.00405 L -0.54623 -0.02604 L -0.57042 -0.02604 L -0.57042 -0.00289 L -0.57107 -0.02604 L -0.59571 -0.02604 L -0.59571 -0.00405 L -0.59505 -0.02604 L -0.61979 -0.02604 L -0.62045 -0.00405 L -0.62045 -0.02604 L -0.64594 -0.02604 L -0.64594 -0.00405 L -0.64594 -0.0272 L -0.67058 -0.0272 L -0.66992 -0.00289 L -0.67058 -0.02604 L -0.69532 -0.02604 L -0.69466 -0.00405 L -0.69597 -0.02604 L -0.72016 -0.02604 L -0.72081 -0.00405 L -0.72016 -0.0272 L -0.74414 -0.0272 L -0.7436 -0.00289 L -0.74414 -0.02604 L -0.76953 -0.02604 L -0.76953 -0.00405 L -0.76953 -0.02604 L -0.79373 -0.02604 L -0.79373 -0.00405 L -0.79373 -0.02488 L -0.81847 -0.02488 L -0.81912 -0.00521 L -0.81847 -0.02488 L -0.84386 -0.02488 L -0.84386 -0.00405 L -0.84386 -0.02488 L -0.8686 -0.02488 L -0.8686 -0.00405 L -0.8686 -0.02488 L -0.89334 -0.02488 L -0.89334 -0.00405 L -0.89334 -0.02488 L -0.91808 -0.02488 L -0.91808 -0.00521 L -0.91808 -0.02604 L -0.94282 -0.02604 L -0.94282 -0.00637 L -0.94282 -0.02604 L -0.96756 -0.02604 L -0.96756 -0.00521 L -0.96756 -0.02604 L -0.99176 -0.02604 L -0.9923 -0.00637 " pathEditMode="relative" ptsTypes="AAAAAAAAAAAAAAAAAAAAAAAAAAAAAAAAAAAAAAAAAAAAAAAAAAAAAAAAAAAAAAAAAAAAAAAAAAAAAAAAAAAAAAAAAAAAAAAAAAAAAAAAAAAAAAAAAAAAAAAAA">
                                      <p:cBhvr>
                                        <p:cTn id="8" dur="40000" fill="hold"/>
                                        <p:tgtEl>
                                          <p:spTgt spid="51"/>
                                        </p:tgtEl>
                                        <p:attrNameLst>
                                          <p:attrName>ppt_x</p:attrName>
                                          <p:attrName>ppt_y</p:attrName>
                                        </p:attrNameLst>
                                      </p:cBhvr>
                                    </p:animMotion>
                                  </p:childTnLst>
                                </p:cTn>
                              </p:par>
                            </p:childTnLst>
                          </p:cTn>
                        </p:par>
                      </p:childTnLst>
                    </p:cTn>
                  </p:par>
                  <p:par>
                    <p:cTn id="9" fill="hold">
                      <p:stCondLst>
                        <p:cond delay="indefinite"/>
                      </p:stCondLst>
                      <p:childTnLst>
                        <p:par>
                          <p:cTn id="10" fill="hold">
                            <p:stCondLst>
                              <p:cond delay="0"/>
                            </p:stCondLst>
                            <p:childTnLst>
                              <p:par>
                                <p:cTn id="11" presetID="1" presetClass="mediacall" presetSubtype="0" fill="hold" nodeType="clickEffect">
                                  <p:stCondLst>
                                    <p:cond delay="0"/>
                                  </p:stCondLst>
                                  <p:childTnLst>
                                    <p:cmd type="call" cmd="playFrom(0.0)">
                                      <p:cBhvr>
                                        <p:cTn id="12" dur="417" fill="hold"/>
                                        <p:tgtEl>
                                          <p:spTgt spid="49"/>
                                        </p:tgtEl>
                                      </p:cBhvr>
                                    </p:cmd>
                                  </p:childTnLst>
                                </p:cTn>
                              </p:par>
                            </p:childTnLst>
                          </p:cTn>
                        </p:par>
                        <p:par>
                          <p:cTn id="13" fill="hold">
                            <p:stCondLst>
                              <p:cond delay="417"/>
                            </p:stCondLst>
                            <p:childTnLst>
                              <p:par>
                                <p:cTn id="14" presetID="1" presetClass="mediacall" presetSubtype="0" fill="hold" nodeType="afterEffect">
                                  <p:stCondLst>
                                    <p:cond delay="0"/>
                                  </p:stCondLst>
                                  <p:childTnLst>
                                    <p:cmd type="call" cmd="playFrom(0.0)">
                                      <p:cBhvr>
                                        <p:cTn id="15" dur="912" fill="hold"/>
                                        <p:tgtEl>
                                          <p:spTgt spid="27"/>
                                        </p:tgtEl>
                                      </p:cBhvr>
                                    </p:cmd>
                                  </p:childTnLst>
                                </p:cTn>
                              </p:par>
                              <p:par>
                                <p:cTn id="16" presetID="2" presetClass="entr" presetSubtype="1" fill="hold" nodeType="withEffect">
                                  <p:stCondLst>
                                    <p:cond delay="0"/>
                                  </p:stCondLst>
                                  <p:childTnLst>
                                    <p:set>
                                      <p:cBhvr>
                                        <p:cTn id="17" dur="1" fill="hold">
                                          <p:stCondLst>
                                            <p:cond delay="0"/>
                                          </p:stCondLst>
                                        </p:cTn>
                                        <p:tgtEl>
                                          <p:spTgt spid="58"/>
                                        </p:tgtEl>
                                        <p:attrNameLst>
                                          <p:attrName>style.visibility</p:attrName>
                                        </p:attrNameLst>
                                      </p:cBhvr>
                                      <p:to>
                                        <p:strVal val="visible"/>
                                      </p:to>
                                    </p:set>
                                    <p:anim calcmode="lin" valueType="num">
                                      <p:cBhvr additive="base">
                                        <p:cTn id="18" dur="250" fill="hold"/>
                                        <p:tgtEl>
                                          <p:spTgt spid="58"/>
                                        </p:tgtEl>
                                        <p:attrNameLst>
                                          <p:attrName>ppt_x</p:attrName>
                                        </p:attrNameLst>
                                      </p:cBhvr>
                                      <p:tavLst>
                                        <p:tav tm="0">
                                          <p:val>
                                            <p:strVal val="#ppt_x"/>
                                          </p:val>
                                        </p:tav>
                                        <p:tav tm="100000">
                                          <p:val>
                                            <p:strVal val="#ppt_x"/>
                                          </p:val>
                                        </p:tav>
                                      </p:tavLst>
                                    </p:anim>
                                    <p:anim calcmode="lin" valueType="num">
                                      <p:cBhvr additive="base">
                                        <p:cTn id="19" dur="250" fill="hold"/>
                                        <p:tgtEl>
                                          <p:spTgt spid="58"/>
                                        </p:tgtEl>
                                        <p:attrNameLst>
                                          <p:attrName>ppt_y</p:attrName>
                                        </p:attrNameLst>
                                      </p:cBhvr>
                                      <p:tavLst>
                                        <p:tav tm="0">
                                          <p:val>
                                            <p:strVal val="0-#ppt_h/2"/>
                                          </p:val>
                                        </p:tav>
                                        <p:tav tm="100000">
                                          <p:val>
                                            <p:strVal val="#ppt_y"/>
                                          </p:val>
                                        </p:tav>
                                      </p:tavLst>
                                    </p:anim>
                                  </p:childTnLst>
                                </p:cTn>
                              </p:par>
                              <p:par>
                                <p:cTn id="20" presetID="2" presetClass="entr" presetSubtype="1" fill="hold" nodeType="withEffect">
                                  <p:stCondLst>
                                    <p:cond delay="0"/>
                                  </p:stCondLst>
                                  <p:childTnLst>
                                    <p:set>
                                      <p:cBhvr>
                                        <p:cTn id="21" dur="1" fill="hold">
                                          <p:stCondLst>
                                            <p:cond delay="0"/>
                                          </p:stCondLst>
                                        </p:cTn>
                                        <p:tgtEl>
                                          <p:spTgt spid="63"/>
                                        </p:tgtEl>
                                        <p:attrNameLst>
                                          <p:attrName>style.visibility</p:attrName>
                                        </p:attrNameLst>
                                      </p:cBhvr>
                                      <p:to>
                                        <p:strVal val="visible"/>
                                      </p:to>
                                    </p:set>
                                    <p:anim calcmode="lin" valueType="num">
                                      <p:cBhvr additive="base">
                                        <p:cTn id="22" dur="250" fill="hold"/>
                                        <p:tgtEl>
                                          <p:spTgt spid="63"/>
                                        </p:tgtEl>
                                        <p:attrNameLst>
                                          <p:attrName>ppt_x</p:attrName>
                                        </p:attrNameLst>
                                      </p:cBhvr>
                                      <p:tavLst>
                                        <p:tav tm="0">
                                          <p:val>
                                            <p:strVal val="#ppt_x"/>
                                          </p:val>
                                        </p:tav>
                                        <p:tav tm="100000">
                                          <p:val>
                                            <p:strVal val="#ppt_x"/>
                                          </p:val>
                                        </p:tav>
                                      </p:tavLst>
                                    </p:anim>
                                    <p:anim calcmode="lin" valueType="num">
                                      <p:cBhvr additive="base">
                                        <p:cTn id="23" dur="250" fill="hold"/>
                                        <p:tgtEl>
                                          <p:spTgt spid="63"/>
                                        </p:tgtEl>
                                        <p:attrNameLst>
                                          <p:attrName>ppt_y</p:attrName>
                                        </p:attrNameLst>
                                      </p:cBhvr>
                                      <p:tavLst>
                                        <p:tav tm="0">
                                          <p:val>
                                            <p:strVal val="0-#ppt_h/2"/>
                                          </p:val>
                                        </p:tav>
                                        <p:tav tm="100000">
                                          <p:val>
                                            <p:strVal val="#ppt_y"/>
                                          </p:val>
                                        </p:tav>
                                      </p:tavLst>
                                    </p:anim>
                                  </p:childTnLst>
                                </p:cTn>
                              </p:par>
                              <p:par>
                                <p:cTn id="24" presetID="2" presetClass="entr" presetSubtype="1" fill="hold" nodeType="withEffect">
                                  <p:stCondLst>
                                    <p:cond delay="0"/>
                                  </p:stCondLst>
                                  <p:childTnLst>
                                    <p:set>
                                      <p:cBhvr>
                                        <p:cTn id="25" dur="1" fill="hold">
                                          <p:stCondLst>
                                            <p:cond delay="0"/>
                                          </p:stCondLst>
                                        </p:cTn>
                                        <p:tgtEl>
                                          <p:spTgt spid="72"/>
                                        </p:tgtEl>
                                        <p:attrNameLst>
                                          <p:attrName>style.visibility</p:attrName>
                                        </p:attrNameLst>
                                      </p:cBhvr>
                                      <p:to>
                                        <p:strVal val="visible"/>
                                      </p:to>
                                    </p:set>
                                    <p:anim calcmode="lin" valueType="num">
                                      <p:cBhvr additive="base">
                                        <p:cTn id="26" dur="250" fill="hold"/>
                                        <p:tgtEl>
                                          <p:spTgt spid="72"/>
                                        </p:tgtEl>
                                        <p:attrNameLst>
                                          <p:attrName>ppt_x</p:attrName>
                                        </p:attrNameLst>
                                      </p:cBhvr>
                                      <p:tavLst>
                                        <p:tav tm="0">
                                          <p:val>
                                            <p:strVal val="#ppt_x"/>
                                          </p:val>
                                        </p:tav>
                                        <p:tav tm="100000">
                                          <p:val>
                                            <p:strVal val="#ppt_x"/>
                                          </p:val>
                                        </p:tav>
                                      </p:tavLst>
                                    </p:anim>
                                    <p:anim calcmode="lin" valueType="num">
                                      <p:cBhvr additive="base">
                                        <p:cTn id="27" dur="250" fill="hold"/>
                                        <p:tgtEl>
                                          <p:spTgt spid="72"/>
                                        </p:tgtEl>
                                        <p:attrNameLst>
                                          <p:attrName>ppt_y</p:attrName>
                                        </p:attrNameLst>
                                      </p:cBhvr>
                                      <p:tavLst>
                                        <p:tav tm="0">
                                          <p:val>
                                            <p:strVal val="0-#ppt_h/2"/>
                                          </p:val>
                                        </p:tav>
                                        <p:tav tm="100000">
                                          <p:val>
                                            <p:strVal val="#ppt_y"/>
                                          </p:val>
                                        </p:tav>
                                      </p:tavLst>
                                    </p:anim>
                                  </p:childTnLst>
                                </p:cTn>
                              </p:par>
                              <p:par>
                                <p:cTn id="28" presetID="2" presetClass="entr" presetSubtype="1" fill="hold" nodeType="withEffect">
                                  <p:stCondLst>
                                    <p:cond delay="0"/>
                                  </p:stCondLst>
                                  <p:childTnLst>
                                    <p:set>
                                      <p:cBhvr>
                                        <p:cTn id="29" dur="1" fill="hold">
                                          <p:stCondLst>
                                            <p:cond delay="0"/>
                                          </p:stCondLst>
                                        </p:cTn>
                                        <p:tgtEl>
                                          <p:spTgt spid="79"/>
                                        </p:tgtEl>
                                        <p:attrNameLst>
                                          <p:attrName>style.visibility</p:attrName>
                                        </p:attrNameLst>
                                      </p:cBhvr>
                                      <p:to>
                                        <p:strVal val="visible"/>
                                      </p:to>
                                    </p:set>
                                    <p:anim calcmode="lin" valueType="num">
                                      <p:cBhvr additive="base">
                                        <p:cTn id="30" dur="250" fill="hold"/>
                                        <p:tgtEl>
                                          <p:spTgt spid="79"/>
                                        </p:tgtEl>
                                        <p:attrNameLst>
                                          <p:attrName>ppt_x</p:attrName>
                                        </p:attrNameLst>
                                      </p:cBhvr>
                                      <p:tavLst>
                                        <p:tav tm="0">
                                          <p:val>
                                            <p:strVal val="#ppt_x"/>
                                          </p:val>
                                        </p:tav>
                                        <p:tav tm="100000">
                                          <p:val>
                                            <p:strVal val="#ppt_x"/>
                                          </p:val>
                                        </p:tav>
                                      </p:tavLst>
                                    </p:anim>
                                    <p:anim calcmode="lin" valueType="num">
                                      <p:cBhvr additive="base">
                                        <p:cTn id="31" dur="250" fill="hold"/>
                                        <p:tgtEl>
                                          <p:spTgt spid="79"/>
                                        </p:tgtEl>
                                        <p:attrNameLst>
                                          <p:attrName>ppt_y</p:attrName>
                                        </p:attrNameLst>
                                      </p:cBhvr>
                                      <p:tavLst>
                                        <p:tav tm="0">
                                          <p:val>
                                            <p:strVal val="0-#ppt_h/2"/>
                                          </p:val>
                                        </p:tav>
                                        <p:tav tm="100000">
                                          <p:val>
                                            <p:strVal val="#ppt_y"/>
                                          </p:val>
                                        </p:tav>
                                      </p:tavLst>
                                    </p:anim>
                                  </p:childTnLst>
                                </p:cTn>
                              </p:par>
                              <p:par>
                                <p:cTn id="32" presetID="2" presetClass="entr" presetSubtype="1" fill="hold" nodeType="withEffect">
                                  <p:stCondLst>
                                    <p:cond delay="250"/>
                                  </p:stCondLst>
                                  <p:childTnLst>
                                    <p:set>
                                      <p:cBhvr>
                                        <p:cTn id="33" dur="1" fill="hold">
                                          <p:stCondLst>
                                            <p:cond delay="0"/>
                                          </p:stCondLst>
                                        </p:cTn>
                                        <p:tgtEl>
                                          <p:spTgt spid="64"/>
                                        </p:tgtEl>
                                        <p:attrNameLst>
                                          <p:attrName>style.visibility</p:attrName>
                                        </p:attrNameLst>
                                      </p:cBhvr>
                                      <p:to>
                                        <p:strVal val="visible"/>
                                      </p:to>
                                    </p:set>
                                    <p:anim calcmode="lin" valueType="num">
                                      <p:cBhvr additive="base">
                                        <p:cTn id="34" dur="250" fill="hold"/>
                                        <p:tgtEl>
                                          <p:spTgt spid="64"/>
                                        </p:tgtEl>
                                        <p:attrNameLst>
                                          <p:attrName>ppt_x</p:attrName>
                                        </p:attrNameLst>
                                      </p:cBhvr>
                                      <p:tavLst>
                                        <p:tav tm="0">
                                          <p:val>
                                            <p:strVal val="#ppt_x"/>
                                          </p:val>
                                        </p:tav>
                                        <p:tav tm="100000">
                                          <p:val>
                                            <p:strVal val="#ppt_x"/>
                                          </p:val>
                                        </p:tav>
                                      </p:tavLst>
                                    </p:anim>
                                    <p:anim calcmode="lin" valueType="num">
                                      <p:cBhvr additive="base">
                                        <p:cTn id="35" dur="250" fill="hold"/>
                                        <p:tgtEl>
                                          <p:spTgt spid="64"/>
                                        </p:tgtEl>
                                        <p:attrNameLst>
                                          <p:attrName>ppt_y</p:attrName>
                                        </p:attrNameLst>
                                      </p:cBhvr>
                                      <p:tavLst>
                                        <p:tav tm="0">
                                          <p:val>
                                            <p:strVal val="0-#ppt_h/2"/>
                                          </p:val>
                                        </p:tav>
                                        <p:tav tm="100000">
                                          <p:val>
                                            <p:strVal val="#ppt_y"/>
                                          </p:val>
                                        </p:tav>
                                      </p:tavLst>
                                    </p:anim>
                                  </p:childTnLst>
                                </p:cTn>
                              </p:par>
                              <p:par>
                                <p:cTn id="36" presetID="2" presetClass="entr" presetSubtype="1" fill="hold" nodeType="withEffect">
                                  <p:stCondLst>
                                    <p:cond delay="250"/>
                                  </p:stCondLst>
                                  <p:childTnLst>
                                    <p:set>
                                      <p:cBhvr>
                                        <p:cTn id="37" dur="1" fill="hold">
                                          <p:stCondLst>
                                            <p:cond delay="0"/>
                                          </p:stCondLst>
                                        </p:cTn>
                                        <p:tgtEl>
                                          <p:spTgt spid="73"/>
                                        </p:tgtEl>
                                        <p:attrNameLst>
                                          <p:attrName>style.visibility</p:attrName>
                                        </p:attrNameLst>
                                      </p:cBhvr>
                                      <p:to>
                                        <p:strVal val="visible"/>
                                      </p:to>
                                    </p:set>
                                    <p:anim calcmode="lin" valueType="num">
                                      <p:cBhvr additive="base">
                                        <p:cTn id="38" dur="250" fill="hold"/>
                                        <p:tgtEl>
                                          <p:spTgt spid="73"/>
                                        </p:tgtEl>
                                        <p:attrNameLst>
                                          <p:attrName>ppt_x</p:attrName>
                                        </p:attrNameLst>
                                      </p:cBhvr>
                                      <p:tavLst>
                                        <p:tav tm="0">
                                          <p:val>
                                            <p:strVal val="#ppt_x"/>
                                          </p:val>
                                        </p:tav>
                                        <p:tav tm="100000">
                                          <p:val>
                                            <p:strVal val="#ppt_x"/>
                                          </p:val>
                                        </p:tav>
                                      </p:tavLst>
                                    </p:anim>
                                    <p:anim calcmode="lin" valueType="num">
                                      <p:cBhvr additive="base">
                                        <p:cTn id="39" dur="250" fill="hold"/>
                                        <p:tgtEl>
                                          <p:spTgt spid="73"/>
                                        </p:tgtEl>
                                        <p:attrNameLst>
                                          <p:attrName>ppt_y</p:attrName>
                                        </p:attrNameLst>
                                      </p:cBhvr>
                                      <p:tavLst>
                                        <p:tav tm="0">
                                          <p:val>
                                            <p:strVal val="0-#ppt_h/2"/>
                                          </p:val>
                                        </p:tav>
                                        <p:tav tm="100000">
                                          <p:val>
                                            <p:strVal val="#ppt_y"/>
                                          </p:val>
                                        </p:tav>
                                      </p:tavLst>
                                    </p:anim>
                                  </p:childTnLst>
                                </p:cTn>
                              </p:par>
                              <p:par>
                                <p:cTn id="40" presetID="2" presetClass="entr" presetSubtype="1" fill="hold" nodeType="withEffect">
                                  <p:stCondLst>
                                    <p:cond delay="250"/>
                                  </p:stCondLst>
                                  <p:childTnLst>
                                    <p:set>
                                      <p:cBhvr>
                                        <p:cTn id="41" dur="1" fill="hold">
                                          <p:stCondLst>
                                            <p:cond delay="0"/>
                                          </p:stCondLst>
                                        </p:cTn>
                                        <p:tgtEl>
                                          <p:spTgt spid="80"/>
                                        </p:tgtEl>
                                        <p:attrNameLst>
                                          <p:attrName>style.visibility</p:attrName>
                                        </p:attrNameLst>
                                      </p:cBhvr>
                                      <p:to>
                                        <p:strVal val="visible"/>
                                      </p:to>
                                    </p:set>
                                    <p:anim calcmode="lin" valueType="num">
                                      <p:cBhvr additive="base">
                                        <p:cTn id="42" dur="250" fill="hold"/>
                                        <p:tgtEl>
                                          <p:spTgt spid="80"/>
                                        </p:tgtEl>
                                        <p:attrNameLst>
                                          <p:attrName>ppt_x</p:attrName>
                                        </p:attrNameLst>
                                      </p:cBhvr>
                                      <p:tavLst>
                                        <p:tav tm="0">
                                          <p:val>
                                            <p:strVal val="#ppt_x"/>
                                          </p:val>
                                        </p:tav>
                                        <p:tav tm="100000">
                                          <p:val>
                                            <p:strVal val="#ppt_x"/>
                                          </p:val>
                                        </p:tav>
                                      </p:tavLst>
                                    </p:anim>
                                    <p:anim calcmode="lin" valueType="num">
                                      <p:cBhvr additive="base">
                                        <p:cTn id="43" dur="250" fill="hold"/>
                                        <p:tgtEl>
                                          <p:spTgt spid="80"/>
                                        </p:tgtEl>
                                        <p:attrNameLst>
                                          <p:attrName>ppt_y</p:attrName>
                                        </p:attrNameLst>
                                      </p:cBhvr>
                                      <p:tavLst>
                                        <p:tav tm="0">
                                          <p:val>
                                            <p:strVal val="0-#ppt_h/2"/>
                                          </p:val>
                                        </p:tav>
                                        <p:tav tm="100000">
                                          <p:val>
                                            <p:strVal val="#ppt_y"/>
                                          </p:val>
                                        </p:tav>
                                      </p:tavLst>
                                    </p:anim>
                                  </p:childTnLst>
                                </p:cTn>
                              </p:par>
                              <p:par>
                                <p:cTn id="44" presetID="2" presetClass="entr" presetSubtype="1" fill="hold" nodeType="withEffect">
                                  <p:stCondLst>
                                    <p:cond delay="500"/>
                                  </p:stCondLst>
                                  <p:childTnLst>
                                    <p:set>
                                      <p:cBhvr>
                                        <p:cTn id="45" dur="1" fill="hold">
                                          <p:stCondLst>
                                            <p:cond delay="0"/>
                                          </p:stCondLst>
                                        </p:cTn>
                                        <p:tgtEl>
                                          <p:spTgt spid="65"/>
                                        </p:tgtEl>
                                        <p:attrNameLst>
                                          <p:attrName>style.visibility</p:attrName>
                                        </p:attrNameLst>
                                      </p:cBhvr>
                                      <p:to>
                                        <p:strVal val="visible"/>
                                      </p:to>
                                    </p:set>
                                    <p:anim calcmode="lin" valueType="num">
                                      <p:cBhvr additive="base">
                                        <p:cTn id="46" dur="250" fill="hold"/>
                                        <p:tgtEl>
                                          <p:spTgt spid="65"/>
                                        </p:tgtEl>
                                        <p:attrNameLst>
                                          <p:attrName>ppt_x</p:attrName>
                                        </p:attrNameLst>
                                      </p:cBhvr>
                                      <p:tavLst>
                                        <p:tav tm="0">
                                          <p:val>
                                            <p:strVal val="#ppt_x"/>
                                          </p:val>
                                        </p:tav>
                                        <p:tav tm="100000">
                                          <p:val>
                                            <p:strVal val="#ppt_x"/>
                                          </p:val>
                                        </p:tav>
                                      </p:tavLst>
                                    </p:anim>
                                    <p:anim calcmode="lin" valueType="num">
                                      <p:cBhvr additive="base">
                                        <p:cTn id="47" dur="250" fill="hold"/>
                                        <p:tgtEl>
                                          <p:spTgt spid="65"/>
                                        </p:tgtEl>
                                        <p:attrNameLst>
                                          <p:attrName>ppt_y</p:attrName>
                                        </p:attrNameLst>
                                      </p:cBhvr>
                                      <p:tavLst>
                                        <p:tav tm="0">
                                          <p:val>
                                            <p:strVal val="0-#ppt_h/2"/>
                                          </p:val>
                                        </p:tav>
                                        <p:tav tm="100000">
                                          <p:val>
                                            <p:strVal val="#ppt_y"/>
                                          </p:val>
                                        </p:tav>
                                      </p:tavLst>
                                    </p:anim>
                                  </p:childTnLst>
                                </p:cTn>
                              </p:par>
                              <p:par>
                                <p:cTn id="48" presetID="2" presetClass="entr" presetSubtype="1" fill="hold" nodeType="withEffect">
                                  <p:stCondLst>
                                    <p:cond delay="500"/>
                                  </p:stCondLst>
                                  <p:childTnLst>
                                    <p:set>
                                      <p:cBhvr>
                                        <p:cTn id="49" dur="1" fill="hold">
                                          <p:stCondLst>
                                            <p:cond delay="0"/>
                                          </p:stCondLst>
                                        </p:cTn>
                                        <p:tgtEl>
                                          <p:spTgt spid="74"/>
                                        </p:tgtEl>
                                        <p:attrNameLst>
                                          <p:attrName>style.visibility</p:attrName>
                                        </p:attrNameLst>
                                      </p:cBhvr>
                                      <p:to>
                                        <p:strVal val="visible"/>
                                      </p:to>
                                    </p:set>
                                    <p:anim calcmode="lin" valueType="num">
                                      <p:cBhvr additive="base">
                                        <p:cTn id="50" dur="250" fill="hold"/>
                                        <p:tgtEl>
                                          <p:spTgt spid="74"/>
                                        </p:tgtEl>
                                        <p:attrNameLst>
                                          <p:attrName>ppt_x</p:attrName>
                                        </p:attrNameLst>
                                      </p:cBhvr>
                                      <p:tavLst>
                                        <p:tav tm="0">
                                          <p:val>
                                            <p:strVal val="#ppt_x"/>
                                          </p:val>
                                        </p:tav>
                                        <p:tav tm="100000">
                                          <p:val>
                                            <p:strVal val="#ppt_x"/>
                                          </p:val>
                                        </p:tav>
                                      </p:tavLst>
                                    </p:anim>
                                    <p:anim calcmode="lin" valueType="num">
                                      <p:cBhvr additive="base">
                                        <p:cTn id="51" dur="250" fill="hold"/>
                                        <p:tgtEl>
                                          <p:spTgt spid="74"/>
                                        </p:tgtEl>
                                        <p:attrNameLst>
                                          <p:attrName>ppt_y</p:attrName>
                                        </p:attrNameLst>
                                      </p:cBhvr>
                                      <p:tavLst>
                                        <p:tav tm="0">
                                          <p:val>
                                            <p:strVal val="0-#ppt_h/2"/>
                                          </p:val>
                                        </p:tav>
                                        <p:tav tm="100000">
                                          <p:val>
                                            <p:strVal val="#ppt_y"/>
                                          </p:val>
                                        </p:tav>
                                      </p:tavLst>
                                    </p:anim>
                                  </p:childTnLst>
                                </p:cTn>
                              </p:par>
                              <p:par>
                                <p:cTn id="52" presetID="2" presetClass="entr" presetSubtype="1" fill="hold" nodeType="withEffect">
                                  <p:stCondLst>
                                    <p:cond delay="750"/>
                                  </p:stCondLst>
                                  <p:childTnLst>
                                    <p:set>
                                      <p:cBhvr>
                                        <p:cTn id="53" dur="1" fill="hold">
                                          <p:stCondLst>
                                            <p:cond delay="0"/>
                                          </p:stCondLst>
                                        </p:cTn>
                                        <p:tgtEl>
                                          <p:spTgt spid="75"/>
                                        </p:tgtEl>
                                        <p:attrNameLst>
                                          <p:attrName>style.visibility</p:attrName>
                                        </p:attrNameLst>
                                      </p:cBhvr>
                                      <p:to>
                                        <p:strVal val="visible"/>
                                      </p:to>
                                    </p:set>
                                    <p:anim calcmode="lin" valueType="num">
                                      <p:cBhvr additive="base">
                                        <p:cTn id="54" dur="250" fill="hold"/>
                                        <p:tgtEl>
                                          <p:spTgt spid="75"/>
                                        </p:tgtEl>
                                        <p:attrNameLst>
                                          <p:attrName>ppt_x</p:attrName>
                                        </p:attrNameLst>
                                      </p:cBhvr>
                                      <p:tavLst>
                                        <p:tav tm="0">
                                          <p:val>
                                            <p:strVal val="#ppt_x"/>
                                          </p:val>
                                        </p:tav>
                                        <p:tav tm="100000">
                                          <p:val>
                                            <p:strVal val="#ppt_x"/>
                                          </p:val>
                                        </p:tav>
                                      </p:tavLst>
                                    </p:anim>
                                    <p:anim calcmode="lin" valueType="num">
                                      <p:cBhvr additive="base">
                                        <p:cTn id="55" dur="250" fill="hold"/>
                                        <p:tgtEl>
                                          <p:spTgt spid="75"/>
                                        </p:tgtEl>
                                        <p:attrNameLst>
                                          <p:attrName>ppt_y</p:attrName>
                                        </p:attrNameLst>
                                      </p:cBhvr>
                                      <p:tavLst>
                                        <p:tav tm="0">
                                          <p:val>
                                            <p:strVal val="0-#ppt_h/2"/>
                                          </p:val>
                                        </p:tav>
                                        <p:tav tm="100000">
                                          <p:val>
                                            <p:strVal val="#ppt_y"/>
                                          </p:val>
                                        </p:tav>
                                      </p:tavLst>
                                    </p:anim>
                                  </p:childTnLst>
                                </p:cTn>
                              </p:par>
                            </p:childTnLst>
                          </p:cTn>
                        </p:par>
                      </p:childTnLst>
                    </p:cTn>
                  </p:par>
                  <p:par>
                    <p:cTn id="56" fill="hold">
                      <p:stCondLst>
                        <p:cond delay="indefinite"/>
                      </p:stCondLst>
                      <p:childTnLst>
                        <p:par>
                          <p:cTn id="57" fill="hold">
                            <p:stCondLst>
                              <p:cond delay="0"/>
                            </p:stCondLst>
                            <p:childTnLst>
                              <p:par>
                                <p:cTn id="58" presetID="1" presetClass="mediacall" presetSubtype="0" fill="hold" nodeType="clickEffect">
                                  <p:stCondLst>
                                    <p:cond delay="0"/>
                                  </p:stCondLst>
                                  <p:childTnLst>
                                    <p:cmd type="call" cmd="playFrom(0.0)">
                                      <p:cBhvr>
                                        <p:cTn id="59" dur="417" fill="hold"/>
                                        <p:tgtEl>
                                          <p:spTgt spid="50"/>
                                        </p:tgtEl>
                                      </p:cBhvr>
                                    </p:cmd>
                                  </p:childTnLst>
                                </p:cTn>
                              </p:par>
                            </p:childTnLst>
                          </p:cTn>
                        </p:par>
                        <p:par>
                          <p:cTn id="60" fill="hold">
                            <p:stCondLst>
                              <p:cond delay="417"/>
                            </p:stCondLst>
                            <p:childTnLst>
                              <p:par>
                                <p:cTn id="61" presetID="1" presetClass="mediacall" presetSubtype="0" fill="hold" nodeType="afterEffect">
                                  <p:stCondLst>
                                    <p:cond delay="0"/>
                                  </p:stCondLst>
                                  <p:childTnLst>
                                    <p:cmd type="call" cmd="playFrom(0.0)">
                                      <p:cBhvr>
                                        <p:cTn id="62" dur="888" fill="hold"/>
                                        <p:tgtEl>
                                          <p:spTgt spid="28"/>
                                        </p:tgtEl>
                                      </p:cBhvr>
                                    </p:cmd>
                                  </p:childTnLst>
                                </p:cTn>
                              </p:par>
                              <p:par>
                                <p:cTn id="63" presetID="2" presetClass="entr" presetSubtype="1" fill="hold" nodeType="withEffect">
                                  <p:stCondLst>
                                    <p:cond delay="0"/>
                                  </p:stCondLst>
                                  <p:childTnLst>
                                    <p:set>
                                      <p:cBhvr>
                                        <p:cTn id="64" dur="1" fill="hold">
                                          <p:stCondLst>
                                            <p:cond delay="0"/>
                                          </p:stCondLst>
                                        </p:cTn>
                                        <p:tgtEl>
                                          <p:spTgt spid="84"/>
                                        </p:tgtEl>
                                        <p:attrNameLst>
                                          <p:attrName>style.visibility</p:attrName>
                                        </p:attrNameLst>
                                      </p:cBhvr>
                                      <p:to>
                                        <p:strVal val="visible"/>
                                      </p:to>
                                    </p:set>
                                    <p:anim calcmode="lin" valueType="num">
                                      <p:cBhvr additive="base">
                                        <p:cTn id="65" dur="250" fill="hold"/>
                                        <p:tgtEl>
                                          <p:spTgt spid="84"/>
                                        </p:tgtEl>
                                        <p:attrNameLst>
                                          <p:attrName>ppt_x</p:attrName>
                                        </p:attrNameLst>
                                      </p:cBhvr>
                                      <p:tavLst>
                                        <p:tav tm="0">
                                          <p:val>
                                            <p:strVal val="#ppt_x"/>
                                          </p:val>
                                        </p:tav>
                                        <p:tav tm="100000">
                                          <p:val>
                                            <p:strVal val="#ppt_x"/>
                                          </p:val>
                                        </p:tav>
                                      </p:tavLst>
                                    </p:anim>
                                    <p:anim calcmode="lin" valueType="num">
                                      <p:cBhvr additive="base">
                                        <p:cTn id="66" dur="250" fill="hold"/>
                                        <p:tgtEl>
                                          <p:spTgt spid="84"/>
                                        </p:tgtEl>
                                        <p:attrNameLst>
                                          <p:attrName>ppt_y</p:attrName>
                                        </p:attrNameLst>
                                      </p:cBhvr>
                                      <p:tavLst>
                                        <p:tav tm="0">
                                          <p:val>
                                            <p:strVal val="0-#ppt_h/2"/>
                                          </p:val>
                                        </p:tav>
                                        <p:tav tm="100000">
                                          <p:val>
                                            <p:strVal val="#ppt_y"/>
                                          </p:val>
                                        </p:tav>
                                      </p:tavLst>
                                    </p:anim>
                                  </p:childTnLst>
                                </p:cTn>
                              </p:par>
                              <p:par>
                                <p:cTn id="67" presetID="2" presetClass="entr" presetSubtype="1" fill="hold" nodeType="withEffect">
                                  <p:stCondLst>
                                    <p:cond delay="0"/>
                                  </p:stCondLst>
                                  <p:childTnLst>
                                    <p:set>
                                      <p:cBhvr>
                                        <p:cTn id="68" dur="1" fill="hold">
                                          <p:stCondLst>
                                            <p:cond delay="0"/>
                                          </p:stCondLst>
                                        </p:cTn>
                                        <p:tgtEl>
                                          <p:spTgt spid="91"/>
                                        </p:tgtEl>
                                        <p:attrNameLst>
                                          <p:attrName>style.visibility</p:attrName>
                                        </p:attrNameLst>
                                      </p:cBhvr>
                                      <p:to>
                                        <p:strVal val="visible"/>
                                      </p:to>
                                    </p:set>
                                    <p:anim calcmode="lin" valueType="num">
                                      <p:cBhvr additive="base">
                                        <p:cTn id="69" dur="250" fill="hold"/>
                                        <p:tgtEl>
                                          <p:spTgt spid="91"/>
                                        </p:tgtEl>
                                        <p:attrNameLst>
                                          <p:attrName>ppt_x</p:attrName>
                                        </p:attrNameLst>
                                      </p:cBhvr>
                                      <p:tavLst>
                                        <p:tav tm="0">
                                          <p:val>
                                            <p:strVal val="#ppt_x"/>
                                          </p:val>
                                        </p:tav>
                                        <p:tav tm="100000">
                                          <p:val>
                                            <p:strVal val="#ppt_x"/>
                                          </p:val>
                                        </p:tav>
                                      </p:tavLst>
                                    </p:anim>
                                    <p:anim calcmode="lin" valueType="num">
                                      <p:cBhvr additive="base">
                                        <p:cTn id="70" dur="250" fill="hold"/>
                                        <p:tgtEl>
                                          <p:spTgt spid="91"/>
                                        </p:tgtEl>
                                        <p:attrNameLst>
                                          <p:attrName>ppt_y</p:attrName>
                                        </p:attrNameLst>
                                      </p:cBhvr>
                                      <p:tavLst>
                                        <p:tav tm="0">
                                          <p:val>
                                            <p:strVal val="0-#ppt_h/2"/>
                                          </p:val>
                                        </p:tav>
                                        <p:tav tm="100000">
                                          <p:val>
                                            <p:strVal val="#ppt_y"/>
                                          </p:val>
                                        </p:tav>
                                      </p:tavLst>
                                    </p:anim>
                                  </p:childTnLst>
                                </p:cTn>
                              </p:par>
                              <p:par>
                                <p:cTn id="71" presetID="2" presetClass="entr" presetSubtype="1" fill="hold" nodeType="withEffect">
                                  <p:stCondLst>
                                    <p:cond delay="0"/>
                                  </p:stCondLst>
                                  <p:childTnLst>
                                    <p:set>
                                      <p:cBhvr>
                                        <p:cTn id="72" dur="1" fill="hold">
                                          <p:stCondLst>
                                            <p:cond delay="0"/>
                                          </p:stCondLst>
                                        </p:cTn>
                                        <p:tgtEl>
                                          <p:spTgt spid="96"/>
                                        </p:tgtEl>
                                        <p:attrNameLst>
                                          <p:attrName>style.visibility</p:attrName>
                                        </p:attrNameLst>
                                      </p:cBhvr>
                                      <p:to>
                                        <p:strVal val="visible"/>
                                      </p:to>
                                    </p:set>
                                    <p:anim calcmode="lin" valueType="num">
                                      <p:cBhvr additive="base">
                                        <p:cTn id="73" dur="250" fill="hold"/>
                                        <p:tgtEl>
                                          <p:spTgt spid="96"/>
                                        </p:tgtEl>
                                        <p:attrNameLst>
                                          <p:attrName>ppt_x</p:attrName>
                                        </p:attrNameLst>
                                      </p:cBhvr>
                                      <p:tavLst>
                                        <p:tav tm="0">
                                          <p:val>
                                            <p:strVal val="#ppt_x"/>
                                          </p:val>
                                        </p:tav>
                                        <p:tav tm="100000">
                                          <p:val>
                                            <p:strVal val="#ppt_x"/>
                                          </p:val>
                                        </p:tav>
                                      </p:tavLst>
                                    </p:anim>
                                    <p:anim calcmode="lin" valueType="num">
                                      <p:cBhvr additive="base">
                                        <p:cTn id="74" dur="250" fill="hold"/>
                                        <p:tgtEl>
                                          <p:spTgt spid="96"/>
                                        </p:tgtEl>
                                        <p:attrNameLst>
                                          <p:attrName>ppt_y</p:attrName>
                                        </p:attrNameLst>
                                      </p:cBhvr>
                                      <p:tavLst>
                                        <p:tav tm="0">
                                          <p:val>
                                            <p:strVal val="0-#ppt_h/2"/>
                                          </p:val>
                                        </p:tav>
                                        <p:tav tm="100000">
                                          <p:val>
                                            <p:strVal val="#ppt_y"/>
                                          </p:val>
                                        </p:tav>
                                      </p:tavLst>
                                    </p:anim>
                                  </p:childTnLst>
                                </p:cTn>
                              </p:par>
                              <p:par>
                                <p:cTn id="75" presetID="2" presetClass="entr" presetSubtype="1" fill="hold" nodeType="withEffect">
                                  <p:stCondLst>
                                    <p:cond delay="0"/>
                                  </p:stCondLst>
                                  <p:childTnLst>
                                    <p:set>
                                      <p:cBhvr>
                                        <p:cTn id="76" dur="1" fill="hold">
                                          <p:stCondLst>
                                            <p:cond delay="0"/>
                                          </p:stCondLst>
                                        </p:cTn>
                                        <p:tgtEl>
                                          <p:spTgt spid="101"/>
                                        </p:tgtEl>
                                        <p:attrNameLst>
                                          <p:attrName>style.visibility</p:attrName>
                                        </p:attrNameLst>
                                      </p:cBhvr>
                                      <p:to>
                                        <p:strVal val="visible"/>
                                      </p:to>
                                    </p:set>
                                    <p:anim calcmode="lin" valueType="num">
                                      <p:cBhvr additive="base">
                                        <p:cTn id="77" dur="250" fill="hold"/>
                                        <p:tgtEl>
                                          <p:spTgt spid="101"/>
                                        </p:tgtEl>
                                        <p:attrNameLst>
                                          <p:attrName>ppt_x</p:attrName>
                                        </p:attrNameLst>
                                      </p:cBhvr>
                                      <p:tavLst>
                                        <p:tav tm="0">
                                          <p:val>
                                            <p:strVal val="#ppt_x"/>
                                          </p:val>
                                        </p:tav>
                                        <p:tav tm="100000">
                                          <p:val>
                                            <p:strVal val="#ppt_x"/>
                                          </p:val>
                                        </p:tav>
                                      </p:tavLst>
                                    </p:anim>
                                    <p:anim calcmode="lin" valueType="num">
                                      <p:cBhvr additive="base">
                                        <p:cTn id="78" dur="250" fill="hold"/>
                                        <p:tgtEl>
                                          <p:spTgt spid="101"/>
                                        </p:tgtEl>
                                        <p:attrNameLst>
                                          <p:attrName>ppt_y</p:attrName>
                                        </p:attrNameLst>
                                      </p:cBhvr>
                                      <p:tavLst>
                                        <p:tav tm="0">
                                          <p:val>
                                            <p:strVal val="0-#ppt_h/2"/>
                                          </p:val>
                                        </p:tav>
                                        <p:tav tm="100000">
                                          <p:val>
                                            <p:strVal val="#ppt_y"/>
                                          </p:val>
                                        </p:tav>
                                      </p:tavLst>
                                    </p:anim>
                                  </p:childTnLst>
                                </p:cTn>
                              </p:par>
                              <p:par>
                                <p:cTn id="79" presetID="2" presetClass="entr" presetSubtype="1" fill="hold" nodeType="withEffect">
                                  <p:stCondLst>
                                    <p:cond delay="250"/>
                                  </p:stCondLst>
                                  <p:childTnLst>
                                    <p:set>
                                      <p:cBhvr>
                                        <p:cTn id="80" dur="1" fill="hold">
                                          <p:stCondLst>
                                            <p:cond delay="0"/>
                                          </p:stCondLst>
                                        </p:cTn>
                                        <p:tgtEl>
                                          <p:spTgt spid="85"/>
                                        </p:tgtEl>
                                        <p:attrNameLst>
                                          <p:attrName>style.visibility</p:attrName>
                                        </p:attrNameLst>
                                      </p:cBhvr>
                                      <p:to>
                                        <p:strVal val="visible"/>
                                      </p:to>
                                    </p:set>
                                    <p:anim calcmode="lin" valueType="num">
                                      <p:cBhvr additive="base">
                                        <p:cTn id="81" dur="250" fill="hold"/>
                                        <p:tgtEl>
                                          <p:spTgt spid="85"/>
                                        </p:tgtEl>
                                        <p:attrNameLst>
                                          <p:attrName>ppt_x</p:attrName>
                                        </p:attrNameLst>
                                      </p:cBhvr>
                                      <p:tavLst>
                                        <p:tav tm="0">
                                          <p:val>
                                            <p:strVal val="#ppt_x"/>
                                          </p:val>
                                        </p:tav>
                                        <p:tav tm="100000">
                                          <p:val>
                                            <p:strVal val="#ppt_x"/>
                                          </p:val>
                                        </p:tav>
                                      </p:tavLst>
                                    </p:anim>
                                    <p:anim calcmode="lin" valueType="num">
                                      <p:cBhvr additive="base">
                                        <p:cTn id="82" dur="250" fill="hold"/>
                                        <p:tgtEl>
                                          <p:spTgt spid="85"/>
                                        </p:tgtEl>
                                        <p:attrNameLst>
                                          <p:attrName>ppt_y</p:attrName>
                                        </p:attrNameLst>
                                      </p:cBhvr>
                                      <p:tavLst>
                                        <p:tav tm="0">
                                          <p:val>
                                            <p:strVal val="0-#ppt_h/2"/>
                                          </p:val>
                                        </p:tav>
                                        <p:tav tm="100000">
                                          <p:val>
                                            <p:strVal val="#ppt_y"/>
                                          </p:val>
                                        </p:tav>
                                      </p:tavLst>
                                    </p:anim>
                                  </p:childTnLst>
                                </p:cTn>
                              </p:par>
                              <p:par>
                                <p:cTn id="83" presetID="2" presetClass="entr" presetSubtype="1" fill="hold" nodeType="withEffect">
                                  <p:stCondLst>
                                    <p:cond delay="250"/>
                                  </p:stCondLst>
                                  <p:childTnLst>
                                    <p:set>
                                      <p:cBhvr>
                                        <p:cTn id="84" dur="1" fill="hold">
                                          <p:stCondLst>
                                            <p:cond delay="0"/>
                                          </p:stCondLst>
                                        </p:cTn>
                                        <p:tgtEl>
                                          <p:spTgt spid="92"/>
                                        </p:tgtEl>
                                        <p:attrNameLst>
                                          <p:attrName>style.visibility</p:attrName>
                                        </p:attrNameLst>
                                      </p:cBhvr>
                                      <p:to>
                                        <p:strVal val="visible"/>
                                      </p:to>
                                    </p:set>
                                    <p:anim calcmode="lin" valueType="num">
                                      <p:cBhvr additive="base">
                                        <p:cTn id="85" dur="250" fill="hold"/>
                                        <p:tgtEl>
                                          <p:spTgt spid="92"/>
                                        </p:tgtEl>
                                        <p:attrNameLst>
                                          <p:attrName>ppt_x</p:attrName>
                                        </p:attrNameLst>
                                      </p:cBhvr>
                                      <p:tavLst>
                                        <p:tav tm="0">
                                          <p:val>
                                            <p:strVal val="#ppt_x"/>
                                          </p:val>
                                        </p:tav>
                                        <p:tav tm="100000">
                                          <p:val>
                                            <p:strVal val="#ppt_x"/>
                                          </p:val>
                                        </p:tav>
                                      </p:tavLst>
                                    </p:anim>
                                    <p:anim calcmode="lin" valueType="num">
                                      <p:cBhvr additive="base">
                                        <p:cTn id="86" dur="250" fill="hold"/>
                                        <p:tgtEl>
                                          <p:spTgt spid="92"/>
                                        </p:tgtEl>
                                        <p:attrNameLst>
                                          <p:attrName>ppt_y</p:attrName>
                                        </p:attrNameLst>
                                      </p:cBhvr>
                                      <p:tavLst>
                                        <p:tav tm="0">
                                          <p:val>
                                            <p:strVal val="0-#ppt_h/2"/>
                                          </p:val>
                                        </p:tav>
                                        <p:tav tm="100000">
                                          <p:val>
                                            <p:strVal val="#ppt_y"/>
                                          </p:val>
                                        </p:tav>
                                      </p:tavLst>
                                    </p:anim>
                                  </p:childTnLst>
                                </p:cTn>
                              </p:par>
                              <p:par>
                                <p:cTn id="87" presetID="2" presetClass="entr" presetSubtype="1" fill="hold" nodeType="withEffect">
                                  <p:stCondLst>
                                    <p:cond delay="250"/>
                                  </p:stCondLst>
                                  <p:childTnLst>
                                    <p:set>
                                      <p:cBhvr>
                                        <p:cTn id="88" dur="1" fill="hold">
                                          <p:stCondLst>
                                            <p:cond delay="0"/>
                                          </p:stCondLst>
                                        </p:cTn>
                                        <p:tgtEl>
                                          <p:spTgt spid="97"/>
                                        </p:tgtEl>
                                        <p:attrNameLst>
                                          <p:attrName>style.visibility</p:attrName>
                                        </p:attrNameLst>
                                      </p:cBhvr>
                                      <p:to>
                                        <p:strVal val="visible"/>
                                      </p:to>
                                    </p:set>
                                    <p:anim calcmode="lin" valueType="num">
                                      <p:cBhvr additive="base">
                                        <p:cTn id="89" dur="250" fill="hold"/>
                                        <p:tgtEl>
                                          <p:spTgt spid="97"/>
                                        </p:tgtEl>
                                        <p:attrNameLst>
                                          <p:attrName>ppt_x</p:attrName>
                                        </p:attrNameLst>
                                      </p:cBhvr>
                                      <p:tavLst>
                                        <p:tav tm="0">
                                          <p:val>
                                            <p:strVal val="#ppt_x"/>
                                          </p:val>
                                        </p:tav>
                                        <p:tav tm="100000">
                                          <p:val>
                                            <p:strVal val="#ppt_x"/>
                                          </p:val>
                                        </p:tav>
                                      </p:tavLst>
                                    </p:anim>
                                    <p:anim calcmode="lin" valueType="num">
                                      <p:cBhvr additive="base">
                                        <p:cTn id="90" dur="250" fill="hold"/>
                                        <p:tgtEl>
                                          <p:spTgt spid="97"/>
                                        </p:tgtEl>
                                        <p:attrNameLst>
                                          <p:attrName>ppt_y</p:attrName>
                                        </p:attrNameLst>
                                      </p:cBhvr>
                                      <p:tavLst>
                                        <p:tav tm="0">
                                          <p:val>
                                            <p:strVal val="0-#ppt_h/2"/>
                                          </p:val>
                                        </p:tav>
                                        <p:tav tm="100000">
                                          <p:val>
                                            <p:strVal val="#ppt_y"/>
                                          </p:val>
                                        </p:tav>
                                      </p:tavLst>
                                    </p:anim>
                                  </p:childTnLst>
                                </p:cTn>
                              </p:par>
                              <p:par>
                                <p:cTn id="91" presetID="2" presetClass="entr" presetSubtype="1" fill="hold" nodeType="withEffect">
                                  <p:stCondLst>
                                    <p:cond delay="250"/>
                                  </p:stCondLst>
                                  <p:childTnLst>
                                    <p:set>
                                      <p:cBhvr>
                                        <p:cTn id="92" dur="1" fill="hold">
                                          <p:stCondLst>
                                            <p:cond delay="0"/>
                                          </p:stCondLst>
                                        </p:cTn>
                                        <p:tgtEl>
                                          <p:spTgt spid="102"/>
                                        </p:tgtEl>
                                        <p:attrNameLst>
                                          <p:attrName>style.visibility</p:attrName>
                                        </p:attrNameLst>
                                      </p:cBhvr>
                                      <p:to>
                                        <p:strVal val="visible"/>
                                      </p:to>
                                    </p:set>
                                    <p:anim calcmode="lin" valueType="num">
                                      <p:cBhvr additive="base">
                                        <p:cTn id="93" dur="250" fill="hold"/>
                                        <p:tgtEl>
                                          <p:spTgt spid="102"/>
                                        </p:tgtEl>
                                        <p:attrNameLst>
                                          <p:attrName>ppt_x</p:attrName>
                                        </p:attrNameLst>
                                      </p:cBhvr>
                                      <p:tavLst>
                                        <p:tav tm="0">
                                          <p:val>
                                            <p:strVal val="#ppt_x"/>
                                          </p:val>
                                        </p:tav>
                                        <p:tav tm="100000">
                                          <p:val>
                                            <p:strVal val="#ppt_x"/>
                                          </p:val>
                                        </p:tav>
                                      </p:tavLst>
                                    </p:anim>
                                    <p:anim calcmode="lin" valueType="num">
                                      <p:cBhvr additive="base">
                                        <p:cTn id="94" dur="250" fill="hold"/>
                                        <p:tgtEl>
                                          <p:spTgt spid="102"/>
                                        </p:tgtEl>
                                        <p:attrNameLst>
                                          <p:attrName>ppt_y</p:attrName>
                                        </p:attrNameLst>
                                      </p:cBhvr>
                                      <p:tavLst>
                                        <p:tav tm="0">
                                          <p:val>
                                            <p:strVal val="0-#ppt_h/2"/>
                                          </p:val>
                                        </p:tav>
                                        <p:tav tm="100000">
                                          <p:val>
                                            <p:strVal val="#ppt_y"/>
                                          </p:val>
                                        </p:tav>
                                      </p:tavLst>
                                    </p:anim>
                                  </p:childTnLst>
                                </p:cTn>
                              </p:par>
                              <p:par>
                                <p:cTn id="95" presetID="2" presetClass="entr" presetSubtype="1" fill="hold" nodeType="withEffect">
                                  <p:stCondLst>
                                    <p:cond delay="500"/>
                                  </p:stCondLst>
                                  <p:childTnLst>
                                    <p:set>
                                      <p:cBhvr>
                                        <p:cTn id="96" dur="1" fill="hold">
                                          <p:stCondLst>
                                            <p:cond delay="0"/>
                                          </p:stCondLst>
                                        </p:cTn>
                                        <p:tgtEl>
                                          <p:spTgt spid="88"/>
                                        </p:tgtEl>
                                        <p:attrNameLst>
                                          <p:attrName>style.visibility</p:attrName>
                                        </p:attrNameLst>
                                      </p:cBhvr>
                                      <p:to>
                                        <p:strVal val="visible"/>
                                      </p:to>
                                    </p:set>
                                    <p:anim calcmode="lin" valueType="num">
                                      <p:cBhvr additive="base">
                                        <p:cTn id="97" dur="250" fill="hold"/>
                                        <p:tgtEl>
                                          <p:spTgt spid="88"/>
                                        </p:tgtEl>
                                        <p:attrNameLst>
                                          <p:attrName>ppt_x</p:attrName>
                                        </p:attrNameLst>
                                      </p:cBhvr>
                                      <p:tavLst>
                                        <p:tav tm="0">
                                          <p:val>
                                            <p:strVal val="#ppt_x"/>
                                          </p:val>
                                        </p:tav>
                                        <p:tav tm="100000">
                                          <p:val>
                                            <p:strVal val="#ppt_x"/>
                                          </p:val>
                                        </p:tav>
                                      </p:tavLst>
                                    </p:anim>
                                    <p:anim calcmode="lin" valueType="num">
                                      <p:cBhvr additive="base">
                                        <p:cTn id="98" dur="250" fill="hold"/>
                                        <p:tgtEl>
                                          <p:spTgt spid="88"/>
                                        </p:tgtEl>
                                        <p:attrNameLst>
                                          <p:attrName>ppt_y</p:attrName>
                                        </p:attrNameLst>
                                      </p:cBhvr>
                                      <p:tavLst>
                                        <p:tav tm="0">
                                          <p:val>
                                            <p:strVal val="0-#ppt_h/2"/>
                                          </p:val>
                                        </p:tav>
                                        <p:tav tm="100000">
                                          <p:val>
                                            <p:strVal val="#ppt_y"/>
                                          </p:val>
                                        </p:tav>
                                      </p:tavLst>
                                    </p:anim>
                                  </p:childTnLst>
                                </p:cTn>
                              </p:par>
                              <p:par>
                                <p:cTn id="99" presetID="2" presetClass="entr" presetSubtype="1" fill="hold" nodeType="withEffect">
                                  <p:stCondLst>
                                    <p:cond delay="500"/>
                                  </p:stCondLst>
                                  <p:childTnLst>
                                    <p:set>
                                      <p:cBhvr>
                                        <p:cTn id="100" dur="1" fill="hold">
                                          <p:stCondLst>
                                            <p:cond delay="0"/>
                                          </p:stCondLst>
                                        </p:cTn>
                                        <p:tgtEl>
                                          <p:spTgt spid="98"/>
                                        </p:tgtEl>
                                        <p:attrNameLst>
                                          <p:attrName>style.visibility</p:attrName>
                                        </p:attrNameLst>
                                      </p:cBhvr>
                                      <p:to>
                                        <p:strVal val="visible"/>
                                      </p:to>
                                    </p:set>
                                    <p:anim calcmode="lin" valueType="num">
                                      <p:cBhvr additive="base">
                                        <p:cTn id="101" dur="250" fill="hold"/>
                                        <p:tgtEl>
                                          <p:spTgt spid="98"/>
                                        </p:tgtEl>
                                        <p:attrNameLst>
                                          <p:attrName>ppt_x</p:attrName>
                                        </p:attrNameLst>
                                      </p:cBhvr>
                                      <p:tavLst>
                                        <p:tav tm="0">
                                          <p:val>
                                            <p:strVal val="#ppt_x"/>
                                          </p:val>
                                        </p:tav>
                                        <p:tav tm="100000">
                                          <p:val>
                                            <p:strVal val="#ppt_x"/>
                                          </p:val>
                                        </p:tav>
                                      </p:tavLst>
                                    </p:anim>
                                    <p:anim calcmode="lin" valueType="num">
                                      <p:cBhvr additive="base">
                                        <p:cTn id="102" dur="250" fill="hold"/>
                                        <p:tgtEl>
                                          <p:spTgt spid="98"/>
                                        </p:tgtEl>
                                        <p:attrNameLst>
                                          <p:attrName>ppt_y</p:attrName>
                                        </p:attrNameLst>
                                      </p:cBhvr>
                                      <p:tavLst>
                                        <p:tav tm="0">
                                          <p:val>
                                            <p:strVal val="0-#ppt_h/2"/>
                                          </p:val>
                                        </p:tav>
                                        <p:tav tm="100000">
                                          <p:val>
                                            <p:strVal val="#ppt_y"/>
                                          </p:val>
                                        </p:tav>
                                      </p:tavLst>
                                    </p:anim>
                                  </p:childTnLst>
                                </p:cTn>
                              </p:par>
                              <p:par>
                                <p:cTn id="103" presetID="2" presetClass="entr" presetSubtype="1" fill="hold" nodeType="withEffect">
                                  <p:stCondLst>
                                    <p:cond delay="500"/>
                                  </p:stCondLst>
                                  <p:childTnLst>
                                    <p:set>
                                      <p:cBhvr>
                                        <p:cTn id="104" dur="1" fill="hold">
                                          <p:stCondLst>
                                            <p:cond delay="0"/>
                                          </p:stCondLst>
                                        </p:cTn>
                                        <p:tgtEl>
                                          <p:spTgt spid="103"/>
                                        </p:tgtEl>
                                        <p:attrNameLst>
                                          <p:attrName>style.visibility</p:attrName>
                                        </p:attrNameLst>
                                      </p:cBhvr>
                                      <p:to>
                                        <p:strVal val="visible"/>
                                      </p:to>
                                    </p:set>
                                    <p:anim calcmode="lin" valueType="num">
                                      <p:cBhvr additive="base">
                                        <p:cTn id="105" dur="250" fill="hold"/>
                                        <p:tgtEl>
                                          <p:spTgt spid="103"/>
                                        </p:tgtEl>
                                        <p:attrNameLst>
                                          <p:attrName>ppt_x</p:attrName>
                                        </p:attrNameLst>
                                      </p:cBhvr>
                                      <p:tavLst>
                                        <p:tav tm="0">
                                          <p:val>
                                            <p:strVal val="#ppt_x"/>
                                          </p:val>
                                        </p:tav>
                                        <p:tav tm="100000">
                                          <p:val>
                                            <p:strVal val="#ppt_x"/>
                                          </p:val>
                                        </p:tav>
                                      </p:tavLst>
                                    </p:anim>
                                    <p:anim calcmode="lin" valueType="num">
                                      <p:cBhvr additive="base">
                                        <p:cTn id="106" dur="250" fill="hold"/>
                                        <p:tgtEl>
                                          <p:spTgt spid="103"/>
                                        </p:tgtEl>
                                        <p:attrNameLst>
                                          <p:attrName>ppt_y</p:attrName>
                                        </p:attrNameLst>
                                      </p:cBhvr>
                                      <p:tavLst>
                                        <p:tav tm="0">
                                          <p:val>
                                            <p:strVal val="0-#ppt_h/2"/>
                                          </p:val>
                                        </p:tav>
                                        <p:tav tm="100000">
                                          <p:val>
                                            <p:strVal val="#ppt_y"/>
                                          </p:val>
                                        </p:tav>
                                      </p:tavLst>
                                    </p:anim>
                                  </p:childTnLst>
                                </p:cTn>
                              </p:par>
                              <p:par>
                                <p:cTn id="107" presetID="2" presetClass="entr" presetSubtype="1" fill="hold" nodeType="withEffect">
                                  <p:stCondLst>
                                    <p:cond delay="750"/>
                                  </p:stCondLst>
                                  <p:childTnLst>
                                    <p:set>
                                      <p:cBhvr>
                                        <p:cTn id="108" dur="1" fill="hold">
                                          <p:stCondLst>
                                            <p:cond delay="0"/>
                                          </p:stCondLst>
                                        </p:cTn>
                                        <p:tgtEl>
                                          <p:spTgt spid="104"/>
                                        </p:tgtEl>
                                        <p:attrNameLst>
                                          <p:attrName>style.visibility</p:attrName>
                                        </p:attrNameLst>
                                      </p:cBhvr>
                                      <p:to>
                                        <p:strVal val="visible"/>
                                      </p:to>
                                    </p:set>
                                    <p:anim calcmode="lin" valueType="num">
                                      <p:cBhvr additive="base">
                                        <p:cTn id="109" dur="250" fill="hold"/>
                                        <p:tgtEl>
                                          <p:spTgt spid="104"/>
                                        </p:tgtEl>
                                        <p:attrNameLst>
                                          <p:attrName>ppt_x</p:attrName>
                                        </p:attrNameLst>
                                      </p:cBhvr>
                                      <p:tavLst>
                                        <p:tav tm="0">
                                          <p:val>
                                            <p:strVal val="#ppt_x"/>
                                          </p:val>
                                        </p:tav>
                                        <p:tav tm="100000">
                                          <p:val>
                                            <p:strVal val="#ppt_x"/>
                                          </p:val>
                                        </p:tav>
                                      </p:tavLst>
                                    </p:anim>
                                    <p:anim calcmode="lin" valueType="num">
                                      <p:cBhvr additive="base">
                                        <p:cTn id="110" dur="250" fill="hold"/>
                                        <p:tgtEl>
                                          <p:spTgt spid="104"/>
                                        </p:tgtEl>
                                        <p:attrNameLst>
                                          <p:attrName>ppt_y</p:attrName>
                                        </p:attrNameLst>
                                      </p:cBhvr>
                                      <p:tavLst>
                                        <p:tav tm="0">
                                          <p:val>
                                            <p:strVal val="0-#ppt_h/2"/>
                                          </p:val>
                                        </p:tav>
                                        <p:tav tm="100000">
                                          <p:val>
                                            <p:strVal val="#ppt_y"/>
                                          </p:val>
                                        </p:tav>
                                      </p:tavLst>
                                    </p:anim>
                                  </p:childTnLst>
                                </p:cTn>
                              </p:par>
                            </p:childTnLst>
                          </p:cTn>
                        </p:par>
                      </p:childTnLst>
                    </p:cTn>
                  </p:par>
                </p:childTnLst>
              </p:cTn>
              <p:prevCondLst>
                <p:cond evt="onPrev" delay="0">
                  <p:tgtEl>
                    <p:sldTgt/>
                  </p:tgtEl>
                </p:cond>
              </p:prevCondLst>
              <p:nextCondLst>
                <p:cond evt="onNext" delay="0">
                  <p:tgtEl>
                    <p:sldTgt/>
                  </p:tgtEl>
                </p:cond>
              </p:nextCondLst>
            </p:seq>
            <p:audio>
              <p:cMediaNode vol="100000">
                <p:cTn id="111" fill="hold" display="0">
                  <p:stCondLst>
                    <p:cond delay="indefinite"/>
                  </p:stCondLst>
                  <p:endCondLst>
                    <p:cond evt="onStopAudio" delay="0">
                      <p:tgtEl>
                        <p:sldTgt/>
                      </p:tgtEl>
                    </p:cond>
                  </p:endCondLst>
                </p:cTn>
                <p:tgtEl>
                  <p:spTgt spid="49"/>
                </p:tgtEl>
              </p:cMediaNode>
            </p:audio>
            <p:audio>
              <p:cMediaNode vol="100000">
                <p:cTn id="112" fill="hold" display="0">
                  <p:stCondLst>
                    <p:cond delay="indefinite"/>
                  </p:stCondLst>
                  <p:endCondLst>
                    <p:cond evt="onStopAudio" delay="0">
                      <p:tgtEl>
                        <p:sldTgt/>
                      </p:tgtEl>
                    </p:cond>
                  </p:endCondLst>
                </p:cTn>
                <p:tgtEl>
                  <p:spTgt spid="50"/>
                </p:tgtEl>
              </p:cMediaNode>
            </p:audio>
            <p:audio>
              <p:cMediaNode vol="78788">
                <p:cTn id="113" fill="hold" display="0">
                  <p:stCondLst>
                    <p:cond delay="indefinite"/>
                  </p:stCondLst>
                  <p:endCondLst>
                    <p:cond evt="onStopAudio" delay="0">
                      <p:tgtEl>
                        <p:sldTgt/>
                      </p:tgtEl>
                    </p:cond>
                    <p:cond evt="onNext" delay="0">
                      <p:tgtEl>
                        <p:sldTgt/>
                      </p:tgtEl>
                    </p:cond>
                  </p:endCondLst>
                </p:cTn>
                <p:tgtEl>
                  <p:spTgt spid="26"/>
                </p:tgtEl>
              </p:cMediaNode>
            </p:audio>
            <p:audio>
              <p:cMediaNode vol="80000">
                <p:cTn id="114" fill="hold" display="0">
                  <p:stCondLst>
                    <p:cond delay="indefinite"/>
                  </p:stCondLst>
                  <p:endCondLst>
                    <p:cond evt="onStopAudio" delay="0">
                      <p:tgtEl>
                        <p:sldTgt/>
                      </p:tgtEl>
                    </p:cond>
                  </p:endCondLst>
                </p:cTn>
                <p:tgtEl>
                  <p:spTgt spid="27"/>
                </p:tgtEl>
              </p:cMediaNode>
            </p:audio>
            <p:audio>
              <p:cMediaNode vol="80000">
                <p:cTn id="115" fill="hold" display="0">
                  <p:stCondLst>
                    <p:cond delay="indefinite"/>
                  </p:stCondLst>
                  <p:endCondLst>
                    <p:cond evt="onStopAudio" delay="0">
                      <p:tgtEl>
                        <p:sldTgt/>
                      </p:tgtEl>
                    </p:cond>
                  </p:endCondLst>
                </p:cTn>
                <p:tgtEl>
                  <p:spTgt spid="28"/>
                </p:tgtEl>
              </p:cMediaNode>
            </p:audio>
          </p:childTnLst>
        </p:cTn>
      </p:par>
    </p:tnLst>
  </p:timing>
</p:sld>
</file>

<file path=ppt/slides/slide21.xml><?xml version="1.0" encoding="utf-8"?>
<p:sld xmlns:a="http://schemas.openxmlformats.org/drawingml/2006/main" xmlns:r="http://schemas.openxmlformats.org/officeDocument/2006/relationships" xmlns:p="http://schemas.openxmlformats.org/presentationml/2006/main" show="0">
  <p:cSld>
    <p:spTree>
      <p:nvGrpSpPr>
        <p:cNvPr id="1" name=""/>
        <p:cNvGrpSpPr/>
        <p:nvPr/>
      </p:nvGrpSpPr>
      <p:grpSpPr>
        <a:xfrm>
          <a:off x="0" y="0"/>
          <a:ext cx="0" cy="0"/>
          <a:chOff x="0" y="0"/>
          <a:chExt cx="0" cy="0"/>
        </a:xfrm>
      </p:grpSpPr>
      <p:pic>
        <p:nvPicPr>
          <p:cNvPr id="14" name="Baseplate"/>
          <p:cNvPicPr>
            <a:picLocks noChangeAspect="1"/>
          </p:cNvPicPr>
          <p:nvPr/>
        </p:nvPicPr>
        <p:blipFill>
          <a:blip r:embed="rId13" cstate="print">
            <a:extLst>
              <a:ext uri="{28A0092B-C50C-407E-A947-70E740481C1C}">
                <a14:useLocalDpi xmlns:a14="http://schemas.microsoft.com/office/drawing/2010/main" val="0"/>
              </a:ext>
            </a:extLst>
          </a:blip>
          <a:stretch>
            <a:fillRect/>
          </a:stretch>
        </p:blipFill>
        <p:spPr>
          <a:xfrm>
            <a:off x="-594469" y="-54465"/>
            <a:ext cx="15819338" cy="8503919"/>
          </a:xfrm>
          <a:prstGeom prst="rect">
            <a:avLst/>
          </a:prstGeom>
        </p:spPr>
      </p:pic>
      <p:pic>
        <p:nvPicPr>
          <p:cNvPr id="65" name="Timer 1x2"/>
          <p:cNvPicPr>
            <a:picLocks/>
          </p:cNvPicPr>
          <p:nvPr/>
        </p:nvPicPr>
        <p:blipFill>
          <a:blip r:embed="rId14" cstate="print">
            <a:extLst>
              <a:ext uri="{28A0092B-C50C-407E-A947-70E740481C1C}">
                <a14:useLocalDpi xmlns:a14="http://schemas.microsoft.com/office/drawing/2010/main" val="0"/>
              </a:ext>
            </a:extLst>
          </a:blip>
          <a:stretch>
            <a:fillRect/>
          </a:stretch>
        </p:blipFill>
        <p:spPr>
          <a:xfrm>
            <a:off x="13929822" y="-203906"/>
            <a:ext cx="832104" cy="529163"/>
          </a:xfrm>
          <a:prstGeom prst="rect">
            <a:avLst/>
          </a:prstGeom>
        </p:spPr>
      </p:pic>
      <p:pic>
        <p:nvPicPr>
          <p:cNvPr id="86" name="Blue Bricks 1"/>
          <p:cNvPicPr>
            <a:picLocks noChangeAspect="1"/>
          </p:cNvPicPr>
          <p:nvPr/>
        </p:nvPicPr>
        <p:blipFill>
          <a:blip r:embed="rId15" cstate="print">
            <a:extLst>
              <a:ext uri="{28A0092B-C50C-407E-A947-70E740481C1C}">
                <a14:useLocalDpi xmlns:a14="http://schemas.microsoft.com/office/drawing/2010/main" val="0"/>
              </a:ext>
            </a:extLst>
          </a:blip>
          <a:stretch>
            <a:fillRect/>
          </a:stretch>
        </p:blipFill>
        <p:spPr>
          <a:xfrm>
            <a:off x="0" y="3059476"/>
            <a:ext cx="3461795" cy="1724155"/>
          </a:xfrm>
          <a:prstGeom prst="rect">
            <a:avLst/>
          </a:prstGeom>
        </p:spPr>
      </p:pic>
      <p:sp>
        <p:nvSpPr>
          <p:cNvPr id="87" name="Blue Cap 1"/>
          <p:cNvSpPr>
            <a:spLocks noChangeAspect="1"/>
          </p:cNvSpPr>
          <p:nvPr/>
        </p:nvSpPr>
        <p:spPr>
          <a:xfrm>
            <a:off x="213811" y="2951273"/>
            <a:ext cx="2907791" cy="1453896"/>
          </a:xfrm>
          <a:prstGeom prst="rect">
            <a:avLst/>
          </a:prstGeom>
          <a:solidFill>
            <a:srgbClr val="F4F4F4"/>
          </a:solidFill>
          <a:ln>
            <a:noFill/>
          </a:ln>
          <a:scene3d>
            <a:camera prst="orthographicFront">
              <a:rot lat="20400000" lon="21000000" rev="198000"/>
            </a:camera>
            <a:lightRig rig="balanced" dir="t"/>
          </a:scene3d>
          <a:sp3d extrusionH="165100" prstMaterial="metal">
            <a:bevelT w="19050" h="12700"/>
            <a:extrusionClr>
              <a:srgbClr val="F4F4F4"/>
            </a:extrusionClr>
          </a:sp3d>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sz="4400" spc="-200" dirty="0">
                <a:ln>
                  <a:solidFill>
                    <a:schemeClr val="tx1">
                      <a:lumMod val="85000"/>
                      <a:lumOff val="15000"/>
                    </a:schemeClr>
                  </a:solidFill>
                </a:ln>
                <a:solidFill>
                  <a:srgbClr val="106DDE"/>
                </a:solidFill>
                <a:latin typeface="Poppins Medium" panose="00000600000000000000" pitchFamily="2" charset="0"/>
                <a:ea typeface="ZCOOL QingKe HuangYou" panose="00000500000000000000" pitchFamily="2" charset="0"/>
                <a:cs typeface="Poppins Medium" panose="00000600000000000000" pitchFamily="2" charset="0"/>
              </a:rPr>
              <a:t>Your Text</a:t>
            </a:r>
          </a:p>
        </p:txBody>
      </p:sp>
      <p:pic>
        <p:nvPicPr>
          <p:cNvPr id="7" name="Red Bricks 1"/>
          <p:cNvPicPr>
            <a:picLocks noChangeAspect="1"/>
          </p:cNvPicPr>
          <p:nvPr/>
        </p:nvPicPr>
        <p:blipFill>
          <a:blip r:embed="rId16" cstate="print">
            <a:extLst>
              <a:ext uri="{28A0092B-C50C-407E-A947-70E740481C1C}">
                <a14:useLocalDpi xmlns:a14="http://schemas.microsoft.com/office/drawing/2010/main" val="0"/>
              </a:ext>
            </a:extLst>
          </a:blip>
          <a:stretch>
            <a:fillRect/>
          </a:stretch>
        </p:blipFill>
        <p:spPr>
          <a:xfrm>
            <a:off x="3475300" y="290455"/>
            <a:ext cx="3461795" cy="1724154"/>
          </a:xfrm>
          <a:prstGeom prst="rect">
            <a:avLst/>
          </a:prstGeom>
        </p:spPr>
      </p:pic>
      <p:sp>
        <p:nvSpPr>
          <p:cNvPr id="8" name="Red Cap 1"/>
          <p:cNvSpPr>
            <a:spLocks noChangeAspect="1"/>
          </p:cNvSpPr>
          <p:nvPr/>
        </p:nvSpPr>
        <p:spPr>
          <a:xfrm>
            <a:off x="4038601" y="182252"/>
            <a:ext cx="2907791" cy="1453896"/>
          </a:xfrm>
          <a:prstGeom prst="rect">
            <a:avLst/>
          </a:prstGeom>
          <a:solidFill>
            <a:srgbClr val="F4F4F4"/>
          </a:solidFill>
          <a:ln>
            <a:noFill/>
          </a:ln>
          <a:scene3d>
            <a:camera prst="orthographicFront">
              <a:rot lat="20400000" lon="21000000" rev="198000"/>
            </a:camera>
            <a:lightRig rig="balanced" dir="t"/>
          </a:scene3d>
          <a:sp3d extrusionH="165100" prstMaterial="metal">
            <a:bevelT w="19050" h="12700"/>
            <a:extrusionClr>
              <a:srgbClr val="F4F4F4"/>
            </a:extrusionClr>
          </a:sp3d>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sz="4400" spc="-200" dirty="0">
                <a:ln>
                  <a:solidFill>
                    <a:schemeClr val="tx1">
                      <a:lumMod val="85000"/>
                      <a:lumOff val="15000"/>
                    </a:schemeClr>
                  </a:solidFill>
                </a:ln>
                <a:solidFill>
                  <a:srgbClr val="DD1A21"/>
                </a:solidFill>
                <a:latin typeface="Poppins Medium" panose="00000600000000000000" pitchFamily="2" charset="0"/>
                <a:ea typeface="ZCOOL QingKe HuangYou" panose="00000500000000000000" pitchFamily="2" charset="0"/>
                <a:cs typeface="Poppins Medium" panose="00000600000000000000" pitchFamily="2" charset="0"/>
              </a:rPr>
              <a:t>Your Text</a:t>
            </a:r>
          </a:p>
        </p:txBody>
      </p:sp>
      <p:pic>
        <p:nvPicPr>
          <p:cNvPr id="17" name="Red Bricks 2"/>
          <p:cNvPicPr>
            <a:picLocks noChangeAspect="1"/>
          </p:cNvPicPr>
          <p:nvPr/>
        </p:nvPicPr>
        <p:blipFill>
          <a:blip r:embed="rId16" cstate="print">
            <a:extLst>
              <a:ext uri="{28A0092B-C50C-407E-A947-70E740481C1C}">
                <a14:useLocalDpi xmlns:a14="http://schemas.microsoft.com/office/drawing/2010/main" val="0"/>
              </a:ext>
            </a:extLst>
          </a:blip>
          <a:stretch>
            <a:fillRect/>
          </a:stretch>
        </p:blipFill>
        <p:spPr>
          <a:xfrm>
            <a:off x="3574668" y="2024150"/>
            <a:ext cx="3461795" cy="1724154"/>
          </a:xfrm>
          <a:prstGeom prst="rect">
            <a:avLst/>
          </a:prstGeom>
        </p:spPr>
      </p:pic>
      <p:sp>
        <p:nvSpPr>
          <p:cNvPr id="18" name="Red Cap 2"/>
          <p:cNvSpPr>
            <a:spLocks noChangeAspect="1"/>
          </p:cNvSpPr>
          <p:nvPr/>
        </p:nvSpPr>
        <p:spPr>
          <a:xfrm>
            <a:off x="4138169" y="1915947"/>
            <a:ext cx="2907791" cy="1453896"/>
          </a:xfrm>
          <a:prstGeom prst="rect">
            <a:avLst/>
          </a:prstGeom>
          <a:solidFill>
            <a:srgbClr val="F4F4F4"/>
          </a:solidFill>
          <a:ln>
            <a:noFill/>
          </a:ln>
          <a:scene3d>
            <a:camera prst="orthographicFront">
              <a:rot lat="20400000" lon="21000000" rev="198000"/>
            </a:camera>
            <a:lightRig rig="balanced" dir="t"/>
          </a:scene3d>
          <a:sp3d extrusionH="165100" prstMaterial="metal">
            <a:bevelT w="19050" h="12700"/>
            <a:extrusionClr>
              <a:srgbClr val="F4F4F4"/>
            </a:extrusionClr>
          </a:sp3d>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sz="4400" spc="-200" dirty="0">
                <a:ln>
                  <a:solidFill>
                    <a:schemeClr val="tx1">
                      <a:lumMod val="85000"/>
                      <a:lumOff val="15000"/>
                    </a:schemeClr>
                  </a:solidFill>
                </a:ln>
                <a:solidFill>
                  <a:srgbClr val="DD1A21"/>
                </a:solidFill>
                <a:latin typeface="Poppins Medium" panose="00000600000000000000" pitchFamily="2" charset="0"/>
                <a:ea typeface="ZCOOL QingKe HuangYou" panose="00000500000000000000" pitchFamily="2" charset="0"/>
                <a:cs typeface="Poppins Medium" panose="00000600000000000000" pitchFamily="2" charset="0"/>
              </a:rPr>
              <a:t>Your Text</a:t>
            </a:r>
          </a:p>
        </p:txBody>
      </p:sp>
      <p:pic>
        <p:nvPicPr>
          <p:cNvPr id="20" name="Red Bricks 3"/>
          <p:cNvPicPr>
            <a:picLocks noChangeAspect="1"/>
          </p:cNvPicPr>
          <p:nvPr/>
        </p:nvPicPr>
        <p:blipFill>
          <a:blip r:embed="rId16" cstate="print">
            <a:extLst>
              <a:ext uri="{28A0092B-C50C-407E-A947-70E740481C1C}">
                <a14:useLocalDpi xmlns:a14="http://schemas.microsoft.com/office/drawing/2010/main" val="0"/>
              </a:ext>
            </a:extLst>
          </a:blip>
          <a:stretch>
            <a:fillRect/>
          </a:stretch>
        </p:blipFill>
        <p:spPr>
          <a:xfrm>
            <a:off x="3702936" y="4451850"/>
            <a:ext cx="3461795" cy="1724154"/>
          </a:xfrm>
          <a:prstGeom prst="rect">
            <a:avLst/>
          </a:prstGeom>
        </p:spPr>
      </p:pic>
      <p:pic>
        <p:nvPicPr>
          <p:cNvPr id="13" name="Green Bricks 1"/>
          <p:cNvPicPr>
            <a:picLocks noChangeAspect="1"/>
          </p:cNvPicPr>
          <p:nvPr/>
        </p:nvPicPr>
        <p:blipFill>
          <a:blip r:embed="rId17" cstate="print">
            <a:extLst>
              <a:ext uri="{28A0092B-C50C-407E-A947-70E740481C1C}">
                <a14:useLocalDpi xmlns:a14="http://schemas.microsoft.com/office/drawing/2010/main" val="0"/>
              </a:ext>
            </a:extLst>
          </a:blip>
          <a:stretch>
            <a:fillRect/>
          </a:stretch>
        </p:blipFill>
        <p:spPr>
          <a:xfrm>
            <a:off x="9286304" y="312925"/>
            <a:ext cx="3456007" cy="1724155"/>
          </a:xfrm>
          <a:prstGeom prst="rect">
            <a:avLst/>
          </a:prstGeom>
        </p:spPr>
      </p:pic>
      <p:sp>
        <p:nvSpPr>
          <p:cNvPr id="15" name="Green Cap 1"/>
          <p:cNvSpPr>
            <a:spLocks noChangeAspect="1"/>
          </p:cNvSpPr>
          <p:nvPr/>
        </p:nvSpPr>
        <p:spPr>
          <a:xfrm>
            <a:off x="9850629" y="204722"/>
            <a:ext cx="2907791" cy="1453896"/>
          </a:xfrm>
          <a:prstGeom prst="rect">
            <a:avLst/>
          </a:prstGeom>
          <a:solidFill>
            <a:srgbClr val="F4F4F4"/>
          </a:solidFill>
          <a:ln>
            <a:noFill/>
          </a:ln>
          <a:scene3d>
            <a:camera prst="orthographicFront">
              <a:rot lat="20400000" lon="21000000" rev="198000"/>
            </a:camera>
            <a:lightRig rig="balanced" dir="t"/>
          </a:scene3d>
          <a:sp3d extrusionH="165100" prstMaterial="metal">
            <a:bevelT w="19050" h="12700"/>
            <a:extrusionClr>
              <a:srgbClr val="F4F4F4"/>
            </a:extrusionClr>
          </a:sp3d>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sz="4400" spc="-200" dirty="0">
                <a:ln>
                  <a:solidFill>
                    <a:schemeClr val="tx1">
                      <a:lumMod val="85000"/>
                      <a:lumOff val="15000"/>
                    </a:schemeClr>
                  </a:solidFill>
                </a:ln>
                <a:solidFill>
                  <a:srgbClr val="04A043"/>
                </a:solidFill>
                <a:latin typeface="Poppins Medium" panose="00000600000000000000" pitchFamily="2" charset="0"/>
                <a:ea typeface="ZCOOL QingKe HuangYou" panose="00000500000000000000" pitchFamily="2" charset="0"/>
                <a:cs typeface="Poppins Medium" panose="00000600000000000000" pitchFamily="2" charset="0"/>
              </a:rPr>
              <a:t>Your Text</a:t>
            </a:r>
          </a:p>
        </p:txBody>
      </p:sp>
      <p:pic>
        <p:nvPicPr>
          <p:cNvPr id="30" name="Green Bricks 2"/>
          <p:cNvPicPr>
            <a:picLocks noChangeAspect="1"/>
          </p:cNvPicPr>
          <p:nvPr/>
        </p:nvPicPr>
        <p:blipFill>
          <a:blip r:embed="rId17" cstate="print">
            <a:extLst>
              <a:ext uri="{28A0092B-C50C-407E-A947-70E740481C1C}">
                <a14:useLocalDpi xmlns:a14="http://schemas.microsoft.com/office/drawing/2010/main" val="0"/>
              </a:ext>
            </a:extLst>
          </a:blip>
          <a:stretch>
            <a:fillRect/>
          </a:stretch>
        </p:blipFill>
        <p:spPr>
          <a:xfrm>
            <a:off x="9385162" y="2034761"/>
            <a:ext cx="3456007" cy="1724155"/>
          </a:xfrm>
          <a:prstGeom prst="rect">
            <a:avLst/>
          </a:prstGeom>
        </p:spPr>
      </p:pic>
      <p:sp>
        <p:nvSpPr>
          <p:cNvPr id="31" name="Green Cap 2"/>
          <p:cNvSpPr>
            <a:spLocks noChangeAspect="1"/>
          </p:cNvSpPr>
          <p:nvPr/>
        </p:nvSpPr>
        <p:spPr>
          <a:xfrm>
            <a:off x="9948419" y="1926558"/>
            <a:ext cx="2907791" cy="1453896"/>
          </a:xfrm>
          <a:prstGeom prst="rect">
            <a:avLst/>
          </a:prstGeom>
          <a:solidFill>
            <a:srgbClr val="F4F4F4"/>
          </a:solidFill>
          <a:ln>
            <a:noFill/>
          </a:ln>
          <a:scene3d>
            <a:camera prst="orthographicFront">
              <a:rot lat="20400000" lon="21000000" rev="198000"/>
            </a:camera>
            <a:lightRig rig="balanced" dir="t"/>
          </a:scene3d>
          <a:sp3d extrusionH="165100" prstMaterial="metal">
            <a:bevelT w="19050" h="12700"/>
            <a:extrusionClr>
              <a:srgbClr val="F4F4F4"/>
            </a:extrusionClr>
          </a:sp3d>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sz="4400" spc="-200" dirty="0">
                <a:ln>
                  <a:solidFill>
                    <a:schemeClr val="tx1">
                      <a:lumMod val="85000"/>
                      <a:lumOff val="15000"/>
                    </a:schemeClr>
                  </a:solidFill>
                </a:ln>
                <a:solidFill>
                  <a:srgbClr val="04A043"/>
                </a:solidFill>
                <a:latin typeface="Poppins Medium" panose="00000600000000000000" pitchFamily="2" charset="0"/>
                <a:ea typeface="ZCOOL QingKe HuangYou" panose="00000500000000000000" pitchFamily="2" charset="0"/>
                <a:cs typeface="Poppins Medium" panose="00000600000000000000" pitchFamily="2" charset="0"/>
              </a:rPr>
              <a:t>Your Text</a:t>
            </a:r>
          </a:p>
        </p:txBody>
      </p:sp>
      <p:grpSp>
        <p:nvGrpSpPr>
          <p:cNvPr id="6" name="Black Line"/>
          <p:cNvGrpSpPr/>
          <p:nvPr/>
        </p:nvGrpSpPr>
        <p:grpSpPr>
          <a:xfrm>
            <a:off x="3661927" y="3906918"/>
            <a:ext cx="9525041" cy="555037"/>
            <a:chOff x="3661927" y="3906918"/>
            <a:chExt cx="9525041" cy="555037"/>
          </a:xfrm>
        </p:grpSpPr>
        <p:pic>
          <p:nvPicPr>
            <p:cNvPr id="39" name="Black 1x4"/>
            <p:cNvPicPr>
              <a:picLocks/>
            </p:cNvPicPr>
            <p:nvPr/>
          </p:nvPicPr>
          <p:blipFill>
            <a:blip r:embed="rId18" cstate="print">
              <a:extLst>
                <a:ext uri="{28A0092B-C50C-407E-A947-70E740481C1C}">
                  <a14:useLocalDpi xmlns:a14="http://schemas.microsoft.com/office/drawing/2010/main" val="0"/>
                </a:ext>
              </a:extLst>
            </a:blip>
            <a:stretch>
              <a:fillRect/>
            </a:stretch>
          </p:blipFill>
          <p:spPr>
            <a:xfrm>
              <a:off x="11632488" y="3922459"/>
              <a:ext cx="1554480" cy="539496"/>
            </a:xfrm>
            <a:prstGeom prst="rect">
              <a:avLst/>
            </a:prstGeom>
          </p:spPr>
        </p:pic>
        <p:sp>
          <p:nvSpPr>
            <p:cNvPr id="46" name="Shade"/>
            <p:cNvSpPr>
              <a:spLocks/>
            </p:cNvSpPr>
            <p:nvPr/>
          </p:nvSpPr>
          <p:spPr>
            <a:xfrm>
              <a:off x="11462385" y="4004327"/>
              <a:ext cx="466344" cy="365760"/>
            </a:xfrm>
            <a:prstGeom prst="rect">
              <a:avLst/>
            </a:prstGeom>
            <a:solidFill>
              <a:schemeClr val="tx1">
                <a:alpha val="50000"/>
              </a:schemeClr>
            </a:solidFill>
            <a:ln>
              <a:noFill/>
            </a:ln>
            <a:scene3d>
              <a:camera prst="orthographicFront">
                <a:rot lat="20400000" lon="4800000" rev="197999"/>
              </a:camera>
              <a:lightRig rig="threePt" dir="t"/>
            </a:scene3d>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pic>
          <p:nvPicPr>
            <p:cNvPr id="40" name="Black 1x4"/>
            <p:cNvPicPr>
              <a:picLocks/>
            </p:cNvPicPr>
            <p:nvPr/>
          </p:nvPicPr>
          <p:blipFill>
            <a:blip r:embed="rId18" cstate="print">
              <a:extLst>
                <a:ext uri="{28A0092B-C50C-407E-A947-70E740481C1C}">
                  <a14:useLocalDpi xmlns:a14="http://schemas.microsoft.com/office/drawing/2010/main" val="0"/>
                </a:ext>
              </a:extLst>
            </a:blip>
            <a:stretch>
              <a:fillRect/>
            </a:stretch>
          </p:blipFill>
          <p:spPr>
            <a:xfrm>
              <a:off x="10183992" y="3919521"/>
              <a:ext cx="1554480" cy="539496"/>
            </a:xfrm>
            <a:prstGeom prst="rect">
              <a:avLst/>
            </a:prstGeom>
          </p:spPr>
        </p:pic>
        <p:sp>
          <p:nvSpPr>
            <p:cNvPr id="45" name="Shade"/>
            <p:cNvSpPr>
              <a:spLocks/>
            </p:cNvSpPr>
            <p:nvPr/>
          </p:nvSpPr>
          <p:spPr>
            <a:xfrm>
              <a:off x="9988296" y="4000500"/>
              <a:ext cx="502920" cy="374904"/>
            </a:xfrm>
            <a:prstGeom prst="rect">
              <a:avLst/>
            </a:prstGeom>
            <a:solidFill>
              <a:schemeClr val="tx1">
                <a:alpha val="50000"/>
              </a:schemeClr>
            </a:solidFill>
            <a:ln>
              <a:noFill/>
            </a:ln>
            <a:scene3d>
              <a:camera prst="orthographicFront">
                <a:rot lat="20400000" lon="4800000" rev="197999"/>
              </a:camera>
              <a:lightRig rig="threePt" dir="t"/>
            </a:scene3d>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pic>
          <p:nvPicPr>
            <p:cNvPr id="42" name="Black 1x4"/>
            <p:cNvPicPr>
              <a:picLocks/>
            </p:cNvPicPr>
            <p:nvPr/>
          </p:nvPicPr>
          <p:blipFill>
            <a:blip r:embed="rId18" cstate="print">
              <a:extLst>
                <a:ext uri="{28A0092B-C50C-407E-A947-70E740481C1C}">
                  <a14:useLocalDpi xmlns:a14="http://schemas.microsoft.com/office/drawing/2010/main" val="0"/>
                </a:ext>
              </a:extLst>
            </a:blip>
            <a:stretch>
              <a:fillRect/>
            </a:stretch>
          </p:blipFill>
          <p:spPr>
            <a:xfrm>
              <a:off x="8725337" y="3917738"/>
              <a:ext cx="1554480" cy="539496"/>
            </a:xfrm>
            <a:prstGeom prst="rect">
              <a:avLst/>
            </a:prstGeom>
          </p:spPr>
        </p:pic>
        <p:sp>
          <p:nvSpPr>
            <p:cNvPr id="44" name="Shade"/>
            <p:cNvSpPr>
              <a:spLocks/>
            </p:cNvSpPr>
            <p:nvPr/>
          </p:nvSpPr>
          <p:spPr>
            <a:xfrm>
              <a:off x="8526780" y="4002151"/>
              <a:ext cx="502920" cy="374904"/>
            </a:xfrm>
            <a:prstGeom prst="rect">
              <a:avLst/>
            </a:prstGeom>
            <a:solidFill>
              <a:schemeClr val="tx1">
                <a:alpha val="50000"/>
              </a:schemeClr>
            </a:solidFill>
            <a:ln>
              <a:noFill/>
            </a:ln>
            <a:scene3d>
              <a:camera prst="orthographicFront">
                <a:rot lat="20400000" lon="4800000" rev="197999"/>
              </a:camera>
              <a:lightRig rig="threePt" dir="t"/>
            </a:scene3d>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pic>
          <p:nvPicPr>
            <p:cNvPr id="3" name="Black 1x2"/>
            <p:cNvPicPr>
              <a:picLocks/>
            </p:cNvPicPr>
            <p:nvPr/>
          </p:nvPicPr>
          <p:blipFill>
            <a:blip r:embed="rId19" cstate="print">
              <a:extLst>
                <a:ext uri="{28A0092B-C50C-407E-A947-70E740481C1C}">
                  <a14:useLocalDpi xmlns:a14="http://schemas.microsoft.com/office/drawing/2010/main" val="0"/>
                </a:ext>
              </a:extLst>
            </a:blip>
            <a:stretch>
              <a:fillRect/>
            </a:stretch>
          </p:blipFill>
          <p:spPr>
            <a:xfrm>
              <a:off x="7990269" y="3916427"/>
              <a:ext cx="832104" cy="534978"/>
            </a:xfrm>
            <a:prstGeom prst="rect">
              <a:avLst/>
            </a:prstGeom>
          </p:spPr>
        </p:pic>
        <p:sp>
          <p:nvSpPr>
            <p:cNvPr id="43" name="Shade"/>
            <p:cNvSpPr>
              <a:spLocks/>
            </p:cNvSpPr>
            <p:nvPr/>
          </p:nvSpPr>
          <p:spPr>
            <a:xfrm>
              <a:off x="7792720" y="3996436"/>
              <a:ext cx="502920" cy="374904"/>
            </a:xfrm>
            <a:prstGeom prst="rect">
              <a:avLst/>
            </a:prstGeom>
            <a:solidFill>
              <a:schemeClr val="tx1">
                <a:alpha val="50000"/>
              </a:schemeClr>
            </a:solidFill>
            <a:ln>
              <a:noFill/>
            </a:ln>
            <a:scene3d>
              <a:camera prst="orthographicFront">
                <a:rot lat="20400000" lon="4800000" rev="197999"/>
              </a:camera>
              <a:lightRig rig="threePt" dir="t"/>
            </a:scene3d>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pic>
          <p:nvPicPr>
            <p:cNvPr id="41" name="Black 1x4"/>
            <p:cNvPicPr>
              <a:picLocks/>
            </p:cNvPicPr>
            <p:nvPr/>
          </p:nvPicPr>
          <p:blipFill>
            <a:blip r:embed="rId18" cstate="print">
              <a:extLst>
                <a:ext uri="{28A0092B-C50C-407E-A947-70E740481C1C}">
                  <a14:useLocalDpi xmlns:a14="http://schemas.microsoft.com/office/drawing/2010/main" val="0"/>
                </a:ext>
              </a:extLst>
            </a:blip>
            <a:stretch>
              <a:fillRect/>
            </a:stretch>
          </p:blipFill>
          <p:spPr>
            <a:xfrm>
              <a:off x="6543678" y="3912409"/>
              <a:ext cx="1545336" cy="539496"/>
            </a:xfrm>
            <a:prstGeom prst="rect">
              <a:avLst/>
            </a:prstGeom>
          </p:spPr>
        </p:pic>
        <p:sp>
          <p:nvSpPr>
            <p:cNvPr id="47" name="Shade"/>
            <p:cNvSpPr>
              <a:spLocks/>
            </p:cNvSpPr>
            <p:nvPr/>
          </p:nvSpPr>
          <p:spPr>
            <a:xfrm>
              <a:off x="6367526" y="4002398"/>
              <a:ext cx="466344" cy="365760"/>
            </a:xfrm>
            <a:prstGeom prst="rect">
              <a:avLst/>
            </a:prstGeom>
            <a:solidFill>
              <a:schemeClr val="tx1">
                <a:alpha val="50000"/>
              </a:schemeClr>
            </a:solidFill>
            <a:ln>
              <a:noFill/>
            </a:ln>
            <a:scene3d>
              <a:camera prst="orthographicFront">
                <a:rot lat="20400000" lon="4800000" rev="197999"/>
              </a:camera>
              <a:lightRig rig="threePt" dir="t"/>
            </a:scene3d>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pic>
          <p:nvPicPr>
            <p:cNvPr id="38" name="Black 1x4"/>
            <p:cNvPicPr>
              <a:picLocks/>
            </p:cNvPicPr>
            <p:nvPr/>
          </p:nvPicPr>
          <p:blipFill>
            <a:blip r:embed="rId18" cstate="print">
              <a:extLst>
                <a:ext uri="{28A0092B-C50C-407E-A947-70E740481C1C}">
                  <a14:useLocalDpi xmlns:a14="http://schemas.microsoft.com/office/drawing/2010/main" val="0"/>
                </a:ext>
              </a:extLst>
            </a:blip>
            <a:stretch>
              <a:fillRect/>
            </a:stretch>
          </p:blipFill>
          <p:spPr>
            <a:xfrm>
              <a:off x="5102802" y="3909856"/>
              <a:ext cx="1545336" cy="539496"/>
            </a:xfrm>
            <a:prstGeom prst="rect">
              <a:avLst/>
            </a:prstGeom>
          </p:spPr>
        </p:pic>
        <p:sp>
          <p:nvSpPr>
            <p:cNvPr id="48" name="Shade"/>
            <p:cNvSpPr>
              <a:spLocks/>
            </p:cNvSpPr>
            <p:nvPr/>
          </p:nvSpPr>
          <p:spPr>
            <a:xfrm>
              <a:off x="4925060" y="4004056"/>
              <a:ext cx="466344" cy="365760"/>
            </a:xfrm>
            <a:prstGeom prst="rect">
              <a:avLst/>
            </a:prstGeom>
            <a:solidFill>
              <a:schemeClr val="tx1">
                <a:alpha val="50000"/>
              </a:schemeClr>
            </a:solidFill>
            <a:ln>
              <a:noFill/>
            </a:ln>
            <a:scene3d>
              <a:camera prst="orthographicFront">
                <a:rot lat="20400000" lon="4800000" rev="197999"/>
              </a:camera>
              <a:lightRig rig="threePt" dir="t"/>
            </a:scene3d>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pic>
          <p:nvPicPr>
            <p:cNvPr id="2" name="Black 1x4"/>
            <p:cNvPicPr>
              <a:picLocks/>
            </p:cNvPicPr>
            <p:nvPr/>
          </p:nvPicPr>
          <p:blipFill>
            <a:blip r:embed="rId18" cstate="print">
              <a:extLst>
                <a:ext uri="{28A0092B-C50C-407E-A947-70E740481C1C}">
                  <a14:useLocalDpi xmlns:a14="http://schemas.microsoft.com/office/drawing/2010/main" val="0"/>
                </a:ext>
              </a:extLst>
            </a:blip>
            <a:stretch>
              <a:fillRect/>
            </a:stretch>
          </p:blipFill>
          <p:spPr>
            <a:xfrm>
              <a:off x="3661927" y="3906918"/>
              <a:ext cx="1545336" cy="539496"/>
            </a:xfrm>
            <a:prstGeom prst="rect">
              <a:avLst/>
            </a:prstGeom>
          </p:spPr>
        </p:pic>
      </p:grpSp>
      <p:sp>
        <p:nvSpPr>
          <p:cNvPr id="21" name="Red Cap 3"/>
          <p:cNvSpPr>
            <a:spLocks noChangeAspect="1"/>
          </p:cNvSpPr>
          <p:nvPr/>
        </p:nvSpPr>
        <p:spPr>
          <a:xfrm>
            <a:off x="4267200" y="4343647"/>
            <a:ext cx="2907791" cy="1453896"/>
          </a:xfrm>
          <a:prstGeom prst="rect">
            <a:avLst/>
          </a:prstGeom>
          <a:solidFill>
            <a:srgbClr val="F4F4F4"/>
          </a:solidFill>
          <a:ln>
            <a:noFill/>
          </a:ln>
          <a:scene3d>
            <a:camera prst="orthographicFront">
              <a:rot lat="20400000" lon="21000000" rev="198000"/>
            </a:camera>
            <a:lightRig rig="balanced" dir="t"/>
          </a:scene3d>
          <a:sp3d extrusionH="165100" prstMaterial="metal">
            <a:bevelT w="19050" h="12700"/>
            <a:extrusionClr>
              <a:srgbClr val="F4F4F4"/>
            </a:extrusionClr>
          </a:sp3d>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sz="4400" spc="-200" dirty="0">
                <a:ln>
                  <a:solidFill>
                    <a:schemeClr val="tx1">
                      <a:lumMod val="85000"/>
                      <a:lumOff val="15000"/>
                    </a:schemeClr>
                  </a:solidFill>
                </a:ln>
                <a:solidFill>
                  <a:srgbClr val="DD1A21"/>
                </a:solidFill>
                <a:latin typeface="Poppins Medium" panose="00000600000000000000" pitchFamily="2" charset="0"/>
                <a:ea typeface="ZCOOL QingKe HuangYou" panose="00000500000000000000" pitchFamily="2" charset="0"/>
                <a:cs typeface="Poppins Medium" panose="00000600000000000000" pitchFamily="2" charset="0"/>
              </a:rPr>
              <a:t>Your Text</a:t>
            </a:r>
          </a:p>
        </p:txBody>
      </p:sp>
      <p:pic>
        <p:nvPicPr>
          <p:cNvPr id="23" name="Red Bricks 4"/>
          <p:cNvPicPr>
            <a:picLocks noChangeAspect="1"/>
          </p:cNvPicPr>
          <p:nvPr/>
        </p:nvPicPr>
        <p:blipFill>
          <a:blip r:embed="rId16" cstate="print">
            <a:extLst>
              <a:ext uri="{28A0092B-C50C-407E-A947-70E740481C1C}">
                <a14:useLocalDpi xmlns:a14="http://schemas.microsoft.com/office/drawing/2010/main" val="0"/>
              </a:ext>
            </a:extLst>
          </a:blip>
          <a:stretch>
            <a:fillRect/>
          </a:stretch>
        </p:blipFill>
        <p:spPr>
          <a:xfrm>
            <a:off x="3824019" y="6157175"/>
            <a:ext cx="3461795" cy="1724154"/>
          </a:xfrm>
          <a:prstGeom prst="rect">
            <a:avLst/>
          </a:prstGeom>
        </p:spPr>
      </p:pic>
      <p:sp>
        <p:nvSpPr>
          <p:cNvPr id="24" name="Red Cap 4"/>
          <p:cNvSpPr>
            <a:spLocks noChangeAspect="1"/>
          </p:cNvSpPr>
          <p:nvPr/>
        </p:nvSpPr>
        <p:spPr>
          <a:xfrm>
            <a:off x="4389629" y="6048972"/>
            <a:ext cx="2907791" cy="1453896"/>
          </a:xfrm>
          <a:prstGeom prst="rect">
            <a:avLst/>
          </a:prstGeom>
          <a:solidFill>
            <a:srgbClr val="F4F4F4"/>
          </a:solidFill>
          <a:ln>
            <a:noFill/>
          </a:ln>
          <a:scene3d>
            <a:camera prst="orthographicFront">
              <a:rot lat="20400000" lon="21000000" rev="198000"/>
            </a:camera>
            <a:lightRig rig="balanced" dir="t"/>
          </a:scene3d>
          <a:sp3d extrusionH="165100" prstMaterial="metal">
            <a:bevelT w="19050" h="12700"/>
            <a:extrusionClr>
              <a:srgbClr val="F4F4F4"/>
            </a:extrusionClr>
          </a:sp3d>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sz="4400" spc="-200" dirty="0">
                <a:ln>
                  <a:solidFill>
                    <a:schemeClr val="tx1">
                      <a:lumMod val="85000"/>
                      <a:lumOff val="15000"/>
                    </a:schemeClr>
                  </a:solidFill>
                </a:ln>
                <a:solidFill>
                  <a:srgbClr val="DD1A21"/>
                </a:solidFill>
                <a:latin typeface="Poppins Medium" panose="00000600000000000000" pitchFamily="2" charset="0"/>
                <a:ea typeface="ZCOOL QingKe HuangYou" panose="00000500000000000000" pitchFamily="2" charset="0"/>
                <a:cs typeface="Poppins Medium" panose="00000600000000000000" pitchFamily="2" charset="0"/>
              </a:rPr>
              <a:t>Your Text</a:t>
            </a:r>
          </a:p>
        </p:txBody>
      </p:sp>
      <p:pic>
        <p:nvPicPr>
          <p:cNvPr id="33" name="Green Bricks 3"/>
          <p:cNvPicPr>
            <a:picLocks noChangeAspect="1"/>
          </p:cNvPicPr>
          <p:nvPr/>
        </p:nvPicPr>
        <p:blipFill>
          <a:blip r:embed="rId17" cstate="print">
            <a:extLst>
              <a:ext uri="{28A0092B-C50C-407E-A947-70E740481C1C}">
                <a14:useLocalDpi xmlns:a14="http://schemas.microsoft.com/office/drawing/2010/main" val="0"/>
              </a:ext>
            </a:extLst>
          </a:blip>
          <a:stretch>
            <a:fillRect/>
          </a:stretch>
        </p:blipFill>
        <p:spPr>
          <a:xfrm>
            <a:off x="9526095" y="4456170"/>
            <a:ext cx="3456007" cy="1724155"/>
          </a:xfrm>
          <a:prstGeom prst="rect">
            <a:avLst/>
          </a:prstGeom>
        </p:spPr>
      </p:pic>
      <p:sp>
        <p:nvSpPr>
          <p:cNvPr id="34" name="Green Cap 3"/>
          <p:cNvSpPr>
            <a:spLocks noChangeAspect="1"/>
          </p:cNvSpPr>
          <p:nvPr/>
        </p:nvSpPr>
        <p:spPr>
          <a:xfrm>
            <a:off x="10091929" y="4347967"/>
            <a:ext cx="2907791" cy="1453896"/>
          </a:xfrm>
          <a:prstGeom prst="rect">
            <a:avLst/>
          </a:prstGeom>
          <a:solidFill>
            <a:srgbClr val="F4F4F4"/>
          </a:solidFill>
          <a:ln>
            <a:noFill/>
          </a:ln>
          <a:scene3d>
            <a:camera prst="orthographicFront">
              <a:rot lat="20400000" lon="21000000" rev="198000"/>
            </a:camera>
            <a:lightRig rig="balanced" dir="t"/>
          </a:scene3d>
          <a:sp3d extrusionH="165100" prstMaterial="metal">
            <a:bevelT w="19050" h="12700"/>
            <a:extrusionClr>
              <a:srgbClr val="F4F4F4"/>
            </a:extrusionClr>
          </a:sp3d>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sz="4400" spc="-200" dirty="0">
                <a:ln>
                  <a:solidFill>
                    <a:schemeClr val="tx1">
                      <a:lumMod val="85000"/>
                      <a:lumOff val="15000"/>
                    </a:schemeClr>
                  </a:solidFill>
                </a:ln>
                <a:solidFill>
                  <a:srgbClr val="04A043"/>
                </a:solidFill>
                <a:latin typeface="Poppins Medium" panose="00000600000000000000" pitchFamily="2" charset="0"/>
                <a:ea typeface="ZCOOL QingKe HuangYou" panose="00000500000000000000" pitchFamily="2" charset="0"/>
                <a:cs typeface="Poppins Medium" panose="00000600000000000000" pitchFamily="2" charset="0"/>
              </a:rPr>
              <a:t>Your Text</a:t>
            </a:r>
          </a:p>
        </p:txBody>
      </p:sp>
      <p:pic>
        <p:nvPicPr>
          <p:cNvPr id="36" name="Green Bricks 4"/>
          <p:cNvPicPr>
            <a:picLocks noChangeAspect="1"/>
          </p:cNvPicPr>
          <p:nvPr/>
        </p:nvPicPr>
        <p:blipFill>
          <a:blip r:embed="rId17" cstate="print">
            <a:extLst>
              <a:ext uri="{28A0092B-C50C-407E-A947-70E740481C1C}">
                <a14:useLocalDpi xmlns:a14="http://schemas.microsoft.com/office/drawing/2010/main" val="0"/>
              </a:ext>
            </a:extLst>
          </a:blip>
          <a:stretch>
            <a:fillRect/>
          </a:stretch>
        </p:blipFill>
        <p:spPr>
          <a:xfrm>
            <a:off x="9624953" y="6178006"/>
            <a:ext cx="3456007" cy="1724155"/>
          </a:xfrm>
          <a:prstGeom prst="rect">
            <a:avLst/>
          </a:prstGeom>
        </p:spPr>
      </p:pic>
      <p:sp>
        <p:nvSpPr>
          <p:cNvPr id="37" name="Green Cap 4"/>
          <p:cNvSpPr>
            <a:spLocks noChangeAspect="1"/>
          </p:cNvSpPr>
          <p:nvPr/>
        </p:nvSpPr>
        <p:spPr>
          <a:xfrm>
            <a:off x="10190989" y="6069803"/>
            <a:ext cx="2907791" cy="1453896"/>
          </a:xfrm>
          <a:prstGeom prst="rect">
            <a:avLst/>
          </a:prstGeom>
          <a:solidFill>
            <a:srgbClr val="F4F4F4"/>
          </a:solidFill>
          <a:ln>
            <a:noFill/>
          </a:ln>
          <a:scene3d>
            <a:camera prst="orthographicFront">
              <a:rot lat="20400000" lon="21000000" rev="198000"/>
            </a:camera>
            <a:lightRig rig="balanced" dir="t"/>
          </a:scene3d>
          <a:sp3d extrusionH="165100" prstMaterial="metal">
            <a:bevelT w="19050" h="12700"/>
            <a:extrusionClr>
              <a:srgbClr val="F4F4F4"/>
            </a:extrusionClr>
          </a:sp3d>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sz="4400" spc="-200" dirty="0">
                <a:ln>
                  <a:solidFill>
                    <a:schemeClr val="tx1">
                      <a:lumMod val="85000"/>
                      <a:lumOff val="15000"/>
                    </a:schemeClr>
                  </a:solidFill>
                </a:ln>
                <a:solidFill>
                  <a:srgbClr val="04A043"/>
                </a:solidFill>
                <a:latin typeface="Poppins Medium" panose="00000600000000000000" pitchFamily="2" charset="0"/>
                <a:ea typeface="ZCOOL QingKe HuangYou" panose="00000500000000000000" pitchFamily="2" charset="0"/>
                <a:cs typeface="Poppins Medium" panose="00000600000000000000" pitchFamily="2" charset="0"/>
              </a:rPr>
              <a:t>Your Text</a:t>
            </a:r>
          </a:p>
        </p:txBody>
      </p:sp>
      <p:pic>
        <p:nvPicPr>
          <p:cNvPr id="63" name="Points Reveal 1.mp3">
            <a:hlinkClick r:id="" action="ppaction://media"/>
          </p:cNvPr>
          <p:cNvPicPr>
            <a:picLocks noChangeAspect="1"/>
          </p:cNvPicPr>
          <p:nvPr>
            <a:audioFile r:link="rId2"/>
            <p:extLst>
              <p:ext uri="{DAA4B4D4-6D71-4841-9C94-3DE7FCFB9230}">
                <p14:media xmlns:p14="http://schemas.microsoft.com/office/powerpoint/2010/main" r:embed="rId1"/>
              </p:ext>
            </p:extLst>
          </p:nvPr>
        </p:nvPicPr>
        <p:blipFill>
          <a:blip r:embed="rId20"/>
          <a:stretch>
            <a:fillRect/>
          </a:stretch>
        </p:blipFill>
        <p:spPr>
          <a:xfrm>
            <a:off x="1905000" y="8528098"/>
            <a:ext cx="487363" cy="487363"/>
          </a:xfrm>
          <a:prstGeom prst="rect">
            <a:avLst/>
          </a:prstGeom>
        </p:spPr>
      </p:pic>
      <p:pic>
        <p:nvPicPr>
          <p:cNvPr id="64" name="Points Reveal 2.mp3">
            <a:hlinkClick r:id="" action="ppaction://media"/>
          </p:cNvPr>
          <p:cNvPicPr>
            <a:picLocks noChangeAspect="1"/>
          </p:cNvPicPr>
          <p:nvPr>
            <a:audioFile r:link="rId4"/>
            <p:extLst>
              <p:ext uri="{DAA4B4D4-6D71-4841-9C94-3DE7FCFB9230}">
                <p14:media xmlns:p14="http://schemas.microsoft.com/office/powerpoint/2010/main" r:embed="rId3"/>
              </p:ext>
            </p:extLst>
          </p:nvPr>
        </p:nvPicPr>
        <p:blipFill>
          <a:blip r:embed="rId20"/>
          <a:stretch>
            <a:fillRect/>
          </a:stretch>
        </p:blipFill>
        <p:spPr>
          <a:xfrm>
            <a:off x="2743200" y="8534400"/>
            <a:ext cx="487363" cy="487363"/>
          </a:xfrm>
          <a:prstGeom prst="rect">
            <a:avLst/>
          </a:prstGeom>
        </p:spPr>
      </p:pic>
      <p:pic>
        <p:nvPicPr>
          <p:cNvPr id="49" name="A Quiet Day.mp3">
            <a:hlinkClick r:id="" action="ppaction://media"/>
          </p:cNvPr>
          <p:cNvPicPr>
            <a:picLocks noChangeAspect="1"/>
          </p:cNvPicPr>
          <p:nvPr>
            <a:audioFile r:link="rId6"/>
            <p:extLst>
              <p:ext uri="{DAA4B4D4-6D71-4841-9C94-3DE7FCFB9230}">
                <p14:media xmlns:p14="http://schemas.microsoft.com/office/powerpoint/2010/main" r:embed="rId5"/>
              </p:ext>
            </p:extLst>
          </p:nvPr>
        </p:nvPicPr>
        <p:blipFill>
          <a:blip r:embed="rId21"/>
          <a:stretch>
            <a:fillRect/>
          </a:stretch>
        </p:blipFill>
        <p:spPr>
          <a:xfrm>
            <a:off x="3986810" y="8534400"/>
            <a:ext cx="487363" cy="487363"/>
          </a:xfrm>
          <a:prstGeom prst="rect">
            <a:avLst/>
          </a:prstGeom>
        </p:spPr>
      </p:pic>
      <p:pic>
        <p:nvPicPr>
          <p:cNvPr id="50" name="gold piece sequence (4 pieces) 1 (leandri140029).mp3">
            <a:hlinkClick r:id="" action="ppaction://media"/>
          </p:cNvPr>
          <p:cNvPicPr>
            <a:picLocks noChangeAspect="1"/>
          </p:cNvPicPr>
          <p:nvPr>
            <a:audioFile r:link="rId8"/>
            <p:extLst>
              <p:ext uri="{DAA4B4D4-6D71-4841-9C94-3DE7FCFB9230}">
                <p14:media xmlns:p14="http://schemas.microsoft.com/office/powerpoint/2010/main" r:embed="rId7"/>
              </p:ext>
            </p:extLst>
          </p:nvPr>
        </p:nvPicPr>
        <p:blipFill>
          <a:blip r:embed="rId22"/>
          <a:stretch>
            <a:fillRect/>
          </a:stretch>
        </p:blipFill>
        <p:spPr>
          <a:xfrm>
            <a:off x="5858764" y="8449454"/>
            <a:ext cx="487363" cy="487363"/>
          </a:xfrm>
          <a:prstGeom prst="rect">
            <a:avLst/>
          </a:prstGeom>
        </p:spPr>
      </p:pic>
      <p:pic>
        <p:nvPicPr>
          <p:cNvPr id="51" name="gold piece sequence (4 pieces) 2 (leandri140029).mp3">
            <a:hlinkClick r:id="" action="ppaction://media"/>
          </p:cNvPr>
          <p:cNvPicPr>
            <a:picLocks noChangeAspect="1"/>
          </p:cNvPicPr>
          <p:nvPr>
            <a:audioFile r:link="rId10"/>
            <p:extLst>
              <p:ext uri="{DAA4B4D4-6D71-4841-9C94-3DE7FCFB9230}">
                <p14:media xmlns:p14="http://schemas.microsoft.com/office/powerpoint/2010/main" r:embed="rId9"/>
              </p:ext>
            </p:extLst>
          </p:nvPr>
        </p:nvPicPr>
        <p:blipFill>
          <a:blip r:embed="rId22"/>
          <a:stretch>
            <a:fillRect/>
          </a:stretch>
        </p:blipFill>
        <p:spPr>
          <a:xfrm>
            <a:off x="6928669" y="8449453"/>
            <a:ext cx="487363" cy="487363"/>
          </a:xfrm>
          <a:prstGeom prst="rect">
            <a:avLst/>
          </a:prstGeom>
        </p:spPr>
      </p:pic>
      <p:pic>
        <p:nvPicPr>
          <p:cNvPr id="52" name="Gold Coin 1"/>
          <p:cNvPicPr>
            <a:picLocks noChangeAspect="1"/>
          </p:cNvPicPr>
          <p:nvPr/>
        </p:nvPicPr>
        <p:blipFill>
          <a:blip r:embed="rId23" cstate="print">
            <a:extLst>
              <a:ext uri="{28A0092B-C50C-407E-A947-70E740481C1C}">
                <a14:useLocalDpi xmlns:a14="http://schemas.microsoft.com/office/drawing/2010/main" val="0"/>
              </a:ext>
            </a:extLst>
          </a:blip>
          <a:stretch>
            <a:fillRect/>
          </a:stretch>
        </p:blipFill>
        <p:spPr>
          <a:xfrm>
            <a:off x="7067316" y="262737"/>
            <a:ext cx="400420" cy="374904"/>
          </a:xfrm>
          <a:prstGeom prst="rect">
            <a:avLst/>
          </a:prstGeom>
        </p:spPr>
      </p:pic>
      <p:pic>
        <p:nvPicPr>
          <p:cNvPr id="53" name="Gold Coin 2"/>
          <p:cNvPicPr>
            <a:picLocks noChangeAspect="1"/>
          </p:cNvPicPr>
          <p:nvPr/>
        </p:nvPicPr>
        <p:blipFill>
          <a:blip r:embed="rId23" cstate="print">
            <a:extLst>
              <a:ext uri="{28A0092B-C50C-407E-A947-70E740481C1C}">
                <a14:useLocalDpi xmlns:a14="http://schemas.microsoft.com/office/drawing/2010/main" val="0"/>
              </a:ext>
            </a:extLst>
          </a:blip>
          <a:stretch>
            <a:fillRect/>
          </a:stretch>
        </p:blipFill>
        <p:spPr>
          <a:xfrm>
            <a:off x="7795202" y="268833"/>
            <a:ext cx="400420" cy="374904"/>
          </a:xfrm>
          <a:prstGeom prst="rect">
            <a:avLst/>
          </a:prstGeom>
        </p:spPr>
      </p:pic>
      <p:pic>
        <p:nvPicPr>
          <p:cNvPr id="54" name="Gold Coin 3"/>
          <p:cNvPicPr>
            <a:picLocks noChangeAspect="1"/>
          </p:cNvPicPr>
          <p:nvPr/>
        </p:nvPicPr>
        <p:blipFill>
          <a:blip r:embed="rId23" cstate="print">
            <a:extLst>
              <a:ext uri="{28A0092B-C50C-407E-A947-70E740481C1C}">
                <a14:useLocalDpi xmlns:a14="http://schemas.microsoft.com/office/drawing/2010/main" val="0"/>
              </a:ext>
            </a:extLst>
          </a:blip>
          <a:stretch>
            <a:fillRect/>
          </a:stretch>
        </p:blipFill>
        <p:spPr>
          <a:xfrm>
            <a:off x="7102798" y="958984"/>
            <a:ext cx="400420" cy="374904"/>
          </a:xfrm>
          <a:prstGeom prst="rect">
            <a:avLst/>
          </a:prstGeom>
        </p:spPr>
      </p:pic>
      <p:pic>
        <p:nvPicPr>
          <p:cNvPr id="57" name="Gold Coin 1">
            <a:extLst>
              <a:ext uri="{FF2B5EF4-FFF2-40B4-BE49-F238E27FC236}">
                <a16:creationId xmlns:a16="http://schemas.microsoft.com/office/drawing/2014/main" id="{26103899-77E1-70D7-89CA-9C3AC63071C4}"/>
              </a:ext>
            </a:extLst>
          </p:cNvPr>
          <p:cNvPicPr>
            <a:picLocks noChangeAspect="1"/>
          </p:cNvPicPr>
          <p:nvPr/>
        </p:nvPicPr>
        <p:blipFill>
          <a:blip r:embed="rId23" cstate="print">
            <a:extLst>
              <a:ext uri="{28A0092B-C50C-407E-A947-70E740481C1C}">
                <a14:useLocalDpi xmlns:a14="http://schemas.microsoft.com/office/drawing/2010/main" val="0"/>
              </a:ext>
            </a:extLst>
          </a:blip>
          <a:stretch>
            <a:fillRect/>
          </a:stretch>
        </p:blipFill>
        <p:spPr>
          <a:xfrm>
            <a:off x="7166643" y="1993016"/>
            <a:ext cx="400420" cy="374904"/>
          </a:xfrm>
          <a:prstGeom prst="rect">
            <a:avLst/>
          </a:prstGeom>
        </p:spPr>
      </p:pic>
      <p:pic>
        <p:nvPicPr>
          <p:cNvPr id="58" name="Gold Coin 2">
            <a:extLst>
              <a:ext uri="{FF2B5EF4-FFF2-40B4-BE49-F238E27FC236}">
                <a16:creationId xmlns:a16="http://schemas.microsoft.com/office/drawing/2014/main" id="{CA2FE3A8-15E2-764C-B5A0-1B4E8E1D117F}"/>
              </a:ext>
            </a:extLst>
          </p:cNvPr>
          <p:cNvPicPr>
            <a:picLocks noChangeAspect="1"/>
          </p:cNvPicPr>
          <p:nvPr/>
        </p:nvPicPr>
        <p:blipFill>
          <a:blip r:embed="rId23" cstate="print">
            <a:extLst>
              <a:ext uri="{28A0092B-C50C-407E-A947-70E740481C1C}">
                <a14:useLocalDpi xmlns:a14="http://schemas.microsoft.com/office/drawing/2010/main" val="0"/>
              </a:ext>
            </a:extLst>
          </a:blip>
          <a:stretch>
            <a:fillRect/>
          </a:stretch>
        </p:blipFill>
        <p:spPr>
          <a:xfrm>
            <a:off x="7894529" y="1999112"/>
            <a:ext cx="400420" cy="374904"/>
          </a:xfrm>
          <a:prstGeom prst="rect">
            <a:avLst/>
          </a:prstGeom>
        </p:spPr>
      </p:pic>
      <p:pic>
        <p:nvPicPr>
          <p:cNvPr id="59" name="Gold Coin 3">
            <a:extLst>
              <a:ext uri="{FF2B5EF4-FFF2-40B4-BE49-F238E27FC236}">
                <a16:creationId xmlns:a16="http://schemas.microsoft.com/office/drawing/2014/main" id="{8D7CD4DD-054C-DA48-CC76-89FCC2486090}"/>
              </a:ext>
            </a:extLst>
          </p:cNvPr>
          <p:cNvPicPr>
            <a:picLocks noChangeAspect="1"/>
          </p:cNvPicPr>
          <p:nvPr/>
        </p:nvPicPr>
        <p:blipFill>
          <a:blip r:embed="rId23" cstate="print">
            <a:extLst>
              <a:ext uri="{28A0092B-C50C-407E-A947-70E740481C1C}">
                <a14:useLocalDpi xmlns:a14="http://schemas.microsoft.com/office/drawing/2010/main" val="0"/>
              </a:ext>
            </a:extLst>
          </a:blip>
          <a:stretch>
            <a:fillRect/>
          </a:stretch>
        </p:blipFill>
        <p:spPr>
          <a:xfrm>
            <a:off x="7202125" y="2689263"/>
            <a:ext cx="400420" cy="374904"/>
          </a:xfrm>
          <a:prstGeom prst="rect">
            <a:avLst/>
          </a:prstGeom>
        </p:spPr>
      </p:pic>
      <p:pic>
        <p:nvPicPr>
          <p:cNvPr id="60" name="Gold Coin 4">
            <a:extLst>
              <a:ext uri="{FF2B5EF4-FFF2-40B4-BE49-F238E27FC236}">
                <a16:creationId xmlns:a16="http://schemas.microsoft.com/office/drawing/2014/main" id="{D9FB7568-C0C5-C640-13F4-4FD9006BB030}"/>
              </a:ext>
            </a:extLst>
          </p:cNvPr>
          <p:cNvPicPr>
            <a:picLocks noChangeAspect="1"/>
          </p:cNvPicPr>
          <p:nvPr/>
        </p:nvPicPr>
        <p:blipFill>
          <a:blip r:embed="rId23" cstate="print">
            <a:extLst>
              <a:ext uri="{28A0092B-C50C-407E-A947-70E740481C1C}">
                <a14:useLocalDpi xmlns:a14="http://schemas.microsoft.com/office/drawing/2010/main" val="0"/>
              </a:ext>
            </a:extLst>
          </a:blip>
          <a:stretch>
            <a:fillRect/>
          </a:stretch>
        </p:blipFill>
        <p:spPr>
          <a:xfrm>
            <a:off x="7931105" y="2695359"/>
            <a:ext cx="400420" cy="374904"/>
          </a:xfrm>
          <a:prstGeom prst="rect">
            <a:avLst/>
          </a:prstGeom>
        </p:spPr>
      </p:pic>
      <p:pic>
        <p:nvPicPr>
          <p:cNvPr id="62" name="Gold Coin 1">
            <a:extLst>
              <a:ext uri="{FF2B5EF4-FFF2-40B4-BE49-F238E27FC236}">
                <a16:creationId xmlns:a16="http://schemas.microsoft.com/office/drawing/2014/main" id="{A6F20320-E142-964A-8DDD-BC9C07BC7595}"/>
              </a:ext>
            </a:extLst>
          </p:cNvPr>
          <p:cNvPicPr>
            <a:picLocks noChangeAspect="1"/>
          </p:cNvPicPr>
          <p:nvPr/>
        </p:nvPicPr>
        <p:blipFill>
          <a:blip r:embed="rId23" cstate="print">
            <a:extLst>
              <a:ext uri="{28A0092B-C50C-407E-A947-70E740481C1C}">
                <a14:useLocalDpi xmlns:a14="http://schemas.microsoft.com/office/drawing/2010/main" val="0"/>
              </a:ext>
            </a:extLst>
          </a:blip>
          <a:stretch>
            <a:fillRect/>
          </a:stretch>
        </p:blipFill>
        <p:spPr>
          <a:xfrm>
            <a:off x="7299834" y="4402858"/>
            <a:ext cx="400420" cy="374904"/>
          </a:xfrm>
          <a:prstGeom prst="rect">
            <a:avLst/>
          </a:prstGeom>
        </p:spPr>
      </p:pic>
      <p:pic>
        <p:nvPicPr>
          <p:cNvPr id="66" name="Gold Coin 2">
            <a:extLst>
              <a:ext uri="{FF2B5EF4-FFF2-40B4-BE49-F238E27FC236}">
                <a16:creationId xmlns:a16="http://schemas.microsoft.com/office/drawing/2014/main" id="{B320D66F-7221-2FD2-1BED-E8CB07004512}"/>
              </a:ext>
            </a:extLst>
          </p:cNvPr>
          <p:cNvPicPr>
            <a:picLocks noChangeAspect="1"/>
          </p:cNvPicPr>
          <p:nvPr/>
        </p:nvPicPr>
        <p:blipFill>
          <a:blip r:embed="rId23" cstate="print">
            <a:extLst>
              <a:ext uri="{28A0092B-C50C-407E-A947-70E740481C1C}">
                <a14:useLocalDpi xmlns:a14="http://schemas.microsoft.com/office/drawing/2010/main" val="0"/>
              </a:ext>
            </a:extLst>
          </a:blip>
          <a:stretch>
            <a:fillRect/>
          </a:stretch>
        </p:blipFill>
        <p:spPr>
          <a:xfrm>
            <a:off x="8027720" y="4408954"/>
            <a:ext cx="400420" cy="374904"/>
          </a:xfrm>
          <a:prstGeom prst="rect">
            <a:avLst/>
          </a:prstGeom>
        </p:spPr>
      </p:pic>
      <p:pic>
        <p:nvPicPr>
          <p:cNvPr id="70" name="Gold Coin 1">
            <a:extLst>
              <a:ext uri="{FF2B5EF4-FFF2-40B4-BE49-F238E27FC236}">
                <a16:creationId xmlns:a16="http://schemas.microsoft.com/office/drawing/2014/main" id="{1CF3B381-CFC2-3BA3-00A6-178102C96F29}"/>
              </a:ext>
            </a:extLst>
          </p:cNvPr>
          <p:cNvPicPr>
            <a:picLocks noChangeAspect="1"/>
          </p:cNvPicPr>
          <p:nvPr/>
        </p:nvPicPr>
        <p:blipFill>
          <a:blip r:embed="rId23" cstate="print">
            <a:extLst>
              <a:ext uri="{28A0092B-C50C-407E-A947-70E740481C1C}">
                <a14:useLocalDpi xmlns:a14="http://schemas.microsoft.com/office/drawing/2010/main" val="0"/>
              </a:ext>
            </a:extLst>
          </a:blip>
          <a:stretch>
            <a:fillRect/>
          </a:stretch>
        </p:blipFill>
        <p:spPr>
          <a:xfrm>
            <a:off x="7392089" y="6121509"/>
            <a:ext cx="400420" cy="374904"/>
          </a:xfrm>
          <a:prstGeom prst="rect">
            <a:avLst/>
          </a:prstGeom>
        </p:spPr>
      </p:pic>
      <p:pic>
        <p:nvPicPr>
          <p:cNvPr id="71" name="Gold Coin 2">
            <a:extLst>
              <a:ext uri="{FF2B5EF4-FFF2-40B4-BE49-F238E27FC236}">
                <a16:creationId xmlns:a16="http://schemas.microsoft.com/office/drawing/2014/main" id="{4DDDBB6F-F44D-1843-437B-13C09BE68B82}"/>
              </a:ext>
            </a:extLst>
          </p:cNvPr>
          <p:cNvPicPr>
            <a:picLocks noChangeAspect="1"/>
          </p:cNvPicPr>
          <p:nvPr/>
        </p:nvPicPr>
        <p:blipFill>
          <a:blip r:embed="rId23" cstate="print">
            <a:extLst>
              <a:ext uri="{28A0092B-C50C-407E-A947-70E740481C1C}">
                <a14:useLocalDpi xmlns:a14="http://schemas.microsoft.com/office/drawing/2010/main" val="0"/>
              </a:ext>
            </a:extLst>
          </a:blip>
          <a:stretch>
            <a:fillRect/>
          </a:stretch>
        </p:blipFill>
        <p:spPr>
          <a:xfrm>
            <a:off x="8119975" y="6127605"/>
            <a:ext cx="400420" cy="374904"/>
          </a:xfrm>
          <a:prstGeom prst="rect">
            <a:avLst/>
          </a:prstGeom>
        </p:spPr>
      </p:pic>
      <p:pic>
        <p:nvPicPr>
          <p:cNvPr id="72" name="Gold Coin 3">
            <a:extLst>
              <a:ext uri="{FF2B5EF4-FFF2-40B4-BE49-F238E27FC236}">
                <a16:creationId xmlns:a16="http://schemas.microsoft.com/office/drawing/2014/main" id="{548EC84E-C3E3-F2B2-0A96-723408C030AB}"/>
              </a:ext>
            </a:extLst>
          </p:cNvPr>
          <p:cNvPicPr>
            <a:picLocks noChangeAspect="1"/>
          </p:cNvPicPr>
          <p:nvPr/>
        </p:nvPicPr>
        <p:blipFill>
          <a:blip r:embed="rId23" cstate="print">
            <a:extLst>
              <a:ext uri="{28A0092B-C50C-407E-A947-70E740481C1C}">
                <a14:useLocalDpi xmlns:a14="http://schemas.microsoft.com/office/drawing/2010/main" val="0"/>
              </a:ext>
            </a:extLst>
          </a:blip>
          <a:stretch>
            <a:fillRect/>
          </a:stretch>
        </p:blipFill>
        <p:spPr>
          <a:xfrm>
            <a:off x="7427571" y="6817756"/>
            <a:ext cx="400420" cy="374904"/>
          </a:xfrm>
          <a:prstGeom prst="rect">
            <a:avLst/>
          </a:prstGeom>
        </p:spPr>
      </p:pic>
      <p:pic>
        <p:nvPicPr>
          <p:cNvPr id="73" name="Gold Coin 4">
            <a:extLst>
              <a:ext uri="{FF2B5EF4-FFF2-40B4-BE49-F238E27FC236}">
                <a16:creationId xmlns:a16="http://schemas.microsoft.com/office/drawing/2014/main" id="{440904C7-8DA0-FE06-40A6-D21B894BD3A2}"/>
              </a:ext>
            </a:extLst>
          </p:cNvPr>
          <p:cNvPicPr>
            <a:picLocks noChangeAspect="1"/>
          </p:cNvPicPr>
          <p:nvPr/>
        </p:nvPicPr>
        <p:blipFill>
          <a:blip r:embed="rId23" cstate="print">
            <a:extLst>
              <a:ext uri="{28A0092B-C50C-407E-A947-70E740481C1C}">
                <a14:useLocalDpi xmlns:a14="http://schemas.microsoft.com/office/drawing/2010/main" val="0"/>
              </a:ext>
            </a:extLst>
          </a:blip>
          <a:stretch>
            <a:fillRect/>
          </a:stretch>
        </p:blipFill>
        <p:spPr>
          <a:xfrm>
            <a:off x="8156551" y="6823852"/>
            <a:ext cx="400420" cy="374904"/>
          </a:xfrm>
          <a:prstGeom prst="rect">
            <a:avLst/>
          </a:prstGeom>
        </p:spPr>
      </p:pic>
      <p:pic>
        <p:nvPicPr>
          <p:cNvPr id="75" name="Gold Coin 1">
            <a:extLst>
              <a:ext uri="{FF2B5EF4-FFF2-40B4-BE49-F238E27FC236}">
                <a16:creationId xmlns:a16="http://schemas.microsoft.com/office/drawing/2014/main" id="{7B4EC529-DF0C-587C-0FB1-0B9D44C9A3F7}"/>
              </a:ext>
            </a:extLst>
          </p:cNvPr>
          <p:cNvPicPr>
            <a:picLocks noChangeAspect="1"/>
          </p:cNvPicPr>
          <p:nvPr/>
        </p:nvPicPr>
        <p:blipFill>
          <a:blip r:embed="rId23" cstate="print">
            <a:extLst>
              <a:ext uri="{28A0092B-C50C-407E-A947-70E740481C1C}">
                <a14:useLocalDpi xmlns:a14="http://schemas.microsoft.com/office/drawing/2010/main" val="0"/>
              </a:ext>
            </a:extLst>
          </a:blip>
          <a:stretch>
            <a:fillRect/>
          </a:stretch>
        </p:blipFill>
        <p:spPr>
          <a:xfrm>
            <a:off x="12861305" y="270930"/>
            <a:ext cx="400420" cy="374904"/>
          </a:xfrm>
          <a:prstGeom prst="rect">
            <a:avLst/>
          </a:prstGeom>
        </p:spPr>
      </p:pic>
      <p:pic>
        <p:nvPicPr>
          <p:cNvPr id="76" name="Gold Coin 2">
            <a:extLst>
              <a:ext uri="{FF2B5EF4-FFF2-40B4-BE49-F238E27FC236}">
                <a16:creationId xmlns:a16="http://schemas.microsoft.com/office/drawing/2014/main" id="{DB723EEB-5B26-7647-4195-2227B5FFB321}"/>
              </a:ext>
            </a:extLst>
          </p:cNvPr>
          <p:cNvPicPr>
            <a:picLocks noChangeAspect="1"/>
          </p:cNvPicPr>
          <p:nvPr/>
        </p:nvPicPr>
        <p:blipFill>
          <a:blip r:embed="rId23" cstate="print">
            <a:extLst>
              <a:ext uri="{28A0092B-C50C-407E-A947-70E740481C1C}">
                <a14:useLocalDpi xmlns:a14="http://schemas.microsoft.com/office/drawing/2010/main" val="0"/>
              </a:ext>
            </a:extLst>
          </a:blip>
          <a:stretch>
            <a:fillRect/>
          </a:stretch>
        </p:blipFill>
        <p:spPr>
          <a:xfrm>
            <a:off x="13589191" y="277026"/>
            <a:ext cx="400420" cy="374904"/>
          </a:xfrm>
          <a:prstGeom prst="rect">
            <a:avLst/>
          </a:prstGeom>
        </p:spPr>
      </p:pic>
      <p:pic>
        <p:nvPicPr>
          <p:cNvPr id="77" name="Gold Coin 3">
            <a:extLst>
              <a:ext uri="{FF2B5EF4-FFF2-40B4-BE49-F238E27FC236}">
                <a16:creationId xmlns:a16="http://schemas.microsoft.com/office/drawing/2014/main" id="{3E9EBC7F-69A5-5222-D07E-5631D84741FB}"/>
              </a:ext>
            </a:extLst>
          </p:cNvPr>
          <p:cNvPicPr>
            <a:picLocks noChangeAspect="1"/>
          </p:cNvPicPr>
          <p:nvPr/>
        </p:nvPicPr>
        <p:blipFill>
          <a:blip r:embed="rId23" cstate="print">
            <a:extLst>
              <a:ext uri="{28A0092B-C50C-407E-A947-70E740481C1C}">
                <a14:useLocalDpi xmlns:a14="http://schemas.microsoft.com/office/drawing/2010/main" val="0"/>
              </a:ext>
            </a:extLst>
          </a:blip>
          <a:stretch>
            <a:fillRect/>
          </a:stretch>
        </p:blipFill>
        <p:spPr>
          <a:xfrm>
            <a:off x="12896787" y="967177"/>
            <a:ext cx="400420" cy="374904"/>
          </a:xfrm>
          <a:prstGeom prst="rect">
            <a:avLst/>
          </a:prstGeom>
        </p:spPr>
      </p:pic>
      <p:pic>
        <p:nvPicPr>
          <p:cNvPr id="78" name="Gold Coin 4">
            <a:extLst>
              <a:ext uri="{FF2B5EF4-FFF2-40B4-BE49-F238E27FC236}">
                <a16:creationId xmlns:a16="http://schemas.microsoft.com/office/drawing/2014/main" id="{7A0073A5-67A7-C3EE-D3A6-D2B9E232C013}"/>
              </a:ext>
            </a:extLst>
          </p:cNvPr>
          <p:cNvPicPr>
            <a:picLocks noChangeAspect="1"/>
          </p:cNvPicPr>
          <p:nvPr/>
        </p:nvPicPr>
        <p:blipFill>
          <a:blip r:embed="rId23" cstate="print">
            <a:extLst>
              <a:ext uri="{28A0092B-C50C-407E-A947-70E740481C1C}">
                <a14:useLocalDpi xmlns:a14="http://schemas.microsoft.com/office/drawing/2010/main" val="0"/>
              </a:ext>
            </a:extLst>
          </a:blip>
          <a:stretch>
            <a:fillRect/>
          </a:stretch>
        </p:blipFill>
        <p:spPr>
          <a:xfrm>
            <a:off x="13625767" y="973273"/>
            <a:ext cx="400420" cy="374904"/>
          </a:xfrm>
          <a:prstGeom prst="rect">
            <a:avLst/>
          </a:prstGeom>
        </p:spPr>
      </p:pic>
      <p:pic>
        <p:nvPicPr>
          <p:cNvPr id="80" name="Gold Coin 1">
            <a:extLst>
              <a:ext uri="{FF2B5EF4-FFF2-40B4-BE49-F238E27FC236}">
                <a16:creationId xmlns:a16="http://schemas.microsoft.com/office/drawing/2014/main" id="{CBEBAB15-FBC4-9A79-EBC6-D5157C962B4C}"/>
              </a:ext>
            </a:extLst>
          </p:cNvPr>
          <p:cNvPicPr>
            <a:picLocks noChangeAspect="1"/>
          </p:cNvPicPr>
          <p:nvPr/>
        </p:nvPicPr>
        <p:blipFill>
          <a:blip r:embed="rId23" cstate="print">
            <a:extLst>
              <a:ext uri="{28A0092B-C50C-407E-A947-70E740481C1C}">
                <a14:useLocalDpi xmlns:a14="http://schemas.microsoft.com/office/drawing/2010/main" val="0"/>
              </a:ext>
            </a:extLst>
          </a:blip>
          <a:stretch>
            <a:fillRect/>
          </a:stretch>
        </p:blipFill>
        <p:spPr>
          <a:xfrm>
            <a:off x="12960632" y="2001209"/>
            <a:ext cx="400420" cy="374904"/>
          </a:xfrm>
          <a:prstGeom prst="rect">
            <a:avLst/>
          </a:prstGeom>
        </p:spPr>
      </p:pic>
      <p:pic>
        <p:nvPicPr>
          <p:cNvPr id="81" name="Gold Coin 2">
            <a:extLst>
              <a:ext uri="{FF2B5EF4-FFF2-40B4-BE49-F238E27FC236}">
                <a16:creationId xmlns:a16="http://schemas.microsoft.com/office/drawing/2014/main" id="{CFC72290-BB31-FBF9-35CC-00B62B9A23DD}"/>
              </a:ext>
            </a:extLst>
          </p:cNvPr>
          <p:cNvPicPr>
            <a:picLocks noChangeAspect="1"/>
          </p:cNvPicPr>
          <p:nvPr/>
        </p:nvPicPr>
        <p:blipFill>
          <a:blip r:embed="rId23" cstate="print">
            <a:extLst>
              <a:ext uri="{28A0092B-C50C-407E-A947-70E740481C1C}">
                <a14:useLocalDpi xmlns:a14="http://schemas.microsoft.com/office/drawing/2010/main" val="0"/>
              </a:ext>
            </a:extLst>
          </a:blip>
          <a:stretch>
            <a:fillRect/>
          </a:stretch>
        </p:blipFill>
        <p:spPr>
          <a:xfrm>
            <a:off x="13688518" y="2007305"/>
            <a:ext cx="400420" cy="374904"/>
          </a:xfrm>
          <a:prstGeom prst="rect">
            <a:avLst/>
          </a:prstGeom>
        </p:spPr>
      </p:pic>
      <p:pic>
        <p:nvPicPr>
          <p:cNvPr id="85" name="Gold Coin 1">
            <a:extLst>
              <a:ext uri="{FF2B5EF4-FFF2-40B4-BE49-F238E27FC236}">
                <a16:creationId xmlns:a16="http://schemas.microsoft.com/office/drawing/2014/main" id="{6E81771A-8AE9-4B34-0DEB-C5C816858D74}"/>
              </a:ext>
            </a:extLst>
          </p:cNvPr>
          <p:cNvPicPr>
            <a:picLocks noChangeAspect="1"/>
          </p:cNvPicPr>
          <p:nvPr/>
        </p:nvPicPr>
        <p:blipFill>
          <a:blip r:embed="rId23" cstate="print">
            <a:extLst>
              <a:ext uri="{28A0092B-C50C-407E-A947-70E740481C1C}">
                <a14:useLocalDpi xmlns:a14="http://schemas.microsoft.com/office/drawing/2010/main" val="0"/>
              </a:ext>
            </a:extLst>
          </a:blip>
          <a:stretch>
            <a:fillRect/>
          </a:stretch>
        </p:blipFill>
        <p:spPr>
          <a:xfrm>
            <a:off x="13093823" y="4411051"/>
            <a:ext cx="400420" cy="374904"/>
          </a:xfrm>
          <a:prstGeom prst="rect">
            <a:avLst/>
          </a:prstGeom>
        </p:spPr>
      </p:pic>
      <p:pic>
        <p:nvPicPr>
          <p:cNvPr id="92" name="Gold Coin 1">
            <a:extLst>
              <a:ext uri="{FF2B5EF4-FFF2-40B4-BE49-F238E27FC236}">
                <a16:creationId xmlns:a16="http://schemas.microsoft.com/office/drawing/2014/main" id="{CFE20E3A-77D5-CDCC-28FC-DD46651A7848}"/>
              </a:ext>
            </a:extLst>
          </p:cNvPr>
          <p:cNvPicPr>
            <a:picLocks noChangeAspect="1"/>
          </p:cNvPicPr>
          <p:nvPr/>
        </p:nvPicPr>
        <p:blipFill>
          <a:blip r:embed="rId23" cstate="print">
            <a:extLst>
              <a:ext uri="{28A0092B-C50C-407E-A947-70E740481C1C}">
                <a14:useLocalDpi xmlns:a14="http://schemas.microsoft.com/office/drawing/2010/main" val="0"/>
              </a:ext>
            </a:extLst>
          </a:blip>
          <a:stretch>
            <a:fillRect/>
          </a:stretch>
        </p:blipFill>
        <p:spPr>
          <a:xfrm>
            <a:off x="13186078" y="6129702"/>
            <a:ext cx="400420" cy="374904"/>
          </a:xfrm>
          <a:prstGeom prst="rect">
            <a:avLst/>
          </a:prstGeom>
        </p:spPr>
      </p:pic>
      <p:pic>
        <p:nvPicPr>
          <p:cNvPr id="93" name="Gold Coin 2">
            <a:extLst>
              <a:ext uri="{FF2B5EF4-FFF2-40B4-BE49-F238E27FC236}">
                <a16:creationId xmlns:a16="http://schemas.microsoft.com/office/drawing/2014/main" id="{88842323-E093-5ABB-E7CD-85A7D58E69A0}"/>
              </a:ext>
            </a:extLst>
          </p:cNvPr>
          <p:cNvPicPr>
            <a:picLocks noChangeAspect="1"/>
          </p:cNvPicPr>
          <p:nvPr/>
        </p:nvPicPr>
        <p:blipFill>
          <a:blip r:embed="rId23" cstate="print">
            <a:extLst>
              <a:ext uri="{28A0092B-C50C-407E-A947-70E740481C1C}">
                <a14:useLocalDpi xmlns:a14="http://schemas.microsoft.com/office/drawing/2010/main" val="0"/>
              </a:ext>
            </a:extLst>
          </a:blip>
          <a:stretch>
            <a:fillRect/>
          </a:stretch>
        </p:blipFill>
        <p:spPr>
          <a:xfrm>
            <a:off x="13913964" y="6135798"/>
            <a:ext cx="400420" cy="374904"/>
          </a:xfrm>
          <a:prstGeom prst="rect">
            <a:avLst/>
          </a:prstGeom>
        </p:spPr>
      </p:pic>
      <p:pic>
        <p:nvPicPr>
          <p:cNvPr id="94" name="Gold Coin 3">
            <a:extLst>
              <a:ext uri="{FF2B5EF4-FFF2-40B4-BE49-F238E27FC236}">
                <a16:creationId xmlns:a16="http://schemas.microsoft.com/office/drawing/2014/main" id="{95A2A0F0-FE86-4CF3-546E-E66FEA771AC5}"/>
              </a:ext>
            </a:extLst>
          </p:cNvPr>
          <p:cNvPicPr>
            <a:picLocks noChangeAspect="1"/>
          </p:cNvPicPr>
          <p:nvPr/>
        </p:nvPicPr>
        <p:blipFill>
          <a:blip r:embed="rId23" cstate="print">
            <a:extLst>
              <a:ext uri="{28A0092B-C50C-407E-A947-70E740481C1C}">
                <a14:useLocalDpi xmlns:a14="http://schemas.microsoft.com/office/drawing/2010/main" val="0"/>
              </a:ext>
            </a:extLst>
          </a:blip>
          <a:stretch>
            <a:fillRect/>
          </a:stretch>
        </p:blipFill>
        <p:spPr>
          <a:xfrm>
            <a:off x="13221560" y="6825949"/>
            <a:ext cx="400420" cy="374904"/>
          </a:xfrm>
          <a:prstGeom prst="rect">
            <a:avLst/>
          </a:prstGeom>
        </p:spPr>
      </p:pic>
      <p:pic>
        <p:nvPicPr>
          <p:cNvPr id="95" name="Gold Coin 4">
            <a:extLst>
              <a:ext uri="{FF2B5EF4-FFF2-40B4-BE49-F238E27FC236}">
                <a16:creationId xmlns:a16="http://schemas.microsoft.com/office/drawing/2014/main" id="{EA833DCD-51AC-6953-3384-D510BCE4AD56}"/>
              </a:ext>
            </a:extLst>
          </p:cNvPr>
          <p:cNvPicPr>
            <a:picLocks noChangeAspect="1"/>
          </p:cNvPicPr>
          <p:nvPr/>
        </p:nvPicPr>
        <p:blipFill>
          <a:blip r:embed="rId23" cstate="print">
            <a:extLst>
              <a:ext uri="{28A0092B-C50C-407E-A947-70E740481C1C}">
                <a14:useLocalDpi xmlns:a14="http://schemas.microsoft.com/office/drawing/2010/main" val="0"/>
              </a:ext>
            </a:extLst>
          </a:blip>
          <a:stretch>
            <a:fillRect/>
          </a:stretch>
        </p:blipFill>
        <p:spPr>
          <a:xfrm>
            <a:off x="13950540" y="6832045"/>
            <a:ext cx="400420" cy="374904"/>
          </a:xfrm>
          <a:prstGeom prst="rect">
            <a:avLst/>
          </a:prstGeom>
        </p:spPr>
      </p:pic>
    </p:spTree>
    <p:extLst>
      <p:ext uri="{BB962C8B-B14F-4D97-AF65-F5344CB8AC3E}">
        <p14:creationId xmlns:p14="http://schemas.microsoft.com/office/powerpoint/2010/main" val="2185988667"/>
      </p:ext>
    </p:extLst>
  </p:cSld>
  <p:clrMapOvr>
    <a:masterClrMapping/>
  </p:clrMapOvr>
  <mc:AlternateContent xmlns:mc="http://schemas.openxmlformats.org/markup-compatibility/2006" xmlns:p14="http://schemas.microsoft.com/office/powerpoint/2010/main">
    <mc:Choice Requires="p14">
      <p:transition spd="slow" p14:dur="1300">
        <p14:pan/>
      </p:transition>
    </mc:Choice>
    <mc:Fallback xmlns="">
      <p:transition spd="slow">
        <p:fade/>
      </p:transition>
    </mc:Fallback>
  </mc:AlternateContent>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mediacall" presetSubtype="0" fill="hold" nodeType="clickEffect">
                                  <p:stCondLst>
                                    <p:cond delay="0"/>
                                  </p:stCondLst>
                                  <p:childTnLst>
                                    <p:cmd type="call" cmd="playFrom(0.0)">
                                      <p:cBhvr>
                                        <p:cTn id="6" dur="40071" fill="hold"/>
                                        <p:tgtEl>
                                          <p:spTgt spid="49"/>
                                        </p:tgtEl>
                                      </p:cBhvr>
                                    </p:cmd>
                                  </p:childTnLst>
                                </p:cTn>
                              </p:par>
                              <p:par>
                                <p:cTn id="7" presetID="0" presetClass="path" presetSubtype="0" fill="hold" nodeType="withEffect">
                                  <p:stCondLst>
                                    <p:cond delay="0"/>
                                  </p:stCondLst>
                                  <p:childTnLst>
                                    <p:animMotion origin="layout" path="M 0.00021 -0.00077 L 0.00021 -0.0216 L -0.02518 -0.0216 L -0.02518 0.00039 L -0.02518 -0.0216 L -0.04926 -0.0216 L -0.04992 -0.00077 L -0.04926 -0.0216 L -0.07466 -0.0216 L -0.07531 -0.00174 L -0.07531 -0.0216 L -0.0994 -0.0216 L -0.10005 -0.00174 L -0.10059 -0.0216 L -0.12424 -0.0216 L -0.12479 -0.00174 L -0.12479 -0.02045 L -0.14953 -0.0216 L -0.14953 -0.00289 L -0.14953 -0.0216 L -0.17426 -0.02276 L -0.17426 -0.00174 L -0.17492 -0.0216 L -0.19835 -0.02276 L -0.199 -0.00174 L -0.199 -0.02276 L -0.22385 -0.02276 L -0.22385 -0.00174 L -0.22385 -0.02276 L -0.24913 -0.02276 L -0.24848 -0.00289 L -0.24848 -0.02276 L -0.27387 -0.02276 L -0.27387 -0.00174 L -0.27387 -0.02276 L -0.29818 -0.02276 L -0.29818 -0.00174 L -0.29872 -0.02276 L -0.32346 -0.02276 L -0.32346 -0.00174 L -0.324 -0.02276 L -0.34755 -0.02276 L -0.34755 -0.00174 L -0.3469 -0.02392 L -0.37175 -0.02392 L -0.37229 -0.00289 L -0.37229 -0.02392 L -0.39768 -0.02392 L -0.39768 -0.00174 L -0.39703 -0.02488 L -0.42177 -0.02488 L -0.42242 -0.00174 L -0.42242 -0.02488 L -0.44662 -0.02488 L -0.44716 -0.00289 L -0.44716 -0.02488 L -0.4719 -0.02488 L -0.4719 -0.00289 L -0.47125 -0.02488 L -0.49664 -0.02488 L -0.49664 -0.00289 L -0.4961 -0.02604 L -0.52138 -0.02604 L -0.52138 -0.00174 L -0.52138 -0.02604 L -0.54623 -0.02604 L -0.54623 -0.00405 L -0.54623 -0.02604 L -0.57042 -0.02604 L -0.57042 -0.00289 L -0.57107 -0.02604 L -0.59571 -0.02604 L -0.59571 -0.00405 L -0.59505 -0.02604 L -0.61979 -0.02604 L -0.62045 -0.00405 L -0.62045 -0.02604 L -0.64594 -0.02604 L -0.64594 -0.00405 L -0.64594 -0.0272 L -0.67058 -0.0272 L -0.66992 -0.00289 L -0.67058 -0.02604 L -0.69532 -0.02604 L -0.69466 -0.00405 L -0.69597 -0.02604 L -0.72016 -0.02604 L -0.72081 -0.00405 L -0.72016 -0.0272 L -0.74414 -0.0272 L -0.7436 -0.00289 L -0.74414 -0.02604 L -0.76953 -0.02604 L -0.76953 -0.00405 L -0.76953 -0.02604 L -0.79373 -0.02604 L -0.79373 -0.00405 L -0.79373 -0.02488 L -0.81847 -0.02488 L -0.81912 -0.00521 L -0.81847 -0.02488 L -0.84386 -0.02488 L -0.84386 -0.00405 L -0.84386 -0.02488 L -0.8686 -0.02488 L -0.8686 -0.00405 L -0.8686 -0.02488 L -0.89334 -0.02488 L -0.89334 -0.00405 L -0.89334 -0.02488 L -0.91808 -0.02488 L -0.91808 -0.00521 L -0.91808 -0.02604 L -0.94282 -0.02604 L -0.94282 -0.00637 L -0.94282 -0.02604 L -0.96756 -0.02604 L -0.96756 -0.00521 L -0.96756 -0.02604 L -0.99176 -0.02604 L -0.9923 -0.00637 " pathEditMode="relative" ptsTypes="AAAAAAAAAAAAAAAAAAAAAAAAAAAAAAAAAAAAAAAAAAAAAAAAAAAAAAAAAAAAAAAAAAAAAAAAAAAAAAAAAAAAAAAAAAAAAAAAAAAAAAAAAAAAAAAAAAAAAAAAA">
                                      <p:cBhvr>
                                        <p:cTn id="8" dur="40000" fill="hold"/>
                                        <p:tgtEl>
                                          <p:spTgt spid="65"/>
                                        </p:tgtEl>
                                        <p:attrNameLst>
                                          <p:attrName>ppt_x</p:attrName>
                                          <p:attrName>ppt_y</p:attrName>
                                        </p:attrNameLst>
                                      </p:cBhvr>
                                    </p:animMotion>
                                  </p:childTnLst>
                                </p:cTn>
                              </p:par>
                            </p:childTnLst>
                          </p:cTn>
                        </p:par>
                      </p:childTnLst>
                    </p:cTn>
                  </p:par>
                  <p:par>
                    <p:cTn id="9" fill="hold">
                      <p:stCondLst>
                        <p:cond delay="indefinite"/>
                      </p:stCondLst>
                      <p:childTnLst>
                        <p:par>
                          <p:cTn id="10" fill="hold">
                            <p:stCondLst>
                              <p:cond delay="0"/>
                            </p:stCondLst>
                            <p:childTnLst>
                              <p:par>
                                <p:cTn id="11" presetID="1" presetClass="mediacall" presetSubtype="0" fill="hold" nodeType="clickEffect">
                                  <p:stCondLst>
                                    <p:cond delay="0"/>
                                  </p:stCondLst>
                                  <p:childTnLst>
                                    <p:cmd type="call" cmd="playFrom(0.0)">
                                      <p:cBhvr>
                                        <p:cTn id="12" dur="417" fill="hold"/>
                                        <p:tgtEl>
                                          <p:spTgt spid="63"/>
                                        </p:tgtEl>
                                      </p:cBhvr>
                                    </p:cmd>
                                  </p:childTnLst>
                                </p:cTn>
                              </p:par>
                            </p:childTnLst>
                          </p:cTn>
                        </p:par>
                        <p:par>
                          <p:cTn id="13" fill="hold">
                            <p:stCondLst>
                              <p:cond delay="417"/>
                            </p:stCondLst>
                            <p:childTnLst>
                              <p:par>
                                <p:cTn id="14" presetID="1" presetClass="mediacall" presetSubtype="0" fill="hold" nodeType="afterEffect">
                                  <p:stCondLst>
                                    <p:cond delay="0"/>
                                  </p:stCondLst>
                                  <p:childTnLst>
                                    <p:cmd type="call" cmd="playFrom(0.0)">
                                      <p:cBhvr>
                                        <p:cTn id="15" dur="912" fill="hold"/>
                                        <p:tgtEl>
                                          <p:spTgt spid="50"/>
                                        </p:tgtEl>
                                      </p:cBhvr>
                                    </p:cmd>
                                  </p:childTnLst>
                                </p:cTn>
                              </p:par>
                              <p:par>
                                <p:cTn id="16" presetID="2" presetClass="entr" presetSubtype="1" fill="hold" nodeType="withEffect">
                                  <p:stCondLst>
                                    <p:cond delay="0"/>
                                  </p:stCondLst>
                                  <p:childTnLst>
                                    <p:set>
                                      <p:cBhvr>
                                        <p:cTn id="17" dur="1" fill="hold">
                                          <p:stCondLst>
                                            <p:cond delay="0"/>
                                          </p:stCondLst>
                                        </p:cTn>
                                        <p:tgtEl>
                                          <p:spTgt spid="52"/>
                                        </p:tgtEl>
                                        <p:attrNameLst>
                                          <p:attrName>style.visibility</p:attrName>
                                        </p:attrNameLst>
                                      </p:cBhvr>
                                      <p:to>
                                        <p:strVal val="visible"/>
                                      </p:to>
                                    </p:set>
                                    <p:anim calcmode="lin" valueType="num">
                                      <p:cBhvr additive="base">
                                        <p:cTn id="18" dur="250" fill="hold"/>
                                        <p:tgtEl>
                                          <p:spTgt spid="52"/>
                                        </p:tgtEl>
                                        <p:attrNameLst>
                                          <p:attrName>ppt_x</p:attrName>
                                        </p:attrNameLst>
                                      </p:cBhvr>
                                      <p:tavLst>
                                        <p:tav tm="0">
                                          <p:val>
                                            <p:strVal val="#ppt_x"/>
                                          </p:val>
                                        </p:tav>
                                        <p:tav tm="100000">
                                          <p:val>
                                            <p:strVal val="#ppt_x"/>
                                          </p:val>
                                        </p:tav>
                                      </p:tavLst>
                                    </p:anim>
                                    <p:anim calcmode="lin" valueType="num">
                                      <p:cBhvr additive="base">
                                        <p:cTn id="19" dur="250" fill="hold"/>
                                        <p:tgtEl>
                                          <p:spTgt spid="52"/>
                                        </p:tgtEl>
                                        <p:attrNameLst>
                                          <p:attrName>ppt_y</p:attrName>
                                        </p:attrNameLst>
                                      </p:cBhvr>
                                      <p:tavLst>
                                        <p:tav tm="0">
                                          <p:val>
                                            <p:strVal val="0-#ppt_h/2"/>
                                          </p:val>
                                        </p:tav>
                                        <p:tav tm="100000">
                                          <p:val>
                                            <p:strVal val="#ppt_y"/>
                                          </p:val>
                                        </p:tav>
                                      </p:tavLst>
                                    </p:anim>
                                  </p:childTnLst>
                                </p:cTn>
                              </p:par>
                              <p:par>
                                <p:cTn id="20" presetID="2" presetClass="entr" presetSubtype="1" fill="hold" nodeType="withEffect">
                                  <p:stCondLst>
                                    <p:cond delay="0"/>
                                  </p:stCondLst>
                                  <p:childTnLst>
                                    <p:set>
                                      <p:cBhvr>
                                        <p:cTn id="21" dur="1" fill="hold">
                                          <p:stCondLst>
                                            <p:cond delay="0"/>
                                          </p:stCondLst>
                                        </p:cTn>
                                        <p:tgtEl>
                                          <p:spTgt spid="57"/>
                                        </p:tgtEl>
                                        <p:attrNameLst>
                                          <p:attrName>style.visibility</p:attrName>
                                        </p:attrNameLst>
                                      </p:cBhvr>
                                      <p:to>
                                        <p:strVal val="visible"/>
                                      </p:to>
                                    </p:set>
                                    <p:anim calcmode="lin" valueType="num">
                                      <p:cBhvr additive="base">
                                        <p:cTn id="22" dur="250" fill="hold"/>
                                        <p:tgtEl>
                                          <p:spTgt spid="57"/>
                                        </p:tgtEl>
                                        <p:attrNameLst>
                                          <p:attrName>ppt_x</p:attrName>
                                        </p:attrNameLst>
                                      </p:cBhvr>
                                      <p:tavLst>
                                        <p:tav tm="0">
                                          <p:val>
                                            <p:strVal val="#ppt_x"/>
                                          </p:val>
                                        </p:tav>
                                        <p:tav tm="100000">
                                          <p:val>
                                            <p:strVal val="#ppt_x"/>
                                          </p:val>
                                        </p:tav>
                                      </p:tavLst>
                                    </p:anim>
                                    <p:anim calcmode="lin" valueType="num">
                                      <p:cBhvr additive="base">
                                        <p:cTn id="23" dur="250" fill="hold"/>
                                        <p:tgtEl>
                                          <p:spTgt spid="57"/>
                                        </p:tgtEl>
                                        <p:attrNameLst>
                                          <p:attrName>ppt_y</p:attrName>
                                        </p:attrNameLst>
                                      </p:cBhvr>
                                      <p:tavLst>
                                        <p:tav tm="0">
                                          <p:val>
                                            <p:strVal val="0-#ppt_h/2"/>
                                          </p:val>
                                        </p:tav>
                                        <p:tav tm="100000">
                                          <p:val>
                                            <p:strVal val="#ppt_y"/>
                                          </p:val>
                                        </p:tav>
                                      </p:tavLst>
                                    </p:anim>
                                  </p:childTnLst>
                                </p:cTn>
                              </p:par>
                              <p:par>
                                <p:cTn id="24" presetID="2" presetClass="entr" presetSubtype="1" fill="hold" nodeType="withEffect">
                                  <p:stCondLst>
                                    <p:cond delay="0"/>
                                  </p:stCondLst>
                                  <p:childTnLst>
                                    <p:set>
                                      <p:cBhvr>
                                        <p:cTn id="25" dur="1" fill="hold">
                                          <p:stCondLst>
                                            <p:cond delay="0"/>
                                          </p:stCondLst>
                                        </p:cTn>
                                        <p:tgtEl>
                                          <p:spTgt spid="62"/>
                                        </p:tgtEl>
                                        <p:attrNameLst>
                                          <p:attrName>style.visibility</p:attrName>
                                        </p:attrNameLst>
                                      </p:cBhvr>
                                      <p:to>
                                        <p:strVal val="visible"/>
                                      </p:to>
                                    </p:set>
                                    <p:anim calcmode="lin" valueType="num">
                                      <p:cBhvr additive="base">
                                        <p:cTn id="26" dur="250" fill="hold"/>
                                        <p:tgtEl>
                                          <p:spTgt spid="62"/>
                                        </p:tgtEl>
                                        <p:attrNameLst>
                                          <p:attrName>ppt_x</p:attrName>
                                        </p:attrNameLst>
                                      </p:cBhvr>
                                      <p:tavLst>
                                        <p:tav tm="0">
                                          <p:val>
                                            <p:strVal val="#ppt_x"/>
                                          </p:val>
                                        </p:tav>
                                        <p:tav tm="100000">
                                          <p:val>
                                            <p:strVal val="#ppt_x"/>
                                          </p:val>
                                        </p:tav>
                                      </p:tavLst>
                                    </p:anim>
                                    <p:anim calcmode="lin" valueType="num">
                                      <p:cBhvr additive="base">
                                        <p:cTn id="27" dur="250" fill="hold"/>
                                        <p:tgtEl>
                                          <p:spTgt spid="62"/>
                                        </p:tgtEl>
                                        <p:attrNameLst>
                                          <p:attrName>ppt_y</p:attrName>
                                        </p:attrNameLst>
                                      </p:cBhvr>
                                      <p:tavLst>
                                        <p:tav tm="0">
                                          <p:val>
                                            <p:strVal val="0-#ppt_h/2"/>
                                          </p:val>
                                        </p:tav>
                                        <p:tav tm="100000">
                                          <p:val>
                                            <p:strVal val="#ppt_y"/>
                                          </p:val>
                                        </p:tav>
                                      </p:tavLst>
                                    </p:anim>
                                  </p:childTnLst>
                                </p:cTn>
                              </p:par>
                              <p:par>
                                <p:cTn id="28" presetID="2" presetClass="entr" presetSubtype="1" fill="hold" nodeType="withEffect">
                                  <p:stCondLst>
                                    <p:cond delay="0"/>
                                  </p:stCondLst>
                                  <p:childTnLst>
                                    <p:set>
                                      <p:cBhvr>
                                        <p:cTn id="29" dur="1" fill="hold">
                                          <p:stCondLst>
                                            <p:cond delay="0"/>
                                          </p:stCondLst>
                                        </p:cTn>
                                        <p:tgtEl>
                                          <p:spTgt spid="70"/>
                                        </p:tgtEl>
                                        <p:attrNameLst>
                                          <p:attrName>style.visibility</p:attrName>
                                        </p:attrNameLst>
                                      </p:cBhvr>
                                      <p:to>
                                        <p:strVal val="visible"/>
                                      </p:to>
                                    </p:set>
                                    <p:anim calcmode="lin" valueType="num">
                                      <p:cBhvr additive="base">
                                        <p:cTn id="30" dur="250" fill="hold"/>
                                        <p:tgtEl>
                                          <p:spTgt spid="70"/>
                                        </p:tgtEl>
                                        <p:attrNameLst>
                                          <p:attrName>ppt_x</p:attrName>
                                        </p:attrNameLst>
                                      </p:cBhvr>
                                      <p:tavLst>
                                        <p:tav tm="0">
                                          <p:val>
                                            <p:strVal val="#ppt_x"/>
                                          </p:val>
                                        </p:tav>
                                        <p:tav tm="100000">
                                          <p:val>
                                            <p:strVal val="#ppt_x"/>
                                          </p:val>
                                        </p:tav>
                                      </p:tavLst>
                                    </p:anim>
                                    <p:anim calcmode="lin" valueType="num">
                                      <p:cBhvr additive="base">
                                        <p:cTn id="31" dur="250" fill="hold"/>
                                        <p:tgtEl>
                                          <p:spTgt spid="70"/>
                                        </p:tgtEl>
                                        <p:attrNameLst>
                                          <p:attrName>ppt_y</p:attrName>
                                        </p:attrNameLst>
                                      </p:cBhvr>
                                      <p:tavLst>
                                        <p:tav tm="0">
                                          <p:val>
                                            <p:strVal val="0-#ppt_h/2"/>
                                          </p:val>
                                        </p:tav>
                                        <p:tav tm="100000">
                                          <p:val>
                                            <p:strVal val="#ppt_y"/>
                                          </p:val>
                                        </p:tav>
                                      </p:tavLst>
                                    </p:anim>
                                  </p:childTnLst>
                                </p:cTn>
                              </p:par>
                              <p:par>
                                <p:cTn id="32" presetID="2" presetClass="entr" presetSubtype="1" fill="hold" nodeType="withEffect">
                                  <p:stCondLst>
                                    <p:cond delay="250"/>
                                  </p:stCondLst>
                                  <p:childTnLst>
                                    <p:set>
                                      <p:cBhvr>
                                        <p:cTn id="33" dur="1" fill="hold">
                                          <p:stCondLst>
                                            <p:cond delay="0"/>
                                          </p:stCondLst>
                                        </p:cTn>
                                        <p:tgtEl>
                                          <p:spTgt spid="53"/>
                                        </p:tgtEl>
                                        <p:attrNameLst>
                                          <p:attrName>style.visibility</p:attrName>
                                        </p:attrNameLst>
                                      </p:cBhvr>
                                      <p:to>
                                        <p:strVal val="visible"/>
                                      </p:to>
                                    </p:set>
                                    <p:anim calcmode="lin" valueType="num">
                                      <p:cBhvr additive="base">
                                        <p:cTn id="34" dur="250" fill="hold"/>
                                        <p:tgtEl>
                                          <p:spTgt spid="53"/>
                                        </p:tgtEl>
                                        <p:attrNameLst>
                                          <p:attrName>ppt_x</p:attrName>
                                        </p:attrNameLst>
                                      </p:cBhvr>
                                      <p:tavLst>
                                        <p:tav tm="0">
                                          <p:val>
                                            <p:strVal val="#ppt_x"/>
                                          </p:val>
                                        </p:tav>
                                        <p:tav tm="100000">
                                          <p:val>
                                            <p:strVal val="#ppt_x"/>
                                          </p:val>
                                        </p:tav>
                                      </p:tavLst>
                                    </p:anim>
                                    <p:anim calcmode="lin" valueType="num">
                                      <p:cBhvr additive="base">
                                        <p:cTn id="35" dur="250" fill="hold"/>
                                        <p:tgtEl>
                                          <p:spTgt spid="53"/>
                                        </p:tgtEl>
                                        <p:attrNameLst>
                                          <p:attrName>ppt_y</p:attrName>
                                        </p:attrNameLst>
                                      </p:cBhvr>
                                      <p:tavLst>
                                        <p:tav tm="0">
                                          <p:val>
                                            <p:strVal val="0-#ppt_h/2"/>
                                          </p:val>
                                        </p:tav>
                                        <p:tav tm="100000">
                                          <p:val>
                                            <p:strVal val="#ppt_y"/>
                                          </p:val>
                                        </p:tav>
                                      </p:tavLst>
                                    </p:anim>
                                  </p:childTnLst>
                                </p:cTn>
                              </p:par>
                              <p:par>
                                <p:cTn id="36" presetID="2" presetClass="entr" presetSubtype="1" fill="hold" nodeType="withEffect">
                                  <p:stCondLst>
                                    <p:cond delay="250"/>
                                  </p:stCondLst>
                                  <p:childTnLst>
                                    <p:set>
                                      <p:cBhvr>
                                        <p:cTn id="37" dur="1" fill="hold">
                                          <p:stCondLst>
                                            <p:cond delay="0"/>
                                          </p:stCondLst>
                                        </p:cTn>
                                        <p:tgtEl>
                                          <p:spTgt spid="58"/>
                                        </p:tgtEl>
                                        <p:attrNameLst>
                                          <p:attrName>style.visibility</p:attrName>
                                        </p:attrNameLst>
                                      </p:cBhvr>
                                      <p:to>
                                        <p:strVal val="visible"/>
                                      </p:to>
                                    </p:set>
                                    <p:anim calcmode="lin" valueType="num">
                                      <p:cBhvr additive="base">
                                        <p:cTn id="38" dur="250" fill="hold"/>
                                        <p:tgtEl>
                                          <p:spTgt spid="58"/>
                                        </p:tgtEl>
                                        <p:attrNameLst>
                                          <p:attrName>ppt_x</p:attrName>
                                        </p:attrNameLst>
                                      </p:cBhvr>
                                      <p:tavLst>
                                        <p:tav tm="0">
                                          <p:val>
                                            <p:strVal val="#ppt_x"/>
                                          </p:val>
                                        </p:tav>
                                        <p:tav tm="100000">
                                          <p:val>
                                            <p:strVal val="#ppt_x"/>
                                          </p:val>
                                        </p:tav>
                                      </p:tavLst>
                                    </p:anim>
                                    <p:anim calcmode="lin" valueType="num">
                                      <p:cBhvr additive="base">
                                        <p:cTn id="39" dur="250" fill="hold"/>
                                        <p:tgtEl>
                                          <p:spTgt spid="58"/>
                                        </p:tgtEl>
                                        <p:attrNameLst>
                                          <p:attrName>ppt_y</p:attrName>
                                        </p:attrNameLst>
                                      </p:cBhvr>
                                      <p:tavLst>
                                        <p:tav tm="0">
                                          <p:val>
                                            <p:strVal val="0-#ppt_h/2"/>
                                          </p:val>
                                        </p:tav>
                                        <p:tav tm="100000">
                                          <p:val>
                                            <p:strVal val="#ppt_y"/>
                                          </p:val>
                                        </p:tav>
                                      </p:tavLst>
                                    </p:anim>
                                  </p:childTnLst>
                                </p:cTn>
                              </p:par>
                              <p:par>
                                <p:cTn id="40" presetID="2" presetClass="entr" presetSubtype="1" fill="hold" nodeType="withEffect">
                                  <p:stCondLst>
                                    <p:cond delay="250"/>
                                  </p:stCondLst>
                                  <p:childTnLst>
                                    <p:set>
                                      <p:cBhvr>
                                        <p:cTn id="41" dur="1" fill="hold">
                                          <p:stCondLst>
                                            <p:cond delay="0"/>
                                          </p:stCondLst>
                                        </p:cTn>
                                        <p:tgtEl>
                                          <p:spTgt spid="66"/>
                                        </p:tgtEl>
                                        <p:attrNameLst>
                                          <p:attrName>style.visibility</p:attrName>
                                        </p:attrNameLst>
                                      </p:cBhvr>
                                      <p:to>
                                        <p:strVal val="visible"/>
                                      </p:to>
                                    </p:set>
                                    <p:anim calcmode="lin" valueType="num">
                                      <p:cBhvr additive="base">
                                        <p:cTn id="42" dur="250" fill="hold"/>
                                        <p:tgtEl>
                                          <p:spTgt spid="66"/>
                                        </p:tgtEl>
                                        <p:attrNameLst>
                                          <p:attrName>ppt_x</p:attrName>
                                        </p:attrNameLst>
                                      </p:cBhvr>
                                      <p:tavLst>
                                        <p:tav tm="0">
                                          <p:val>
                                            <p:strVal val="#ppt_x"/>
                                          </p:val>
                                        </p:tav>
                                        <p:tav tm="100000">
                                          <p:val>
                                            <p:strVal val="#ppt_x"/>
                                          </p:val>
                                        </p:tav>
                                      </p:tavLst>
                                    </p:anim>
                                    <p:anim calcmode="lin" valueType="num">
                                      <p:cBhvr additive="base">
                                        <p:cTn id="43" dur="250" fill="hold"/>
                                        <p:tgtEl>
                                          <p:spTgt spid="66"/>
                                        </p:tgtEl>
                                        <p:attrNameLst>
                                          <p:attrName>ppt_y</p:attrName>
                                        </p:attrNameLst>
                                      </p:cBhvr>
                                      <p:tavLst>
                                        <p:tav tm="0">
                                          <p:val>
                                            <p:strVal val="0-#ppt_h/2"/>
                                          </p:val>
                                        </p:tav>
                                        <p:tav tm="100000">
                                          <p:val>
                                            <p:strVal val="#ppt_y"/>
                                          </p:val>
                                        </p:tav>
                                      </p:tavLst>
                                    </p:anim>
                                  </p:childTnLst>
                                </p:cTn>
                              </p:par>
                              <p:par>
                                <p:cTn id="44" presetID="2" presetClass="entr" presetSubtype="1" fill="hold" nodeType="withEffect">
                                  <p:stCondLst>
                                    <p:cond delay="250"/>
                                  </p:stCondLst>
                                  <p:childTnLst>
                                    <p:set>
                                      <p:cBhvr>
                                        <p:cTn id="45" dur="1" fill="hold">
                                          <p:stCondLst>
                                            <p:cond delay="0"/>
                                          </p:stCondLst>
                                        </p:cTn>
                                        <p:tgtEl>
                                          <p:spTgt spid="71"/>
                                        </p:tgtEl>
                                        <p:attrNameLst>
                                          <p:attrName>style.visibility</p:attrName>
                                        </p:attrNameLst>
                                      </p:cBhvr>
                                      <p:to>
                                        <p:strVal val="visible"/>
                                      </p:to>
                                    </p:set>
                                    <p:anim calcmode="lin" valueType="num">
                                      <p:cBhvr additive="base">
                                        <p:cTn id="46" dur="250" fill="hold"/>
                                        <p:tgtEl>
                                          <p:spTgt spid="71"/>
                                        </p:tgtEl>
                                        <p:attrNameLst>
                                          <p:attrName>ppt_x</p:attrName>
                                        </p:attrNameLst>
                                      </p:cBhvr>
                                      <p:tavLst>
                                        <p:tav tm="0">
                                          <p:val>
                                            <p:strVal val="#ppt_x"/>
                                          </p:val>
                                        </p:tav>
                                        <p:tav tm="100000">
                                          <p:val>
                                            <p:strVal val="#ppt_x"/>
                                          </p:val>
                                        </p:tav>
                                      </p:tavLst>
                                    </p:anim>
                                    <p:anim calcmode="lin" valueType="num">
                                      <p:cBhvr additive="base">
                                        <p:cTn id="47" dur="250" fill="hold"/>
                                        <p:tgtEl>
                                          <p:spTgt spid="71"/>
                                        </p:tgtEl>
                                        <p:attrNameLst>
                                          <p:attrName>ppt_y</p:attrName>
                                        </p:attrNameLst>
                                      </p:cBhvr>
                                      <p:tavLst>
                                        <p:tav tm="0">
                                          <p:val>
                                            <p:strVal val="0-#ppt_h/2"/>
                                          </p:val>
                                        </p:tav>
                                        <p:tav tm="100000">
                                          <p:val>
                                            <p:strVal val="#ppt_y"/>
                                          </p:val>
                                        </p:tav>
                                      </p:tavLst>
                                    </p:anim>
                                  </p:childTnLst>
                                </p:cTn>
                              </p:par>
                              <p:par>
                                <p:cTn id="48" presetID="2" presetClass="entr" presetSubtype="1" fill="hold" nodeType="withEffect">
                                  <p:stCondLst>
                                    <p:cond delay="500"/>
                                  </p:stCondLst>
                                  <p:childTnLst>
                                    <p:set>
                                      <p:cBhvr>
                                        <p:cTn id="49" dur="1" fill="hold">
                                          <p:stCondLst>
                                            <p:cond delay="0"/>
                                          </p:stCondLst>
                                        </p:cTn>
                                        <p:tgtEl>
                                          <p:spTgt spid="54"/>
                                        </p:tgtEl>
                                        <p:attrNameLst>
                                          <p:attrName>style.visibility</p:attrName>
                                        </p:attrNameLst>
                                      </p:cBhvr>
                                      <p:to>
                                        <p:strVal val="visible"/>
                                      </p:to>
                                    </p:set>
                                    <p:anim calcmode="lin" valueType="num">
                                      <p:cBhvr additive="base">
                                        <p:cTn id="50" dur="250" fill="hold"/>
                                        <p:tgtEl>
                                          <p:spTgt spid="54"/>
                                        </p:tgtEl>
                                        <p:attrNameLst>
                                          <p:attrName>ppt_x</p:attrName>
                                        </p:attrNameLst>
                                      </p:cBhvr>
                                      <p:tavLst>
                                        <p:tav tm="0">
                                          <p:val>
                                            <p:strVal val="#ppt_x"/>
                                          </p:val>
                                        </p:tav>
                                        <p:tav tm="100000">
                                          <p:val>
                                            <p:strVal val="#ppt_x"/>
                                          </p:val>
                                        </p:tav>
                                      </p:tavLst>
                                    </p:anim>
                                    <p:anim calcmode="lin" valueType="num">
                                      <p:cBhvr additive="base">
                                        <p:cTn id="51" dur="250" fill="hold"/>
                                        <p:tgtEl>
                                          <p:spTgt spid="54"/>
                                        </p:tgtEl>
                                        <p:attrNameLst>
                                          <p:attrName>ppt_y</p:attrName>
                                        </p:attrNameLst>
                                      </p:cBhvr>
                                      <p:tavLst>
                                        <p:tav tm="0">
                                          <p:val>
                                            <p:strVal val="0-#ppt_h/2"/>
                                          </p:val>
                                        </p:tav>
                                        <p:tav tm="100000">
                                          <p:val>
                                            <p:strVal val="#ppt_y"/>
                                          </p:val>
                                        </p:tav>
                                      </p:tavLst>
                                    </p:anim>
                                  </p:childTnLst>
                                </p:cTn>
                              </p:par>
                              <p:par>
                                <p:cTn id="52" presetID="2" presetClass="entr" presetSubtype="1" fill="hold" nodeType="withEffect">
                                  <p:stCondLst>
                                    <p:cond delay="500"/>
                                  </p:stCondLst>
                                  <p:childTnLst>
                                    <p:set>
                                      <p:cBhvr>
                                        <p:cTn id="53" dur="1" fill="hold">
                                          <p:stCondLst>
                                            <p:cond delay="0"/>
                                          </p:stCondLst>
                                        </p:cTn>
                                        <p:tgtEl>
                                          <p:spTgt spid="59"/>
                                        </p:tgtEl>
                                        <p:attrNameLst>
                                          <p:attrName>style.visibility</p:attrName>
                                        </p:attrNameLst>
                                      </p:cBhvr>
                                      <p:to>
                                        <p:strVal val="visible"/>
                                      </p:to>
                                    </p:set>
                                    <p:anim calcmode="lin" valueType="num">
                                      <p:cBhvr additive="base">
                                        <p:cTn id="54" dur="250" fill="hold"/>
                                        <p:tgtEl>
                                          <p:spTgt spid="59"/>
                                        </p:tgtEl>
                                        <p:attrNameLst>
                                          <p:attrName>ppt_x</p:attrName>
                                        </p:attrNameLst>
                                      </p:cBhvr>
                                      <p:tavLst>
                                        <p:tav tm="0">
                                          <p:val>
                                            <p:strVal val="#ppt_x"/>
                                          </p:val>
                                        </p:tav>
                                        <p:tav tm="100000">
                                          <p:val>
                                            <p:strVal val="#ppt_x"/>
                                          </p:val>
                                        </p:tav>
                                      </p:tavLst>
                                    </p:anim>
                                    <p:anim calcmode="lin" valueType="num">
                                      <p:cBhvr additive="base">
                                        <p:cTn id="55" dur="250" fill="hold"/>
                                        <p:tgtEl>
                                          <p:spTgt spid="59"/>
                                        </p:tgtEl>
                                        <p:attrNameLst>
                                          <p:attrName>ppt_y</p:attrName>
                                        </p:attrNameLst>
                                      </p:cBhvr>
                                      <p:tavLst>
                                        <p:tav tm="0">
                                          <p:val>
                                            <p:strVal val="0-#ppt_h/2"/>
                                          </p:val>
                                        </p:tav>
                                        <p:tav tm="100000">
                                          <p:val>
                                            <p:strVal val="#ppt_y"/>
                                          </p:val>
                                        </p:tav>
                                      </p:tavLst>
                                    </p:anim>
                                  </p:childTnLst>
                                </p:cTn>
                              </p:par>
                              <p:par>
                                <p:cTn id="56" presetID="2" presetClass="entr" presetSubtype="1" fill="hold" nodeType="withEffect">
                                  <p:stCondLst>
                                    <p:cond delay="500"/>
                                  </p:stCondLst>
                                  <p:childTnLst>
                                    <p:set>
                                      <p:cBhvr>
                                        <p:cTn id="57" dur="1" fill="hold">
                                          <p:stCondLst>
                                            <p:cond delay="0"/>
                                          </p:stCondLst>
                                        </p:cTn>
                                        <p:tgtEl>
                                          <p:spTgt spid="72"/>
                                        </p:tgtEl>
                                        <p:attrNameLst>
                                          <p:attrName>style.visibility</p:attrName>
                                        </p:attrNameLst>
                                      </p:cBhvr>
                                      <p:to>
                                        <p:strVal val="visible"/>
                                      </p:to>
                                    </p:set>
                                    <p:anim calcmode="lin" valueType="num">
                                      <p:cBhvr additive="base">
                                        <p:cTn id="58" dur="250" fill="hold"/>
                                        <p:tgtEl>
                                          <p:spTgt spid="72"/>
                                        </p:tgtEl>
                                        <p:attrNameLst>
                                          <p:attrName>ppt_x</p:attrName>
                                        </p:attrNameLst>
                                      </p:cBhvr>
                                      <p:tavLst>
                                        <p:tav tm="0">
                                          <p:val>
                                            <p:strVal val="#ppt_x"/>
                                          </p:val>
                                        </p:tav>
                                        <p:tav tm="100000">
                                          <p:val>
                                            <p:strVal val="#ppt_x"/>
                                          </p:val>
                                        </p:tav>
                                      </p:tavLst>
                                    </p:anim>
                                    <p:anim calcmode="lin" valueType="num">
                                      <p:cBhvr additive="base">
                                        <p:cTn id="59" dur="250" fill="hold"/>
                                        <p:tgtEl>
                                          <p:spTgt spid="72"/>
                                        </p:tgtEl>
                                        <p:attrNameLst>
                                          <p:attrName>ppt_y</p:attrName>
                                        </p:attrNameLst>
                                      </p:cBhvr>
                                      <p:tavLst>
                                        <p:tav tm="0">
                                          <p:val>
                                            <p:strVal val="0-#ppt_h/2"/>
                                          </p:val>
                                        </p:tav>
                                        <p:tav tm="100000">
                                          <p:val>
                                            <p:strVal val="#ppt_y"/>
                                          </p:val>
                                        </p:tav>
                                      </p:tavLst>
                                    </p:anim>
                                  </p:childTnLst>
                                </p:cTn>
                              </p:par>
                              <p:par>
                                <p:cTn id="60" presetID="2" presetClass="entr" presetSubtype="1" fill="hold" nodeType="withEffect">
                                  <p:stCondLst>
                                    <p:cond delay="750"/>
                                  </p:stCondLst>
                                  <p:childTnLst>
                                    <p:set>
                                      <p:cBhvr>
                                        <p:cTn id="61" dur="1" fill="hold">
                                          <p:stCondLst>
                                            <p:cond delay="0"/>
                                          </p:stCondLst>
                                        </p:cTn>
                                        <p:tgtEl>
                                          <p:spTgt spid="60"/>
                                        </p:tgtEl>
                                        <p:attrNameLst>
                                          <p:attrName>style.visibility</p:attrName>
                                        </p:attrNameLst>
                                      </p:cBhvr>
                                      <p:to>
                                        <p:strVal val="visible"/>
                                      </p:to>
                                    </p:set>
                                    <p:anim calcmode="lin" valueType="num">
                                      <p:cBhvr additive="base">
                                        <p:cTn id="62" dur="250" fill="hold"/>
                                        <p:tgtEl>
                                          <p:spTgt spid="60"/>
                                        </p:tgtEl>
                                        <p:attrNameLst>
                                          <p:attrName>ppt_x</p:attrName>
                                        </p:attrNameLst>
                                      </p:cBhvr>
                                      <p:tavLst>
                                        <p:tav tm="0">
                                          <p:val>
                                            <p:strVal val="#ppt_x"/>
                                          </p:val>
                                        </p:tav>
                                        <p:tav tm="100000">
                                          <p:val>
                                            <p:strVal val="#ppt_x"/>
                                          </p:val>
                                        </p:tav>
                                      </p:tavLst>
                                    </p:anim>
                                    <p:anim calcmode="lin" valueType="num">
                                      <p:cBhvr additive="base">
                                        <p:cTn id="63" dur="250" fill="hold"/>
                                        <p:tgtEl>
                                          <p:spTgt spid="60"/>
                                        </p:tgtEl>
                                        <p:attrNameLst>
                                          <p:attrName>ppt_y</p:attrName>
                                        </p:attrNameLst>
                                      </p:cBhvr>
                                      <p:tavLst>
                                        <p:tav tm="0">
                                          <p:val>
                                            <p:strVal val="0-#ppt_h/2"/>
                                          </p:val>
                                        </p:tav>
                                        <p:tav tm="100000">
                                          <p:val>
                                            <p:strVal val="#ppt_y"/>
                                          </p:val>
                                        </p:tav>
                                      </p:tavLst>
                                    </p:anim>
                                  </p:childTnLst>
                                </p:cTn>
                              </p:par>
                              <p:par>
                                <p:cTn id="64" presetID="2" presetClass="entr" presetSubtype="1" fill="hold" nodeType="withEffect">
                                  <p:stCondLst>
                                    <p:cond delay="750"/>
                                  </p:stCondLst>
                                  <p:childTnLst>
                                    <p:set>
                                      <p:cBhvr>
                                        <p:cTn id="65" dur="1" fill="hold">
                                          <p:stCondLst>
                                            <p:cond delay="0"/>
                                          </p:stCondLst>
                                        </p:cTn>
                                        <p:tgtEl>
                                          <p:spTgt spid="73"/>
                                        </p:tgtEl>
                                        <p:attrNameLst>
                                          <p:attrName>style.visibility</p:attrName>
                                        </p:attrNameLst>
                                      </p:cBhvr>
                                      <p:to>
                                        <p:strVal val="visible"/>
                                      </p:to>
                                    </p:set>
                                    <p:anim calcmode="lin" valueType="num">
                                      <p:cBhvr additive="base">
                                        <p:cTn id="66" dur="250" fill="hold"/>
                                        <p:tgtEl>
                                          <p:spTgt spid="73"/>
                                        </p:tgtEl>
                                        <p:attrNameLst>
                                          <p:attrName>ppt_x</p:attrName>
                                        </p:attrNameLst>
                                      </p:cBhvr>
                                      <p:tavLst>
                                        <p:tav tm="0">
                                          <p:val>
                                            <p:strVal val="#ppt_x"/>
                                          </p:val>
                                        </p:tav>
                                        <p:tav tm="100000">
                                          <p:val>
                                            <p:strVal val="#ppt_x"/>
                                          </p:val>
                                        </p:tav>
                                      </p:tavLst>
                                    </p:anim>
                                    <p:anim calcmode="lin" valueType="num">
                                      <p:cBhvr additive="base">
                                        <p:cTn id="67" dur="250" fill="hold"/>
                                        <p:tgtEl>
                                          <p:spTgt spid="73"/>
                                        </p:tgtEl>
                                        <p:attrNameLst>
                                          <p:attrName>ppt_y</p:attrName>
                                        </p:attrNameLst>
                                      </p:cBhvr>
                                      <p:tavLst>
                                        <p:tav tm="0">
                                          <p:val>
                                            <p:strVal val="0-#ppt_h/2"/>
                                          </p:val>
                                        </p:tav>
                                        <p:tav tm="100000">
                                          <p:val>
                                            <p:strVal val="#ppt_y"/>
                                          </p:val>
                                        </p:tav>
                                      </p:tavLst>
                                    </p:anim>
                                  </p:childTnLst>
                                </p:cTn>
                              </p:par>
                            </p:childTnLst>
                          </p:cTn>
                        </p:par>
                      </p:childTnLst>
                    </p:cTn>
                  </p:par>
                  <p:par>
                    <p:cTn id="68" fill="hold">
                      <p:stCondLst>
                        <p:cond delay="indefinite"/>
                      </p:stCondLst>
                      <p:childTnLst>
                        <p:par>
                          <p:cTn id="69" fill="hold">
                            <p:stCondLst>
                              <p:cond delay="0"/>
                            </p:stCondLst>
                            <p:childTnLst>
                              <p:par>
                                <p:cTn id="70" presetID="1" presetClass="mediacall" presetSubtype="0" fill="hold" nodeType="clickEffect">
                                  <p:stCondLst>
                                    <p:cond delay="0"/>
                                  </p:stCondLst>
                                  <p:childTnLst>
                                    <p:cmd type="call" cmd="playFrom(0.0)">
                                      <p:cBhvr>
                                        <p:cTn id="71" dur="417" fill="hold"/>
                                        <p:tgtEl>
                                          <p:spTgt spid="64"/>
                                        </p:tgtEl>
                                      </p:cBhvr>
                                    </p:cmd>
                                  </p:childTnLst>
                                </p:cTn>
                              </p:par>
                            </p:childTnLst>
                          </p:cTn>
                        </p:par>
                        <p:par>
                          <p:cTn id="72" fill="hold">
                            <p:stCondLst>
                              <p:cond delay="417"/>
                            </p:stCondLst>
                            <p:childTnLst>
                              <p:par>
                                <p:cTn id="73" presetID="1" presetClass="mediacall" presetSubtype="0" fill="hold" nodeType="afterEffect">
                                  <p:stCondLst>
                                    <p:cond delay="0"/>
                                  </p:stCondLst>
                                  <p:childTnLst>
                                    <p:cmd type="call" cmd="playFrom(0.0)">
                                      <p:cBhvr>
                                        <p:cTn id="74" dur="888" fill="hold"/>
                                        <p:tgtEl>
                                          <p:spTgt spid="51"/>
                                        </p:tgtEl>
                                      </p:cBhvr>
                                    </p:cmd>
                                  </p:childTnLst>
                                </p:cTn>
                              </p:par>
                              <p:par>
                                <p:cTn id="75" presetID="2" presetClass="entr" presetSubtype="1" fill="hold" nodeType="withEffect">
                                  <p:stCondLst>
                                    <p:cond delay="0"/>
                                  </p:stCondLst>
                                  <p:childTnLst>
                                    <p:set>
                                      <p:cBhvr>
                                        <p:cTn id="76" dur="1" fill="hold">
                                          <p:stCondLst>
                                            <p:cond delay="0"/>
                                          </p:stCondLst>
                                        </p:cTn>
                                        <p:tgtEl>
                                          <p:spTgt spid="75"/>
                                        </p:tgtEl>
                                        <p:attrNameLst>
                                          <p:attrName>style.visibility</p:attrName>
                                        </p:attrNameLst>
                                      </p:cBhvr>
                                      <p:to>
                                        <p:strVal val="visible"/>
                                      </p:to>
                                    </p:set>
                                    <p:anim calcmode="lin" valueType="num">
                                      <p:cBhvr additive="base">
                                        <p:cTn id="77" dur="250" fill="hold"/>
                                        <p:tgtEl>
                                          <p:spTgt spid="75"/>
                                        </p:tgtEl>
                                        <p:attrNameLst>
                                          <p:attrName>ppt_x</p:attrName>
                                        </p:attrNameLst>
                                      </p:cBhvr>
                                      <p:tavLst>
                                        <p:tav tm="0">
                                          <p:val>
                                            <p:strVal val="#ppt_x"/>
                                          </p:val>
                                        </p:tav>
                                        <p:tav tm="100000">
                                          <p:val>
                                            <p:strVal val="#ppt_x"/>
                                          </p:val>
                                        </p:tav>
                                      </p:tavLst>
                                    </p:anim>
                                    <p:anim calcmode="lin" valueType="num">
                                      <p:cBhvr additive="base">
                                        <p:cTn id="78" dur="250" fill="hold"/>
                                        <p:tgtEl>
                                          <p:spTgt spid="75"/>
                                        </p:tgtEl>
                                        <p:attrNameLst>
                                          <p:attrName>ppt_y</p:attrName>
                                        </p:attrNameLst>
                                      </p:cBhvr>
                                      <p:tavLst>
                                        <p:tav tm="0">
                                          <p:val>
                                            <p:strVal val="0-#ppt_h/2"/>
                                          </p:val>
                                        </p:tav>
                                        <p:tav tm="100000">
                                          <p:val>
                                            <p:strVal val="#ppt_y"/>
                                          </p:val>
                                        </p:tav>
                                      </p:tavLst>
                                    </p:anim>
                                  </p:childTnLst>
                                </p:cTn>
                              </p:par>
                              <p:par>
                                <p:cTn id="79" presetID="2" presetClass="entr" presetSubtype="1" fill="hold" nodeType="withEffect">
                                  <p:stCondLst>
                                    <p:cond delay="0"/>
                                  </p:stCondLst>
                                  <p:childTnLst>
                                    <p:set>
                                      <p:cBhvr>
                                        <p:cTn id="80" dur="1" fill="hold">
                                          <p:stCondLst>
                                            <p:cond delay="0"/>
                                          </p:stCondLst>
                                        </p:cTn>
                                        <p:tgtEl>
                                          <p:spTgt spid="80"/>
                                        </p:tgtEl>
                                        <p:attrNameLst>
                                          <p:attrName>style.visibility</p:attrName>
                                        </p:attrNameLst>
                                      </p:cBhvr>
                                      <p:to>
                                        <p:strVal val="visible"/>
                                      </p:to>
                                    </p:set>
                                    <p:anim calcmode="lin" valueType="num">
                                      <p:cBhvr additive="base">
                                        <p:cTn id="81" dur="250" fill="hold"/>
                                        <p:tgtEl>
                                          <p:spTgt spid="80"/>
                                        </p:tgtEl>
                                        <p:attrNameLst>
                                          <p:attrName>ppt_x</p:attrName>
                                        </p:attrNameLst>
                                      </p:cBhvr>
                                      <p:tavLst>
                                        <p:tav tm="0">
                                          <p:val>
                                            <p:strVal val="#ppt_x"/>
                                          </p:val>
                                        </p:tav>
                                        <p:tav tm="100000">
                                          <p:val>
                                            <p:strVal val="#ppt_x"/>
                                          </p:val>
                                        </p:tav>
                                      </p:tavLst>
                                    </p:anim>
                                    <p:anim calcmode="lin" valueType="num">
                                      <p:cBhvr additive="base">
                                        <p:cTn id="82" dur="250" fill="hold"/>
                                        <p:tgtEl>
                                          <p:spTgt spid="80"/>
                                        </p:tgtEl>
                                        <p:attrNameLst>
                                          <p:attrName>ppt_y</p:attrName>
                                        </p:attrNameLst>
                                      </p:cBhvr>
                                      <p:tavLst>
                                        <p:tav tm="0">
                                          <p:val>
                                            <p:strVal val="0-#ppt_h/2"/>
                                          </p:val>
                                        </p:tav>
                                        <p:tav tm="100000">
                                          <p:val>
                                            <p:strVal val="#ppt_y"/>
                                          </p:val>
                                        </p:tav>
                                      </p:tavLst>
                                    </p:anim>
                                  </p:childTnLst>
                                </p:cTn>
                              </p:par>
                              <p:par>
                                <p:cTn id="83" presetID="2" presetClass="entr" presetSubtype="1" fill="hold" nodeType="withEffect">
                                  <p:stCondLst>
                                    <p:cond delay="0"/>
                                  </p:stCondLst>
                                  <p:childTnLst>
                                    <p:set>
                                      <p:cBhvr>
                                        <p:cTn id="84" dur="1" fill="hold">
                                          <p:stCondLst>
                                            <p:cond delay="0"/>
                                          </p:stCondLst>
                                        </p:cTn>
                                        <p:tgtEl>
                                          <p:spTgt spid="85"/>
                                        </p:tgtEl>
                                        <p:attrNameLst>
                                          <p:attrName>style.visibility</p:attrName>
                                        </p:attrNameLst>
                                      </p:cBhvr>
                                      <p:to>
                                        <p:strVal val="visible"/>
                                      </p:to>
                                    </p:set>
                                    <p:anim calcmode="lin" valueType="num">
                                      <p:cBhvr additive="base">
                                        <p:cTn id="85" dur="250" fill="hold"/>
                                        <p:tgtEl>
                                          <p:spTgt spid="85"/>
                                        </p:tgtEl>
                                        <p:attrNameLst>
                                          <p:attrName>ppt_x</p:attrName>
                                        </p:attrNameLst>
                                      </p:cBhvr>
                                      <p:tavLst>
                                        <p:tav tm="0">
                                          <p:val>
                                            <p:strVal val="#ppt_x"/>
                                          </p:val>
                                        </p:tav>
                                        <p:tav tm="100000">
                                          <p:val>
                                            <p:strVal val="#ppt_x"/>
                                          </p:val>
                                        </p:tav>
                                      </p:tavLst>
                                    </p:anim>
                                    <p:anim calcmode="lin" valueType="num">
                                      <p:cBhvr additive="base">
                                        <p:cTn id="86" dur="250" fill="hold"/>
                                        <p:tgtEl>
                                          <p:spTgt spid="85"/>
                                        </p:tgtEl>
                                        <p:attrNameLst>
                                          <p:attrName>ppt_y</p:attrName>
                                        </p:attrNameLst>
                                      </p:cBhvr>
                                      <p:tavLst>
                                        <p:tav tm="0">
                                          <p:val>
                                            <p:strVal val="0-#ppt_h/2"/>
                                          </p:val>
                                        </p:tav>
                                        <p:tav tm="100000">
                                          <p:val>
                                            <p:strVal val="#ppt_y"/>
                                          </p:val>
                                        </p:tav>
                                      </p:tavLst>
                                    </p:anim>
                                  </p:childTnLst>
                                </p:cTn>
                              </p:par>
                              <p:par>
                                <p:cTn id="87" presetID="2" presetClass="entr" presetSubtype="1" fill="hold" nodeType="withEffect">
                                  <p:stCondLst>
                                    <p:cond delay="0"/>
                                  </p:stCondLst>
                                  <p:childTnLst>
                                    <p:set>
                                      <p:cBhvr>
                                        <p:cTn id="88" dur="1" fill="hold">
                                          <p:stCondLst>
                                            <p:cond delay="0"/>
                                          </p:stCondLst>
                                        </p:cTn>
                                        <p:tgtEl>
                                          <p:spTgt spid="92"/>
                                        </p:tgtEl>
                                        <p:attrNameLst>
                                          <p:attrName>style.visibility</p:attrName>
                                        </p:attrNameLst>
                                      </p:cBhvr>
                                      <p:to>
                                        <p:strVal val="visible"/>
                                      </p:to>
                                    </p:set>
                                    <p:anim calcmode="lin" valueType="num">
                                      <p:cBhvr additive="base">
                                        <p:cTn id="89" dur="250" fill="hold"/>
                                        <p:tgtEl>
                                          <p:spTgt spid="92"/>
                                        </p:tgtEl>
                                        <p:attrNameLst>
                                          <p:attrName>ppt_x</p:attrName>
                                        </p:attrNameLst>
                                      </p:cBhvr>
                                      <p:tavLst>
                                        <p:tav tm="0">
                                          <p:val>
                                            <p:strVal val="#ppt_x"/>
                                          </p:val>
                                        </p:tav>
                                        <p:tav tm="100000">
                                          <p:val>
                                            <p:strVal val="#ppt_x"/>
                                          </p:val>
                                        </p:tav>
                                      </p:tavLst>
                                    </p:anim>
                                    <p:anim calcmode="lin" valueType="num">
                                      <p:cBhvr additive="base">
                                        <p:cTn id="90" dur="250" fill="hold"/>
                                        <p:tgtEl>
                                          <p:spTgt spid="92"/>
                                        </p:tgtEl>
                                        <p:attrNameLst>
                                          <p:attrName>ppt_y</p:attrName>
                                        </p:attrNameLst>
                                      </p:cBhvr>
                                      <p:tavLst>
                                        <p:tav tm="0">
                                          <p:val>
                                            <p:strVal val="0-#ppt_h/2"/>
                                          </p:val>
                                        </p:tav>
                                        <p:tav tm="100000">
                                          <p:val>
                                            <p:strVal val="#ppt_y"/>
                                          </p:val>
                                        </p:tav>
                                      </p:tavLst>
                                    </p:anim>
                                  </p:childTnLst>
                                </p:cTn>
                              </p:par>
                              <p:par>
                                <p:cTn id="91" presetID="2" presetClass="entr" presetSubtype="1" fill="hold" nodeType="withEffect">
                                  <p:stCondLst>
                                    <p:cond delay="250"/>
                                  </p:stCondLst>
                                  <p:childTnLst>
                                    <p:set>
                                      <p:cBhvr>
                                        <p:cTn id="92" dur="1" fill="hold">
                                          <p:stCondLst>
                                            <p:cond delay="0"/>
                                          </p:stCondLst>
                                        </p:cTn>
                                        <p:tgtEl>
                                          <p:spTgt spid="76"/>
                                        </p:tgtEl>
                                        <p:attrNameLst>
                                          <p:attrName>style.visibility</p:attrName>
                                        </p:attrNameLst>
                                      </p:cBhvr>
                                      <p:to>
                                        <p:strVal val="visible"/>
                                      </p:to>
                                    </p:set>
                                    <p:anim calcmode="lin" valueType="num">
                                      <p:cBhvr additive="base">
                                        <p:cTn id="93" dur="250" fill="hold"/>
                                        <p:tgtEl>
                                          <p:spTgt spid="76"/>
                                        </p:tgtEl>
                                        <p:attrNameLst>
                                          <p:attrName>ppt_x</p:attrName>
                                        </p:attrNameLst>
                                      </p:cBhvr>
                                      <p:tavLst>
                                        <p:tav tm="0">
                                          <p:val>
                                            <p:strVal val="#ppt_x"/>
                                          </p:val>
                                        </p:tav>
                                        <p:tav tm="100000">
                                          <p:val>
                                            <p:strVal val="#ppt_x"/>
                                          </p:val>
                                        </p:tav>
                                      </p:tavLst>
                                    </p:anim>
                                    <p:anim calcmode="lin" valueType="num">
                                      <p:cBhvr additive="base">
                                        <p:cTn id="94" dur="250" fill="hold"/>
                                        <p:tgtEl>
                                          <p:spTgt spid="76"/>
                                        </p:tgtEl>
                                        <p:attrNameLst>
                                          <p:attrName>ppt_y</p:attrName>
                                        </p:attrNameLst>
                                      </p:cBhvr>
                                      <p:tavLst>
                                        <p:tav tm="0">
                                          <p:val>
                                            <p:strVal val="0-#ppt_h/2"/>
                                          </p:val>
                                        </p:tav>
                                        <p:tav tm="100000">
                                          <p:val>
                                            <p:strVal val="#ppt_y"/>
                                          </p:val>
                                        </p:tav>
                                      </p:tavLst>
                                    </p:anim>
                                  </p:childTnLst>
                                </p:cTn>
                              </p:par>
                              <p:par>
                                <p:cTn id="95" presetID="2" presetClass="entr" presetSubtype="1" fill="hold" nodeType="withEffect">
                                  <p:stCondLst>
                                    <p:cond delay="250"/>
                                  </p:stCondLst>
                                  <p:childTnLst>
                                    <p:set>
                                      <p:cBhvr>
                                        <p:cTn id="96" dur="1" fill="hold">
                                          <p:stCondLst>
                                            <p:cond delay="0"/>
                                          </p:stCondLst>
                                        </p:cTn>
                                        <p:tgtEl>
                                          <p:spTgt spid="81"/>
                                        </p:tgtEl>
                                        <p:attrNameLst>
                                          <p:attrName>style.visibility</p:attrName>
                                        </p:attrNameLst>
                                      </p:cBhvr>
                                      <p:to>
                                        <p:strVal val="visible"/>
                                      </p:to>
                                    </p:set>
                                    <p:anim calcmode="lin" valueType="num">
                                      <p:cBhvr additive="base">
                                        <p:cTn id="97" dur="250" fill="hold"/>
                                        <p:tgtEl>
                                          <p:spTgt spid="81"/>
                                        </p:tgtEl>
                                        <p:attrNameLst>
                                          <p:attrName>ppt_x</p:attrName>
                                        </p:attrNameLst>
                                      </p:cBhvr>
                                      <p:tavLst>
                                        <p:tav tm="0">
                                          <p:val>
                                            <p:strVal val="#ppt_x"/>
                                          </p:val>
                                        </p:tav>
                                        <p:tav tm="100000">
                                          <p:val>
                                            <p:strVal val="#ppt_x"/>
                                          </p:val>
                                        </p:tav>
                                      </p:tavLst>
                                    </p:anim>
                                    <p:anim calcmode="lin" valueType="num">
                                      <p:cBhvr additive="base">
                                        <p:cTn id="98" dur="250" fill="hold"/>
                                        <p:tgtEl>
                                          <p:spTgt spid="81"/>
                                        </p:tgtEl>
                                        <p:attrNameLst>
                                          <p:attrName>ppt_y</p:attrName>
                                        </p:attrNameLst>
                                      </p:cBhvr>
                                      <p:tavLst>
                                        <p:tav tm="0">
                                          <p:val>
                                            <p:strVal val="0-#ppt_h/2"/>
                                          </p:val>
                                        </p:tav>
                                        <p:tav tm="100000">
                                          <p:val>
                                            <p:strVal val="#ppt_y"/>
                                          </p:val>
                                        </p:tav>
                                      </p:tavLst>
                                    </p:anim>
                                  </p:childTnLst>
                                </p:cTn>
                              </p:par>
                              <p:par>
                                <p:cTn id="99" presetID="2" presetClass="entr" presetSubtype="1" fill="hold" nodeType="withEffect">
                                  <p:stCondLst>
                                    <p:cond delay="250"/>
                                  </p:stCondLst>
                                  <p:childTnLst>
                                    <p:set>
                                      <p:cBhvr>
                                        <p:cTn id="100" dur="1" fill="hold">
                                          <p:stCondLst>
                                            <p:cond delay="0"/>
                                          </p:stCondLst>
                                        </p:cTn>
                                        <p:tgtEl>
                                          <p:spTgt spid="93"/>
                                        </p:tgtEl>
                                        <p:attrNameLst>
                                          <p:attrName>style.visibility</p:attrName>
                                        </p:attrNameLst>
                                      </p:cBhvr>
                                      <p:to>
                                        <p:strVal val="visible"/>
                                      </p:to>
                                    </p:set>
                                    <p:anim calcmode="lin" valueType="num">
                                      <p:cBhvr additive="base">
                                        <p:cTn id="101" dur="250" fill="hold"/>
                                        <p:tgtEl>
                                          <p:spTgt spid="93"/>
                                        </p:tgtEl>
                                        <p:attrNameLst>
                                          <p:attrName>ppt_x</p:attrName>
                                        </p:attrNameLst>
                                      </p:cBhvr>
                                      <p:tavLst>
                                        <p:tav tm="0">
                                          <p:val>
                                            <p:strVal val="#ppt_x"/>
                                          </p:val>
                                        </p:tav>
                                        <p:tav tm="100000">
                                          <p:val>
                                            <p:strVal val="#ppt_x"/>
                                          </p:val>
                                        </p:tav>
                                      </p:tavLst>
                                    </p:anim>
                                    <p:anim calcmode="lin" valueType="num">
                                      <p:cBhvr additive="base">
                                        <p:cTn id="102" dur="250" fill="hold"/>
                                        <p:tgtEl>
                                          <p:spTgt spid="93"/>
                                        </p:tgtEl>
                                        <p:attrNameLst>
                                          <p:attrName>ppt_y</p:attrName>
                                        </p:attrNameLst>
                                      </p:cBhvr>
                                      <p:tavLst>
                                        <p:tav tm="0">
                                          <p:val>
                                            <p:strVal val="0-#ppt_h/2"/>
                                          </p:val>
                                        </p:tav>
                                        <p:tav tm="100000">
                                          <p:val>
                                            <p:strVal val="#ppt_y"/>
                                          </p:val>
                                        </p:tav>
                                      </p:tavLst>
                                    </p:anim>
                                  </p:childTnLst>
                                </p:cTn>
                              </p:par>
                              <p:par>
                                <p:cTn id="103" presetID="2" presetClass="entr" presetSubtype="1" fill="hold" nodeType="withEffect">
                                  <p:stCondLst>
                                    <p:cond delay="500"/>
                                  </p:stCondLst>
                                  <p:childTnLst>
                                    <p:set>
                                      <p:cBhvr>
                                        <p:cTn id="104" dur="1" fill="hold">
                                          <p:stCondLst>
                                            <p:cond delay="0"/>
                                          </p:stCondLst>
                                        </p:cTn>
                                        <p:tgtEl>
                                          <p:spTgt spid="77"/>
                                        </p:tgtEl>
                                        <p:attrNameLst>
                                          <p:attrName>style.visibility</p:attrName>
                                        </p:attrNameLst>
                                      </p:cBhvr>
                                      <p:to>
                                        <p:strVal val="visible"/>
                                      </p:to>
                                    </p:set>
                                    <p:anim calcmode="lin" valueType="num">
                                      <p:cBhvr additive="base">
                                        <p:cTn id="105" dur="250" fill="hold"/>
                                        <p:tgtEl>
                                          <p:spTgt spid="77"/>
                                        </p:tgtEl>
                                        <p:attrNameLst>
                                          <p:attrName>ppt_x</p:attrName>
                                        </p:attrNameLst>
                                      </p:cBhvr>
                                      <p:tavLst>
                                        <p:tav tm="0">
                                          <p:val>
                                            <p:strVal val="#ppt_x"/>
                                          </p:val>
                                        </p:tav>
                                        <p:tav tm="100000">
                                          <p:val>
                                            <p:strVal val="#ppt_x"/>
                                          </p:val>
                                        </p:tav>
                                      </p:tavLst>
                                    </p:anim>
                                    <p:anim calcmode="lin" valueType="num">
                                      <p:cBhvr additive="base">
                                        <p:cTn id="106" dur="250" fill="hold"/>
                                        <p:tgtEl>
                                          <p:spTgt spid="77"/>
                                        </p:tgtEl>
                                        <p:attrNameLst>
                                          <p:attrName>ppt_y</p:attrName>
                                        </p:attrNameLst>
                                      </p:cBhvr>
                                      <p:tavLst>
                                        <p:tav tm="0">
                                          <p:val>
                                            <p:strVal val="0-#ppt_h/2"/>
                                          </p:val>
                                        </p:tav>
                                        <p:tav tm="100000">
                                          <p:val>
                                            <p:strVal val="#ppt_y"/>
                                          </p:val>
                                        </p:tav>
                                      </p:tavLst>
                                    </p:anim>
                                  </p:childTnLst>
                                </p:cTn>
                              </p:par>
                              <p:par>
                                <p:cTn id="107" presetID="2" presetClass="entr" presetSubtype="1" fill="hold" nodeType="withEffect">
                                  <p:stCondLst>
                                    <p:cond delay="500"/>
                                  </p:stCondLst>
                                  <p:childTnLst>
                                    <p:set>
                                      <p:cBhvr>
                                        <p:cTn id="108" dur="1" fill="hold">
                                          <p:stCondLst>
                                            <p:cond delay="0"/>
                                          </p:stCondLst>
                                        </p:cTn>
                                        <p:tgtEl>
                                          <p:spTgt spid="94"/>
                                        </p:tgtEl>
                                        <p:attrNameLst>
                                          <p:attrName>style.visibility</p:attrName>
                                        </p:attrNameLst>
                                      </p:cBhvr>
                                      <p:to>
                                        <p:strVal val="visible"/>
                                      </p:to>
                                    </p:set>
                                    <p:anim calcmode="lin" valueType="num">
                                      <p:cBhvr additive="base">
                                        <p:cTn id="109" dur="250" fill="hold"/>
                                        <p:tgtEl>
                                          <p:spTgt spid="94"/>
                                        </p:tgtEl>
                                        <p:attrNameLst>
                                          <p:attrName>ppt_x</p:attrName>
                                        </p:attrNameLst>
                                      </p:cBhvr>
                                      <p:tavLst>
                                        <p:tav tm="0">
                                          <p:val>
                                            <p:strVal val="#ppt_x"/>
                                          </p:val>
                                        </p:tav>
                                        <p:tav tm="100000">
                                          <p:val>
                                            <p:strVal val="#ppt_x"/>
                                          </p:val>
                                        </p:tav>
                                      </p:tavLst>
                                    </p:anim>
                                    <p:anim calcmode="lin" valueType="num">
                                      <p:cBhvr additive="base">
                                        <p:cTn id="110" dur="250" fill="hold"/>
                                        <p:tgtEl>
                                          <p:spTgt spid="94"/>
                                        </p:tgtEl>
                                        <p:attrNameLst>
                                          <p:attrName>ppt_y</p:attrName>
                                        </p:attrNameLst>
                                      </p:cBhvr>
                                      <p:tavLst>
                                        <p:tav tm="0">
                                          <p:val>
                                            <p:strVal val="0-#ppt_h/2"/>
                                          </p:val>
                                        </p:tav>
                                        <p:tav tm="100000">
                                          <p:val>
                                            <p:strVal val="#ppt_y"/>
                                          </p:val>
                                        </p:tav>
                                      </p:tavLst>
                                    </p:anim>
                                  </p:childTnLst>
                                </p:cTn>
                              </p:par>
                              <p:par>
                                <p:cTn id="111" presetID="2" presetClass="entr" presetSubtype="1" fill="hold" nodeType="withEffect">
                                  <p:stCondLst>
                                    <p:cond delay="750"/>
                                  </p:stCondLst>
                                  <p:childTnLst>
                                    <p:set>
                                      <p:cBhvr>
                                        <p:cTn id="112" dur="1" fill="hold">
                                          <p:stCondLst>
                                            <p:cond delay="0"/>
                                          </p:stCondLst>
                                        </p:cTn>
                                        <p:tgtEl>
                                          <p:spTgt spid="78"/>
                                        </p:tgtEl>
                                        <p:attrNameLst>
                                          <p:attrName>style.visibility</p:attrName>
                                        </p:attrNameLst>
                                      </p:cBhvr>
                                      <p:to>
                                        <p:strVal val="visible"/>
                                      </p:to>
                                    </p:set>
                                    <p:anim calcmode="lin" valueType="num">
                                      <p:cBhvr additive="base">
                                        <p:cTn id="113" dur="250" fill="hold"/>
                                        <p:tgtEl>
                                          <p:spTgt spid="78"/>
                                        </p:tgtEl>
                                        <p:attrNameLst>
                                          <p:attrName>ppt_x</p:attrName>
                                        </p:attrNameLst>
                                      </p:cBhvr>
                                      <p:tavLst>
                                        <p:tav tm="0">
                                          <p:val>
                                            <p:strVal val="#ppt_x"/>
                                          </p:val>
                                        </p:tav>
                                        <p:tav tm="100000">
                                          <p:val>
                                            <p:strVal val="#ppt_x"/>
                                          </p:val>
                                        </p:tav>
                                      </p:tavLst>
                                    </p:anim>
                                    <p:anim calcmode="lin" valueType="num">
                                      <p:cBhvr additive="base">
                                        <p:cTn id="114" dur="250" fill="hold"/>
                                        <p:tgtEl>
                                          <p:spTgt spid="78"/>
                                        </p:tgtEl>
                                        <p:attrNameLst>
                                          <p:attrName>ppt_y</p:attrName>
                                        </p:attrNameLst>
                                      </p:cBhvr>
                                      <p:tavLst>
                                        <p:tav tm="0">
                                          <p:val>
                                            <p:strVal val="0-#ppt_h/2"/>
                                          </p:val>
                                        </p:tav>
                                        <p:tav tm="100000">
                                          <p:val>
                                            <p:strVal val="#ppt_y"/>
                                          </p:val>
                                        </p:tav>
                                      </p:tavLst>
                                    </p:anim>
                                  </p:childTnLst>
                                </p:cTn>
                              </p:par>
                              <p:par>
                                <p:cTn id="115" presetID="2" presetClass="entr" presetSubtype="1" fill="hold" nodeType="withEffect">
                                  <p:stCondLst>
                                    <p:cond delay="750"/>
                                  </p:stCondLst>
                                  <p:childTnLst>
                                    <p:set>
                                      <p:cBhvr>
                                        <p:cTn id="116" dur="1" fill="hold">
                                          <p:stCondLst>
                                            <p:cond delay="0"/>
                                          </p:stCondLst>
                                        </p:cTn>
                                        <p:tgtEl>
                                          <p:spTgt spid="95"/>
                                        </p:tgtEl>
                                        <p:attrNameLst>
                                          <p:attrName>style.visibility</p:attrName>
                                        </p:attrNameLst>
                                      </p:cBhvr>
                                      <p:to>
                                        <p:strVal val="visible"/>
                                      </p:to>
                                    </p:set>
                                    <p:anim calcmode="lin" valueType="num">
                                      <p:cBhvr additive="base">
                                        <p:cTn id="117" dur="250" fill="hold"/>
                                        <p:tgtEl>
                                          <p:spTgt spid="95"/>
                                        </p:tgtEl>
                                        <p:attrNameLst>
                                          <p:attrName>ppt_x</p:attrName>
                                        </p:attrNameLst>
                                      </p:cBhvr>
                                      <p:tavLst>
                                        <p:tav tm="0">
                                          <p:val>
                                            <p:strVal val="#ppt_x"/>
                                          </p:val>
                                        </p:tav>
                                        <p:tav tm="100000">
                                          <p:val>
                                            <p:strVal val="#ppt_x"/>
                                          </p:val>
                                        </p:tav>
                                      </p:tavLst>
                                    </p:anim>
                                    <p:anim calcmode="lin" valueType="num">
                                      <p:cBhvr additive="base">
                                        <p:cTn id="118" dur="250" fill="hold"/>
                                        <p:tgtEl>
                                          <p:spTgt spid="95"/>
                                        </p:tgtEl>
                                        <p:attrNameLst>
                                          <p:attrName>ppt_y</p:attrName>
                                        </p:attrNameLst>
                                      </p:cBhvr>
                                      <p:tavLst>
                                        <p:tav tm="0">
                                          <p:val>
                                            <p:strVal val="0-#ppt_h/2"/>
                                          </p:val>
                                        </p:tav>
                                        <p:tav tm="100000">
                                          <p:val>
                                            <p:strVal val="#ppt_y"/>
                                          </p:val>
                                        </p:tav>
                                      </p:tavLst>
                                    </p:anim>
                                  </p:childTnLst>
                                </p:cTn>
                              </p:par>
                            </p:childTnLst>
                          </p:cTn>
                        </p:par>
                      </p:childTnLst>
                    </p:cTn>
                  </p:par>
                </p:childTnLst>
              </p:cTn>
              <p:prevCondLst>
                <p:cond evt="onPrev" delay="0">
                  <p:tgtEl>
                    <p:sldTgt/>
                  </p:tgtEl>
                </p:cond>
              </p:prevCondLst>
              <p:nextCondLst>
                <p:cond evt="onNext" delay="0">
                  <p:tgtEl>
                    <p:sldTgt/>
                  </p:tgtEl>
                </p:cond>
              </p:nextCondLst>
            </p:seq>
            <p:audio>
              <p:cMediaNode vol="100000">
                <p:cTn id="119" fill="hold" display="0">
                  <p:stCondLst>
                    <p:cond delay="indefinite"/>
                  </p:stCondLst>
                  <p:endCondLst>
                    <p:cond evt="onStopAudio" delay="0">
                      <p:tgtEl>
                        <p:sldTgt/>
                      </p:tgtEl>
                    </p:cond>
                  </p:endCondLst>
                </p:cTn>
                <p:tgtEl>
                  <p:spTgt spid="63"/>
                </p:tgtEl>
              </p:cMediaNode>
            </p:audio>
            <p:audio>
              <p:cMediaNode vol="100000">
                <p:cTn id="120" fill="hold" display="0">
                  <p:stCondLst>
                    <p:cond delay="indefinite"/>
                  </p:stCondLst>
                  <p:endCondLst>
                    <p:cond evt="onStopAudio" delay="0">
                      <p:tgtEl>
                        <p:sldTgt/>
                      </p:tgtEl>
                    </p:cond>
                  </p:endCondLst>
                </p:cTn>
                <p:tgtEl>
                  <p:spTgt spid="64"/>
                </p:tgtEl>
              </p:cMediaNode>
            </p:audio>
            <p:audio>
              <p:cMediaNode vol="78788">
                <p:cTn id="121" fill="hold" display="0">
                  <p:stCondLst>
                    <p:cond delay="indefinite"/>
                  </p:stCondLst>
                  <p:endCondLst>
                    <p:cond evt="onStopAudio" delay="0">
                      <p:tgtEl>
                        <p:sldTgt/>
                      </p:tgtEl>
                    </p:cond>
                    <p:cond evt="onNext" delay="0">
                      <p:tgtEl>
                        <p:sldTgt/>
                      </p:tgtEl>
                    </p:cond>
                  </p:endCondLst>
                </p:cTn>
                <p:tgtEl>
                  <p:spTgt spid="49"/>
                </p:tgtEl>
              </p:cMediaNode>
            </p:audio>
            <p:audio>
              <p:cMediaNode vol="80000">
                <p:cTn id="122" fill="hold" display="0">
                  <p:stCondLst>
                    <p:cond delay="indefinite"/>
                  </p:stCondLst>
                  <p:endCondLst>
                    <p:cond evt="onStopAudio" delay="0">
                      <p:tgtEl>
                        <p:sldTgt/>
                      </p:tgtEl>
                    </p:cond>
                  </p:endCondLst>
                </p:cTn>
                <p:tgtEl>
                  <p:spTgt spid="50"/>
                </p:tgtEl>
              </p:cMediaNode>
            </p:audio>
            <p:audio>
              <p:cMediaNode vol="80000">
                <p:cTn id="123" fill="hold" display="0">
                  <p:stCondLst>
                    <p:cond delay="indefinite"/>
                  </p:stCondLst>
                  <p:endCondLst>
                    <p:cond evt="onStopAudio" delay="0">
                      <p:tgtEl>
                        <p:sldTgt/>
                      </p:tgtEl>
                    </p:cond>
                  </p:endCondLst>
                </p:cTn>
                <p:tgtEl>
                  <p:spTgt spid="51"/>
                </p:tgtEl>
              </p:cMediaNode>
            </p:audio>
          </p:childTnLst>
        </p:cTn>
      </p:par>
    </p:tnLst>
  </p:timing>
</p:sld>
</file>

<file path=ppt/slides/slide22.xml><?xml version="1.0" encoding="utf-8"?>
<p:sld xmlns:a="http://schemas.openxmlformats.org/drawingml/2006/main" xmlns:r="http://schemas.openxmlformats.org/officeDocument/2006/relationships" xmlns:p="http://schemas.openxmlformats.org/presentationml/2006/main" show="0">
  <p:cSld>
    <p:spTree>
      <p:nvGrpSpPr>
        <p:cNvPr id="1" name=""/>
        <p:cNvGrpSpPr/>
        <p:nvPr/>
      </p:nvGrpSpPr>
      <p:grpSpPr>
        <a:xfrm>
          <a:off x="0" y="0"/>
          <a:ext cx="0" cy="0"/>
          <a:chOff x="0" y="0"/>
          <a:chExt cx="0" cy="0"/>
        </a:xfrm>
      </p:grpSpPr>
      <p:pic>
        <p:nvPicPr>
          <p:cNvPr id="14" name="Baseplate"/>
          <p:cNvPicPr>
            <a:picLocks noChangeAspect="1"/>
          </p:cNvPicPr>
          <p:nvPr/>
        </p:nvPicPr>
        <p:blipFill>
          <a:blip r:embed="rId13" cstate="print">
            <a:extLst>
              <a:ext uri="{28A0092B-C50C-407E-A947-70E740481C1C}">
                <a14:useLocalDpi xmlns:a14="http://schemas.microsoft.com/office/drawing/2010/main" val="0"/>
              </a:ext>
            </a:extLst>
          </a:blip>
          <a:stretch>
            <a:fillRect/>
          </a:stretch>
        </p:blipFill>
        <p:spPr>
          <a:xfrm>
            <a:off x="-594469" y="-54465"/>
            <a:ext cx="15819338" cy="8503919"/>
          </a:xfrm>
          <a:prstGeom prst="rect">
            <a:avLst/>
          </a:prstGeom>
        </p:spPr>
      </p:pic>
      <p:pic>
        <p:nvPicPr>
          <p:cNvPr id="51" name="Timer 1x2"/>
          <p:cNvPicPr>
            <a:picLocks/>
          </p:cNvPicPr>
          <p:nvPr/>
        </p:nvPicPr>
        <p:blipFill>
          <a:blip r:embed="rId14" cstate="print">
            <a:extLst>
              <a:ext uri="{28A0092B-C50C-407E-A947-70E740481C1C}">
                <a14:useLocalDpi xmlns:a14="http://schemas.microsoft.com/office/drawing/2010/main" val="0"/>
              </a:ext>
            </a:extLst>
          </a:blip>
          <a:stretch>
            <a:fillRect/>
          </a:stretch>
        </p:blipFill>
        <p:spPr>
          <a:xfrm>
            <a:off x="13929822" y="-203906"/>
            <a:ext cx="832104" cy="529163"/>
          </a:xfrm>
          <a:prstGeom prst="rect">
            <a:avLst/>
          </a:prstGeom>
        </p:spPr>
      </p:pic>
      <p:pic>
        <p:nvPicPr>
          <p:cNvPr id="62" name="Blue Bricks 1"/>
          <p:cNvPicPr>
            <a:picLocks noChangeAspect="1"/>
          </p:cNvPicPr>
          <p:nvPr/>
        </p:nvPicPr>
        <p:blipFill>
          <a:blip r:embed="rId15" cstate="print">
            <a:extLst>
              <a:ext uri="{28A0092B-C50C-407E-A947-70E740481C1C}">
                <a14:useLocalDpi xmlns:a14="http://schemas.microsoft.com/office/drawing/2010/main" val="0"/>
              </a:ext>
            </a:extLst>
          </a:blip>
          <a:stretch>
            <a:fillRect/>
          </a:stretch>
        </p:blipFill>
        <p:spPr>
          <a:xfrm>
            <a:off x="0" y="3059476"/>
            <a:ext cx="3461795" cy="1724155"/>
          </a:xfrm>
          <a:prstGeom prst="rect">
            <a:avLst/>
          </a:prstGeom>
        </p:spPr>
      </p:pic>
      <p:sp>
        <p:nvSpPr>
          <p:cNvPr id="79" name="Blue Cap 1"/>
          <p:cNvSpPr>
            <a:spLocks noChangeAspect="1"/>
          </p:cNvSpPr>
          <p:nvPr/>
        </p:nvSpPr>
        <p:spPr>
          <a:xfrm>
            <a:off x="213811" y="2951273"/>
            <a:ext cx="2907791" cy="1453896"/>
          </a:xfrm>
          <a:prstGeom prst="rect">
            <a:avLst/>
          </a:prstGeom>
          <a:solidFill>
            <a:srgbClr val="F4F4F4"/>
          </a:solidFill>
          <a:ln>
            <a:noFill/>
          </a:ln>
          <a:scene3d>
            <a:camera prst="orthographicFront">
              <a:rot lat="20400000" lon="21000000" rev="198000"/>
            </a:camera>
            <a:lightRig rig="balanced" dir="t"/>
          </a:scene3d>
          <a:sp3d extrusionH="165100" prstMaterial="metal">
            <a:bevelT w="19050" h="12700"/>
            <a:extrusionClr>
              <a:srgbClr val="F4F4F4"/>
            </a:extrusionClr>
          </a:sp3d>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sz="4400" spc="-200" dirty="0">
                <a:ln>
                  <a:solidFill>
                    <a:schemeClr val="tx1">
                      <a:lumMod val="85000"/>
                      <a:lumOff val="15000"/>
                    </a:schemeClr>
                  </a:solidFill>
                </a:ln>
                <a:solidFill>
                  <a:srgbClr val="106DDE"/>
                </a:solidFill>
                <a:latin typeface="Poppins Medium" panose="00000600000000000000" pitchFamily="2" charset="0"/>
                <a:ea typeface="ZCOOL QingKe HuangYou" panose="00000500000000000000" pitchFamily="2" charset="0"/>
                <a:cs typeface="Poppins Medium" panose="00000600000000000000" pitchFamily="2" charset="0"/>
              </a:rPr>
              <a:t>Your Text</a:t>
            </a:r>
          </a:p>
        </p:txBody>
      </p:sp>
      <p:pic>
        <p:nvPicPr>
          <p:cNvPr id="80" name="Red Bricks 1"/>
          <p:cNvPicPr>
            <a:picLocks noChangeAspect="1"/>
          </p:cNvPicPr>
          <p:nvPr/>
        </p:nvPicPr>
        <p:blipFill>
          <a:blip r:embed="rId16" cstate="print">
            <a:extLst>
              <a:ext uri="{28A0092B-C50C-407E-A947-70E740481C1C}">
                <a14:useLocalDpi xmlns:a14="http://schemas.microsoft.com/office/drawing/2010/main" val="0"/>
              </a:ext>
            </a:extLst>
          </a:blip>
          <a:stretch>
            <a:fillRect/>
          </a:stretch>
        </p:blipFill>
        <p:spPr>
          <a:xfrm>
            <a:off x="3475300" y="290455"/>
            <a:ext cx="3461795" cy="1724154"/>
          </a:xfrm>
          <a:prstGeom prst="rect">
            <a:avLst/>
          </a:prstGeom>
        </p:spPr>
      </p:pic>
      <p:sp>
        <p:nvSpPr>
          <p:cNvPr id="81" name="Red Cap 1"/>
          <p:cNvSpPr>
            <a:spLocks noChangeAspect="1"/>
          </p:cNvSpPr>
          <p:nvPr/>
        </p:nvSpPr>
        <p:spPr>
          <a:xfrm>
            <a:off x="4038601" y="182252"/>
            <a:ext cx="2907791" cy="1453896"/>
          </a:xfrm>
          <a:prstGeom prst="rect">
            <a:avLst/>
          </a:prstGeom>
          <a:solidFill>
            <a:srgbClr val="F4F4F4"/>
          </a:solidFill>
          <a:ln>
            <a:noFill/>
          </a:ln>
          <a:scene3d>
            <a:camera prst="orthographicFront">
              <a:rot lat="20400000" lon="21000000" rev="198000"/>
            </a:camera>
            <a:lightRig rig="balanced" dir="t"/>
          </a:scene3d>
          <a:sp3d extrusionH="165100" prstMaterial="metal">
            <a:bevelT w="19050" h="12700"/>
            <a:extrusionClr>
              <a:srgbClr val="F4F4F4"/>
            </a:extrusionClr>
          </a:sp3d>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sz="4400" spc="-200" dirty="0">
                <a:ln>
                  <a:solidFill>
                    <a:schemeClr val="tx1">
                      <a:lumMod val="85000"/>
                      <a:lumOff val="15000"/>
                    </a:schemeClr>
                  </a:solidFill>
                </a:ln>
                <a:solidFill>
                  <a:srgbClr val="DD1A21"/>
                </a:solidFill>
                <a:latin typeface="Poppins Medium" panose="00000600000000000000" pitchFamily="2" charset="0"/>
                <a:ea typeface="ZCOOL QingKe HuangYou" panose="00000500000000000000" pitchFamily="2" charset="0"/>
                <a:cs typeface="Poppins Medium" panose="00000600000000000000" pitchFamily="2" charset="0"/>
              </a:rPr>
              <a:t>Your Text</a:t>
            </a:r>
          </a:p>
        </p:txBody>
      </p:sp>
      <p:pic>
        <p:nvPicPr>
          <p:cNvPr id="82" name="Red Bricks 2"/>
          <p:cNvPicPr>
            <a:picLocks noChangeAspect="1"/>
          </p:cNvPicPr>
          <p:nvPr/>
        </p:nvPicPr>
        <p:blipFill>
          <a:blip r:embed="rId16" cstate="print">
            <a:extLst>
              <a:ext uri="{28A0092B-C50C-407E-A947-70E740481C1C}">
                <a14:useLocalDpi xmlns:a14="http://schemas.microsoft.com/office/drawing/2010/main" val="0"/>
              </a:ext>
            </a:extLst>
          </a:blip>
          <a:stretch>
            <a:fillRect/>
          </a:stretch>
        </p:blipFill>
        <p:spPr>
          <a:xfrm>
            <a:off x="3599052" y="2372938"/>
            <a:ext cx="3461795" cy="1724154"/>
          </a:xfrm>
          <a:prstGeom prst="rect">
            <a:avLst/>
          </a:prstGeom>
        </p:spPr>
      </p:pic>
      <p:sp>
        <p:nvSpPr>
          <p:cNvPr id="83" name="Red Cap 2"/>
          <p:cNvSpPr>
            <a:spLocks noChangeAspect="1"/>
          </p:cNvSpPr>
          <p:nvPr/>
        </p:nvSpPr>
        <p:spPr>
          <a:xfrm>
            <a:off x="4162553" y="2264735"/>
            <a:ext cx="2907791" cy="1453896"/>
          </a:xfrm>
          <a:prstGeom prst="rect">
            <a:avLst/>
          </a:prstGeom>
          <a:solidFill>
            <a:srgbClr val="F4F4F4"/>
          </a:solidFill>
          <a:ln>
            <a:noFill/>
          </a:ln>
          <a:scene3d>
            <a:camera prst="orthographicFront">
              <a:rot lat="20400000" lon="21000000" rev="198000"/>
            </a:camera>
            <a:lightRig rig="balanced" dir="t"/>
          </a:scene3d>
          <a:sp3d extrusionH="165100" prstMaterial="metal">
            <a:bevelT w="19050" h="12700"/>
            <a:extrusionClr>
              <a:srgbClr val="F4F4F4"/>
            </a:extrusionClr>
          </a:sp3d>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sz="4400" spc="-200" dirty="0">
                <a:ln>
                  <a:solidFill>
                    <a:schemeClr val="tx1">
                      <a:lumMod val="85000"/>
                      <a:lumOff val="15000"/>
                    </a:schemeClr>
                  </a:solidFill>
                </a:ln>
                <a:solidFill>
                  <a:srgbClr val="DD1A21"/>
                </a:solidFill>
                <a:latin typeface="Poppins Medium" panose="00000600000000000000" pitchFamily="2" charset="0"/>
                <a:ea typeface="ZCOOL QingKe HuangYou" panose="00000500000000000000" pitchFamily="2" charset="0"/>
                <a:cs typeface="Poppins Medium" panose="00000600000000000000" pitchFamily="2" charset="0"/>
              </a:rPr>
              <a:t>Your Text</a:t>
            </a:r>
          </a:p>
        </p:txBody>
      </p:sp>
      <p:pic>
        <p:nvPicPr>
          <p:cNvPr id="84" name="Red Bricks 3"/>
          <p:cNvPicPr>
            <a:picLocks noChangeAspect="1"/>
          </p:cNvPicPr>
          <p:nvPr/>
        </p:nvPicPr>
        <p:blipFill>
          <a:blip r:embed="rId16" cstate="print">
            <a:extLst>
              <a:ext uri="{28A0092B-C50C-407E-A947-70E740481C1C}">
                <a14:useLocalDpi xmlns:a14="http://schemas.microsoft.com/office/drawing/2010/main" val="0"/>
              </a:ext>
            </a:extLst>
          </a:blip>
          <a:stretch>
            <a:fillRect/>
          </a:stretch>
        </p:blipFill>
        <p:spPr>
          <a:xfrm>
            <a:off x="3710556" y="4451850"/>
            <a:ext cx="3461795" cy="1724154"/>
          </a:xfrm>
          <a:prstGeom prst="rect">
            <a:avLst/>
          </a:prstGeom>
        </p:spPr>
      </p:pic>
      <p:sp>
        <p:nvSpPr>
          <p:cNvPr id="85" name="Red Cap 3"/>
          <p:cNvSpPr>
            <a:spLocks noChangeAspect="1"/>
          </p:cNvSpPr>
          <p:nvPr/>
        </p:nvSpPr>
        <p:spPr>
          <a:xfrm>
            <a:off x="4274820" y="4343647"/>
            <a:ext cx="2907791" cy="1453896"/>
          </a:xfrm>
          <a:prstGeom prst="rect">
            <a:avLst/>
          </a:prstGeom>
          <a:solidFill>
            <a:srgbClr val="F4F4F4"/>
          </a:solidFill>
          <a:ln>
            <a:noFill/>
          </a:ln>
          <a:scene3d>
            <a:camera prst="orthographicFront">
              <a:rot lat="20400000" lon="21000000" rev="198000"/>
            </a:camera>
            <a:lightRig rig="balanced" dir="t"/>
          </a:scene3d>
          <a:sp3d extrusionH="165100" prstMaterial="metal">
            <a:bevelT w="19050" h="12700"/>
            <a:extrusionClr>
              <a:srgbClr val="F4F4F4"/>
            </a:extrusionClr>
          </a:sp3d>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sz="4400" spc="-200" dirty="0">
                <a:ln>
                  <a:solidFill>
                    <a:schemeClr val="tx1">
                      <a:lumMod val="85000"/>
                      <a:lumOff val="15000"/>
                    </a:schemeClr>
                  </a:solidFill>
                </a:ln>
                <a:solidFill>
                  <a:srgbClr val="DD1A21"/>
                </a:solidFill>
                <a:latin typeface="Poppins Medium" panose="00000600000000000000" pitchFamily="2" charset="0"/>
                <a:ea typeface="ZCOOL QingKe HuangYou" panose="00000500000000000000" pitchFamily="2" charset="0"/>
                <a:cs typeface="Poppins Medium" panose="00000600000000000000" pitchFamily="2" charset="0"/>
              </a:rPr>
              <a:t>Your Text</a:t>
            </a:r>
          </a:p>
        </p:txBody>
      </p:sp>
      <p:pic>
        <p:nvPicPr>
          <p:cNvPr id="88" name="Red Bricks 4"/>
          <p:cNvPicPr>
            <a:picLocks noChangeAspect="1"/>
          </p:cNvPicPr>
          <p:nvPr/>
        </p:nvPicPr>
        <p:blipFill>
          <a:blip r:embed="rId16" cstate="print">
            <a:extLst>
              <a:ext uri="{28A0092B-C50C-407E-A947-70E740481C1C}">
                <a14:useLocalDpi xmlns:a14="http://schemas.microsoft.com/office/drawing/2010/main" val="0"/>
              </a:ext>
            </a:extLst>
          </a:blip>
          <a:stretch>
            <a:fillRect/>
          </a:stretch>
        </p:blipFill>
        <p:spPr>
          <a:xfrm>
            <a:off x="3839259" y="6513066"/>
            <a:ext cx="3461795" cy="1724154"/>
          </a:xfrm>
          <a:prstGeom prst="rect">
            <a:avLst/>
          </a:prstGeom>
        </p:spPr>
      </p:pic>
      <p:sp>
        <p:nvSpPr>
          <p:cNvPr id="89" name="Red Cap 4"/>
          <p:cNvSpPr>
            <a:spLocks noChangeAspect="1"/>
          </p:cNvSpPr>
          <p:nvPr/>
        </p:nvSpPr>
        <p:spPr>
          <a:xfrm>
            <a:off x="4404869" y="6404863"/>
            <a:ext cx="2907791" cy="1453896"/>
          </a:xfrm>
          <a:prstGeom prst="rect">
            <a:avLst/>
          </a:prstGeom>
          <a:solidFill>
            <a:srgbClr val="F4F4F4"/>
          </a:solidFill>
          <a:ln>
            <a:noFill/>
          </a:ln>
          <a:scene3d>
            <a:camera prst="orthographicFront">
              <a:rot lat="20400000" lon="21000000" rev="198000"/>
            </a:camera>
            <a:lightRig rig="balanced" dir="t"/>
          </a:scene3d>
          <a:sp3d extrusionH="165100" prstMaterial="metal">
            <a:bevelT w="19050" h="12700"/>
            <a:extrusionClr>
              <a:srgbClr val="F4F4F4"/>
            </a:extrusionClr>
          </a:sp3d>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sz="4400" spc="-200" dirty="0">
                <a:ln>
                  <a:solidFill>
                    <a:schemeClr val="tx1">
                      <a:lumMod val="85000"/>
                      <a:lumOff val="15000"/>
                    </a:schemeClr>
                  </a:solidFill>
                </a:ln>
                <a:solidFill>
                  <a:srgbClr val="DD1A21"/>
                </a:solidFill>
                <a:latin typeface="Poppins Medium" panose="00000600000000000000" pitchFamily="2" charset="0"/>
                <a:ea typeface="ZCOOL QingKe HuangYou" panose="00000500000000000000" pitchFamily="2" charset="0"/>
                <a:cs typeface="Poppins Medium" panose="00000600000000000000" pitchFamily="2" charset="0"/>
              </a:rPr>
              <a:t>Your Text</a:t>
            </a:r>
          </a:p>
        </p:txBody>
      </p:sp>
      <p:pic>
        <p:nvPicPr>
          <p:cNvPr id="13" name="Green Bricks 1"/>
          <p:cNvPicPr>
            <a:picLocks noChangeAspect="1"/>
          </p:cNvPicPr>
          <p:nvPr/>
        </p:nvPicPr>
        <p:blipFill>
          <a:blip r:embed="rId17" cstate="print">
            <a:extLst>
              <a:ext uri="{28A0092B-C50C-407E-A947-70E740481C1C}">
                <a14:useLocalDpi xmlns:a14="http://schemas.microsoft.com/office/drawing/2010/main" val="0"/>
              </a:ext>
            </a:extLst>
          </a:blip>
          <a:stretch>
            <a:fillRect/>
          </a:stretch>
        </p:blipFill>
        <p:spPr>
          <a:xfrm>
            <a:off x="9286304" y="312925"/>
            <a:ext cx="3456007" cy="1724155"/>
          </a:xfrm>
          <a:prstGeom prst="rect">
            <a:avLst/>
          </a:prstGeom>
        </p:spPr>
      </p:pic>
      <p:sp>
        <p:nvSpPr>
          <p:cNvPr id="15" name="Green Cap 1"/>
          <p:cNvSpPr>
            <a:spLocks noChangeAspect="1"/>
          </p:cNvSpPr>
          <p:nvPr/>
        </p:nvSpPr>
        <p:spPr>
          <a:xfrm>
            <a:off x="9850629" y="204722"/>
            <a:ext cx="2907791" cy="1453896"/>
          </a:xfrm>
          <a:prstGeom prst="rect">
            <a:avLst/>
          </a:prstGeom>
          <a:solidFill>
            <a:srgbClr val="F4F4F4"/>
          </a:solidFill>
          <a:ln>
            <a:noFill/>
          </a:ln>
          <a:scene3d>
            <a:camera prst="orthographicFront">
              <a:rot lat="20400000" lon="21000000" rev="198000"/>
            </a:camera>
            <a:lightRig rig="balanced" dir="t"/>
          </a:scene3d>
          <a:sp3d extrusionH="165100" prstMaterial="metal">
            <a:bevelT w="19050" h="12700"/>
            <a:extrusionClr>
              <a:srgbClr val="F4F4F4"/>
            </a:extrusionClr>
          </a:sp3d>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sz="4400" spc="-200" dirty="0">
                <a:ln>
                  <a:solidFill>
                    <a:schemeClr val="tx1">
                      <a:lumMod val="85000"/>
                      <a:lumOff val="15000"/>
                    </a:schemeClr>
                  </a:solidFill>
                </a:ln>
                <a:solidFill>
                  <a:srgbClr val="04A043"/>
                </a:solidFill>
                <a:latin typeface="Poppins Medium" panose="00000600000000000000" pitchFamily="2" charset="0"/>
                <a:ea typeface="ZCOOL QingKe HuangYou" panose="00000500000000000000" pitchFamily="2" charset="0"/>
                <a:cs typeface="Poppins Medium" panose="00000600000000000000" pitchFamily="2" charset="0"/>
              </a:rPr>
              <a:t>Your Text</a:t>
            </a:r>
          </a:p>
        </p:txBody>
      </p:sp>
      <p:pic>
        <p:nvPicPr>
          <p:cNvPr id="30" name="Green Bricks 2"/>
          <p:cNvPicPr>
            <a:picLocks noChangeAspect="1"/>
          </p:cNvPicPr>
          <p:nvPr/>
        </p:nvPicPr>
        <p:blipFill>
          <a:blip r:embed="rId17" cstate="print">
            <a:extLst>
              <a:ext uri="{28A0092B-C50C-407E-A947-70E740481C1C}">
                <a14:useLocalDpi xmlns:a14="http://schemas.microsoft.com/office/drawing/2010/main" val="0"/>
              </a:ext>
            </a:extLst>
          </a:blip>
          <a:stretch>
            <a:fillRect/>
          </a:stretch>
        </p:blipFill>
        <p:spPr>
          <a:xfrm>
            <a:off x="9405482" y="2380201"/>
            <a:ext cx="3456007" cy="1724155"/>
          </a:xfrm>
          <a:prstGeom prst="rect">
            <a:avLst/>
          </a:prstGeom>
        </p:spPr>
      </p:pic>
      <p:sp>
        <p:nvSpPr>
          <p:cNvPr id="31" name="Green Cap 2"/>
          <p:cNvSpPr>
            <a:spLocks noChangeAspect="1"/>
          </p:cNvSpPr>
          <p:nvPr/>
        </p:nvSpPr>
        <p:spPr>
          <a:xfrm>
            <a:off x="9968739" y="2271998"/>
            <a:ext cx="2907791" cy="1453896"/>
          </a:xfrm>
          <a:prstGeom prst="rect">
            <a:avLst/>
          </a:prstGeom>
          <a:solidFill>
            <a:srgbClr val="F4F4F4"/>
          </a:solidFill>
          <a:ln>
            <a:noFill/>
          </a:ln>
          <a:scene3d>
            <a:camera prst="orthographicFront">
              <a:rot lat="20400000" lon="21000000" rev="198000"/>
            </a:camera>
            <a:lightRig rig="balanced" dir="t"/>
          </a:scene3d>
          <a:sp3d extrusionH="165100" prstMaterial="metal">
            <a:bevelT w="19050" h="12700"/>
            <a:extrusionClr>
              <a:srgbClr val="F4F4F4"/>
            </a:extrusionClr>
          </a:sp3d>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sz="4400" spc="-200" dirty="0">
                <a:ln>
                  <a:solidFill>
                    <a:schemeClr val="tx1">
                      <a:lumMod val="85000"/>
                      <a:lumOff val="15000"/>
                    </a:schemeClr>
                  </a:solidFill>
                </a:ln>
                <a:solidFill>
                  <a:srgbClr val="04A043"/>
                </a:solidFill>
                <a:latin typeface="Poppins Medium" panose="00000600000000000000" pitchFamily="2" charset="0"/>
                <a:ea typeface="ZCOOL QingKe HuangYou" panose="00000500000000000000" pitchFamily="2" charset="0"/>
                <a:cs typeface="Poppins Medium" panose="00000600000000000000" pitchFamily="2" charset="0"/>
              </a:rPr>
              <a:t>Your Text</a:t>
            </a:r>
          </a:p>
        </p:txBody>
      </p:sp>
      <p:pic>
        <p:nvPicPr>
          <p:cNvPr id="33" name="Green Bricks 3"/>
          <p:cNvPicPr>
            <a:picLocks noChangeAspect="1"/>
          </p:cNvPicPr>
          <p:nvPr/>
        </p:nvPicPr>
        <p:blipFill>
          <a:blip r:embed="rId17" cstate="print">
            <a:extLst>
              <a:ext uri="{28A0092B-C50C-407E-A947-70E740481C1C}">
                <a14:useLocalDpi xmlns:a14="http://schemas.microsoft.com/office/drawing/2010/main" val="0"/>
              </a:ext>
            </a:extLst>
          </a:blip>
          <a:stretch>
            <a:fillRect/>
          </a:stretch>
        </p:blipFill>
        <p:spPr>
          <a:xfrm>
            <a:off x="9526095" y="4456170"/>
            <a:ext cx="3456007" cy="1724155"/>
          </a:xfrm>
          <a:prstGeom prst="rect">
            <a:avLst/>
          </a:prstGeom>
        </p:spPr>
      </p:pic>
      <p:sp>
        <p:nvSpPr>
          <p:cNvPr id="34" name="Green Cap 3"/>
          <p:cNvSpPr>
            <a:spLocks noChangeAspect="1"/>
          </p:cNvSpPr>
          <p:nvPr/>
        </p:nvSpPr>
        <p:spPr>
          <a:xfrm>
            <a:off x="10091929" y="4347967"/>
            <a:ext cx="2907791" cy="1453896"/>
          </a:xfrm>
          <a:prstGeom prst="rect">
            <a:avLst/>
          </a:prstGeom>
          <a:solidFill>
            <a:srgbClr val="F4F4F4"/>
          </a:solidFill>
          <a:ln>
            <a:noFill/>
          </a:ln>
          <a:scene3d>
            <a:camera prst="orthographicFront">
              <a:rot lat="20400000" lon="21000000" rev="198000"/>
            </a:camera>
            <a:lightRig rig="balanced" dir="t"/>
          </a:scene3d>
          <a:sp3d extrusionH="165100" prstMaterial="metal">
            <a:bevelT w="19050" h="12700"/>
            <a:extrusionClr>
              <a:srgbClr val="F4F4F4"/>
            </a:extrusionClr>
          </a:sp3d>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sz="4400" spc="-200" dirty="0">
                <a:ln>
                  <a:solidFill>
                    <a:schemeClr val="tx1">
                      <a:lumMod val="85000"/>
                      <a:lumOff val="15000"/>
                    </a:schemeClr>
                  </a:solidFill>
                </a:ln>
                <a:solidFill>
                  <a:srgbClr val="04A043"/>
                </a:solidFill>
                <a:latin typeface="Poppins Medium" panose="00000600000000000000" pitchFamily="2" charset="0"/>
                <a:ea typeface="ZCOOL QingKe HuangYou" panose="00000500000000000000" pitchFamily="2" charset="0"/>
                <a:cs typeface="Poppins Medium" panose="00000600000000000000" pitchFamily="2" charset="0"/>
              </a:rPr>
              <a:t>Your Text</a:t>
            </a:r>
          </a:p>
        </p:txBody>
      </p:sp>
      <p:pic>
        <p:nvPicPr>
          <p:cNvPr id="36" name="Green Bricks 4"/>
          <p:cNvPicPr>
            <a:picLocks noChangeAspect="1"/>
          </p:cNvPicPr>
          <p:nvPr/>
        </p:nvPicPr>
        <p:blipFill>
          <a:blip r:embed="rId17" cstate="print">
            <a:extLst>
              <a:ext uri="{28A0092B-C50C-407E-A947-70E740481C1C}">
                <a14:useLocalDpi xmlns:a14="http://schemas.microsoft.com/office/drawing/2010/main" val="0"/>
              </a:ext>
            </a:extLst>
          </a:blip>
          <a:stretch>
            <a:fillRect/>
          </a:stretch>
        </p:blipFill>
        <p:spPr>
          <a:xfrm>
            <a:off x="9635113" y="6523446"/>
            <a:ext cx="3456007" cy="1724155"/>
          </a:xfrm>
          <a:prstGeom prst="rect">
            <a:avLst/>
          </a:prstGeom>
        </p:spPr>
      </p:pic>
      <p:sp>
        <p:nvSpPr>
          <p:cNvPr id="37" name="Green Cap 4"/>
          <p:cNvSpPr>
            <a:spLocks noChangeAspect="1"/>
          </p:cNvSpPr>
          <p:nvPr/>
        </p:nvSpPr>
        <p:spPr>
          <a:xfrm>
            <a:off x="10201149" y="6415243"/>
            <a:ext cx="2907791" cy="1453896"/>
          </a:xfrm>
          <a:prstGeom prst="rect">
            <a:avLst/>
          </a:prstGeom>
          <a:solidFill>
            <a:srgbClr val="F4F4F4"/>
          </a:solidFill>
          <a:ln>
            <a:noFill/>
          </a:ln>
          <a:scene3d>
            <a:camera prst="orthographicFront">
              <a:rot lat="20400000" lon="21000000" rev="198000"/>
            </a:camera>
            <a:lightRig rig="balanced" dir="t"/>
          </a:scene3d>
          <a:sp3d extrusionH="165100" prstMaterial="metal">
            <a:bevelT w="19050" h="12700"/>
            <a:extrusionClr>
              <a:srgbClr val="F4F4F4"/>
            </a:extrusionClr>
          </a:sp3d>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sz="4400" spc="-200" dirty="0">
                <a:ln>
                  <a:solidFill>
                    <a:schemeClr val="tx1">
                      <a:lumMod val="85000"/>
                      <a:lumOff val="15000"/>
                    </a:schemeClr>
                  </a:solidFill>
                </a:ln>
                <a:solidFill>
                  <a:srgbClr val="04A043"/>
                </a:solidFill>
                <a:latin typeface="Poppins Medium" panose="00000600000000000000" pitchFamily="2" charset="0"/>
                <a:ea typeface="ZCOOL QingKe HuangYou" panose="00000500000000000000" pitchFamily="2" charset="0"/>
                <a:cs typeface="Poppins Medium" panose="00000600000000000000" pitchFamily="2" charset="0"/>
              </a:rPr>
              <a:t>Your Text</a:t>
            </a:r>
          </a:p>
        </p:txBody>
      </p:sp>
      <p:pic>
        <p:nvPicPr>
          <p:cNvPr id="5" name="Points Reveal 1.mp3">
            <a:hlinkClick r:id="" action="ppaction://media"/>
          </p:cNvPr>
          <p:cNvPicPr>
            <a:picLocks noChangeAspect="1"/>
          </p:cNvPicPr>
          <p:nvPr>
            <a:audioFile r:link="rId2"/>
            <p:extLst>
              <p:ext uri="{DAA4B4D4-6D71-4841-9C94-3DE7FCFB9230}">
                <p14:media xmlns:p14="http://schemas.microsoft.com/office/powerpoint/2010/main" r:embed="rId1"/>
              </p:ext>
            </p:extLst>
          </p:nvPr>
        </p:nvPicPr>
        <p:blipFill>
          <a:blip r:embed="rId18"/>
          <a:stretch>
            <a:fillRect/>
          </a:stretch>
        </p:blipFill>
        <p:spPr>
          <a:xfrm>
            <a:off x="1905000" y="8528098"/>
            <a:ext cx="487363" cy="487363"/>
          </a:xfrm>
          <a:prstGeom prst="rect">
            <a:avLst/>
          </a:prstGeom>
        </p:spPr>
      </p:pic>
      <p:pic>
        <p:nvPicPr>
          <p:cNvPr id="7" name="Points Reveal 2.mp3">
            <a:hlinkClick r:id="" action="ppaction://media"/>
          </p:cNvPr>
          <p:cNvPicPr>
            <a:picLocks noChangeAspect="1"/>
          </p:cNvPicPr>
          <p:nvPr>
            <a:audioFile r:link="rId4"/>
            <p:extLst>
              <p:ext uri="{DAA4B4D4-6D71-4841-9C94-3DE7FCFB9230}">
                <p14:media xmlns:p14="http://schemas.microsoft.com/office/powerpoint/2010/main" r:embed="rId3"/>
              </p:ext>
            </p:extLst>
          </p:nvPr>
        </p:nvPicPr>
        <p:blipFill>
          <a:blip r:embed="rId18"/>
          <a:stretch>
            <a:fillRect/>
          </a:stretch>
        </p:blipFill>
        <p:spPr>
          <a:xfrm>
            <a:off x="2743200" y="8534400"/>
            <a:ext cx="487363" cy="487363"/>
          </a:xfrm>
          <a:prstGeom prst="rect">
            <a:avLst/>
          </a:prstGeom>
        </p:spPr>
      </p:pic>
      <p:pic>
        <p:nvPicPr>
          <p:cNvPr id="12" name="gold piece sequence (5 pieces) 1 (leandri140029).mp3">
            <a:hlinkClick r:id="" action="ppaction://media"/>
          </p:cNvPr>
          <p:cNvPicPr>
            <a:picLocks noChangeAspect="1"/>
          </p:cNvPicPr>
          <p:nvPr>
            <a:audioFile r:link="rId6"/>
            <p:extLst>
              <p:ext uri="{DAA4B4D4-6D71-4841-9C94-3DE7FCFB9230}">
                <p14:media xmlns:p14="http://schemas.microsoft.com/office/powerpoint/2010/main" r:embed="rId5"/>
              </p:ext>
            </p:extLst>
          </p:nvPr>
        </p:nvPicPr>
        <p:blipFill>
          <a:blip r:embed="rId19"/>
          <a:stretch>
            <a:fillRect/>
          </a:stretch>
        </p:blipFill>
        <p:spPr>
          <a:xfrm>
            <a:off x="6459029" y="8562412"/>
            <a:ext cx="487363" cy="487363"/>
          </a:xfrm>
          <a:prstGeom prst="rect">
            <a:avLst/>
          </a:prstGeom>
        </p:spPr>
      </p:pic>
      <p:pic>
        <p:nvPicPr>
          <p:cNvPr id="26" name="Green Metal Pipes.mp3">
            <a:hlinkClick r:id="" action="ppaction://media"/>
          </p:cNvPr>
          <p:cNvPicPr>
            <a:picLocks noChangeAspect="1"/>
          </p:cNvPicPr>
          <p:nvPr>
            <a:audioFile r:link="rId8"/>
            <p:extLst>
              <p:ext uri="{DAA4B4D4-6D71-4841-9C94-3DE7FCFB9230}">
                <p14:media xmlns:p14="http://schemas.microsoft.com/office/powerpoint/2010/main" r:embed="rId7"/>
              </p:ext>
            </p:extLst>
          </p:nvPr>
        </p:nvPicPr>
        <p:blipFill>
          <a:blip r:embed="rId18"/>
          <a:stretch>
            <a:fillRect/>
          </a:stretch>
        </p:blipFill>
        <p:spPr>
          <a:xfrm>
            <a:off x="4495800" y="8534400"/>
            <a:ext cx="487363" cy="487363"/>
          </a:xfrm>
          <a:prstGeom prst="rect">
            <a:avLst/>
          </a:prstGeom>
        </p:spPr>
      </p:pic>
      <p:pic>
        <p:nvPicPr>
          <p:cNvPr id="27" name="gold piece sequence (5 pieces) 2 (leandri140029).mp3">
            <a:hlinkClick r:id="" action="ppaction://media"/>
          </p:cNvPr>
          <p:cNvPicPr>
            <a:picLocks noChangeAspect="1"/>
          </p:cNvPicPr>
          <p:nvPr>
            <a:audioFile r:link="rId10"/>
            <p:extLst>
              <p:ext uri="{DAA4B4D4-6D71-4841-9C94-3DE7FCFB9230}">
                <p14:media xmlns:p14="http://schemas.microsoft.com/office/powerpoint/2010/main" r:embed="rId9"/>
              </p:ext>
            </p:extLst>
          </p:nvPr>
        </p:nvPicPr>
        <p:blipFill>
          <a:blip r:embed="rId20"/>
          <a:stretch>
            <a:fillRect/>
          </a:stretch>
        </p:blipFill>
        <p:spPr>
          <a:xfrm>
            <a:off x="7650847" y="8534398"/>
            <a:ext cx="487363" cy="487363"/>
          </a:xfrm>
          <a:prstGeom prst="rect">
            <a:avLst/>
          </a:prstGeom>
        </p:spPr>
      </p:pic>
      <p:pic>
        <p:nvPicPr>
          <p:cNvPr id="28" name="Gold Coin 1">
            <a:extLst>
              <a:ext uri="{FF2B5EF4-FFF2-40B4-BE49-F238E27FC236}">
                <a16:creationId xmlns:a16="http://schemas.microsoft.com/office/drawing/2014/main" id="{3C65B74D-3D06-8B0A-A30B-7ACE8E92CBC6}"/>
              </a:ext>
            </a:extLst>
          </p:cNvPr>
          <p:cNvPicPr>
            <a:picLocks noChangeAspect="1"/>
          </p:cNvPicPr>
          <p:nvPr/>
        </p:nvPicPr>
        <p:blipFill>
          <a:blip r:embed="rId21" cstate="print">
            <a:extLst>
              <a:ext uri="{28A0092B-C50C-407E-A947-70E740481C1C}">
                <a14:useLocalDpi xmlns:a14="http://schemas.microsoft.com/office/drawing/2010/main" val="0"/>
              </a:ext>
            </a:extLst>
          </a:blip>
          <a:stretch>
            <a:fillRect/>
          </a:stretch>
        </p:blipFill>
        <p:spPr>
          <a:xfrm>
            <a:off x="7067316" y="262737"/>
            <a:ext cx="400420" cy="374904"/>
          </a:xfrm>
          <a:prstGeom prst="rect">
            <a:avLst/>
          </a:prstGeom>
        </p:spPr>
      </p:pic>
      <p:pic>
        <p:nvPicPr>
          <p:cNvPr id="39" name="Gold Coin 1">
            <a:extLst>
              <a:ext uri="{FF2B5EF4-FFF2-40B4-BE49-F238E27FC236}">
                <a16:creationId xmlns:a16="http://schemas.microsoft.com/office/drawing/2014/main" id="{853568B6-03E0-F38F-A2E6-B96B81CC25B8}"/>
              </a:ext>
            </a:extLst>
          </p:cNvPr>
          <p:cNvPicPr>
            <a:picLocks noChangeAspect="1"/>
          </p:cNvPicPr>
          <p:nvPr/>
        </p:nvPicPr>
        <p:blipFill>
          <a:blip r:embed="rId21" cstate="print">
            <a:extLst>
              <a:ext uri="{28A0092B-C50C-407E-A947-70E740481C1C}">
                <a14:useLocalDpi xmlns:a14="http://schemas.microsoft.com/office/drawing/2010/main" val="0"/>
              </a:ext>
            </a:extLst>
          </a:blip>
          <a:stretch>
            <a:fillRect/>
          </a:stretch>
        </p:blipFill>
        <p:spPr>
          <a:xfrm>
            <a:off x="7181831" y="2338060"/>
            <a:ext cx="400420" cy="374904"/>
          </a:xfrm>
          <a:prstGeom prst="rect">
            <a:avLst/>
          </a:prstGeom>
        </p:spPr>
      </p:pic>
      <p:pic>
        <p:nvPicPr>
          <p:cNvPr id="40" name="Gold Coin 2">
            <a:extLst>
              <a:ext uri="{FF2B5EF4-FFF2-40B4-BE49-F238E27FC236}">
                <a16:creationId xmlns:a16="http://schemas.microsoft.com/office/drawing/2014/main" id="{78A7A5F2-0E50-76FE-9A2A-3F18D8563B9A}"/>
              </a:ext>
            </a:extLst>
          </p:cNvPr>
          <p:cNvPicPr>
            <a:picLocks noChangeAspect="1"/>
          </p:cNvPicPr>
          <p:nvPr/>
        </p:nvPicPr>
        <p:blipFill>
          <a:blip r:embed="rId21" cstate="print">
            <a:extLst>
              <a:ext uri="{28A0092B-C50C-407E-A947-70E740481C1C}">
                <a14:useLocalDpi xmlns:a14="http://schemas.microsoft.com/office/drawing/2010/main" val="0"/>
              </a:ext>
            </a:extLst>
          </a:blip>
          <a:stretch>
            <a:fillRect/>
          </a:stretch>
        </p:blipFill>
        <p:spPr>
          <a:xfrm>
            <a:off x="7909717" y="2344156"/>
            <a:ext cx="400420" cy="374904"/>
          </a:xfrm>
          <a:prstGeom prst="rect">
            <a:avLst/>
          </a:prstGeom>
        </p:spPr>
      </p:pic>
      <p:pic>
        <p:nvPicPr>
          <p:cNvPr id="41" name="Gold Coin 3">
            <a:extLst>
              <a:ext uri="{FF2B5EF4-FFF2-40B4-BE49-F238E27FC236}">
                <a16:creationId xmlns:a16="http://schemas.microsoft.com/office/drawing/2014/main" id="{F768EC25-8173-1BDA-7D8C-0A27E0BD249C}"/>
              </a:ext>
            </a:extLst>
          </p:cNvPr>
          <p:cNvPicPr>
            <a:picLocks noChangeAspect="1"/>
          </p:cNvPicPr>
          <p:nvPr/>
        </p:nvPicPr>
        <p:blipFill>
          <a:blip r:embed="rId21" cstate="print">
            <a:extLst>
              <a:ext uri="{28A0092B-C50C-407E-A947-70E740481C1C}">
                <a14:useLocalDpi xmlns:a14="http://schemas.microsoft.com/office/drawing/2010/main" val="0"/>
              </a:ext>
            </a:extLst>
          </a:blip>
          <a:stretch>
            <a:fillRect/>
          </a:stretch>
        </p:blipFill>
        <p:spPr>
          <a:xfrm>
            <a:off x="7217313" y="3034307"/>
            <a:ext cx="400420" cy="374904"/>
          </a:xfrm>
          <a:prstGeom prst="rect">
            <a:avLst/>
          </a:prstGeom>
        </p:spPr>
      </p:pic>
      <p:pic>
        <p:nvPicPr>
          <p:cNvPr id="42" name="Gold Coin 4">
            <a:extLst>
              <a:ext uri="{FF2B5EF4-FFF2-40B4-BE49-F238E27FC236}">
                <a16:creationId xmlns:a16="http://schemas.microsoft.com/office/drawing/2014/main" id="{BDE76C75-B70A-8490-C436-F3F342D157D7}"/>
              </a:ext>
            </a:extLst>
          </p:cNvPr>
          <p:cNvPicPr>
            <a:picLocks noChangeAspect="1"/>
          </p:cNvPicPr>
          <p:nvPr/>
        </p:nvPicPr>
        <p:blipFill>
          <a:blip r:embed="rId21" cstate="print">
            <a:extLst>
              <a:ext uri="{28A0092B-C50C-407E-A947-70E740481C1C}">
                <a14:useLocalDpi xmlns:a14="http://schemas.microsoft.com/office/drawing/2010/main" val="0"/>
              </a:ext>
            </a:extLst>
          </a:blip>
          <a:stretch>
            <a:fillRect/>
          </a:stretch>
        </p:blipFill>
        <p:spPr>
          <a:xfrm>
            <a:off x="7946293" y="3040403"/>
            <a:ext cx="400420" cy="374904"/>
          </a:xfrm>
          <a:prstGeom prst="rect">
            <a:avLst/>
          </a:prstGeom>
        </p:spPr>
      </p:pic>
      <p:pic>
        <p:nvPicPr>
          <p:cNvPr id="43" name="Gold Coin 5">
            <a:extLst>
              <a:ext uri="{FF2B5EF4-FFF2-40B4-BE49-F238E27FC236}">
                <a16:creationId xmlns:a16="http://schemas.microsoft.com/office/drawing/2014/main" id="{50E344EB-9D6A-E9F0-60E8-42F56AC33570}"/>
              </a:ext>
            </a:extLst>
          </p:cNvPr>
          <p:cNvPicPr>
            <a:picLocks noChangeAspect="1"/>
          </p:cNvPicPr>
          <p:nvPr/>
        </p:nvPicPr>
        <p:blipFill>
          <a:blip r:embed="rId21" cstate="print">
            <a:extLst>
              <a:ext uri="{28A0092B-C50C-407E-A947-70E740481C1C}">
                <a14:useLocalDpi xmlns:a14="http://schemas.microsoft.com/office/drawing/2010/main" val="0"/>
              </a:ext>
            </a:extLst>
          </a:blip>
          <a:stretch>
            <a:fillRect/>
          </a:stretch>
        </p:blipFill>
        <p:spPr>
          <a:xfrm>
            <a:off x="7563827" y="2693540"/>
            <a:ext cx="400420" cy="374904"/>
          </a:xfrm>
          <a:prstGeom prst="rect">
            <a:avLst/>
          </a:prstGeom>
        </p:spPr>
      </p:pic>
      <p:pic>
        <p:nvPicPr>
          <p:cNvPr id="44" name="Gold Coin 1">
            <a:extLst>
              <a:ext uri="{FF2B5EF4-FFF2-40B4-BE49-F238E27FC236}">
                <a16:creationId xmlns:a16="http://schemas.microsoft.com/office/drawing/2014/main" id="{22B482C9-FCE8-5BA8-A89E-2018A900176A}"/>
              </a:ext>
            </a:extLst>
          </p:cNvPr>
          <p:cNvPicPr>
            <a:picLocks noChangeAspect="1"/>
          </p:cNvPicPr>
          <p:nvPr/>
        </p:nvPicPr>
        <p:blipFill>
          <a:blip r:embed="rId21" cstate="print">
            <a:extLst>
              <a:ext uri="{28A0092B-C50C-407E-A947-70E740481C1C}">
                <a14:useLocalDpi xmlns:a14="http://schemas.microsoft.com/office/drawing/2010/main" val="0"/>
              </a:ext>
            </a:extLst>
          </a:blip>
          <a:stretch>
            <a:fillRect/>
          </a:stretch>
        </p:blipFill>
        <p:spPr>
          <a:xfrm>
            <a:off x="7299834" y="4402858"/>
            <a:ext cx="400420" cy="374904"/>
          </a:xfrm>
          <a:prstGeom prst="rect">
            <a:avLst/>
          </a:prstGeom>
        </p:spPr>
      </p:pic>
      <p:pic>
        <p:nvPicPr>
          <p:cNvPr id="45" name="Gold Coin 2">
            <a:extLst>
              <a:ext uri="{FF2B5EF4-FFF2-40B4-BE49-F238E27FC236}">
                <a16:creationId xmlns:a16="http://schemas.microsoft.com/office/drawing/2014/main" id="{E5476DDE-AA67-5692-2E17-84E6D7657CAB}"/>
              </a:ext>
            </a:extLst>
          </p:cNvPr>
          <p:cNvPicPr>
            <a:picLocks noChangeAspect="1"/>
          </p:cNvPicPr>
          <p:nvPr/>
        </p:nvPicPr>
        <p:blipFill>
          <a:blip r:embed="rId21" cstate="print">
            <a:extLst>
              <a:ext uri="{28A0092B-C50C-407E-A947-70E740481C1C}">
                <a14:useLocalDpi xmlns:a14="http://schemas.microsoft.com/office/drawing/2010/main" val="0"/>
              </a:ext>
            </a:extLst>
          </a:blip>
          <a:stretch>
            <a:fillRect/>
          </a:stretch>
        </p:blipFill>
        <p:spPr>
          <a:xfrm>
            <a:off x="8027720" y="4408954"/>
            <a:ext cx="400420" cy="374904"/>
          </a:xfrm>
          <a:prstGeom prst="rect">
            <a:avLst/>
          </a:prstGeom>
        </p:spPr>
      </p:pic>
      <p:pic>
        <p:nvPicPr>
          <p:cNvPr id="46" name="Gold Coin 3">
            <a:extLst>
              <a:ext uri="{FF2B5EF4-FFF2-40B4-BE49-F238E27FC236}">
                <a16:creationId xmlns:a16="http://schemas.microsoft.com/office/drawing/2014/main" id="{1076EAD6-EC6D-E2AA-6229-0604D4B6AC4F}"/>
              </a:ext>
            </a:extLst>
          </p:cNvPr>
          <p:cNvPicPr>
            <a:picLocks noChangeAspect="1"/>
          </p:cNvPicPr>
          <p:nvPr/>
        </p:nvPicPr>
        <p:blipFill>
          <a:blip r:embed="rId21" cstate="print">
            <a:extLst>
              <a:ext uri="{28A0092B-C50C-407E-A947-70E740481C1C}">
                <a14:useLocalDpi xmlns:a14="http://schemas.microsoft.com/office/drawing/2010/main" val="0"/>
              </a:ext>
            </a:extLst>
          </a:blip>
          <a:stretch>
            <a:fillRect/>
          </a:stretch>
        </p:blipFill>
        <p:spPr>
          <a:xfrm>
            <a:off x="7335316" y="5099105"/>
            <a:ext cx="400420" cy="374904"/>
          </a:xfrm>
          <a:prstGeom prst="rect">
            <a:avLst/>
          </a:prstGeom>
        </p:spPr>
      </p:pic>
      <p:pic>
        <p:nvPicPr>
          <p:cNvPr id="49" name="Gold Coin 1">
            <a:extLst>
              <a:ext uri="{FF2B5EF4-FFF2-40B4-BE49-F238E27FC236}">
                <a16:creationId xmlns:a16="http://schemas.microsoft.com/office/drawing/2014/main" id="{02FC920A-38AC-A80F-9CCF-119816CD96F9}"/>
              </a:ext>
            </a:extLst>
          </p:cNvPr>
          <p:cNvPicPr>
            <a:picLocks noChangeAspect="1"/>
          </p:cNvPicPr>
          <p:nvPr/>
        </p:nvPicPr>
        <p:blipFill>
          <a:blip r:embed="rId21" cstate="print">
            <a:extLst>
              <a:ext uri="{28A0092B-C50C-407E-A947-70E740481C1C}">
                <a14:useLocalDpi xmlns:a14="http://schemas.microsoft.com/office/drawing/2010/main" val="0"/>
              </a:ext>
            </a:extLst>
          </a:blip>
          <a:stretch>
            <a:fillRect/>
          </a:stretch>
        </p:blipFill>
        <p:spPr>
          <a:xfrm>
            <a:off x="7407277" y="6466553"/>
            <a:ext cx="400420" cy="374904"/>
          </a:xfrm>
          <a:prstGeom prst="rect">
            <a:avLst/>
          </a:prstGeom>
        </p:spPr>
      </p:pic>
      <p:pic>
        <p:nvPicPr>
          <p:cNvPr id="50" name="Gold Coin 2">
            <a:extLst>
              <a:ext uri="{FF2B5EF4-FFF2-40B4-BE49-F238E27FC236}">
                <a16:creationId xmlns:a16="http://schemas.microsoft.com/office/drawing/2014/main" id="{DC6948A3-BF4F-04A3-8117-B7B3636D79E4}"/>
              </a:ext>
            </a:extLst>
          </p:cNvPr>
          <p:cNvPicPr>
            <a:picLocks noChangeAspect="1"/>
          </p:cNvPicPr>
          <p:nvPr/>
        </p:nvPicPr>
        <p:blipFill>
          <a:blip r:embed="rId21" cstate="print">
            <a:extLst>
              <a:ext uri="{28A0092B-C50C-407E-A947-70E740481C1C}">
                <a14:useLocalDpi xmlns:a14="http://schemas.microsoft.com/office/drawing/2010/main" val="0"/>
              </a:ext>
            </a:extLst>
          </a:blip>
          <a:stretch>
            <a:fillRect/>
          </a:stretch>
        </p:blipFill>
        <p:spPr>
          <a:xfrm>
            <a:off x="8135163" y="6472649"/>
            <a:ext cx="400420" cy="374904"/>
          </a:xfrm>
          <a:prstGeom prst="rect">
            <a:avLst/>
          </a:prstGeom>
        </p:spPr>
      </p:pic>
      <p:pic>
        <p:nvPicPr>
          <p:cNvPr id="52" name="Gold Coin 3">
            <a:extLst>
              <a:ext uri="{FF2B5EF4-FFF2-40B4-BE49-F238E27FC236}">
                <a16:creationId xmlns:a16="http://schemas.microsoft.com/office/drawing/2014/main" id="{D649010C-041A-E578-F232-743337971E92}"/>
              </a:ext>
            </a:extLst>
          </p:cNvPr>
          <p:cNvPicPr>
            <a:picLocks noChangeAspect="1"/>
          </p:cNvPicPr>
          <p:nvPr/>
        </p:nvPicPr>
        <p:blipFill>
          <a:blip r:embed="rId21" cstate="print">
            <a:extLst>
              <a:ext uri="{28A0092B-C50C-407E-A947-70E740481C1C}">
                <a14:useLocalDpi xmlns:a14="http://schemas.microsoft.com/office/drawing/2010/main" val="0"/>
              </a:ext>
            </a:extLst>
          </a:blip>
          <a:stretch>
            <a:fillRect/>
          </a:stretch>
        </p:blipFill>
        <p:spPr>
          <a:xfrm>
            <a:off x="7442759" y="7162800"/>
            <a:ext cx="400420" cy="374904"/>
          </a:xfrm>
          <a:prstGeom prst="rect">
            <a:avLst/>
          </a:prstGeom>
        </p:spPr>
      </p:pic>
      <p:pic>
        <p:nvPicPr>
          <p:cNvPr id="55" name="Gold Coin 1">
            <a:extLst>
              <a:ext uri="{FF2B5EF4-FFF2-40B4-BE49-F238E27FC236}">
                <a16:creationId xmlns:a16="http://schemas.microsoft.com/office/drawing/2014/main" id="{33F162D1-96A8-A648-FF33-7753F93BBEDB}"/>
              </a:ext>
            </a:extLst>
          </p:cNvPr>
          <p:cNvPicPr>
            <a:picLocks noChangeAspect="1"/>
          </p:cNvPicPr>
          <p:nvPr/>
        </p:nvPicPr>
        <p:blipFill>
          <a:blip r:embed="rId21" cstate="print">
            <a:extLst>
              <a:ext uri="{28A0092B-C50C-407E-A947-70E740481C1C}">
                <a14:useLocalDpi xmlns:a14="http://schemas.microsoft.com/office/drawing/2010/main" val="0"/>
              </a:ext>
            </a:extLst>
          </a:blip>
          <a:stretch>
            <a:fillRect/>
          </a:stretch>
        </p:blipFill>
        <p:spPr>
          <a:xfrm>
            <a:off x="12861981" y="279730"/>
            <a:ext cx="400420" cy="374904"/>
          </a:xfrm>
          <a:prstGeom prst="rect">
            <a:avLst/>
          </a:prstGeom>
        </p:spPr>
      </p:pic>
      <p:pic>
        <p:nvPicPr>
          <p:cNvPr id="56" name="Gold Coin 2">
            <a:extLst>
              <a:ext uri="{FF2B5EF4-FFF2-40B4-BE49-F238E27FC236}">
                <a16:creationId xmlns:a16="http://schemas.microsoft.com/office/drawing/2014/main" id="{4368B9A9-122A-8CBA-384D-DFD6E78E620C}"/>
              </a:ext>
            </a:extLst>
          </p:cNvPr>
          <p:cNvPicPr>
            <a:picLocks noChangeAspect="1"/>
          </p:cNvPicPr>
          <p:nvPr/>
        </p:nvPicPr>
        <p:blipFill>
          <a:blip r:embed="rId21" cstate="print">
            <a:extLst>
              <a:ext uri="{28A0092B-C50C-407E-A947-70E740481C1C}">
                <a14:useLocalDpi xmlns:a14="http://schemas.microsoft.com/office/drawing/2010/main" val="0"/>
              </a:ext>
            </a:extLst>
          </a:blip>
          <a:stretch>
            <a:fillRect/>
          </a:stretch>
        </p:blipFill>
        <p:spPr>
          <a:xfrm>
            <a:off x="13589867" y="285826"/>
            <a:ext cx="400420" cy="374904"/>
          </a:xfrm>
          <a:prstGeom prst="rect">
            <a:avLst/>
          </a:prstGeom>
        </p:spPr>
      </p:pic>
      <p:pic>
        <p:nvPicPr>
          <p:cNvPr id="57" name="Gold Coin 3">
            <a:extLst>
              <a:ext uri="{FF2B5EF4-FFF2-40B4-BE49-F238E27FC236}">
                <a16:creationId xmlns:a16="http://schemas.microsoft.com/office/drawing/2014/main" id="{EFFE4AF6-25DA-3BC1-DD87-F32CE28F5B76}"/>
              </a:ext>
            </a:extLst>
          </p:cNvPr>
          <p:cNvPicPr>
            <a:picLocks noChangeAspect="1"/>
          </p:cNvPicPr>
          <p:nvPr/>
        </p:nvPicPr>
        <p:blipFill>
          <a:blip r:embed="rId21" cstate="print">
            <a:extLst>
              <a:ext uri="{28A0092B-C50C-407E-A947-70E740481C1C}">
                <a14:useLocalDpi xmlns:a14="http://schemas.microsoft.com/office/drawing/2010/main" val="0"/>
              </a:ext>
            </a:extLst>
          </a:blip>
          <a:stretch>
            <a:fillRect/>
          </a:stretch>
        </p:blipFill>
        <p:spPr>
          <a:xfrm>
            <a:off x="12897463" y="975977"/>
            <a:ext cx="400420" cy="374904"/>
          </a:xfrm>
          <a:prstGeom prst="rect">
            <a:avLst/>
          </a:prstGeom>
        </p:spPr>
      </p:pic>
      <p:pic>
        <p:nvPicPr>
          <p:cNvPr id="58" name="Gold Coin 4">
            <a:extLst>
              <a:ext uri="{FF2B5EF4-FFF2-40B4-BE49-F238E27FC236}">
                <a16:creationId xmlns:a16="http://schemas.microsoft.com/office/drawing/2014/main" id="{EA5F16EB-7D39-5DE9-BC19-F3BDB071E74D}"/>
              </a:ext>
            </a:extLst>
          </p:cNvPr>
          <p:cNvPicPr>
            <a:picLocks noChangeAspect="1"/>
          </p:cNvPicPr>
          <p:nvPr/>
        </p:nvPicPr>
        <p:blipFill>
          <a:blip r:embed="rId21" cstate="print">
            <a:extLst>
              <a:ext uri="{28A0092B-C50C-407E-A947-70E740481C1C}">
                <a14:useLocalDpi xmlns:a14="http://schemas.microsoft.com/office/drawing/2010/main" val="0"/>
              </a:ext>
            </a:extLst>
          </a:blip>
          <a:stretch>
            <a:fillRect/>
          </a:stretch>
        </p:blipFill>
        <p:spPr>
          <a:xfrm>
            <a:off x="13626443" y="982073"/>
            <a:ext cx="400420" cy="374904"/>
          </a:xfrm>
          <a:prstGeom prst="rect">
            <a:avLst/>
          </a:prstGeom>
        </p:spPr>
      </p:pic>
      <p:pic>
        <p:nvPicPr>
          <p:cNvPr id="60" name="Gold Coin 1">
            <a:extLst>
              <a:ext uri="{FF2B5EF4-FFF2-40B4-BE49-F238E27FC236}">
                <a16:creationId xmlns:a16="http://schemas.microsoft.com/office/drawing/2014/main" id="{3B7D0744-80A8-1FC2-442C-222189E5278B}"/>
              </a:ext>
            </a:extLst>
          </p:cNvPr>
          <p:cNvPicPr>
            <a:picLocks noChangeAspect="1"/>
          </p:cNvPicPr>
          <p:nvPr/>
        </p:nvPicPr>
        <p:blipFill>
          <a:blip r:embed="rId21" cstate="print">
            <a:extLst>
              <a:ext uri="{28A0092B-C50C-407E-A947-70E740481C1C}">
                <a14:useLocalDpi xmlns:a14="http://schemas.microsoft.com/office/drawing/2010/main" val="0"/>
              </a:ext>
            </a:extLst>
          </a:blip>
          <a:stretch>
            <a:fillRect/>
          </a:stretch>
        </p:blipFill>
        <p:spPr>
          <a:xfrm>
            <a:off x="12976496" y="2355053"/>
            <a:ext cx="400420" cy="374904"/>
          </a:xfrm>
          <a:prstGeom prst="rect">
            <a:avLst/>
          </a:prstGeom>
        </p:spPr>
      </p:pic>
      <p:pic>
        <p:nvPicPr>
          <p:cNvPr id="61" name="Gold Coin 2">
            <a:extLst>
              <a:ext uri="{FF2B5EF4-FFF2-40B4-BE49-F238E27FC236}">
                <a16:creationId xmlns:a16="http://schemas.microsoft.com/office/drawing/2014/main" id="{8233C41F-87AF-48E4-DEDA-D4489D0E0F02}"/>
              </a:ext>
            </a:extLst>
          </p:cNvPr>
          <p:cNvPicPr>
            <a:picLocks noChangeAspect="1"/>
          </p:cNvPicPr>
          <p:nvPr/>
        </p:nvPicPr>
        <p:blipFill>
          <a:blip r:embed="rId21" cstate="print">
            <a:extLst>
              <a:ext uri="{28A0092B-C50C-407E-A947-70E740481C1C}">
                <a14:useLocalDpi xmlns:a14="http://schemas.microsoft.com/office/drawing/2010/main" val="0"/>
              </a:ext>
            </a:extLst>
          </a:blip>
          <a:stretch>
            <a:fillRect/>
          </a:stretch>
        </p:blipFill>
        <p:spPr>
          <a:xfrm>
            <a:off x="13704382" y="2361149"/>
            <a:ext cx="400420" cy="374904"/>
          </a:xfrm>
          <a:prstGeom prst="rect">
            <a:avLst/>
          </a:prstGeom>
        </p:spPr>
      </p:pic>
      <p:pic>
        <p:nvPicPr>
          <p:cNvPr id="63" name="Gold Coin 3">
            <a:extLst>
              <a:ext uri="{FF2B5EF4-FFF2-40B4-BE49-F238E27FC236}">
                <a16:creationId xmlns:a16="http://schemas.microsoft.com/office/drawing/2014/main" id="{530B1695-613C-5607-51F5-E5576C79235D}"/>
              </a:ext>
            </a:extLst>
          </p:cNvPr>
          <p:cNvPicPr>
            <a:picLocks noChangeAspect="1"/>
          </p:cNvPicPr>
          <p:nvPr/>
        </p:nvPicPr>
        <p:blipFill>
          <a:blip r:embed="rId21" cstate="print">
            <a:extLst>
              <a:ext uri="{28A0092B-C50C-407E-A947-70E740481C1C}">
                <a14:useLocalDpi xmlns:a14="http://schemas.microsoft.com/office/drawing/2010/main" val="0"/>
              </a:ext>
            </a:extLst>
          </a:blip>
          <a:stretch>
            <a:fillRect/>
          </a:stretch>
        </p:blipFill>
        <p:spPr>
          <a:xfrm>
            <a:off x="13011978" y="3051300"/>
            <a:ext cx="400420" cy="374904"/>
          </a:xfrm>
          <a:prstGeom prst="rect">
            <a:avLst/>
          </a:prstGeom>
        </p:spPr>
      </p:pic>
      <p:pic>
        <p:nvPicPr>
          <p:cNvPr id="64" name="Gold Coin 4">
            <a:extLst>
              <a:ext uri="{FF2B5EF4-FFF2-40B4-BE49-F238E27FC236}">
                <a16:creationId xmlns:a16="http://schemas.microsoft.com/office/drawing/2014/main" id="{4B4914DB-FEDA-15AE-BCC9-4E2A89D4F188}"/>
              </a:ext>
            </a:extLst>
          </p:cNvPr>
          <p:cNvPicPr>
            <a:picLocks noChangeAspect="1"/>
          </p:cNvPicPr>
          <p:nvPr/>
        </p:nvPicPr>
        <p:blipFill>
          <a:blip r:embed="rId21" cstate="print">
            <a:extLst>
              <a:ext uri="{28A0092B-C50C-407E-A947-70E740481C1C}">
                <a14:useLocalDpi xmlns:a14="http://schemas.microsoft.com/office/drawing/2010/main" val="0"/>
              </a:ext>
            </a:extLst>
          </a:blip>
          <a:stretch>
            <a:fillRect/>
          </a:stretch>
        </p:blipFill>
        <p:spPr>
          <a:xfrm>
            <a:off x="13740958" y="3057396"/>
            <a:ext cx="400420" cy="374904"/>
          </a:xfrm>
          <a:prstGeom prst="rect">
            <a:avLst/>
          </a:prstGeom>
        </p:spPr>
      </p:pic>
      <p:pic>
        <p:nvPicPr>
          <p:cNvPr id="65" name="Gold Coin 5">
            <a:extLst>
              <a:ext uri="{FF2B5EF4-FFF2-40B4-BE49-F238E27FC236}">
                <a16:creationId xmlns:a16="http://schemas.microsoft.com/office/drawing/2014/main" id="{3E2CD26C-1E27-FBE8-BFDA-9A68595B92A1}"/>
              </a:ext>
            </a:extLst>
          </p:cNvPr>
          <p:cNvPicPr>
            <a:picLocks noChangeAspect="1"/>
          </p:cNvPicPr>
          <p:nvPr/>
        </p:nvPicPr>
        <p:blipFill>
          <a:blip r:embed="rId21" cstate="print">
            <a:extLst>
              <a:ext uri="{28A0092B-C50C-407E-A947-70E740481C1C}">
                <a14:useLocalDpi xmlns:a14="http://schemas.microsoft.com/office/drawing/2010/main" val="0"/>
              </a:ext>
            </a:extLst>
          </a:blip>
          <a:stretch>
            <a:fillRect/>
          </a:stretch>
        </p:blipFill>
        <p:spPr>
          <a:xfrm>
            <a:off x="13358492" y="2710533"/>
            <a:ext cx="400420" cy="374904"/>
          </a:xfrm>
          <a:prstGeom prst="rect">
            <a:avLst/>
          </a:prstGeom>
        </p:spPr>
      </p:pic>
      <p:pic>
        <p:nvPicPr>
          <p:cNvPr id="66" name="Gold Coin 1">
            <a:extLst>
              <a:ext uri="{FF2B5EF4-FFF2-40B4-BE49-F238E27FC236}">
                <a16:creationId xmlns:a16="http://schemas.microsoft.com/office/drawing/2014/main" id="{00EB5791-C116-5603-3196-58CCC7D8FB8B}"/>
              </a:ext>
            </a:extLst>
          </p:cNvPr>
          <p:cNvPicPr>
            <a:picLocks noChangeAspect="1"/>
          </p:cNvPicPr>
          <p:nvPr/>
        </p:nvPicPr>
        <p:blipFill>
          <a:blip r:embed="rId21" cstate="print">
            <a:extLst>
              <a:ext uri="{28A0092B-C50C-407E-A947-70E740481C1C}">
                <a14:useLocalDpi xmlns:a14="http://schemas.microsoft.com/office/drawing/2010/main" val="0"/>
              </a:ext>
            </a:extLst>
          </a:blip>
          <a:stretch>
            <a:fillRect/>
          </a:stretch>
        </p:blipFill>
        <p:spPr>
          <a:xfrm>
            <a:off x="13094499" y="4419851"/>
            <a:ext cx="400420" cy="374904"/>
          </a:xfrm>
          <a:prstGeom prst="rect">
            <a:avLst/>
          </a:prstGeom>
        </p:spPr>
      </p:pic>
      <p:pic>
        <p:nvPicPr>
          <p:cNvPr id="67" name="Gold Coin 2">
            <a:extLst>
              <a:ext uri="{FF2B5EF4-FFF2-40B4-BE49-F238E27FC236}">
                <a16:creationId xmlns:a16="http://schemas.microsoft.com/office/drawing/2014/main" id="{04EE849F-B259-3214-96DE-E0857E35694A}"/>
              </a:ext>
            </a:extLst>
          </p:cNvPr>
          <p:cNvPicPr>
            <a:picLocks noChangeAspect="1"/>
          </p:cNvPicPr>
          <p:nvPr/>
        </p:nvPicPr>
        <p:blipFill>
          <a:blip r:embed="rId21" cstate="print">
            <a:extLst>
              <a:ext uri="{28A0092B-C50C-407E-A947-70E740481C1C}">
                <a14:useLocalDpi xmlns:a14="http://schemas.microsoft.com/office/drawing/2010/main" val="0"/>
              </a:ext>
            </a:extLst>
          </a:blip>
          <a:stretch>
            <a:fillRect/>
          </a:stretch>
        </p:blipFill>
        <p:spPr>
          <a:xfrm>
            <a:off x="13822385" y="4425947"/>
            <a:ext cx="400420" cy="374904"/>
          </a:xfrm>
          <a:prstGeom prst="rect">
            <a:avLst/>
          </a:prstGeom>
        </p:spPr>
      </p:pic>
      <p:pic>
        <p:nvPicPr>
          <p:cNvPr id="71" name="Gold Coin 1">
            <a:extLst>
              <a:ext uri="{FF2B5EF4-FFF2-40B4-BE49-F238E27FC236}">
                <a16:creationId xmlns:a16="http://schemas.microsoft.com/office/drawing/2014/main" id="{26C7DEF5-57B1-7E4E-AA37-5710E70C47CB}"/>
              </a:ext>
            </a:extLst>
          </p:cNvPr>
          <p:cNvPicPr>
            <a:picLocks noChangeAspect="1"/>
          </p:cNvPicPr>
          <p:nvPr/>
        </p:nvPicPr>
        <p:blipFill>
          <a:blip r:embed="rId21" cstate="print">
            <a:extLst>
              <a:ext uri="{28A0092B-C50C-407E-A947-70E740481C1C}">
                <a14:useLocalDpi xmlns:a14="http://schemas.microsoft.com/office/drawing/2010/main" val="0"/>
              </a:ext>
            </a:extLst>
          </a:blip>
          <a:stretch>
            <a:fillRect/>
          </a:stretch>
        </p:blipFill>
        <p:spPr>
          <a:xfrm>
            <a:off x="13201942" y="6483546"/>
            <a:ext cx="400420" cy="374904"/>
          </a:xfrm>
          <a:prstGeom prst="rect">
            <a:avLst/>
          </a:prstGeom>
        </p:spPr>
      </p:pic>
    </p:spTree>
    <p:extLst>
      <p:ext uri="{BB962C8B-B14F-4D97-AF65-F5344CB8AC3E}">
        <p14:creationId xmlns:p14="http://schemas.microsoft.com/office/powerpoint/2010/main" val="1410768170"/>
      </p:ext>
    </p:extLst>
  </p:cSld>
  <p:clrMapOvr>
    <a:masterClrMapping/>
  </p:clrMapOvr>
  <mc:AlternateContent xmlns:mc="http://schemas.openxmlformats.org/markup-compatibility/2006" xmlns:p14="http://schemas.microsoft.com/office/powerpoint/2010/main">
    <mc:Choice Requires="p14">
      <p:transition spd="slow" p14:dur="1300">
        <p14:pan/>
      </p:transition>
    </mc:Choice>
    <mc:Fallback xmlns="">
      <p:transition spd="slow">
        <p:fade/>
      </p:transition>
    </mc:Fallback>
  </mc:AlternateContent>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mediacall" presetSubtype="0" fill="hold" nodeType="clickEffect">
                                  <p:stCondLst>
                                    <p:cond delay="0"/>
                                  </p:stCondLst>
                                  <p:childTnLst>
                                    <p:cmd type="call" cmd="playFrom(0.0)">
                                      <p:cBhvr>
                                        <p:cTn id="6" dur="40045" fill="hold"/>
                                        <p:tgtEl>
                                          <p:spTgt spid="26"/>
                                        </p:tgtEl>
                                      </p:cBhvr>
                                    </p:cmd>
                                  </p:childTnLst>
                                </p:cTn>
                              </p:par>
                              <p:par>
                                <p:cTn id="7" presetID="0" presetClass="path" presetSubtype="0" fill="hold" nodeType="withEffect">
                                  <p:stCondLst>
                                    <p:cond delay="0"/>
                                  </p:stCondLst>
                                  <p:childTnLst>
                                    <p:animMotion origin="layout" path="M 0.00021 -0.00077 L 0.00021 -0.0216 L -0.02518 -0.0216 L -0.02518 0.00039 L -0.02518 -0.0216 L -0.04926 -0.0216 L -0.04992 -0.00077 L -0.04926 -0.0216 L -0.07466 -0.0216 L -0.07531 -0.00174 L -0.07531 -0.0216 L -0.0994 -0.0216 L -0.10005 -0.00174 L -0.10059 -0.0216 L -0.12424 -0.0216 L -0.12479 -0.00174 L -0.12479 -0.02045 L -0.14953 -0.0216 L -0.14953 -0.00289 L -0.14953 -0.0216 L -0.17426 -0.02276 L -0.17426 -0.00174 L -0.17492 -0.0216 L -0.19835 -0.02276 L -0.199 -0.00174 L -0.199 -0.02276 L -0.22385 -0.02276 L -0.22385 -0.00174 L -0.22385 -0.02276 L -0.24913 -0.02276 L -0.24848 -0.00289 L -0.24848 -0.02276 L -0.27387 -0.02276 L -0.27387 -0.00174 L -0.27387 -0.02276 L -0.29818 -0.02276 L -0.29818 -0.00174 L -0.29872 -0.02276 L -0.32346 -0.02276 L -0.32346 -0.00174 L -0.324 -0.02276 L -0.34755 -0.02276 L -0.34755 -0.00174 L -0.3469 -0.02392 L -0.37175 -0.02392 L -0.37229 -0.00289 L -0.37229 -0.02392 L -0.39768 -0.02392 L -0.39768 -0.00174 L -0.39703 -0.02488 L -0.42177 -0.02488 L -0.42242 -0.00174 L -0.42242 -0.02488 L -0.44662 -0.02488 L -0.44716 -0.00289 L -0.44716 -0.02488 L -0.4719 -0.02488 L -0.4719 -0.00289 L -0.47125 -0.02488 L -0.49664 -0.02488 L -0.49664 -0.00289 L -0.4961 -0.02604 L -0.52138 -0.02604 L -0.52138 -0.00174 L -0.52138 -0.02604 L -0.54623 -0.02604 L -0.54623 -0.00405 L -0.54623 -0.02604 L -0.57042 -0.02604 L -0.57042 -0.00289 L -0.57107 -0.02604 L -0.59571 -0.02604 L -0.59571 -0.00405 L -0.59505 -0.02604 L -0.61979 -0.02604 L -0.62045 -0.00405 L -0.62045 -0.02604 L -0.64594 -0.02604 L -0.64594 -0.00405 L -0.64594 -0.0272 L -0.67058 -0.0272 L -0.66992 -0.00289 L -0.67058 -0.02604 L -0.69532 -0.02604 L -0.69466 -0.00405 L -0.69597 -0.02604 L -0.72016 -0.02604 L -0.72081 -0.00405 L -0.72016 -0.0272 L -0.74414 -0.0272 L -0.7436 -0.00289 L -0.74414 -0.02604 L -0.76953 -0.02604 L -0.76953 -0.00405 L -0.76953 -0.02604 L -0.79373 -0.02604 L -0.79373 -0.00405 L -0.79373 -0.02488 L -0.81847 -0.02488 L -0.81912 -0.00521 L -0.81847 -0.02488 L -0.84386 -0.02488 L -0.84386 -0.00405 L -0.84386 -0.02488 L -0.8686 -0.02488 L -0.8686 -0.00405 L -0.8686 -0.02488 L -0.89334 -0.02488 L -0.89334 -0.00405 L -0.89334 -0.02488 L -0.91808 -0.02488 L -0.91808 -0.00521 L -0.91808 -0.02604 L -0.94282 -0.02604 L -0.94282 -0.00637 L -0.94282 -0.02604 L -0.96756 -0.02604 L -0.96756 -0.00521 L -0.96756 -0.02604 L -0.99176 -0.02604 L -0.9923 -0.00637 " pathEditMode="relative" ptsTypes="AAAAAAAAAAAAAAAAAAAAAAAAAAAAAAAAAAAAAAAAAAAAAAAAAAAAAAAAAAAAAAAAAAAAAAAAAAAAAAAAAAAAAAAAAAAAAAAAAAAAAAAAAAAAAAAAAAAAAAAAA">
                                      <p:cBhvr>
                                        <p:cTn id="8" dur="40000" fill="hold"/>
                                        <p:tgtEl>
                                          <p:spTgt spid="51"/>
                                        </p:tgtEl>
                                        <p:attrNameLst>
                                          <p:attrName>ppt_x</p:attrName>
                                          <p:attrName>ppt_y</p:attrName>
                                        </p:attrNameLst>
                                      </p:cBhvr>
                                    </p:animMotion>
                                  </p:childTnLst>
                                </p:cTn>
                              </p:par>
                            </p:childTnLst>
                          </p:cTn>
                        </p:par>
                      </p:childTnLst>
                    </p:cTn>
                  </p:par>
                  <p:par>
                    <p:cTn id="9" fill="hold">
                      <p:stCondLst>
                        <p:cond delay="indefinite"/>
                      </p:stCondLst>
                      <p:childTnLst>
                        <p:par>
                          <p:cTn id="10" fill="hold">
                            <p:stCondLst>
                              <p:cond delay="0"/>
                            </p:stCondLst>
                            <p:childTnLst>
                              <p:par>
                                <p:cTn id="11" presetID="1" presetClass="mediacall" presetSubtype="0" fill="hold" nodeType="clickEffect">
                                  <p:stCondLst>
                                    <p:cond delay="0"/>
                                  </p:stCondLst>
                                  <p:childTnLst>
                                    <p:cmd type="call" cmd="playFrom(0.0)">
                                      <p:cBhvr>
                                        <p:cTn id="12" dur="417" fill="hold"/>
                                        <p:tgtEl>
                                          <p:spTgt spid="5"/>
                                        </p:tgtEl>
                                      </p:cBhvr>
                                    </p:cmd>
                                  </p:childTnLst>
                                </p:cTn>
                              </p:par>
                            </p:childTnLst>
                          </p:cTn>
                        </p:par>
                        <p:par>
                          <p:cTn id="13" fill="hold">
                            <p:stCondLst>
                              <p:cond delay="417"/>
                            </p:stCondLst>
                            <p:childTnLst>
                              <p:par>
                                <p:cTn id="14" presetID="1" presetClass="mediacall" presetSubtype="0" fill="hold" nodeType="afterEffect">
                                  <p:stCondLst>
                                    <p:cond delay="0"/>
                                  </p:stCondLst>
                                  <p:childTnLst>
                                    <p:cmd type="call" cmd="playFrom(0.0)">
                                      <p:cBhvr>
                                        <p:cTn id="15" dur="1152" fill="hold"/>
                                        <p:tgtEl>
                                          <p:spTgt spid="12"/>
                                        </p:tgtEl>
                                      </p:cBhvr>
                                    </p:cmd>
                                  </p:childTnLst>
                                </p:cTn>
                              </p:par>
                              <p:par>
                                <p:cTn id="16" presetID="2" presetClass="entr" presetSubtype="1" fill="hold" nodeType="withEffect">
                                  <p:stCondLst>
                                    <p:cond delay="0"/>
                                  </p:stCondLst>
                                  <p:childTnLst>
                                    <p:set>
                                      <p:cBhvr>
                                        <p:cTn id="17" dur="1" fill="hold">
                                          <p:stCondLst>
                                            <p:cond delay="0"/>
                                          </p:stCondLst>
                                        </p:cTn>
                                        <p:tgtEl>
                                          <p:spTgt spid="28"/>
                                        </p:tgtEl>
                                        <p:attrNameLst>
                                          <p:attrName>style.visibility</p:attrName>
                                        </p:attrNameLst>
                                      </p:cBhvr>
                                      <p:to>
                                        <p:strVal val="visible"/>
                                      </p:to>
                                    </p:set>
                                    <p:anim calcmode="lin" valueType="num">
                                      <p:cBhvr additive="base">
                                        <p:cTn id="18" dur="250" fill="hold"/>
                                        <p:tgtEl>
                                          <p:spTgt spid="28"/>
                                        </p:tgtEl>
                                        <p:attrNameLst>
                                          <p:attrName>ppt_x</p:attrName>
                                        </p:attrNameLst>
                                      </p:cBhvr>
                                      <p:tavLst>
                                        <p:tav tm="0">
                                          <p:val>
                                            <p:strVal val="#ppt_x"/>
                                          </p:val>
                                        </p:tav>
                                        <p:tav tm="100000">
                                          <p:val>
                                            <p:strVal val="#ppt_x"/>
                                          </p:val>
                                        </p:tav>
                                      </p:tavLst>
                                    </p:anim>
                                    <p:anim calcmode="lin" valueType="num">
                                      <p:cBhvr additive="base">
                                        <p:cTn id="19" dur="250" fill="hold"/>
                                        <p:tgtEl>
                                          <p:spTgt spid="28"/>
                                        </p:tgtEl>
                                        <p:attrNameLst>
                                          <p:attrName>ppt_y</p:attrName>
                                        </p:attrNameLst>
                                      </p:cBhvr>
                                      <p:tavLst>
                                        <p:tav tm="0">
                                          <p:val>
                                            <p:strVal val="0-#ppt_h/2"/>
                                          </p:val>
                                        </p:tav>
                                        <p:tav tm="100000">
                                          <p:val>
                                            <p:strVal val="#ppt_y"/>
                                          </p:val>
                                        </p:tav>
                                      </p:tavLst>
                                    </p:anim>
                                  </p:childTnLst>
                                </p:cTn>
                              </p:par>
                              <p:par>
                                <p:cTn id="20" presetID="2" presetClass="entr" presetSubtype="1" fill="hold" nodeType="withEffect">
                                  <p:stCondLst>
                                    <p:cond delay="0"/>
                                  </p:stCondLst>
                                  <p:childTnLst>
                                    <p:set>
                                      <p:cBhvr>
                                        <p:cTn id="21" dur="1" fill="hold">
                                          <p:stCondLst>
                                            <p:cond delay="0"/>
                                          </p:stCondLst>
                                        </p:cTn>
                                        <p:tgtEl>
                                          <p:spTgt spid="39"/>
                                        </p:tgtEl>
                                        <p:attrNameLst>
                                          <p:attrName>style.visibility</p:attrName>
                                        </p:attrNameLst>
                                      </p:cBhvr>
                                      <p:to>
                                        <p:strVal val="visible"/>
                                      </p:to>
                                    </p:set>
                                    <p:anim calcmode="lin" valueType="num">
                                      <p:cBhvr additive="base">
                                        <p:cTn id="22" dur="250" fill="hold"/>
                                        <p:tgtEl>
                                          <p:spTgt spid="39"/>
                                        </p:tgtEl>
                                        <p:attrNameLst>
                                          <p:attrName>ppt_x</p:attrName>
                                        </p:attrNameLst>
                                      </p:cBhvr>
                                      <p:tavLst>
                                        <p:tav tm="0">
                                          <p:val>
                                            <p:strVal val="#ppt_x"/>
                                          </p:val>
                                        </p:tav>
                                        <p:tav tm="100000">
                                          <p:val>
                                            <p:strVal val="#ppt_x"/>
                                          </p:val>
                                        </p:tav>
                                      </p:tavLst>
                                    </p:anim>
                                    <p:anim calcmode="lin" valueType="num">
                                      <p:cBhvr additive="base">
                                        <p:cTn id="23" dur="250" fill="hold"/>
                                        <p:tgtEl>
                                          <p:spTgt spid="39"/>
                                        </p:tgtEl>
                                        <p:attrNameLst>
                                          <p:attrName>ppt_y</p:attrName>
                                        </p:attrNameLst>
                                      </p:cBhvr>
                                      <p:tavLst>
                                        <p:tav tm="0">
                                          <p:val>
                                            <p:strVal val="0-#ppt_h/2"/>
                                          </p:val>
                                        </p:tav>
                                        <p:tav tm="100000">
                                          <p:val>
                                            <p:strVal val="#ppt_y"/>
                                          </p:val>
                                        </p:tav>
                                      </p:tavLst>
                                    </p:anim>
                                  </p:childTnLst>
                                </p:cTn>
                              </p:par>
                              <p:par>
                                <p:cTn id="24" presetID="2" presetClass="entr" presetSubtype="1" fill="hold" nodeType="withEffect">
                                  <p:stCondLst>
                                    <p:cond delay="0"/>
                                  </p:stCondLst>
                                  <p:childTnLst>
                                    <p:set>
                                      <p:cBhvr>
                                        <p:cTn id="25" dur="1" fill="hold">
                                          <p:stCondLst>
                                            <p:cond delay="0"/>
                                          </p:stCondLst>
                                        </p:cTn>
                                        <p:tgtEl>
                                          <p:spTgt spid="44"/>
                                        </p:tgtEl>
                                        <p:attrNameLst>
                                          <p:attrName>style.visibility</p:attrName>
                                        </p:attrNameLst>
                                      </p:cBhvr>
                                      <p:to>
                                        <p:strVal val="visible"/>
                                      </p:to>
                                    </p:set>
                                    <p:anim calcmode="lin" valueType="num">
                                      <p:cBhvr additive="base">
                                        <p:cTn id="26" dur="250" fill="hold"/>
                                        <p:tgtEl>
                                          <p:spTgt spid="44"/>
                                        </p:tgtEl>
                                        <p:attrNameLst>
                                          <p:attrName>ppt_x</p:attrName>
                                        </p:attrNameLst>
                                      </p:cBhvr>
                                      <p:tavLst>
                                        <p:tav tm="0">
                                          <p:val>
                                            <p:strVal val="#ppt_x"/>
                                          </p:val>
                                        </p:tav>
                                        <p:tav tm="100000">
                                          <p:val>
                                            <p:strVal val="#ppt_x"/>
                                          </p:val>
                                        </p:tav>
                                      </p:tavLst>
                                    </p:anim>
                                    <p:anim calcmode="lin" valueType="num">
                                      <p:cBhvr additive="base">
                                        <p:cTn id="27" dur="250" fill="hold"/>
                                        <p:tgtEl>
                                          <p:spTgt spid="44"/>
                                        </p:tgtEl>
                                        <p:attrNameLst>
                                          <p:attrName>ppt_y</p:attrName>
                                        </p:attrNameLst>
                                      </p:cBhvr>
                                      <p:tavLst>
                                        <p:tav tm="0">
                                          <p:val>
                                            <p:strVal val="0-#ppt_h/2"/>
                                          </p:val>
                                        </p:tav>
                                        <p:tav tm="100000">
                                          <p:val>
                                            <p:strVal val="#ppt_y"/>
                                          </p:val>
                                        </p:tav>
                                      </p:tavLst>
                                    </p:anim>
                                  </p:childTnLst>
                                </p:cTn>
                              </p:par>
                              <p:par>
                                <p:cTn id="28" presetID="2" presetClass="entr" presetSubtype="1" fill="hold" nodeType="withEffect">
                                  <p:stCondLst>
                                    <p:cond delay="0"/>
                                  </p:stCondLst>
                                  <p:childTnLst>
                                    <p:set>
                                      <p:cBhvr>
                                        <p:cTn id="29" dur="1" fill="hold">
                                          <p:stCondLst>
                                            <p:cond delay="0"/>
                                          </p:stCondLst>
                                        </p:cTn>
                                        <p:tgtEl>
                                          <p:spTgt spid="49"/>
                                        </p:tgtEl>
                                        <p:attrNameLst>
                                          <p:attrName>style.visibility</p:attrName>
                                        </p:attrNameLst>
                                      </p:cBhvr>
                                      <p:to>
                                        <p:strVal val="visible"/>
                                      </p:to>
                                    </p:set>
                                    <p:anim calcmode="lin" valueType="num">
                                      <p:cBhvr additive="base">
                                        <p:cTn id="30" dur="250" fill="hold"/>
                                        <p:tgtEl>
                                          <p:spTgt spid="49"/>
                                        </p:tgtEl>
                                        <p:attrNameLst>
                                          <p:attrName>ppt_x</p:attrName>
                                        </p:attrNameLst>
                                      </p:cBhvr>
                                      <p:tavLst>
                                        <p:tav tm="0">
                                          <p:val>
                                            <p:strVal val="#ppt_x"/>
                                          </p:val>
                                        </p:tav>
                                        <p:tav tm="100000">
                                          <p:val>
                                            <p:strVal val="#ppt_x"/>
                                          </p:val>
                                        </p:tav>
                                      </p:tavLst>
                                    </p:anim>
                                    <p:anim calcmode="lin" valueType="num">
                                      <p:cBhvr additive="base">
                                        <p:cTn id="31" dur="250" fill="hold"/>
                                        <p:tgtEl>
                                          <p:spTgt spid="49"/>
                                        </p:tgtEl>
                                        <p:attrNameLst>
                                          <p:attrName>ppt_y</p:attrName>
                                        </p:attrNameLst>
                                      </p:cBhvr>
                                      <p:tavLst>
                                        <p:tav tm="0">
                                          <p:val>
                                            <p:strVal val="0-#ppt_h/2"/>
                                          </p:val>
                                        </p:tav>
                                        <p:tav tm="100000">
                                          <p:val>
                                            <p:strVal val="#ppt_y"/>
                                          </p:val>
                                        </p:tav>
                                      </p:tavLst>
                                    </p:anim>
                                  </p:childTnLst>
                                </p:cTn>
                              </p:par>
                              <p:par>
                                <p:cTn id="32" presetID="2" presetClass="entr" presetSubtype="1" fill="hold" nodeType="withEffect">
                                  <p:stCondLst>
                                    <p:cond delay="250"/>
                                  </p:stCondLst>
                                  <p:childTnLst>
                                    <p:set>
                                      <p:cBhvr>
                                        <p:cTn id="33" dur="1" fill="hold">
                                          <p:stCondLst>
                                            <p:cond delay="0"/>
                                          </p:stCondLst>
                                        </p:cTn>
                                        <p:tgtEl>
                                          <p:spTgt spid="40"/>
                                        </p:tgtEl>
                                        <p:attrNameLst>
                                          <p:attrName>style.visibility</p:attrName>
                                        </p:attrNameLst>
                                      </p:cBhvr>
                                      <p:to>
                                        <p:strVal val="visible"/>
                                      </p:to>
                                    </p:set>
                                    <p:anim calcmode="lin" valueType="num">
                                      <p:cBhvr additive="base">
                                        <p:cTn id="34" dur="250" fill="hold"/>
                                        <p:tgtEl>
                                          <p:spTgt spid="40"/>
                                        </p:tgtEl>
                                        <p:attrNameLst>
                                          <p:attrName>ppt_x</p:attrName>
                                        </p:attrNameLst>
                                      </p:cBhvr>
                                      <p:tavLst>
                                        <p:tav tm="0">
                                          <p:val>
                                            <p:strVal val="#ppt_x"/>
                                          </p:val>
                                        </p:tav>
                                        <p:tav tm="100000">
                                          <p:val>
                                            <p:strVal val="#ppt_x"/>
                                          </p:val>
                                        </p:tav>
                                      </p:tavLst>
                                    </p:anim>
                                    <p:anim calcmode="lin" valueType="num">
                                      <p:cBhvr additive="base">
                                        <p:cTn id="35" dur="250" fill="hold"/>
                                        <p:tgtEl>
                                          <p:spTgt spid="40"/>
                                        </p:tgtEl>
                                        <p:attrNameLst>
                                          <p:attrName>ppt_y</p:attrName>
                                        </p:attrNameLst>
                                      </p:cBhvr>
                                      <p:tavLst>
                                        <p:tav tm="0">
                                          <p:val>
                                            <p:strVal val="0-#ppt_h/2"/>
                                          </p:val>
                                        </p:tav>
                                        <p:tav tm="100000">
                                          <p:val>
                                            <p:strVal val="#ppt_y"/>
                                          </p:val>
                                        </p:tav>
                                      </p:tavLst>
                                    </p:anim>
                                  </p:childTnLst>
                                </p:cTn>
                              </p:par>
                              <p:par>
                                <p:cTn id="36" presetID="2" presetClass="entr" presetSubtype="1" fill="hold" nodeType="withEffect">
                                  <p:stCondLst>
                                    <p:cond delay="250"/>
                                  </p:stCondLst>
                                  <p:childTnLst>
                                    <p:set>
                                      <p:cBhvr>
                                        <p:cTn id="37" dur="1" fill="hold">
                                          <p:stCondLst>
                                            <p:cond delay="0"/>
                                          </p:stCondLst>
                                        </p:cTn>
                                        <p:tgtEl>
                                          <p:spTgt spid="45"/>
                                        </p:tgtEl>
                                        <p:attrNameLst>
                                          <p:attrName>style.visibility</p:attrName>
                                        </p:attrNameLst>
                                      </p:cBhvr>
                                      <p:to>
                                        <p:strVal val="visible"/>
                                      </p:to>
                                    </p:set>
                                    <p:anim calcmode="lin" valueType="num">
                                      <p:cBhvr additive="base">
                                        <p:cTn id="38" dur="250" fill="hold"/>
                                        <p:tgtEl>
                                          <p:spTgt spid="45"/>
                                        </p:tgtEl>
                                        <p:attrNameLst>
                                          <p:attrName>ppt_x</p:attrName>
                                        </p:attrNameLst>
                                      </p:cBhvr>
                                      <p:tavLst>
                                        <p:tav tm="0">
                                          <p:val>
                                            <p:strVal val="#ppt_x"/>
                                          </p:val>
                                        </p:tav>
                                        <p:tav tm="100000">
                                          <p:val>
                                            <p:strVal val="#ppt_x"/>
                                          </p:val>
                                        </p:tav>
                                      </p:tavLst>
                                    </p:anim>
                                    <p:anim calcmode="lin" valueType="num">
                                      <p:cBhvr additive="base">
                                        <p:cTn id="39" dur="250" fill="hold"/>
                                        <p:tgtEl>
                                          <p:spTgt spid="45"/>
                                        </p:tgtEl>
                                        <p:attrNameLst>
                                          <p:attrName>ppt_y</p:attrName>
                                        </p:attrNameLst>
                                      </p:cBhvr>
                                      <p:tavLst>
                                        <p:tav tm="0">
                                          <p:val>
                                            <p:strVal val="0-#ppt_h/2"/>
                                          </p:val>
                                        </p:tav>
                                        <p:tav tm="100000">
                                          <p:val>
                                            <p:strVal val="#ppt_y"/>
                                          </p:val>
                                        </p:tav>
                                      </p:tavLst>
                                    </p:anim>
                                  </p:childTnLst>
                                </p:cTn>
                              </p:par>
                              <p:par>
                                <p:cTn id="40" presetID="2" presetClass="entr" presetSubtype="1" fill="hold" nodeType="withEffect">
                                  <p:stCondLst>
                                    <p:cond delay="250"/>
                                  </p:stCondLst>
                                  <p:childTnLst>
                                    <p:set>
                                      <p:cBhvr>
                                        <p:cTn id="41" dur="1" fill="hold">
                                          <p:stCondLst>
                                            <p:cond delay="0"/>
                                          </p:stCondLst>
                                        </p:cTn>
                                        <p:tgtEl>
                                          <p:spTgt spid="50"/>
                                        </p:tgtEl>
                                        <p:attrNameLst>
                                          <p:attrName>style.visibility</p:attrName>
                                        </p:attrNameLst>
                                      </p:cBhvr>
                                      <p:to>
                                        <p:strVal val="visible"/>
                                      </p:to>
                                    </p:set>
                                    <p:anim calcmode="lin" valueType="num">
                                      <p:cBhvr additive="base">
                                        <p:cTn id="42" dur="250" fill="hold"/>
                                        <p:tgtEl>
                                          <p:spTgt spid="50"/>
                                        </p:tgtEl>
                                        <p:attrNameLst>
                                          <p:attrName>ppt_x</p:attrName>
                                        </p:attrNameLst>
                                      </p:cBhvr>
                                      <p:tavLst>
                                        <p:tav tm="0">
                                          <p:val>
                                            <p:strVal val="#ppt_x"/>
                                          </p:val>
                                        </p:tav>
                                        <p:tav tm="100000">
                                          <p:val>
                                            <p:strVal val="#ppt_x"/>
                                          </p:val>
                                        </p:tav>
                                      </p:tavLst>
                                    </p:anim>
                                    <p:anim calcmode="lin" valueType="num">
                                      <p:cBhvr additive="base">
                                        <p:cTn id="43" dur="250" fill="hold"/>
                                        <p:tgtEl>
                                          <p:spTgt spid="50"/>
                                        </p:tgtEl>
                                        <p:attrNameLst>
                                          <p:attrName>ppt_y</p:attrName>
                                        </p:attrNameLst>
                                      </p:cBhvr>
                                      <p:tavLst>
                                        <p:tav tm="0">
                                          <p:val>
                                            <p:strVal val="0-#ppt_h/2"/>
                                          </p:val>
                                        </p:tav>
                                        <p:tav tm="100000">
                                          <p:val>
                                            <p:strVal val="#ppt_y"/>
                                          </p:val>
                                        </p:tav>
                                      </p:tavLst>
                                    </p:anim>
                                  </p:childTnLst>
                                </p:cTn>
                              </p:par>
                              <p:par>
                                <p:cTn id="44" presetID="2" presetClass="entr" presetSubtype="1" fill="hold" nodeType="withEffect">
                                  <p:stCondLst>
                                    <p:cond delay="500"/>
                                  </p:stCondLst>
                                  <p:childTnLst>
                                    <p:set>
                                      <p:cBhvr>
                                        <p:cTn id="45" dur="1" fill="hold">
                                          <p:stCondLst>
                                            <p:cond delay="0"/>
                                          </p:stCondLst>
                                        </p:cTn>
                                        <p:tgtEl>
                                          <p:spTgt spid="41"/>
                                        </p:tgtEl>
                                        <p:attrNameLst>
                                          <p:attrName>style.visibility</p:attrName>
                                        </p:attrNameLst>
                                      </p:cBhvr>
                                      <p:to>
                                        <p:strVal val="visible"/>
                                      </p:to>
                                    </p:set>
                                    <p:anim calcmode="lin" valueType="num">
                                      <p:cBhvr additive="base">
                                        <p:cTn id="46" dur="250" fill="hold"/>
                                        <p:tgtEl>
                                          <p:spTgt spid="41"/>
                                        </p:tgtEl>
                                        <p:attrNameLst>
                                          <p:attrName>ppt_x</p:attrName>
                                        </p:attrNameLst>
                                      </p:cBhvr>
                                      <p:tavLst>
                                        <p:tav tm="0">
                                          <p:val>
                                            <p:strVal val="#ppt_x"/>
                                          </p:val>
                                        </p:tav>
                                        <p:tav tm="100000">
                                          <p:val>
                                            <p:strVal val="#ppt_x"/>
                                          </p:val>
                                        </p:tav>
                                      </p:tavLst>
                                    </p:anim>
                                    <p:anim calcmode="lin" valueType="num">
                                      <p:cBhvr additive="base">
                                        <p:cTn id="47" dur="250" fill="hold"/>
                                        <p:tgtEl>
                                          <p:spTgt spid="41"/>
                                        </p:tgtEl>
                                        <p:attrNameLst>
                                          <p:attrName>ppt_y</p:attrName>
                                        </p:attrNameLst>
                                      </p:cBhvr>
                                      <p:tavLst>
                                        <p:tav tm="0">
                                          <p:val>
                                            <p:strVal val="0-#ppt_h/2"/>
                                          </p:val>
                                        </p:tav>
                                        <p:tav tm="100000">
                                          <p:val>
                                            <p:strVal val="#ppt_y"/>
                                          </p:val>
                                        </p:tav>
                                      </p:tavLst>
                                    </p:anim>
                                  </p:childTnLst>
                                </p:cTn>
                              </p:par>
                              <p:par>
                                <p:cTn id="48" presetID="2" presetClass="entr" presetSubtype="1" fill="hold" nodeType="withEffect">
                                  <p:stCondLst>
                                    <p:cond delay="500"/>
                                  </p:stCondLst>
                                  <p:childTnLst>
                                    <p:set>
                                      <p:cBhvr>
                                        <p:cTn id="49" dur="1" fill="hold">
                                          <p:stCondLst>
                                            <p:cond delay="0"/>
                                          </p:stCondLst>
                                        </p:cTn>
                                        <p:tgtEl>
                                          <p:spTgt spid="46"/>
                                        </p:tgtEl>
                                        <p:attrNameLst>
                                          <p:attrName>style.visibility</p:attrName>
                                        </p:attrNameLst>
                                      </p:cBhvr>
                                      <p:to>
                                        <p:strVal val="visible"/>
                                      </p:to>
                                    </p:set>
                                    <p:anim calcmode="lin" valueType="num">
                                      <p:cBhvr additive="base">
                                        <p:cTn id="50" dur="250" fill="hold"/>
                                        <p:tgtEl>
                                          <p:spTgt spid="46"/>
                                        </p:tgtEl>
                                        <p:attrNameLst>
                                          <p:attrName>ppt_x</p:attrName>
                                        </p:attrNameLst>
                                      </p:cBhvr>
                                      <p:tavLst>
                                        <p:tav tm="0">
                                          <p:val>
                                            <p:strVal val="#ppt_x"/>
                                          </p:val>
                                        </p:tav>
                                        <p:tav tm="100000">
                                          <p:val>
                                            <p:strVal val="#ppt_x"/>
                                          </p:val>
                                        </p:tav>
                                      </p:tavLst>
                                    </p:anim>
                                    <p:anim calcmode="lin" valueType="num">
                                      <p:cBhvr additive="base">
                                        <p:cTn id="51" dur="250" fill="hold"/>
                                        <p:tgtEl>
                                          <p:spTgt spid="46"/>
                                        </p:tgtEl>
                                        <p:attrNameLst>
                                          <p:attrName>ppt_y</p:attrName>
                                        </p:attrNameLst>
                                      </p:cBhvr>
                                      <p:tavLst>
                                        <p:tav tm="0">
                                          <p:val>
                                            <p:strVal val="0-#ppt_h/2"/>
                                          </p:val>
                                        </p:tav>
                                        <p:tav tm="100000">
                                          <p:val>
                                            <p:strVal val="#ppt_y"/>
                                          </p:val>
                                        </p:tav>
                                      </p:tavLst>
                                    </p:anim>
                                  </p:childTnLst>
                                </p:cTn>
                              </p:par>
                              <p:par>
                                <p:cTn id="52" presetID="2" presetClass="entr" presetSubtype="1" fill="hold" nodeType="withEffect">
                                  <p:stCondLst>
                                    <p:cond delay="500"/>
                                  </p:stCondLst>
                                  <p:childTnLst>
                                    <p:set>
                                      <p:cBhvr>
                                        <p:cTn id="53" dur="1" fill="hold">
                                          <p:stCondLst>
                                            <p:cond delay="0"/>
                                          </p:stCondLst>
                                        </p:cTn>
                                        <p:tgtEl>
                                          <p:spTgt spid="52"/>
                                        </p:tgtEl>
                                        <p:attrNameLst>
                                          <p:attrName>style.visibility</p:attrName>
                                        </p:attrNameLst>
                                      </p:cBhvr>
                                      <p:to>
                                        <p:strVal val="visible"/>
                                      </p:to>
                                    </p:set>
                                    <p:anim calcmode="lin" valueType="num">
                                      <p:cBhvr additive="base">
                                        <p:cTn id="54" dur="250" fill="hold"/>
                                        <p:tgtEl>
                                          <p:spTgt spid="52"/>
                                        </p:tgtEl>
                                        <p:attrNameLst>
                                          <p:attrName>ppt_x</p:attrName>
                                        </p:attrNameLst>
                                      </p:cBhvr>
                                      <p:tavLst>
                                        <p:tav tm="0">
                                          <p:val>
                                            <p:strVal val="#ppt_x"/>
                                          </p:val>
                                        </p:tav>
                                        <p:tav tm="100000">
                                          <p:val>
                                            <p:strVal val="#ppt_x"/>
                                          </p:val>
                                        </p:tav>
                                      </p:tavLst>
                                    </p:anim>
                                    <p:anim calcmode="lin" valueType="num">
                                      <p:cBhvr additive="base">
                                        <p:cTn id="55" dur="250" fill="hold"/>
                                        <p:tgtEl>
                                          <p:spTgt spid="52"/>
                                        </p:tgtEl>
                                        <p:attrNameLst>
                                          <p:attrName>ppt_y</p:attrName>
                                        </p:attrNameLst>
                                      </p:cBhvr>
                                      <p:tavLst>
                                        <p:tav tm="0">
                                          <p:val>
                                            <p:strVal val="0-#ppt_h/2"/>
                                          </p:val>
                                        </p:tav>
                                        <p:tav tm="100000">
                                          <p:val>
                                            <p:strVal val="#ppt_y"/>
                                          </p:val>
                                        </p:tav>
                                      </p:tavLst>
                                    </p:anim>
                                  </p:childTnLst>
                                </p:cTn>
                              </p:par>
                              <p:par>
                                <p:cTn id="56" presetID="2" presetClass="entr" presetSubtype="1" fill="hold" nodeType="withEffect">
                                  <p:stCondLst>
                                    <p:cond delay="750"/>
                                  </p:stCondLst>
                                  <p:childTnLst>
                                    <p:set>
                                      <p:cBhvr>
                                        <p:cTn id="57" dur="1" fill="hold">
                                          <p:stCondLst>
                                            <p:cond delay="0"/>
                                          </p:stCondLst>
                                        </p:cTn>
                                        <p:tgtEl>
                                          <p:spTgt spid="42"/>
                                        </p:tgtEl>
                                        <p:attrNameLst>
                                          <p:attrName>style.visibility</p:attrName>
                                        </p:attrNameLst>
                                      </p:cBhvr>
                                      <p:to>
                                        <p:strVal val="visible"/>
                                      </p:to>
                                    </p:set>
                                    <p:anim calcmode="lin" valueType="num">
                                      <p:cBhvr additive="base">
                                        <p:cTn id="58" dur="250" fill="hold"/>
                                        <p:tgtEl>
                                          <p:spTgt spid="42"/>
                                        </p:tgtEl>
                                        <p:attrNameLst>
                                          <p:attrName>ppt_x</p:attrName>
                                        </p:attrNameLst>
                                      </p:cBhvr>
                                      <p:tavLst>
                                        <p:tav tm="0">
                                          <p:val>
                                            <p:strVal val="#ppt_x"/>
                                          </p:val>
                                        </p:tav>
                                        <p:tav tm="100000">
                                          <p:val>
                                            <p:strVal val="#ppt_x"/>
                                          </p:val>
                                        </p:tav>
                                      </p:tavLst>
                                    </p:anim>
                                    <p:anim calcmode="lin" valueType="num">
                                      <p:cBhvr additive="base">
                                        <p:cTn id="59" dur="250" fill="hold"/>
                                        <p:tgtEl>
                                          <p:spTgt spid="42"/>
                                        </p:tgtEl>
                                        <p:attrNameLst>
                                          <p:attrName>ppt_y</p:attrName>
                                        </p:attrNameLst>
                                      </p:cBhvr>
                                      <p:tavLst>
                                        <p:tav tm="0">
                                          <p:val>
                                            <p:strVal val="0-#ppt_h/2"/>
                                          </p:val>
                                        </p:tav>
                                        <p:tav tm="100000">
                                          <p:val>
                                            <p:strVal val="#ppt_y"/>
                                          </p:val>
                                        </p:tav>
                                      </p:tavLst>
                                    </p:anim>
                                  </p:childTnLst>
                                </p:cTn>
                              </p:par>
                              <p:par>
                                <p:cTn id="60" presetID="2" presetClass="entr" presetSubtype="1" fill="hold" nodeType="withEffect">
                                  <p:stCondLst>
                                    <p:cond delay="1000"/>
                                  </p:stCondLst>
                                  <p:childTnLst>
                                    <p:set>
                                      <p:cBhvr>
                                        <p:cTn id="61" dur="1" fill="hold">
                                          <p:stCondLst>
                                            <p:cond delay="0"/>
                                          </p:stCondLst>
                                        </p:cTn>
                                        <p:tgtEl>
                                          <p:spTgt spid="43"/>
                                        </p:tgtEl>
                                        <p:attrNameLst>
                                          <p:attrName>style.visibility</p:attrName>
                                        </p:attrNameLst>
                                      </p:cBhvr>
                                      <p:to>
                                        <p:strVal val="visible"/>
                                      </p:to>
                                    </p:set>
                                    <p:anim calcmode="lin" valueType="num">
                                      <p:cBhvr additive="base">
                                        <p:cTn id="62" dur="250" fill="hold"/>
                                        <p:tgtEl>
                                          <p:spTgt spid="43"/>
                                        </p:tgtEl>
                                        <p:attrNameLst>
                                          <p:attrName>ppt_x</p:attrName>
                                        </p:attrNameLst>
                                      </p:cBhvr>
                                      <p:tavLst>
                                        <p:tav tm="0">
                                          <p:val>
                                            <p:strVal val="#ppt_x"/>
                                          </p:val>
                                        </p:tav>
                                        <p:tav tm="100000">
                                          <p:val>
                                            <p:strVal val="#ppt_x"/>
                                          </p:val>
                                        </p:tav>
                                      </p:tavLst>
                                    </p:anim>
                                    <p:anim calcmode="lin" valueType="num">
                                      <p:cBhvr additive="base">
                                        <p:cTn id="63" dur="250" fill="hold"/>
                                        <p:tgtEl>
                                          <p:spTgt spid="43"/>
                                        </p:tgtEl>
                                        <p:attrNameLst>
                                          <p:attrName>ppt_y</p:attrName>
                                        </p:attrNameLst>
                                      </p:cBhvr>
                                      <p:tavLst>
                                        <p:tav tm="0">
                                          <p:val>
                                            <p:strVal val="0-#ppt_h/2"/>
                                          </p:val>
                                        </p:tav>
                                        <p:tav tm="100000">
                                          <p:val>
                                            <p:strVal val="#ppt_y"/>
                                          </p:val>
                                        </p:tav>
                                      </p:tavLst>
                                    </p:anim>
                                  </p:childTnLst>
                                </p:cTn>
                              </p:par>
                            </p:childTnLst>
                          </p:cTn>
                        </p:par>
                      </p:childTnLst>
                    </p:cTn>
                  </p:par>
                  <p:par>
                    <p:cTn id="64" fill="hold">
                      <p:stCondLst>
                        <p:cond delay="indefinite"/>
                      </p:stCondLst>
                      <p:childTnLst>
                        <p:par>
                          <p:cTn id="65" fill="hold">
                            <p:stCondLst>
                              <p:cond delay="0"/>
                            </p:stCondLst>
                            <p:childTnLst>
                              <p:par>
                                <p:cTn id="66" presetID="1" presetClass="mediacall" presetSubtype="0" fill="hold" nodeType="clickEffect">
                                  <p:stCondLst>
                                    <p:cond delay="0"/>
                                  </p:stCondLst>
                                  <p:childTnLst>
                                    <p:cmd type="call" cmd="playFrom(0.0)">
                                      <p:cBhvr>
                                        <p:cTn id="67" dur="417" fill="hold"/>
                                        <p:tgtEl>
                                          <p:spTgt spid="7"/>
                                        </p:tgtEl>
                                      </p:cBhvr>
                                    </p:cmd>
                                  </p:childTnLst>
                                </p:cTn>
                              </p:par>
                            </p:childTnLst>
                          </p:cTn>
                        </p:par>
                        <p:par>
                          <p:cTn id="68" fill="hold">
                            <p:stCondLst>
                              <p:cond delay="417"/>
                            </p:stCondLst>
                            <p:childTnLst>
                              <p:par>
                                <p:cTn id="69" presetID="1" presetClass="mediacall" presetSubtype="0" fill="hold" nodeType="afterEffect">
                                  <p:stCondLst>
                                    <p:cond delay="0"/>
                                  </p:stCondLst>
                                  <p:childTnLst>
                                    <p:cmd type="call" cmd="playFrom(0.0)">
                                      <p:cBhvr>
                                        <p:cTn id="70" dur="1152" fill="hold"/>
                                        <p:tgtEl>
                                          <p:spTgt spid="27"/>
                                        </p:tgtEl>
                                      </p:cBhvr>
                                    </p:cmd>
                                  </p:childTnLst>
                                </p:cTn>
                              </p:par>
                              <p:par>
                                <p:cTn id="71" presetID="2" presetClass="entr" presetSubtype="1" fill="hold" nodeType="withEffect">
                                  <p:stCondLst>
                                    <p:cond delay="0"/>
                                  </p:stCondLst>
                                  <p:childTnLst>
                                    <p:set>
                                      <p:cBhvr>
                                        <p:cTn id="72" dur="1" fill="hold">
                                          <p:stCondLst>
                                            <p:cond delay="0"/>
                                          </p:stCondLst>
                                        </p:cTn>
                                        <p:tgtEl>
                                          <p:spTgt spid="55"/>
                                        </p:tgtEl>
                                        <p:attrNameLst>
                                          <p:attrName>style.visibility</p:attrName>
                                        </p:attrNameLst>
                                      </p:cBhvr>
                                      <p:to>
                                        <p:strVal val="visible"/>
                                      </p:to>
                                    </p:set>
                                    <p:anim calcmode="lin" valueType="num">
                                      <p:cBhvr additive="base">
                                        <p:cTn id="73" dur="250" fill="hold"/>
                                        <p:tgtEl>
                                          <p:spTgt spid="55"/>
                                        </p:tgtEl>
                                        <p:attrNameLst>
                                          <p:attrName>ppt_x</p:attrName>
                                        </p:attrNameLst>
                                      </p:cBhvr>
                                      <p:tavLst>
                                        <p:tav tm="0">
                                          <p:val>
                                            <p:strVal val="#ppt_x"/>
                                          </p:val>
                                        </p:tav>
                                        <p:tav tm="100000">
                                          <p:val>
                                            <p:strVal val="#ppt_x"/>
                                          </p:val>
                                        </p:tav>
                                      </p:tavLst>
                                    </p:anim>
                                    <p:anim calcmode="lin" valueType="num">
                                      <p:cBhvr additive="base">
                                        <p:cTn id="74" dur="250" fill="hold"/>
                                        <p:tgtEl>
                                          <p:spTgt spid="55"/>
                                        </p:tgtEl>
                                        <p:attrNameLst>
                                          <p:attrName>ppt_y</p:attrName>
                                        </p:attrNameLst>
                                      </p:cBhvr>
                                      <p:tavLst>
                                        <p:tav tm="0">
                                          <p:val>
                                            <p:strVal val="0-#ppt_h/2"/>
                                          </p:val>
                                        </p:tav>
                                        <p:tav tm="100000">
                                          <p:val>
                                            <p:strVal val="#ppt_y"/>
                                          </p:val>
                                        </p:tav>
                                      </p:tavLst>
                                    </p:anim>
                                  </p:childTnLst>
                                </p:cTn>
                              </p:par>
                              <p:par>
                                <p:cTn id="75" presetID="2" presetClass="entr" presetSubtype="1" fill="hold" nodeType="withEffect">
                                  <p:stCondLst>
                                    <p:cond delay="0"/>
                                  </p:stCondLst>
                                  <p:childTnLst>
                                    <p:set>
                                      <p:cBhvr>
                                        <p:cTn id="76" dur="1" fill="hold">
                                          <p:stCondLst>
                                            <p:cond delay="0"/>
                                          </p:stCondLst>
                                        </p:cTn>
                                        <p:tgtEl>
                                          <p:spTgt spid="60"/>
                                        </p:tgtEl>
                                        <p:attrNameLst>
                                          <p:attrName>style.visibility</p:attrName>
                                        </p:attrNameLst>
                                      </p:cBhvr>
                                      <p:to>
                                        <p:strVal val="visible"/>
                                      </p:to>
                                    </p:set>
                                    <p:anim calcmode="lin" valueType="num">
                                      <p:cBhvr additive="base">
                                        <p:cTn id="77" dur="250" fill="hold"/>
                                        <p:tgtEl>
                                          <p:spTgt spid="60"/>
                                        </p:tgtEl>
                                        <p:attrNameLst>
                                          <p:attrName>ppt_x</p:attrName>
                                        </p:attrNameLst>
                                      </p:cBhvr>
                                      <p:tavLst>
                                        <p:tav tm="0">
                                          <p:val>
                                            <p:strVal val="#ppt_x"/>
                                          </p:val>
                                        </p:tav>
                                        <p:tav tm="100000">
                                          <p:val>
                                            <p:strVal val="#ppt_x"/>
                                          </p:val>
                                        </p:tav>
                                      </p:tavLst>
                                    </p:anim>
                                    <p:anim calcmode="lin" valueType="num">
                                      <p:cBhvr additive="base">
                                        <p:cTn id="78" dur="250" fill="hold"/>
                                        <p:tgtEl>
                                          <p:spTgt spid="60"/>
                                        </p:tgtEl>
                                        <p:attrNameLst>
                                          <p:attrName>ppt_y</p:attrName>
                                        </p:attrNameLst>
                                      </p:cBhvr>
                                      <p:tavLst>
                                        <p:tav tm="0">
                                          <p:val>
                                            <p:strVal val="0-#ppt_h/2"/>
                                          </p:val>
                                        </p:tav>
                                        <p:tav tm="100000">
                                          <p:val>
                                            <p:strVal val="#ppt_y"/>
                                          </p:val>
                                        </p:tav>
                                      </p:tavLst>
                                    </p:anim>
                                  </p:childTnLst>
                                </p:cTn>
                              </p:par>
                              <p:par>
                                <p:cTn id="79" presetID="2" presetClass="entr" presetSubtype="1" fill="hold" nodeType="withEffect">
                                  <p:stCondLst>
                                    <p:cond delay="0"/>
                                  </p:stCondLst>
                                  <p:childTnLst>
                                    <p:set>
                                      <p:cBhvr>
                                        <p:cTn id="80" dur="1" fill="hold">
                                          <p:stCondLst>
                                            <p:cond delay="0"/>
                                          </p:stCondLst>
                                        </p:cTn>
                                        <p:tgtEl>
                                          <p:spTgt spid="66"/>
                                        </p:tgtEl>
                                        <p:attrNameLst>
                                          <p:attrName>style.visibility</p:attrName>
                                        </p:attrNameLst>
                                      </p:cBhvr>
                                      <p:to>
                                        <p:strVal val="visible"/>
                                      </p:to>
                                    </p:set>
                                    <p:anim calcmode="lin" valueType="num">
                                      <p:cBhvr additive="base">
                                        <p:cTn id="81" dur="250" fill="hold"/>
                                        <p:tgtEl>
                                          <p:spTgt spid="66"/>
                                        </p:tgtEl>
                                        <p:attrNameLst>
                                          <p:attrName>ppt_x</p:attrName>
                                        </p:attrNameLst>
                                      </p:cBhvr>
                                      <p:tavLst>
                                        <p:tav tm="0">
                                          <p:val>
                                            <p:strVal val="#ppt_x"/>
                                          </p:val>
                                        </p:tav>
                                        <p:tav tm="100000">
                                          <p:val>
                                            <p:strVal val="#ppt_x"/>
                                          </p:val>
                                        </p:tav>
                                      </p:tavLst>
                                    </p:anim>
                                    <p:anim calcmode="lin" valueType="num">
                                      <p:cBhvr additive="base">
                                        <p:cTn id="82" dur="250" fill="hold"/>
                                        <p:tgtEl>
                                          <p:spTgt spid="66"/>
                                        </p:tgtEl>
                                        <p:attrNameLst>
                                          <p:attrName>ppt_y</p:attrName>
                                        </p:attrNameLst>
                                      </p:cBhvr>
                                      <p:tavLst>
                                        <p:tav tm="0">
                                          <p:val>
                                            <p:strVal val="0-#ppt_h/2"/>
                                          </p:val>
                                        </p:tav>
                                        <p:tav tm="100000">
                                          <p:val>
                                            <p:strVal val="#ppt_y"/>
                                          </p:val>
                                        </p:tav>
                                      </p:tavLst>
                                    </p:anim>
                                  </p:childTnLst>
                                </p:cTn>
                              </p:par>
                              <p:par>
                                <p:cTn id="83" presetID="2" presetClass="entr" presetSubtype="1" fill="hold" nodeType="withEffect">
                                  <p:stCondLst>
                                    <p:cond delay="0"/>
                                  </p:stCondLst>
                                  <p:childTnLst>
                                    <p:set>
                                      <p:cBhvr>
                                        <p:cTn id="84" dur="1" fill="hold">
                                          <p:stCondLst>
                                            <p:cond delay="0"/>
                                          </p:stCondLst>
                                        </p:cTn>
                                        <p:tgtEl>
                                          <p:spTgt spid="71"/>
                                        </p:tgtEl>
                                        <p:attrNameLst>
                                          <p:attrName>style.visibility</p:attrName>
                                        </p:attrNameLst>
                                      </p:cBhvr>
                                      <p:to>
                                        <p:strVal val="visible"/>
                                      </p:to>
                                    </p:set>
                                    <p:anim calcmode="lin" valueType="num">
                                      <p:cBhvr additive="base">
                                        <p:cTn id="85" dur="250" fill="hold"/>
                                        <p:tgtEl>
                                          <p:spTgt spid="71"/>
                                        </p:tgtEl>
                                        <p:attrNameLst>
                                          <p:attrName>ppt_x</p:attrName>
                                        </p:attrNameLst>
                                      </p:cBhvr>
                                      <p:tavLst>
                                        <p:tav tm="0">
                                          <p:val>
                                            <p:strVal val="#ppt_x"/>
                                          </p:val>
                                        </p:tav>
                                        <p:tav tm="100000">
                                          <p:val>
                                            <p:strVal val="#ppt_x"/>
                                          </p:val>
                                        </p:tav>
                                      </p:tavLst>
                                    </p:anim>
                                    <p:anim calcmode="lin" valueType="num">
                                      <p:cBhvr additive="base">
                                        <p:cTn id="86" dur="250" fill="hold"/>
                                        <p:tgtEl>
                                          <p:spTgt spid="71"/>
                                        </p:tgtEl>
                                        <p:attrNameLst>
                                          <p:attrName>ppt_y</p:attrName>
                                        </p:attrNameLst>
                                      </p:cBhvr>
                                      <p:tavLst>
                                        <p:tav tm="0">
                                          <p:val>
                                            <p:strVal val="0-#ppt_h/2"/>
                                          </p:val>
                                        </p:tav>
                                        <p:tav tm="100000">
                                          <p:val>
                                            <p:strVal val="#ppt_y"/>
                                          </p:val>
                                        </p:tav>
                                      </p:tavLst>
                                    </p:anim>
                                  </p:childTnLst>
                                </p:cTn>
                              </p:par>
                              <p:par>
                                <p:cTn id="87" presetID="2" presetClass="entr" presetSubtype="1" fill="hold" nodeType="withEffect">
                                  <p:stCondLst>
                                    <p:cond delay="250"/>
                                  </p:stCondLst>
                                  <p:childTnLst>
                                    <p:set>
                                      <p:cBhvr>
                                        <p:cTn id="88" dur="1" fill="hold">
                                          <p:stCondLst>
                                            <p:cond delay="0"/>
                                          </p:stCondLst>
                                        </p:cTn>
                                        <p:tgtEl>
                                          <p:spTgt spid="56"/>
                                        </p:tgtEl>
                                        <p:attrNameLst>
                                          <p:attrName>style.visibility</p:attrName>
                                        </p:attrNameLst>
                                      </p:cBhvr>
                                      <p:to>
                                        <p:strVal val="visible"/>
                                      </p:to>
                                    </p:set>
                                    <p:anim calcmode="lin" valueType="num">
                                      <p:cBhvr additive="base">
                                        <p:cTn id="89" dur="250" fill="hold"/>
                                        <p:tgtEl>
                                          <p:spTgt spid="56"/>
                                        </p:tgtEl>
                                        <p:attrNameLst>
                                          <p:attrName>ppt_x</p:attrName>
                                        </p:attrNameLst>
                                      </p:cBhvr>
                                      <p:tavLst>
                                        <p:tav tm="0">
                                          <p:val>
                                            <p:strVal val="#ppt_x"/>
                                          </p:val>
                                        </p:tav>
                                        <p:tav tm="100000">
                                          <p:val>
                                            <p:strVal val="#ppt_x"/>
                                          </p:val>
                                        </p:tav>
                                      </p:tavLst>
                                    </p:anim>
                                    <p:anim calcmode="lin" valueType="num">
                                      <p:cBhvr additive="base">
                                        <p:cTn id="90" dur="250" fill="hold"/>
                                        <p:tgtEl>
                                          <p:spTgt spid="56"/>
                                        </p:tgtEl>
                                        <p:attrNameLst>
                                          <p:attrName>ppt_y</p:attrName>
                                        </p:attrNameLst>
                                      </p:cBhvr>
                                      <p:tavLst>
                                        <p:tav tm="0">
                                          <p:val>
                                            <p:strVal val="0-#ppt_h/2"/>
                                          </p:val>
                                        </p:tav>
                                        <p:tav tm="100000">
                                          <p:val>
                                            <p:strVal val="#ppt_y"/>
                                          </p:val>
                                        </p:tav>
                                      </p:tavLst>
                                    </p:anim>
                                  </p:childTnLst>
                                </p:cTn>
                              </p:par>
                              <p:par>
                                <p:cTn id="91" presetID="2" presetClass="entr" presetSubtype="1" fill="hold" nodeType="withEffect">
                                  <p:stCondLst>
                                    <p:cond delay="250"/>
                                  </p:stCondLst>
                                  <p:childTnLst>
                                    <p:set>
                                      <p:cBhvr>
                                        <p:cTn id="92" dur="1" fill="hold">
                                          <p:stCondLst>
                                            <p:cond delay="0"/>
                                          </p:stCondLst>
                                        </p:cTn>
                                        <p:tgtEl>
                                          <p:spTgt spid="61"/>
                                        </p:tgtEl>
                                        <p:attrNameLst>
                                          <p:attrName>style.visibility</p:attrName>
                                        </p:attrNameLst>
                                      </p:cBhvr>
                                      <p:to>
                                        <p:strVal val="visible"/>
                                      </p:to>
                                    </p:set>
                                    <p:anim calcmode="lin" valueType="num">
                                      <p:cBhvr additive="base">
                                        <p:cTn id="93" dur="250" fill="hold"/>
                                        <p:tgtEl>
                                          <p:spTgt spid="61"/>
                                        </p:tgtEl>
                                        <p:attrNameLst>
                                          <p:attrName>ppt_x</p:attrName>
                                        </p:attrNameLst>
                                      </p:cBhvr>
                                      <p:tavLst>
                                        <p:tav tm="0">
                                          <p:val>
                                            <p:strVal val="#ppt_x"/>
                                          </p:val>
                                        </p:tav>
                                        <p:tav tm="100000">
                                          <p:val>
                                            <p:strVal val="#ppt_x"/>
                                          </p:val>
                                        </p:tav>
                                      </p:tavLst>
                                    </p:anim>
                                    <p:anim calcmode="lin" valueType="num">
                                      <p:cBhvr additive="base">
                                        <p:cTn id="94" dur="250" fill="hold"/>
                                        <p:tgtEl>
                                          <p:spTgt spid="61"/>
                                        </p:tgtEl>
                                        <p:attrNameLst>
                                          <p:attrName>ppt_y</p:attrName>
                                        </p:attrNameLst>
                                      </p:cBhvr>
                                      <p:tavLst>
                                        <p:tav tm="0">
                                          <p:val>
                                            <p:strVal val="0-#ppt_h/2"/>
                                          </p:val>
                                        </p:tav>
                                        <p:tav tm="100000">
                                          <p:val>
                                            <p:strVal val="#ppt_y"/>
                                          </p:val>
                                        </p:tav>
                                      </p:tavLst>
                                    </p:anim>
                                  </p:childTnLst>
                                </p:cTn>
                              </p:par>
                              <p:par>
                                <p:cTn id="95" presetID="2" presetClass="entr" presetSubtype="1" fill="hold" nodeType="withEffect">
                                  <p:stCondLst>
                                    <p:cond delay="250"/>
                                  </p:stCondLst>
                                  <p:childTnLst>
                                    <p:set>
                                      <p:cBhvr>
                                        <p:cTn id="96" dur="1" fill="hold">
                                          <p:stCondLst>
                                            <p:cond delay="0"/>
                                          </p:stCondLst>
                                        </p:cTn>
                                        <p:tgtEl>
                                          <p:spTgt spid="67"/>
                                        </p:tgtEl>
                                        <p:attrNameLst>
                                          <p:attrName>style.visibility</p:attrName>
                                        </p:attrNameLst>
                                      </p:cBhvr>
                                      <p:to>
                                        <p:strVal val="visible"/>
                                      </p:to>
                                    </p:set>
                                    <p:anim calcmode="lin" valueType="num">
                                      <p:cBhvr additive="base">
                                        <p:cTn id="97" dur="250" fill="hold"/>
                                        <p:tgtEl>
                                          <p:spTgt spid="67"/>
                                        </p:tgtEl>
                                        <p:attrNameLst>
                                          <p:attrName>ppt_x</p:attrName>
                                        </p:attrNameLst>
                                      </p:cBhvr>
                                      <p:tavLst>
                                        <p:tav tm="0">
                                          <p:val>
                                            <p:strVal val="#ppt_x"/>
                                          </p:val>
                                        </p:tav>
                                        <p:tav tm="100000">
                                          <p:val>
                                            <p:strVal val="#ppt_x"/>
                                          </p:val>
                                        </p:tav>
                                      </p:tavLst>
                                    </p:anim>
                                    <p:anim calcmode="lin" valueType="num">
                                      <p:cBhvr additive="base">
                                        <p:cTn id="98" dur="250" fill="hold"/>
                                        <p:tgtEl>
                                          <p:spTgt spid="67"/>
                                        </p:tgtEl>
                                        <p:attrNameLst>
                                          <p:attrName>ppt_y</p:attrName>
                                        </p:attrNameLst>
                                      </p:cBhvr>
                                      <p:tavLst>
                                        <p:tav tm="0">
                                          <p:val>
                                            <p:strVal val="0-#ppt_h/2"/>
                                          </p:val>
                                        </p:tav>
                                        <p:tav tm="100000">
                                          <p:val>
                                            <p:strVal val="#ppt_y"/>
                                          </p:val>
                                        </p:tav>
                                      </p:tavLst>
                                    </p:anim>
                                  </p:childTnLst>
                                </p:cTn>
                              </p:par>
                              <p:par>
                                <p:cTn id="99" presetID="2" presetClass="entr" presetSubtype="1" fill="hold" nodeType="withEffect">
                                  <p:stCondLst>
                                    <p:cond delay="500"/>
                                  </p:stCondLst>
                                  <p:childTnLst>
                                    <p:set>
                                      <p:cBhvr>
                                        <p:cTn id="100" dur="1" fill="hold">
                                          <p:stCondLst>
                                            <p:cond delay="0"/>
                                          </p:stCondLst>
                                        </p:cTn>
                                        <p:tgtEl>
                                          <p:spTgt spid="57"/>
                                        </p:tgtEl>
                                        <p:attrNameLst>
                                          <p:attrName>style.visibility</p:attrName>
                                        </p:attrNameLst>
                                      </p:cBhvr>
                                      <p:to>
                                        <p:strVal val="visible"/>
                                      </p:to>
                                    </p:set>
                                    <p:anim calcmode="lin" valueType="num">
                                      <p:cBhvr additive="base">
                                        <p:cTn id="101" dur="250" fill="hold"/>
                                        <p:tgtEl>
                                          <p:spTgt spid="57"/>
                                        </p:tgtEl>
                                        <p:attrNameLst>
                                          <p:attrName>ppt_x</p:attrName>
                                        </p:attrNameLst>
                                      </p:cBhvr>
                                      <p:tavLst>
                                        <p:tav tm="0">
                                          <p:val>
                                            <p:strVal val="#ppt_x"/>
                                          </p:val>
                                        </p:tav>
                                        <p:tav tm="100000">
                                          <p:val>
                                            <p:strVal val="#ppt_x"/>
                                          </p:val>
                                        </p:tav>
                                      </p:tavLst>
                                    </p:anim>
                                    <p:anim calcmode="lin" valueType="num">
                                      <p:cBhvr additive="base">
                                        <p:cTn id="102" dur="250" fill="hold"/>
                                        <p:tgtEl>
                                          <p:spTgt spid="57"/>
                                        </p:tgtEl>
                                        <p:attrNameLst>
                                          <p:attrName>ppt_y</p:attrName>
                                        </p:attrNameLst>
                                      </p:cBhvr>
                                      <p:tavLst>
                                        <p:tav tm="0">
                                          <p:val>
                                            <p:strVal val="0-#ppt_h/2"/>
                                          </p:val>
                                        </p:tav>
                                        <p:tav tm="100000">
                                          <p:val>
                                            <p:strVal val="#ppt_y"/>
                                          </p:val>
                                        </p:tav>
                                      </p:tavLst>
                                    </p:anim>
                                  </p:childTnLst>
                                </p:cTn>
                              </p:par>
                              <p:par>
                                <p:cTn id="103" presetID="2" presetClass="entr" presetSubtype="1" fill="hold" nodeType="withEffect">
                                  <p:stCondLst>
                                    <p:cond delay="500"/>
                                  </p:stCondLst>
                                  <p:childTnLst>
                                    <p:set>
                                      <p:cBhvr>
                                        <p:cTn id="104" dur="1" fill="hold">
                                          <p:stCondLst>
                                            <p:cond delay="0"/>
                                          </p:stCondLst>
                                        </p:cTn>
                                        <p:tgtEl>
                                          <p:spTgt spid="63"/>
                                        </p:tgtEl>
                                        <p:attrNameLst>
                                          <p:attrName>style.visibility</p:attrName>
                                        </p:attrNameLst>
                                      </p:cBhvr>
                                      <p:to>
                                        <p:strVal val="visible"/>
                                      </p:to>
                                    </p:set>
                                    <p:anim calcmode="lin" valueType="num">
                                      <p:cBhvr additive="base">
                                        <p:cTn id="105" dur="250" fill="hold"/>
                                        <p:tgtEl>
                                          <p:spTgt spid="63"/>
                                        </p:tgtEl>
                                        <p:attrNameLst>
                                          <p:attrName>ppt_x</p:attrName>
                                        </p:attrNameLst>
                                      </p:cBhvr>
                                      <p:tavLst>
                                        <p:tav tm="0">
                                          <p:val>
                                            <p:strVal val="#ppt_x"/>
                                          </p:val>
                                        </p:tav>
                                        <p:tav tm="100000">
                                          <p:val>
                                            <p:strVal val="#ppt_x"/>
                                          </p:val>
                                        </p:tav>
                                      </p:tavLst>
                                    </p:anim>
                                    <p:anim calcmode="lin" valueType="num">
                                      <p:cBhvr additive="base">
                                        <p:cTn id="106" dur="250" fill="hold"/>
                                        <p:tgtEl>
                                          <p:spTgt spid="63"/>
                                        </p:tgtEl>
                                        <p:attrNameLst>
                                          <p:attrName>ppt_y</p:attrName>
                                        </p:attrNameLst>
                                      </p:cBhvr>
                                      <p:tavLst>
                                        <p:tav tm="0">
                                          <p:val>
                                            <p:strVal val="0-#ppt_h/2"/>
                                          </p:val>
                                        </p:tav>
                                        <p:tav tm="100000">
                                          <p:val>
                                            <p:strVal val="#ppt_y"/>
                                          </p:val>
                                        </p:tav>
                                      </p:tavLst>
                                    </p:anim>
                                  </p:childTnLst>
                                </p:cTn>
                              </p:par>
                              <p:par>
                                <p:cTn id="107" presetID="2" presetClass="entr" presetSubtype="1" fill="hold" nodeType="withEffect">
                                  <p:stCondLst>
                                    <p:cond delay="750"/>
                                  </p:stCondLst>
                                  <p:childTnLst>
                                    <p:set>
                                      <p:cBhvr>
                                        <p:cTn id="108" dur="1" fill="hold">
                                          <p:stCondLst>
                                            <p:cond delay="0"/>
                                          </p:stCondLst>
                                        </p:cTn>
                                        <p:tgtEl>
                                          <p:spTgt spid="58"/>
                                        </p:tgtEl>
                                        <p:attrNameLst>
                                          <p:attrName>style.visibility</p:attrName>
                                        </p:attrNameLst>
                                      </p:cBhvr>
                                      <p:to>
                                        <p:strVal val="visible"/>
                                      </p:to>
                                    </p:set>
                                    <p:anim calcmode="lin" valueType="num">
                                      <p:cBhvr additive="base">
                                        <p:cTn id="109" dur="250" fill="hold"/>
                                        <p:tgtEl>
                                          <p:spTgt spid="58"/>
                                        </p:tgtEl>
                                        <p:attrNameLst>
                                          <p:attrName>ppt_x</p:attrName>
                                        </p:attrNameLst>
                                      </p:cBhvr>
                                      <p:tavLst>
                                        <p:tav tm="0">
                                          <p:val>
                                            <p:strVal val="#ppt_x"/>
                                          </p:val>
                                        </p:tav>
                                        <p:tav tm="100000">
                                          <p:val>
                                            <p:strVal val="#ppt_x"/>
                                          </p:val>
                                        </p:tav>
                                      </p:tavLst>
                                    </p:anim>
                                    <p:anim calcmode="lin" valueType="num">
                                      <p:cBhvr additive="base">
                                        <p:cTn id="110" dur="250" fill="hold"/>
                                        <p:tgtEl>
                                          <p:spTgt spid="58"/>
                                        </p:tgtEl>
                                        <p:attrNameLst>
                                          <p:attrName>ppt_y</p:attrName>
                                        </p:attrNameLst>
                                      </p:cBhvr>
                                      <p:tavLst>
                                        <p:tav tm="0">
                                          <p:val>
                                            <p:strVal val="0-#ppt_h/2"/>
                                          </p:val>
                                        </p:tav>
                                        <p:tav tm="100000">
                                          <p:val>
                                            <p:strVal val="#ppt_y"/>
                                          </p:val>
                                        </p:tav>
                                      </p:tavLst>
                                    </p:anim>
                                  </p:childTnLst>
                                </p:cTn>
                              </p:par>
                              <p:par>
                                <p:cTn id="111" presetID="2" presetClass="entr" presetSubtype="1" fill="hold" nodeType="withEffect">
                                  <p:stCondLst>
                                    <p:cond delay="750"/>
                                  </p:stCondLst>
                                  <p:childTnLst>
                                    <p:set>
                                      <p:cBhvr>
                                        <p:cTn id="112" dur="1" fill="hold">
                                          <p:stCondLst>
                                            <p:cond delay="0"/>
                                          </p:stCondLst>
                                        </p:cTn>
                                        <p:tgtEl>
                                          <p:spTgt spid="64"/>
                                        </p:tgtEl>
                                        <p:attrNameLst>
                                          <p:attrName>style.visibility</p:attrName>
                                        </p:attrNameLst>
                                      </p:cBhvr>
                                      <p:to>
                                        <p:strVal val="visible"/>
                                      </p:to>
                                    </p:set>
                                    <p:anim calcmode="lin" valueType="num">
                                      <p:cBhvr additive="base">
                                        <p:cTn id="113" dur="250" fill="hold"/>
                                        <p:tgtEl>
                                          <p:spTgt spid="64"/>
                                        </p:tgtEl>
                                        <p:attrNameLst>
                                          <p:attrName>ppt_x</p:attrName>
                                        </p:attrNameLst>
                                      </p:cBhvr>
                                      <p:tavLst>
                                        <p:tav tm="0">
                                          <p:val>
                                            <p:strVal val="#ppt_x"/>
                                          </p:val>
                                        </p:tav>
                                        <p:tav tm="100000">
                                          <p:val>
                                            <p:strVal val="#ppt_x"/>
                                          </p:val>
                                        </p:tav>
                                      </p:tavLst>
                                    </p:anim>
                                    <p:anim calcmode="lin" valueType="num">
                                      <p:cBhvr additive="base">
                                        <p:cTn id="114" dur="250" fill="hold"/>
                                        <p:tgtEl>
                                          <p:spTgt spid="64"/>
                                        </p:tgtEl>
                                        <p:attrNameLst>
                                          <p:attrName>ppt_y</p:attrName>
                                        </p:attrNameLst>
                                      </p:cBhvr>
                                      <p:tavLst>
                                        <p:tav tm="0">
                                          <p:val>
                                            <p:strVal val="0-#ppt_h/2"/>
                                          </p:val>
                                        </p:tav>
                                        <p:tav tm="100000">
                                          <p:val>
                                            <p:strVal val="#ppt_y"/>
                                          </p:val>
                                        </p:tav>
                                      </p:tavLst>
                                    </p:anim>
                                  </p:childTnLst>
                                </p:cTn>
                              </p:par>
                              <p:par>
                                <p:cTn id="115" presetID="2" presetClass="entr" presetSubtype="1" fill="hold" nodeType="withEffect">
                                  <p:stCondLst>
                                    <p:cond delay="1000"/>
                                  </p:stCondLst>
                                  <p:childTnLst>
                                    <p:set>
                                      <p:cBhvr>
                                        <p:cTn id="116" dur="1" fill="hold">
                                          <p:stCondLst>
                                            <p:cond delay="0"/>
                                          </p:stCondLst>
                                        </p:cTn>
                                        <p:tgtEl>
                                          <p:spTgt spid="65"/>
                                        </p:tgtEl>
                                        <p:attrNameLst>
                                          <p:attrName>style.visibility</p:attrName>
                                        </p:attrNameLst>
                                      </p:cBhvr>
                                      <p:to>
                                        <p:strVal val="visible"/>
                                      </p:to>
                                    </p:set>
                                    <p:anim calcmode="lin" valueType="num">
                                      <p:cBhvr additive="base">
                                        <p:cTn id="117" dur="250" fill="hold"/>
                                        <p:tgtEl>
                                          <p:spTgt spid="65"/>
                                        </p:tgtEl>
                                        <p:attrNameLst>
                                          <p:attrName>ppt_x</p:attrName>
                                        </p:attrNameLst>
                                      </p:cBhvr>
                                      <p:tavLst>
                                        <p:tav tm="0">
                                          <p:val>
                                            <p:strVal val="#ppt_x"/>
                                          </p:val>
                                        </p:tav>
                                        <p:tav tm="100000">
                                          <p:val>
                                            <p:strVal val="#ppt_x"/>
                                          </p:val>
                                        </p:tav>
                                      </p:tavLst>
                                    </p:anim>
                                    <p:anim calcmode="lin" valueType="num">
                                      <p:cBhvr additive="base">
                                        <p:cTn id="118" dur="250" fill="hold"/>
                                        <p:tgtEl>
                                          <p:spTgt spid="65"/>
                                        </p:tgtEl>
                                        <p:attrNameLst>
                                          <p:attrName>ppt_y</p:attrName>
                                        </p:attrNameLst>
                                      </p:cBhvr>
                                      <p:tavLst>
                                        <p:tav tm="0">
                                          <p:val>
                                            <p:strVal val="0-#ppt_h/2"/>
                                          </p:val>
                                        </p:tav>
                                        <p:tav tm="100000">
                                          <p:val>
                                            <p:strVal val="#ppt_y"/>
                                          </p:val>
                                        </p:tav>
                                      </p:tavLst>
                                    </p:anim>
                                  </p:childTnLst>
                                </p:cTn>
                              </p:par>
                            </p:childTnLst>
                          </p:cTn>
                        </p:par>
                      </p:childTnLst>
                    </p:cTn>
                  </p:par>
                </p:childTnLst>
              </p:cTn>
              <p:prevCondLst>
                <p:cond evt="onPrev" delay="0">
                  <p:tgtEl>
                    <p:sldTgt/>
                  </p:tgtEl>
                </p:cond>
              </p:prevCondLst>
              <p:nextCondLst>
                <p:cond evt="onNext" delay="0">
                  <p:tgtEl>
                    <p:sldTgt/>
                  </p:tgtEl>
                </p:cond>
              </p:nextCondLst>
            </p:seq>
            <p:audio>
              <p:cMediaNode vol="100000">
                <p:cTn id="119" fill="hold" display="0">
                  <p:stCondLst>
                    <p:cond delay="indefinite"/>
                  </p:stCondLst>
                  <p:endCondLst>
                    <p:cond evt="onStopAudio" delay="0">
                      <p:tgtEl>
                        <p:sldTgt/>
                      </p:tgtEl>
                    </p:cond>
                  </p:endCondLst>
                </p:cTn>
                <p:tgtEl>
                  <p:spTgt spid="5"/>
                </p:tgtEl>
              </p:cMediaNode>
            </p:audio>
            <p:audio>
              <p:cMediaNode vol="100000">
                <p:cTn id="120" fill="hold" display="0">
                  <p:stCondLst>
                    <p:cond delay="indefinite"/>
                  </p:stCondLst>
                  <p:endCondLst>
                    <p:cond evt="onStopAudio" delay="0">
                      <p:tgtEl>
                        <p:sldTgt/>
                      </p:tgtEl>
                    </p:cond>
                  </p:endCondLst>
                </p:cTn>
                <p:tgtEl>
                  <p:spTgt spid="7"/>
                </p:tgtEl>
              </p:cMediaNode>
            </p:audio>
            <p:audio>
              <p:cMediaNode vol="80000">
                <p:cTn id="121" fill="hold" display="0">
                  <p:stCondLst>
                    <p:cond delay="indefinite"/>
                  </p:stCondLst>
                  <p:endCondLst>
                    <p:cond evt="onStopAudio" delay="0">
                      <p:tgtEl>
                        <p:sldTgt/>
                      </p:tgtEl>
                    </p:cond>
                  </p:endCondLst>
                </p:cTn>
                <p:tgtEl>
                  <p:spTgt spid="12"/>
                </p:tgtEl>
              </p:cMediaNode>
            </p:audio>
            <p:audio>
              <p:cMediaNode vol="81818">
                <p:cTn id="122" fill="hold" display="0">
                  <p:stCondLst>
                    <p:cond delay="indefinite"/>
                  </p:stCondLst>
                  <p:endCondLst>
                    <p:cond evt="onStopAudio" delay="0">
                      <p:tgtEl>
                        <p:sldTgt/>
                      </p:tgtEl>
                    </p:cond>
                    <p:cond evt="onNext" delay="0">
                      <p:tgtEl>
                        <p:sldTgt/>
                      </p:tgtEl>
                    </p:cond>
                  </p:endCondLst>
                </p:cTn>
                <p:tgtEl>
                  <p:spTgt spid="26"/>
                </p:tgtEl>
              </p:cMediaNode>
            </p:audio>
            <p:audio>
              <p:cMediaNode vol="80000">
                <p:cTn id="123" fill="hold" display="0">
                  <p:stCondLst>
                    <p:cond delay="indefinite"/>
                  </p:stCondLst>
                  <p:endCondLst>
                    <p:cond evt="onStopAudio" delay="0">
                      <p:tgtEl>
                        <p:sldTgt/>
                      </p:tgtEl>
                    </p:cond>
                  </p:endCondLst>
                </p:cTn>
                <p:tgtEl>
                  <p:spTgt spid="27"/>
                </p:tgtEl>
              </p:cMediaNode>
            </p:audio>
          </p:childTnLst>
        </p:cTn>
      </p:par>
    </p:tnLst>
  </p:timing>
</p:sld>
</file>

<file path=ppt/slides/slide23.xml><?xml version="1.0" encoding="utf-8"?>
<p:sld xmlns:a="http://schemas.openxmlformats.org/drawingml/2006/main" xmlns:r="http://schemas.openxmlformats.org/officeDocument/2006/relationships" xmlns:p="http://schemas.openxmlformats.org/presentationml/2006/main" show="0">
  <p:cSld>
    <p:spTree>
      <p:nvGrpSpPr>
        <p:cNvPr id="1" name=""/>
        <p:cNvGrpSpPr/>
        <p:nvPr/>
      </p:nvGrpSpPr>
      <p:grpSpPr>
        <a:xfrm>
          <a:off x="0" y="0"/>
          <a:ext cx="0" cy="0"/>
          <a:chOff x="0" y="0"/>
          <a:chExt cx="0" cy="0"/>
        </a:xfrm>
      </p:grpSpPr>
      <p:pic>
        <p:nvPicPr>
          <p:cNvPr id="14" name="Baseplate"/>
          <p:cNvPicPr>
            <a:picLocks noChangeAspect="1"/>
          </p:cNvPicPr>
          <p:nvPr/>
        </p:nvPicPr>
        <p:blipFill>
          <a:blip r:embed="rId13" cstate="print">
            <a:extLst>
              <a:ext uri="{28A0092B-C50C-407E-A947-70E740481C1C}">
                <a14:useLocalDpi xmlns:a14="http://schemas.microsoft.com/office/drawing/2010/main" val="0"/>
              </a:ext>
            </a:extLst>
          </a:blip>
          <a:stretch>
            <a:fillRect/>
          </a:stretch>
        </p:blipFill>
        <p:spPr>
          <a:xfrm>
            <a:off x="-594469" y="-54465"/>
            <a:ext cx="15819338" cy="8503919"/>
          </a:xfrm>
          <a:prstGeom prst="rect">
            <a:avLst/>
          </a:prstGeom>
        </p:spPr>
      </p:pic>
      <p:pic>
        <p:nvPicPr>
          <p:cNvPr id="65" name="Timer 1x2"/>
          <p:cNvPicPr>
            <a:picLocks/>
          </p:cNvPicPr>
          <p:nvPr/>
        </p:nvPicPr>
        <p:blipFill>
          <a:blip r:embed="rId14" cstate="print">
            <a:extLst>
              <a:ext uri="{28A0092B-C50C-407E-A947-70E740481C1C}">
                <a14:useLocalDpi xmlns:a14="http://schemas.microsoft.com/office/drawing/2010/main" val="0"/>
              </a:ext>
            </a:extLst>
          </a:blip>
          <a:stretch>
            <a:fillRect/>
          </a:stretch>
        </p:blipFill>
        <p:spPr>
          <a:xfrm>
            <a:off x="13929822" y="-203906"/>
            <a:ext cx="832104" cy="529163"/>
          </a:xfrm>
          <a:prstGeom prst="rect">
            <a:avLst/>
          </a:prstGeom>
        </p:spPr>
      </p:pic>
      <p:pic>
        <p:nvPicPr>
          <p:cNvPr id="86" name="Blue Bricks 1"/>
          <p:cNvPicPr>
            <a:picLocks noChangeAspect="1"/>
          </p:cNvPicPr>
          <p:nvPr/>
        </p:nvPicPr>
        <p:blipFill>
          <a:blip r:embed="rId15" cstate="print">
            <a:extLst>
              <a:ext uri="{28A0092B-C50C-407E-A947-70E740481C1C}">
                <a14:useLocalDpi xmlns:a14="http://schemas.microsoft.com/office/drawing/2010/main" val="0"/>
              </a:ext>
            </a:extLst>
          </a:blip>
          <a:stretch>
            <a:fillRect/>
          </a:stretch>
        </p:blipFill>
        <p:spPr>
          <a:xfrm>
            <a:off x="0" y="3059476"/>
            <a:ext cx="3461795" cy="1724155"/>
          </a:xfrm>
          <a:prstGeom prst="rect">
            <a:avLst/>
          </a:prstGeom>
        </p:spPr>
      </p:pic>
      <p:sp>
        <p:nvSpPr>
          <p:cNvPr id="87" name="Blue Cap 1"/>
          <p:cNvSpPr>
            <a:spLocks noChangeAspect="1"/>
          </p:cNvSpPr>
          <p:nvPr/>
        </p:nvSpPr>
        <p:spPr>
          <a:xfrm>
            <a:off x="213811" y="2951273"/>
            <a:ext cx="2907791" cy="1453896"/>
          </a:xfrm>
          <a:prstGeom prst="rect">
            <a:avLst/>
          </a:prstGeom>
          <a:solidFill>
            <a:srgbClr val="F4F4F4"/>
          </a:solidFill>
          <a:ln>
            <a:noFill/>
          </a:ln>
          <a:scene3d>
            <a:camera prst="orthographicFront">
              <a:rot lat="20400000" lon="21000000" rev="198000"/>
            </a:camera>
            <a:lightRig rig="balanced" dir="t"/>
          </a:scene3d>
          <a:sp3d extrusionH="165100" prstMaterial="metal">
            <a:bevelT w="19050" h="12700"/>
            <a:extrusionClr>
              <a:srgbClr val="F4F4F4"/>
            </a:extrusionClr>
          </a:sp3d>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sz="4400" spc="-200" dirty="0">
                <a:ln>
                  <a:solidFill>
                    <a:schemeClr val="tx1">
                      <a:lumMod val="85000"/>
                      <a:lumOff val="15000"/>
                    </a:schemeClr>
                  </a:solidFill>
                </a:ln>
                <a:solidFill>
                  <a:srgbClr val="106DDE"/>
                </a:solidFill>
                <a:latin typeface="Poppins Medium" panose="00000600000000000000" pitchFamily="2" charset="0"/>
                <a:ea typeface="ZCOOL QingKe HuangYou" panose="00000500000000000000" pitchFamily="2" charset="0"/>
                <a:cs typeface="Poppins Medium" panose="00000600000000000000" pitchFamily="2" charset="0"/>
              </a:rPr>
              <a:t>Your Text</a:t>
            </a:r>
          </a:p>
        </p:txBody>
      </p:sp>
      <p:pic>
        <p:nvPicPr>
          <p:cNvPr id="7" name="Red Bricks 1"/>
          <p:cNvPicPr>
            <a:picLocks noChangeAspect="1"/>
          </p:cNvPicPr>
          <p:nvPr/>
        </p:nvPicPr>
        <p:blipFill>
          <a:blip r:embed="rId16" cstate="print">
            <a:extLst>
              <a:ext uri="{28A0092B-C50C-407E-A947-70E740481C1C}">
                <a14:useLocalDpi xmlns:a14="http://schemas.microsoft.com/office/drawing/2010/main" val="0"/>
              </a:ext>
            </a:extLst>
          </a:blip>
          <a:stretch>
            <a:fillRect/>
          </a:stretch>
        </p:blipFill>
        <p:spPr>
          <a:xfrm>
            <a:off x="3475300" y="290455"/>
            <a:ext cx="3461795" cy="1724154"/>
          </a:xfrm>
          <a:prstGeom prst="rect">
            <a:avLst/>
          </a:prstGeom>
        </p:spPr>
      </p:pic>
      <p:sp>
        <p:nvSpPr>
          <p:cNvPr id="8" name="Red Cap 1"/>
          <p:cNvSpPr>
            <a:spLocks noChangeAspect="1"/>
          </p:cNvSpPr>
          <p:nvPr/>
        </p:nvSpPr>
        <p:spPr>
          <a:xfrm>
            <a:off x="4038601" y="182252"/>
            <a:ext cx="2907791" cy="1453896"/>
          </a:xfrm>
          <a:prstGeom prst="rect">
            <a:avLst/>
          </a:prstGeom>
          <a:solidFill>
            <a:srgbClr val="F4F4F4"/>
          </a:solidFill>
          <a:ln>
            <a:noFill/>
          </a:ln>
          <a:scene3d>
            <a:camera prst="orthographicFront">
              <a:rot lat="20400000" lon="21000000" rev="198000"/>
            </a:camera>
            <a:lightRig rig="balanced" dir="t"/>
          </a:scene3d>
          <a:sp3d extrusionH="165100" prstMaterial="metal">
            <a:bevelT w="19050" h="12700"/>
            <a:extrusionClr>
              <a:srgbClr val="F4F4F4"/>
            </a:extrusionClr>
          </a:sp3d>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sz="4400" spc="-200" dirty="0">
                <a:ln>
                  <a:solidFill>
                    <a:schemeClr val="tx1">
                      <a:lumMod val="85000"/>
                      <a:lumOff val="15000"/>
                    </a:schemeClr>
                  </a:solidFill>
                </a:ln>
                <a:solidFill>
                  <a:srgbClr val="DD1A21"/>
                </a:solidFill>
                <a:latin typeface="Poppins Medium" panose="00000600000000000000" pitchFamily="2" charset="0"/>
                <a:ea typeface="ZCOOL QingKe HuangYou" panose="00000500000000000000" pitchFamily="2" charset="0"/>
                <a:cs typeface="Poppins Medium" panose="00000600000000000000" pitchFamily="2" charset="0"/>
              </a:rPr>
              <a:t>Your Text</a:t>
            </a:r>
          </a:p>
        </p:txBody>
      </p:sp>
      <p:pic>
        <p:nvPicPr>
          <p:cNvPr id="17" name="Red Bricks 2"/>
          <p:cNvPicPr>
            <a:picLocks noChangeAspect="1"/>
          </p:cNvPicPr>
          <p:nvPr/>
        </p:nvPicPr>
        <p:blipFill>
          <a:blip r:embed="rId16" cstate="print">
            <a:extLst>
              <a:ext uri="{28A0092B-C50C-407E-A947-70E740481C1C}">
                <a14:useLocalDpi xmlns:a14="http://schemas.microsoft.com/office/drawing/2010/main" val="0"/>
              </a:ext>
            </a:extLst>
          </a:blip>
          <a:stretch>
            <a:fillRect/>
          </a:stretch>
        </p:blipFill>
        <p:spPr>
          <a:xfrm>
            <a:off x="3574668" y="2024150"/>
            <a:ext cx="3461795" cy="1724154"/>
          </a:xfrm>
          <a:prstGeom prst="rect">
            <a:avLst/>
          </a:prstGeom>
        </p:spPr>
      </p:pic>
      <p:sp>
        <p:nvSpPr>
          <p:cNvPr id="18" name="Red Cap 2"/>
          <p:cNvSpPr>
            <a:spLocks noChangeAspect="1"/>
          </p:cNvSpPr>
          <p:nvPr/>
        </p:nvSpPr>
        <p:spPr>
          <a:xfrm>
            <a:off x="4138169" y="1915947"/>
            <a:ext cx="2907791" cy="1453896"/>
          </a:xfrm>
          <a:prstGeom prst="rect">
            <a:avLst/>
          </a:prstGeom>
          <a:solidFill>
            <a:srgbClr val="F4F4F4"/>
          </a:solidFill>
          <a:ln>
            <a:noFill/>
          </a:ln>
          <a:scene3d>
            <a:camera prst="orthographicFront">
              <a:rot lat="20400000" lon="21000000" rev="198000"/>
            </a:camera>
            <a:lightRig rig="balanced" dir="t"/>
          </a:scene3d>
          <a:sp3d extrusionH="165100" prstMaterial="metal">
            <a:bevelT w="19050" h="12700"/>
            <a:extrusionClr>
              <a:srgbClr val="F4F4F4"/>
            </a:extrusionClr>
          </a:sp3d>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sz="4400" spc="-200" dirty="0">
                <a:ln>
                  <a:solidFill>
                    <a:schemeClr val="tx1">
                      <a:lumMod val="85000"/>
                      <a:lumOff val="15000"/>
                    </a:schemeClr>
                  </a:solidFill>
                </a:ln>
                <a:solidFill>
                  <a:srgbClr val="DD1A21"/>
                </a:solidFill>
                <a:latin typeface="Poppins Medium" panose="00000600000000000000" pitchFamily="2" charset="0"/>
                <a:ea typeface="ZCOOL QingKe HuangYou" panose="00000500000000000000" pitchFamily="2" charset="0"/>
                <a:cs typeface="Poppins Medium" panose="00000600000000000000" pitchFamily="2" charset="0"/>
              </a:rPr>
              <a:t>Your Text</a:t>
            </a:r>
          </a:p>
        </p:txBody>
      </p:sp>
      <p:pic>
        <p:nvPicPr>
          <p:cNvPr id="20" name="Red Bricks 3"/>
          <p:cNvPicPr>
            <a:picLocks noChangeAspect="1"/>
          </p:cNvPicPr>
          <p:nvPr/>
        </p:nvPicPr>
        <p:blipFill>
          <a:blip r:embed="rId16" cstate="print">
            <a:extLst>
              <a:ext uri="{28A0092B-C50C-407E-A947-70E740481C1C}">
                <a14:useLocalDpi xmlns:a14="http://schemas.microsoft.com/office/drawing/2010/main" val="0"/>
              </a:ext>
            </a:extLst>
          </a:blip>
          <a:stretch>
            <a:fillRect/>
          </a:stretch>
        </p:blipFill>
        <p:spPr>
          <a:xfrm>
            <a:off x="3702936" y="4451850"/>
            <a:ext cx="3461795" cy="1724154"/>
          </a:xfrm>
          <a:prstGeom prst="rect">
            <a:avLst/>
          </a:prstGeom>
        </p:spPr>
      </p:pic>
      <p:pic>
        <p:nvPicPr>
          <p:cNvPr id="13" name="Green Bricks 1"/>
          <p:cNvPicPr>
            <a:picLocks noChangeAspect="1"/>
          </p:cNvPicPr>
          <p:nvPr/>
        </p:nvPicPr>
        <p:blipFill>
          <a:blip r:embed="rId17" cstate="print">
            <a:extLst>
              <a:ext uri="{28A0092B-C50C-407E-A947-70E740481C1C}">
                <a14:useLocalDpi xmlns:a14="http://schemas.microsoft.com/office/drawing/2010/main" val="0"/>
              </a:ext>
            </a:extLst>
          </a:blip>
          <a:stretch>
            <a:fillRect/>
          </a:stretch>
        </p:blipFill>
        <p:spPr>
          <a:xfrm>
            <a:off x="9286304" y="312925"/>
            <a:ext cx="3456007" cy="1724155"/>
          </a:xfrm>
          <a:prstGeom prst="rect">
            <a:avLst/>
          </a:prstGeom>
        </p:spPr>
      </p:pic>
      <p:sp>
        <p:nvSpPr>
          <p:cNvPr id="15" name="Green Cap 1"/>
          <p:cNvSpPr>
            <a:spLocks noChangeAspect="1"/>
          </p:cNvSpPr>
          <p:nvPr/>
        </p:nvSpPr>
        <p:spPr>
          <a:xfrm>
            <a:off x="9850629" y="204722"/>
            <a:ext cx="2907791" cy="1453896"/>
          </a:xfrm>
          <a:prstGeom prst="rect">
            <a:avLst/>
          </a:prstGeom>
          <a:solidFill>
            <a:srgbClr val="F4F4F4"/>
          </a:solidFill>
          <a:ln>
            <a:noFill/>
          </a:ln>
          <a:scene3d>
            <a:camera prst="orthographicFront">
              <a:rot lat="20400000" lon="21000000" rev="198000"/>
            </a:camera>
            <a:lightRig rig="balanced" dir="t"/>
          </a:scene3d>
          <a:sp3d extrusionH="165100" prstMaterial="metal">
            <a:bevelT w="19050" h="12700"/>
            <a:extrusionClr>
              <a:srgbClr val="F4F4F4"/>
            </a:extrusionClr>
          </a:sp3d>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sz="4400" spc="-200" dirty="0">
                <a:ln>
                  <a:solidFill>
                    <a:schemeClr val="tx1">
                      <a:lumMod val="85000"/>
                      <a:lumOff val="15000"/>
                    </a:schemeClr>
                  </a:solidFill>
                </a:ln>
                <a:solidFill>
                  <a:srgbClr val="04A043"/>
                </a:solidFill>
                <a:latin typeface="Poppins Medium" panose="00000600000000000000" pitchFamily="2" charset="0"/>
                <a:ea typeface="ZCOOL QingKe HuangYou" panose="00000500000000000000" pitchFamily="2" charset="0"/>
                <a:cs typeface="Poppins Medium" panose="00000600000000000000" pitchFamily="2" charset="0"/>
              </a:rPr>
              <a:t>Your Text</a:t>
            </a:r>
          </a:p>
        </p:txBody>
      </p:sp>
      <p:pic>
        <p:nvPicPr>
          <p:cNvPr id="30" name="Green Bricks 2"/>
          <p:cNvPicPr>
            <a:picLocks noChangeAspect="1"/>
          </p:cNvPicPr>
          <p:nvPr/>
        </p:nvPicPr>
        <p:blipFill>
          <a:blip r:embed="rId17" cstate="print">
            <a:extLst>
              <a:ext uri="{28A0092B-C50C-407E-A947-70E740481C1C}">
                <a14:useLocalDpi xmlns:a14="http://schemas.microsoft.com/office/drawing/2010/main" val="0"/>
              </a:ext>
            </a:extLst>
          </a:blip>
          <a:stretch>
            <a:fillRect/>
          </a:stretch>
        </p:blipFill>
        <p:spPr>
          <a:xfrm>
            <a:off x="9385162" y="2034761"/>
            <a:ext cx="3456007" cy="1724155"/>
          </a:xfrm>
          <a:prstGeom prst="rect">
            <a:avLst/>
          </a:prstGeom>
        </p:spPr>
      </p:pic>
      <p:sp>
        <p:nvSpPr>
          <p:cNvPr id="31" name="Green Cap 2"/>
          <p:cNvSpPr>
            <a:spLocks noChangeAspect="1"/>
          </p:cNvSpPr>
          <p:nvPr/>
        </p:nvSpPr>
        <p:spPr>
          <a:xfrm>
            <a:off x="9948419" y="1926558"/>
            <a:ext cx="2907791" cy="1453896"/>
          </a:xfrm>
          <a:prstGeom prst="rect">
            <a:avLst/>
          </a:prstGeom>
          <a:solidFill>
            <a:srgbClr val="F4F4F4"/>
          </a:solidFill>
          <a:ln>
            <a:noFill/>
          </a:ln>
          <a:scene3d>
            <a:camera prst="orthographicFront">
              <a:rot lat="20400000" lon="21000000" rev="198000"/>
            </a:camera>
            <a:lightRig rig="balanced" dir="t"/>
          </a:scene3d>
          <a:sp3d extrusionH="165100" prstMaterial="metal">
            <a:bevelT w="19050" h="12700"/>
            <a:extrusionClr>
              <a:srgbClr val="F4F4F4"/>
            </a:extrusionClr>
          </a:sp3d>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sz="4400" spc="-200" dirty="0">
                <a:ln>
                  <a:solidFill>
                    <a:schemeClr val="tx1">
                      <a:lumMod val="85000"/>
                      <a:lumOff val="15000"/>
                    </a:schemeClr>
                  </a:solidFill>
                </a:ln>
                <a:solidFill>
                  <a:srgbClr val="04A043"/>
                </a:solidFill>
                <a:latin typeface="Poppins Medium" panose="00000600000000000000" pitchFamily="2" charset="0"/>
                <a:ea typeface="ZCOOL QingKe HuangYou" panose="00000500000000000000" pitchFamily="2" charset="0"/>
                <a:cs typeface="Poppins Medium" panose="00000600000000000000" pitchFamily="2" charset="0"/>
              </a:rPr>
              <a:t>Your Text</a:t>
            </a:r>
          </a:p>
        </p:txBody>
      </p:sp>
      <p:grpSp>
        <p:nvGrpSpPr>
          <p:cNvPr id="6" name="Black Line"/>
          <p:cNvGrpSpPr/>
          <p:nvPr/>
        </p:nvGrpSpPr>
        <p:grpSpPr>
          <a:xfrm>
            <a:off x="3661927" y="3906918"/>
            <a:ext cx="9525041" cy="555037"/>
            <a:chOff x="3661927" y="3906918"/>
            <a:chExt cx="9525041" cy="555037"/>
          </a:xfrm>
        </p:grpSpPr>
        <p:pic>
          <p:nvPicPr>
            <p:cNvPr id="39" name="Black 1x4"/>
            <p:cNvPicPr>
              <a:picLocks/>
            </p:cNvPicPr>
            <p:nvPr/>
          </p:nvPicPr>
          <p:blipFill>
            <a:blip r:embed="rId18" cstate="print">
              <a:extLst>
                <a:ext uri="{28A0092B-C50C-407E-A947-70E740481C1C}">
                  <a14:useLocalDpi xmlns:a14="http://schemas.microsoft.com/office/drawing/2010/main" val="0"/>
                </a:ext>
              </a:extLst>
            </a:blip>
            <a:stretch>
              <a:fillRect/>
            </a:stretch>
          </p:blipFill>
          <p:spPr>
            <a:xfrm>
              <a:off x="11632488" y="3922459"/>
              <a:ext cx="1554480" cy="539496"/>
            </a:xfrm>
            <a:prstGeom prst="rect">
              <a:avLst/>
            </a:prstGeom>
          </p:spPr>
        </p:pic>
        <p:sp>
          <p:nvSpPr>
            <p:cNvPr id="46" name="Shade"/>
            <p:cNvSpPr>
              <a:spLocks/>
            </p:cNvSpPr>
            <p:nvPr/>
          </p:nvSpPr>
          <p:spPr>
            <a:xfrm>
              <a:off x="11462385" y="4004327"/>
              <a:ext cx="466344" cy="365760"/>
            </a:xfrm>
            <a:prstGeom prst="rect">
              <a:avLst/>
            </a:prstGeom>
            <a:solidFill>
              <a:schemeClr val="tx1">
                <a:alpha val="50000"/>
              </a:schemeClr>
            </a:solidFill>
            <a:ln>
              <a:noFill/>
            </a:ln>
            <a:scene3d>
              <a:camera prst="orthographicFront">
                <a:rot lat="20400000" lon="4800000" rev="197999"/>
              </a:camera>
              <a:lightRig rig="threePt" dir="t"/>
            </a:scene3d>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pic>
          <p:nvPicPr>
            <p:cNvPr id="40" name="Black 1x4"/>
            <p:cNvPicPr>
              <a:picLocks/>
            </p:cNvPicPr>
            <p:nvPr/>
          </p:nvPicPr>
          <p:blipFill>
            <a:blip r:embed="rId18" cstate="print">
              <a:extLst>
                <a:ext uri="{28A0092B-C50C-407E-A947-70E740481C1C}">
                  <a14:useLocalDpi xmlns:a14="http://schemas.microsoft.com/office/drawing/2010/main" val="0"/>
                </a:ext>
              </a:extLst>
            </a:blip>
            <a:stretch>
              <a:fillRect/>
            </a:stretch>
          </p:blipFill>
          <p:spPr>
            <a:xfrm>
              <a:off x="10183992" y="3919521"/>
              <a:ext cx="1554480" cy="539496"/>
            </a:xfrm>
            <a:prstGeom prst="rect">
              <a:avLst/>
            </a:prstGeom>
          </p:spPr>
        </p:pic>
        <p:sp>
          <p:nvSpPr>
            <p:cNvPr id="45" name="Shade"/>
            <p:cNvSpPr>
              <a:spLocks/>
            </p:cNvSpPr>
            <p:nvPr/>
          </p:nvSpPr>
          <p:spPr>
            <a:xfrm>
              <a:off x="9988296" y="4000500"/>
              <a:ext cx="502920" cy="374904"/>
            </a:xfrm>
            <a:prstGeom prst="rect">
              <a:avLst/>
            </a:prstGeom>
            <a:solidFill>
              <a:schemeClr val="tx1">
                <a:alpha val="50000"/>
              </a:schemeClr>
            </a:solidFill>
            <a:ln>
              <a:noFill/>
            </a:ln>
            <a:scene3d>
              <a:camera prst="orthographicFront">
                <a:rot lat="20400000" lon="4800000" rev="197999"/>
              </a:camera>
              <a:lightRig rig="threePt" dir="t"/>
            </a:scene3d>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pic>
          <p:nvPicPr>
            <p:cNvPr id="42" name="Black 1x4"/>
            <p:cNvPicPr>
              <a:picLocks/>
            </p:cNvPicPr>
            <p:nvPr/>
          </p:nvPicPr>
          <p:blipFill>
            <a:blip r:embed="rId18" cstate="print">
              <a:extLst>
                <a:ext uri="{28A0092B-C50C-407E-A947-70E740481C1C}">
                  <a14:useLocalDpi xmlns:a14="http://schemas.microsoft.com/office/drawing/2010/main" val="0"/>
                </a:ext>
              </a:extLst>
            </a:blip>
            <a:stretch>
              <a:fillRect/>
            </a:stretch>
          </p:blipFill>
          <p:spPr>
            <a:xfrm>
              <a:off x="8725337" y="3917738"/>
              <a:ext cx="1554480" cy="539496"/>
            </a:xfrm>
            <a:prstGeom prst="rect">
              <a:avLst/>
            </a:prstGeom>
          </p:spPr>
        </p:pic>
        <p:sp>
          <p:nvSpPr>
            <p:cNvPr id="44" name="Shade"/>
            <p:cNvSpPr>
              <a:spLocks/>
            </p:cNvSpPr>
            <p:nvPr/>
          </p:nvSpPr>
          <p:spPr>
            <a:xfrm>
              <a:off x="8526780" y="4002151"/>
              <a:ext cx="502920" cy="374904"/>
            </a:xfrm>
            <a:prstGeom prst="rect">
              <a:avLst/>
            </a:prstGeom>
            <a:solidFill>
              <a:schemeClr val="tx1">
                <a:alpha val="50000"/>
              </a:schemeClr>
            </a:solidFill>
            <a:ln>
              <a:noFill/>
            </a:ln>
            <a:scene3d>
              <a:camera prst="orthographicFront">
                <a:rot lat="20400000" lon="4800000" rev="197999"/>
              </a:camera>
              <a:lightRig rig="threePt" dir="t"/>
            </a:scene3d>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pic>
          <p:nvPicPr>
            <p:cNvPr id="3" name="Black 1x2"/>
            <p:cNvPicPr>
              <a:picLocks/>
            </p:cNvPicPr>
            <p:nvPr/>
          </p:nvPicPr>
          <p:blipFill>
            <a:blip r:embed="rId19" cstate="print">
              <a:extLst>
                <a:ext uri="{28A0092B-C50C-407E-A947-70E740481C1C}">
                  <a14:useLocalDpi xmlns:a14="http://schemas.microsoft.com/office/drawing/2010/main" val="0"/>
                </a:ext>
              </a:extLst>
            </a:blip>
            <a:stretch>
              <a:fillRect/>
            </a:stretch>
          </p:blipFill>
          <p:spPr>
            <a:xfrm>
              <a:off x="7990269" y="3916427"/>
              <a:ext cx="832104" cy="534978"/>
            </a:xfrm>
            <a:prstGeom prst="rect">
              <a:avLst/>
            </a:prstGeom>
          </p:spPr>
        </p:pic>
        <p:sp>
          <p:nvSpPr>
            <p:cNvPr id="43" name="Shade"/>
            <p:cNvSpPr>
              <a:spLocks/>
            </p:cNvSpPr>
            <p:nvPr/>
          </p:nvSpPr>
          <p:spPr>
            <a:xfrm>
              <a:off x="7792720" y="3996436"/>
              <a:ext cx="502920" cy="374904"/>
            </a:xfrm>
            <a:prstGeom prst="rect">
              <a:avLst/>
            </a:prstGeom>
            <a:solidFill>
              <a:schemeClr val="tx1">
                <a:alpha val="50000"/>
              </a:schemeClr>
            </a:solidFill>
            <a:ln>
              <a:noFill/>
            </a:ln>
            <a:scene3d>
              <a:camera prst="orthographicFront">
                <a:rot lat="20400000" lon="4800000" rev="197999"/>
              </a:camera>
              <a:lightRig rig="threePt" dir="t"/>
            </a:scene3d>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pic>
          <p:nvPicPr>
            <p:cNvPr id="41" name="Black 1x4"/>
            <p:cNvPicPr>
              <a:picLocks/>
            </p:cNvPicPr>
            <p:nvPr/>
          </p:nvPicPr>
          <p:blipFill>
            <a:blip r:embed="rId18" cstate="print">
              <a:extLst>
                <a:ext uri="{28A0092B-C50C-407E-A947-70E740481C1C}">
                  <a14:useLocalDpi xmlns:a14="http://schemas.microsoft.com/office/drawing/2010/main" val="0"/>
                </a:ext>
              </a:extLst>
            </a:blip>
            <a:stretch>
              <a:fillRect/>
            </a:stretch>
          </p:blipFill>
          <p:spPr>
            <a:xfrm>
              <a:off x="6543678" y="3912409"/>
              <a:ext cx="1545336" cy="539496"/>
            </a:xfrm>
            <a:prstGeom prst="rect">
              <a:avLst/>
            </a:prstGeom>
          </p:spPr>
        </p:pic>
        <p:sp>
          <p:nvSpPr>
            <p:cNvPr id="47" name="Shade"/>
            <p:cNvSpPr>
              <a:spLocks/>
            </p:cNvSpPr>
            <p:nvPr/>
          </p:nvSpPr>
          <p:spPr>
            <a:xfrm>
              <a:off x="6367526" y="4002398"/>
              <a:ext cx="466344" cy="365760"/>
            </a:xfrm>
            <a:prstGeom prst="rect">
              <a:avLst/>
            </a:prstGeom>
            <a:solidFill>
              <a:schemeClr val="tx1">
                <a:alpha val="50000"/>
              </a:schemeClr>
            </a:solidFill>
            <a:ln>
              <a:noFill/>
            </a:ln>
            <a:scene3d>
              <a:camera prst="orthographicFront">
                <a:rot lat="20400000" lon="4800000" rev="197999"/>
              </a:camera>
              <a:lightRig rig="threePt" dir="t"/>
            </a:scene3d>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pic>
          <p:nvPicPr>
            <p:cNvPr id="38" name="Black 1x4"/>
            <p:cNvPicPr>
              <a:picLocks/>
            </p:cNvPicPr>
            <p:nvPr/>
          </p:nvPicPr>
          <p:blipFill>
            <a:blip r:embed="rId18" cstate="print">
              <a:extLst>
                <a:ext uri="{28A0092B-C50C-407E-A947-70E740481C1C}">
                  <a14:useLocalDpi xmlns:a14="http://schemas.microsoft.com/office/drawing/2010/main" val="0"/>
                </a:ext>
              </a:extLst>
            </a:blip>
            <a:stretch>
              <a:fillRect/>
            </a:stretch>
          </p:blipFill>
          <p:spPr>
            <a:xfrm>
              <a:off x="5102802" y="3909856"/>
              <a:ext cx="1545336" cy="539496"/>
            </a:xfrm>
            <a:prstGeom prst="rect">
              <a:avLst/>
            </a:prstGeom>
          </p:spPr>
        </p:pic>
        <p:sp>
          <p:nvSpPr>
            <p:cNvPr id="48" name="Shade"/>
            <p:cNvSpPr>
              <a:spLocks/>
            </p:cNvSpPr>
            <p:nvPr/>
          </p:nvSpPr>
          <p:spPr>
            <a:xfrm>
              <a:off x="4925060" y="4004056"/>
              <a:ext cx="466344" cy="365760"/>
            </a:xfrm>
            <a:prstGeom prst="rect">
              <a:avLst/>
            </a:prstGeom>
            <a:solidFill>
              <a:schemeClr val="tx1">
                <a:alpha val="50000"/>
              </a:schemeClr>
            </a:solidFill>
            <a:ln>
              <a:noFill/>
            </a:ln>
            <a:scene3d>
              <a:camera prst="orthographicFront">
                <a:rot lat="20400000" lon="4800000" rev="197999"/>
              </a:camera>
              <a:lightRig rig="threePt" dir="t"/>
            </a:scene3d>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pic>
          <p:nvPicPr>
            <p:cNvPr id="2" name="Black 1x4"/>
            <p:cNvPicPr>
              <a:picLocks/>
            </p:cNvPicPr>
            <p:nvPr/>
          </p:nvPicPr>
          <p:blipFill>
            <a:blip r:embed="rId18" cstate="print">
              <a:extLst>
                <a:ext uri="{28A0092B-C50C-407E-A947-70E740481C1C}">
                  <a14:useLocalDpi xmlns:a14="http://schemas.microsoft.com/office/drawing/2010/main" val="0"/>
                </a:ext>
              </a:extLst>
            </a:blip>
            <a:stretch>
              <a:fillRect/>
            </a:stretch>
          </p:blipFill>
          <p:spPr>
            <a:xfrm>
              <a:off x="3661927" y="3906918"/>
              <a:ext cx="1545336" cy="539496"/>
            </a:xfrm>
            <a:prstGeom prst="rect">
              <a:avLst/>
            </a:prstGeom>
          </p:spPr>
        </p:pic>
      </p:grpSp>
      <p:sp>
        <p:nvSpPr>
          <p:cNvPr id="21" name="Red Cap 3"/>
          <p:cNvSpPr>
            <a:spLocks noChangeAspect="1"/>
          </p:cNvSpPr>
          <p:nvPr/>
        </p:nvSpPr>
        <p:spPr>
          <a:xfrm>
            <a:off x="4267200" y="4343647"/>
            <a:ext cx="2907791" cy="1453896"/>
          </a:xfrm>
          <a:prstGeom prst="rect">
            <a:avLst/>
          </a:prstGeom>
          <a:solidFill>
            <a:srgbClr val="F4F4F4"/>
          </a:solidFill>
          <a:ln>
            <a:noFill/>
          </a:ln>
          <a:scene3d>
            <a:camera prst="orthographicFront">
              <a:rot lat="20400000" lon="21000000" rev="198000"/>
            </a:camera>
            <a:lightRig rig="balanced" dir="t"/>
          </a:scene3d>
          <a:sp3d extrusionH="165100" prstMaterial="metal">
            <a:bevelT w="19050" h="12700"/>
            <a:extrusionClr>
              <a:srgbClr val="F4F4F4"/>
            </a:extrusionClr>
          </a:sp3d>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sz="4400" spc="-200" dirty="0">
                <a:ln>
                  <a:solidFill>
                    <a:schemeClr val="tx1">
                      <a:lumMod val="85000"/>
                      <a:lumOff val="15000"/>
                    </a:schemeClr>
                  </a:solidFill>
                </a:ln>
                <a:solidFill>
                  <a:srgbClr val="DD1A21"/>
                </a:solidFill>
                <a:latin typeface="Poppins Medium" panose="00000600000000000000" pitchFamily="2" charset="0"/>
                <a:ea typeface="ZCOOL QingKe HuangYou" panose="00000500000000000000" pitchFamily="2" charset="0"/>
                <a:cs typeface="Poppins Medium" panose="00000600000000000000" pitchFamily="2" charset="0"/>
              </a:rPr>
              <a:t>Your Text</a:t>
            </a:r>
          </a:p>
        </p:txBody>
      </p:sp>
      <p:pic>
        <p:nvPicPr>
          <p:cNvPr id="23" name="Red Bricks 4"/>
          <p:cNvPicPr>
            <a:picLocks noChangeAspect="1"/>
          </p:cNvPicPr>
          <p:nvPr/>
        </p:nvPicPr>
        <p:blipFill>
          <a:blip r:embed="rId16" cstate="print">
            <a:extLst>
              <a:ext uri="{28A0092B-C50C-407E-A947-70E740481C1C}">
                <a14:useLocalDpi xmlns:a14="http://schemas.microsoft.com/office/drawing/2010/main" val="0"/>
              </a:ext>
            </a:extLst>
          </a:blip>
          <a:stretch>
            <a:fillRect/>
          </a:stretch>
        </p:blipFill>
        <p:spPr>
          <a:xfrm>
            <a:off x="3824019" y="6157175"/>
            <a:ext cx="3461795" cy="1724154"/>
          </a:xfrm>
          <a:prstGeom prst="rect">
            <a:avLst/>
          </a:prstGeom>
        </p:spPr>
      </p:pic>
      <p:sp>
        <p:nvSpPr>
          <p:cNvPr id="24" name="Red Cap 4"/>
          <p:cNvSpPr>
            <a:spLocks noChangeAspect="1"/>
          </p:cNvSpPr>
          <p:nvPr/>
        </p:nvSpPr>
        <p:spPr>
          <a:xfrm>
            <a:off x="4389629" y="6048972"/>
            <a:ext cx="2907791" cy="1453896"/>
          </a:xfrm>
          <a:prstGeom prst="rect">
            <a:avLst/>
          </a:prstGeom>
          <a:solidFill>
            <a:srgbClr val="F4F4F4"/>
          </a:solidFill>
          <a:ln>
            <a:noFill/>
          </a:ln>
          <a:scene3d>
            <a:camera prst="orthographicFront">
              <a:rot lat="20400000" lon="21000000" rev="198000"/>
            </a:camera>
            <a:lightRig rig="balanced" dir="t"/>
          </a:scene3d>
          <a:sp3d extrusionH="165100" prstMaterial="metal">
            <a:bevelT w="19050" h="12700"/>
            <a:extrusionClr>
              <a:srgbClr val="F4F4F4"/>
            </a:extrusionClr>
          </a:sp3d>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sz="4400" spc="-200" dirty="0">
                <a:ln>
                  <a:solidFill>
                    <a:schemeClr val="tx1">
                      <a:lumMod val="85000"/>
                      <a:lumOff val="15000"/>
                    </a:schemeClr>
                  </a:solidFill>
                </a:ln>
                <a:solidFill>
                  <a:srgbClr val="DD1A21"/>
                </a:solidFill>
                <a:latin typeface="Poppins Medium" panose="00000600000000000000" pitchFamily="2" charset="0"/>
                <a:ea typeface="ZCOOL QingKe HuangYou" panose="00000500000000000000" pitchFamily="2" charset="0"/>
                <a:cs typeface="Poppins Medium" panose="00000600000000000000" pitchFamily="2" charset="0"/>
              </a:rPr>
              <a:t>Your Text</a:t>
            </a:r>
          </a:p>
        </p:txBody>
      </p:sp>
      <p:pic>
        <p:nvPicPr>
          <p:cNvPr id="33" name="Green Bricks 3"/>
          <p:cNvPicPr>
            <a:picLocks noChangeAspect="1"/>
          </p:cNvPicPr>
          <p:nvPr/>
        </p:nvPicPr>
        <p:blipFill>
          <a:blip r:embed="rId17" cstate="print">
            <a:extLst>
              <a:ext uri="{28A0092B-C50C-407E-A947-70E740481C1C}">
                <a14:useLocalDpi xmlns:a14="http://schemas.microsoft.com/office/drawing/2010/main" val="0"/>
              </a:ext>
            </a:extLst>
          </a:blip>
          <a:stretch>
            <a:fillRect/>
          </a:stretch>
        </p:blipFill>
        <p:spPr>
          <a:xfrm>
            <a:off x="9526095" y="4456170"/>
            <a:ext cx="3456007" cy="1724155"/>
          </a:xfrm>
          <a:prstGeom prst="rect">
            <a:avLst/>
          </a:prstGeom>
        </p:spPr>
      </p:pic>
      <p:sp>
        <p:nvSpPr>
          <p:cNvPr id="34" name="Green Cap 3"/>
          <p:cNvSpPr>
            <a:spLocks noChangeAspect="1"/>
          </p:cNvSpPr>
          <p:nvPr/>
        </p:nvSpPr>
        <p:spPr>
          <a:xfrm>
            <a:off x="10091929" y="4347967"/>
            <a:ext cx="2907791" cy="1453896"/>
          </a:xfrm>
          <a:prstGeom prst="rect">
            <a:avLst/>
          </a:prstGeom>
          <a:solidFill>
            <a:srgbClr val="F4F4F4"/>
          </a:solidFill>
          <a:ln>
            <a:noFill/>
          </a:ln>
          <a:scene3d>
            <a:camera prst="orthographicFront">
              <a:rot lat="20400000" lon="21000000" rev="198000"/>
            </a:camera>
            <a:lightRig rig="balanced" dir="t"/>
          </a:scene3d>
          <a:sp3d extrusionH="165100" prstMaterial="metal">
            <a:bevelT w="19050" h="12700"/>
            <a:extrusionClr>
              <a:srgbClr val="F4F4F4"/>
            </a:extrusionClr>
          </a:sp3d>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sz="4400" spc="-200" dirty="0">
                <a:ln>
                  <a:solidFill>
                    <a:schemeClr val="tx1">
                      <a:lumMod val="85000"/>
                      <a:lumOff val="15000"/>
                    </a:schemeClr>
                  </a:solidFill>
                </a:ln>
                <a:solidFill>
                  <a:srgbClr val="04A043"/>
                </a:solidFill>
                <a:latin typeface="Poppins Medium" panose="00000600000000000000" pitchFamily="2" charset="0"/>
                <a:ea typeface="ZCOOL QingKe HuangYou" panose="00000500000000000000" pitchFamily="2" charset="0"/>
                <a:cs typeface="Poppins Medium" panose="00000600000000000000" pitchFamily="2" charset="0"/>
              </a:rPr>
              <a:t>Your Text</a:t>
            </a:r>
          </a:p>
        </p:txBody>
      </p:sp>
      <p:pic>
        <p:nvPicPr>
          <p:cNvPr id="36" name="Green Bricks 4"/>
          <p:cNvPicPr>
            <a:picLocks noChangeAspect="1"/>
          </p:cNvPicPr>
          <p:nvPr/>
        </p:nvPicPr>
        <p:blipFill>
          <a:blip r:embed="rId17" cstate="print">
            <a:extLst>
              <a:ext uri="{28A0092B-C50C-407E-A947-70E740481C1C}">
                <a14:useLocalDpi xmlns:a14="http://schemas.microsoft.com/office/drawing/2010/main" val="0"/>
              </a:ext>
            </a:extLst>
          </a:blip>
          <a:stretch>
            <a:fillRect/>
          </a:stretch>
        </p:blipFill>
        <p:spPr>
          <a:xfrm>
            <a:off x="9624953" y="6178006"/>
            <a:ext cx="3456007" cy="1724155"/>
          </a:xfrm>
          <a:prstGeom prst="rect">
            <a:avLst/>
          </a:prstGeom>
        </p:spPr>
      </p:pic>
      <p:sp>
        <p:nvSpPr>
          <p:cNvPr id="37" name="Green Cap 4"/>
          <p:cNvSpPr>
            <a:spLocks noChangeAspect="1"/>
          </p:cNvSpPr>
          <p:nvPr/>
        </p:nvSpPr>
        <p:spPr>
          <a:xfrm>
            <a:off x="10190989" y="6069803"/>
            <a:ext cx="2907791" cy="1453896"/>
          </a:xfrm>
          <a:prstGeom prst="rect">
            <a:avLst/>
          </a:prstGeom>
          <a:solidFill>
            <a:srgbClr val="F4F4F4"/>
          </a:solidFill>
          <a:ln>
            <a:noFill/>
          </a:ln>
          <a:scene3d>
            <a:camera prst="orthographicFront">
              <a:rot lat="20400000" lon="21000000" rev="198000"/>
            </a:camera>
            <a:lightRig rig="balanced" dir="t"/>
          </a:scene3d>
          <a:sp3d extrusionH="165100" prstMaterial="metal">
            <a:bevelT w="19050" h="12700"/>
            <a:extrusionClr>
              <a:srgbClr val="F4F4F4"/>
            </a:extrusionClr>
          </a:sp3d>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sz="4400" spc="-200" dirty="0">
                <a:ln>
                  <a:solidFill>
                    <a:schemeClr val="tx1">
                      <a:lumMod val="85000"/>
                      <a:lumOff val="15000"/>
                    </a:schemeClr>
                  </a:solidFill>
                </a:ln>
                <a:solidFill>
                  <a:srgbClr val="04A043"/>
                </a:solidFill>
                <a:latin typeface="Poppins Medium" panose="00000600000000000000" pitchFamily="2" charset="0"/>
                <a:ea typeface="ZCOOL QingKe HuangYou" panose="00000500000000000000" pitchFamily="2" charset="0"/>
                <a:cs typeface="Poppins Medium" panose="00000600000000000000" pitchFamily="2" charset="0"/>
              </a:rPr>
              <a:t>Your Text</a:t>
            </a:r>
          </a:p>
        </p:txBody>
      </p:sp>
      <p:pic>
        <p:nvPicPr>
          <p:cNvPr id="63" name="Points Reveal 1.mp3">
            <a:hlinkClick r:id="" action="ppaction://media"/>
          </p:cNvPr>
          <p:cNvPicPr>
            <a:picLocks noChangeAspect="1"/>
          </p:cNvPicPr>
          <p:nvPr>
            <a:audioFile r:link="rId2"/>
            <p:extLst>
              <p:ext uri="{DAA4B4D4-6D71-4841-9C94-3DE7FCFB9230}">
                <p14:media xmlns:p14="http://schemas.microsoft.com/office/powerpoint/2010/main" r:embed="rId1"/>
              </p:ext>
            </p:extLst>
          </p:nvPr>
        </p:nvPicPr>
        <p:blipFill>
          <a:blip r:embed="rId20"/>
          <a:stretch>
            <a:fillRect/>
          </a:stretch>
        </p:blipFill>
        <p:spPr>
          <a:xfrm>
            <a:off x="1905000" y="8528098"/>
            <a:ext cx="487363" cy="487363"/>
          </a:xfrm>
          <a:prstGeom prst="rect">
            <a:avLst/>
          </a:prstGeom>
        </p:spPr>
      </p:pic>
      <p:pic>
        <p:nvPicPr>
          <p:cNvPr id="64" name="Points Reveal 2.mp3">
            <a:hlinkClick r:id="" action="ppaction://media"/>
          </p:cNvPr>
          <p:cNvPicPr>
            <a:picLocks noChangeAspect="1"/>
          </p:cNvPicPr>
          <p:nvPr>
            <a:audioFile r:link="rId4"/>
            <p:extLst>
              <p:ext uri="{DAA4B4D4-6D71-4841-9C94-3DE7FCFB9230}">
                <p14:media xmlns:p14="http://schemas.microsoft.com/office/powerpoint/2010/main" r:embed="rId3"/>
              </p:ext>
            </p:extLst>
          </p:nvPr>
        </p:nvPicPr>
        <p:blipFill>
          <a:blip r:embed="rId20"/>
          <a:stretch>
            <a:fillRect/>
          </a:stretch>
        </p:blipFill>
        <p:spPr>
          <a:xfrm>
            <a:off x="2743200" y="8534400"/>
            <a:ext cx="487363" cy="487363"/>
          </a:xfrm>
          <a:prstGeom prst="rect">
            <a:avLst/>
          </a:prstGeom>
        </p:spPr>
      </p:pic>
      <p:pic>
        <p:nvPicPr>
          <p:cNvPr id="5" name="gold piece sequence (5 pieces) 1 (leandri140029).mp3">
            <a:hlinkClick r:id="" action="ppaction://media"/>
          </p:cNvPr>
          <p:cNvPicPr>
            <a:picLocks noChangeAspect="1"/>
          </p:cNvPicPr>
          <p:nvPr>
            <a:audioFile r:link="rId6"/>
            <p:extLst>
              <p:ext uri="{DAA4B4D4-6D71-4841-9C94-3DE7FCFB9230}">
                <p14:media xmlns:p14="http://schemas.microsoft.com/office/powerpoint/2010/main" r:embed="rId5"/>
              </p:ext>
            </p:extLst>
          </p:nvPr>
        </p:nvPicPr>
        <p:blipFill>
          <a:blip r:embed="rId21"/>
          <a:stretch>
            <a:fillRect/>
          </a:stretch>
        </p:blipFill>
        <p:spPr>
          <a:xfrm>
            <a:off x="6346507" y="8534399"/>
            <a:ext cx="487363" cy="487363"/>
          </a:xfrm>
          <a:prstGeom prst="rect">
            <a:avLst/>
          </a:prstGeom>
        </p:spPr>
      </p:pic>
      <p:pic>
        <p:nvPicPr>
          <p:cNvPr id="28" name="gold piece sequence (5 pieces) 2 (leandri140029).mp3">
            <a:hlinkClick r:id="" action="ppaction://media"/>
          </p:cNvPr>
          <p:cNvPicPr>
            <a:picLocks noChangeAspect="1"/>
          </p:cNvPicPr>
          <p:nvPr>
            <a:audioFile r:link="rId8"/>
            <p:extLst>
              <p:ext uri="{DAA4B4D4-6D71-4841-9C94-3DE7FCFB9230}">
                <p14:media xmlns:p14="http://schemas.microsoft.com/office/powerpoint/2010/main" r:embed="rId7"/>
              </p:ext>
            </p:extLst>
          </p:nvPr>
        </p:nvPicPr>
        <p:blipFill>
          <a:blip r:embed="rId22"/>
          <a:stretch>
            <a:fillRect/>
          </a:stretch>
        </p:blipFill>
        <p:spPr>
          <a:xfrm>
            <a:off x="7650847" y="8534398"/>
            <a:ext cx="487363" cy="487363"/>
          </a:xfrm>
          <a:prstGeom prst="rect">
            <a:avLst/>
          </a:prstGeom>
        </p:spPr>
      </p:pic>
      <p:pic>
        <p:nvPicPr>
          <p:cNvPr id="49" name="Green Metal Pipes.mp3">
            <a:hlinkClick r:id="" action="ppaction://media"/>
          </p:cNvPr>
          <p:cNvPicPr>
            <a:picLocks noChangeAspect="1"/>
          </p:cNvPicPr>
          <p:nvPr>
            <a:audioFile r:link="rId10"/>
            <p:extLst>
              <p:ext uri="{DAA4B4D4-6D71-4841-9C94-3DE7FCFB9230}">
                <p14:media xmlns:p14="http://schemas.microsoft.com/office/powerpoint/2010/main" r:embed="rId9"/>
              </p:ext>
            </p:extLst>
          </p:nvPr>
        </p:nvPicPr>
        <p:blipFill>
          <a:blip r:embed="rId20"/>
          <a:stretch>
            <a:fillRect/>
          </a:stretch>
        </p:blipFill>
        <p:spPr>
          <a:xfrm>
            <a:off x="4495800" y="8534400"/>
            <a:ext cx="487363" cy="487363"/>
          </a:xfrm>
          <a:prstGeom prst="rect">
            <a:avLst/>
          </a:prstGeom>
        </p:spPr>
      </p:pic>
      <p:pic>
        <p:nvPicPr>
          <p:cNvPr id="50" name="Gold Coin 1"/>
          <p:cNvPicPr>
            <a:picLocks noChangeAspect="1"/>
          </p:cNvPicPr>
          <p:nvPr/>
        </p:nvPicPr>
        <p:blipFill>
          <a:blip r:embed="rId23" cstate="print">
            <a:extLst>
              <a:ext uri="{28A0092B-C50C-407E-A947-70E740481C1C}">
                <a14:useLocalDpi xmlns:a14="http://schemas.microsoft.com/office/drawing/2010/main" val="0"/>
              </a:ext>
            </a:extLst>
          </a:blip>
          <a:stretch>
            <a:fillRect/>
          </a:stretch>
        </p:blipFill>
        <p:spPr>
          <a:xfrm>
            <a:off x="7067316" y="262737"/>
            <a:ext cx="400420" cy="374904"/>
          </a:xfrm>
          <a:prstGeom prst="rect">
            <a:avLst/>
          </a:prstGeom>
        </p:spPr>
      </p:pic>
      <p:pic>
        <p:nvPicPr>
          <p:cNvPr id="51" name="Gold Coin 2"/>
          <p:cNvPicPr>
            <a:picLocks noChangeAspect="1"/>
          </p:cNvPicPr>
          <p:nvPr/>
        </p:nvPicPr>
        <p:blipFill>
          <a:blip r:embed="rId23" cstate="print">
            <a:extLst>
              <a:ext uri="{28A0092B-C50C-407E-A947-70E740481C1C}">
                <a14:useLocalDpi xmlns:a14="http://schemas.microsoft.com/office/drawing/2010/main" val="0"/>
              </a:ext>
            </a:extLst>
          </a:blip>
          <a:stretch>
            <a:fillRect/>
          </a:stretch>
        </p:blipFill>
        <p:spPr>
          <a:xfrm>
            <a:off x="7795202" y="268833"/>
            <a:ext cx="400420" cy="374904"/>
          </a:xfrm>
          <a:prstGeom prst="rect">
            <a:avLst/>
          </a:prstGeom>
        </p:spPr>
      </p:pic>
      <p:pic>
        <p:nvPicPr>
          <p:cNvPr id="52" name="Gold Coin 3"/>
          <p:cNvPicPr>
            <a:picLocks noChangeAspect="1"/>
          </p:cNvPicPr>
          <p:nvPr/>
        </p:nvPicPr>
        <p:blipFill>
          <a:blip r:embed="rId23" cstate="print">
            <a:extLst>
              <a:ext uri="{28A0092B-C50C-407E-A947-70E740481C1C}">
                <a14:useLocalDpi xmlns:a14="http://schemas.microsoft.com/office/drawing/2010/main" val="0"/>
              </a:ext>
            </a:extLst>
          </a:blip>
          <a:stretch>
            <a:fillRect/>
          </a:stretch>
        </p:blipFill>
        <p:spPr>
          <a:xfrm>
            <a:off x="7102798" y="958984"/>
            <a:ext cx="400420" cy="374904"/>
          </a:xfrm>
          <a:prstGeom prst="rect">
            <a:avLst/>
          </a:prstGeom>
        </p:spPr>
      </p:pic>
      <p:pic>
        <p:nvPicPr>
          <p:cNvPr id="53" name="Gold Coin 4"/>
          <p:cNvPicPr>
            <a:picLocks noChangeAspect="1"/>
          </p:cNvPicPr>
          <p:nvPr/>
        </p:nvPicPr>
        <p:blipFill>
          <a:blip r:embed="rId23" cstate="print">
            <a:extLst>
              <a:ext uri="{28A0092B-C50C-407E-A947-70E740481C1C}">
                <a14:useLocalDpi xmlns:a14="http://schemas.microsoft.com/office/drawing/2010/main" val="0"/>
              </a:ext>
            </a:extLst>
          </a:blip>
          <a:stretch>
            <a:fillRect/>
          </a:stretch>
        </p:blipFill>
        <p:spPr>
          <a:xfrm>
            <a:off x="7831778" y="965080"/>
            <a:ext cx="400420" cy="374904"/>
          </a:xfrm>
          <a:prstGeom prst="rect">
            <a:avLst/>
          </a:prstGeom>
        </p:spPr>
      </p:pic>
      <p:pic>
        <p:nvPicPr>
          <p:cNvPr id="54" name="Gold Coin 5"/>
          <p:cNvPicPr>
            <a:picLocks noChangeAspect="1"/>
          </p:cNvPicPr>
          <p:nvPr/>
        </p:nvPicPr>
        <p:blipFill>
          <a:blip r:embed="rId23" cstate="print">
            <a:extLst>
              <a:ext uri="{28A0092B-C50C-407E-A947-70E740481C1C}">
                <a14:useLocalDpi xmlns:a14="http://schemas.microsoft.com/office/drawing/2010/main" val="0"/>
              </a:ext>
            </a:extLst>
          </a:blip>
          <a:stretch>
            <a:fillRect/>
          </a:stretch>
        </p:blipFill>
        <p:spPr>
          <a:xfrm>
            <a:off x="7449312" y="618217"/>
            <a:ext cx="400420" cy="374904"/>
          </a:xfrm>
          <a:prstGeom prst="rect">
            <a:avLst/>
          </a:prstGeom>
        </p:spPr>
      </p:pic>
      <p:pic>
        <p:nvPicPr>
          <p:cNvPr id="55" name="Gold Coin 1">
            <a:extLst>
              <a:ext uri="{FF2B5EF4-FFF2-40B4-BE49-F238E27FC236}">
                <a16:creationId xmlns:a16="http://schemas.microsoft.com/office/drawing/2014/main" id="{26103899-77E1-70D7-89CA-9C3AC63071C4}"/>
              </a:ext>
            </a:extLst>
          </p:cNvPr>
          <p:cNvPicPr>
            <a:picLocks noChangeAspect="1"/>
          </p:cNvPicPr>
          <p:nvPr/>
        </p:nvPicPr>
        <p:blipFill>
          <a:blip r:embed="rId23" cstate="print">
            <a:extLst>
              <a:ext uri="{28A0092B-C50C-407E-A947-70E740481C1C}">
                <a14:useLocalDpi xmlns:a14="http://schemas.microsoft.com/office/drawing/2010/main" val="0"/>
              </a:ext>
            </a:extLst>
          </a:blip>
          <a:stretch>
            <a:fillRect/>
          </a:stretch>
        </p:blipFill>
        <p:spPr>
          <a:xfrm>
            <a:off x="7166643" y="1993016"/>
            <a:ext cx="400420" cy="374904"/>
          </a:xfrm>
          <a:prstGeom prst="rect">
            <a:avLst/>
          </a:prstGeom>
        </p:spPr>
      </p:pic>
      <p:pic>
        <p:nvPicPr>
          <p:cNvPr id="56" name="Gold Coin 2">
            <a:extLst>
              <a:ext uri="{FF2B5EF4-FFF2-40B4-BE49-F238E27FC236}">
                <a16:creationId xmlns:a16="http://schemas.microsoft.com/office/drawing/2014/main" id="{CA2FE3A8-15E2-764C-B5A0-1B4E8E1D117F}"/>
              </a:ext>
            </a:extLst>
          </p:cNvPr>
          <p:cNvPicPr>
            <a:picLocks noChangeAspect="1"/>
          </p:cNvPicPr>
          <p:nvPr/>
        </p:nvPicPr>
        <p:blipFill>
          <a:blip r:embed="rId23" cstate="print">
            <a:extLst>
              <a:ext uri="{28A0092B-C50C-407E-A947-70E740481C1C}">
                <a14:useLocalDpi xmlns:a14="http://schemas.microsoft.com/office/drawing/2010/main" val="0"/>
              </a:ext>
            </a:extLst>
          </a:blip>
          <a:stretch>
            <a:fillRect/>
          </a:stretch>
        </p:blipFill>
        <p:spPr>
          <a:xfrm>
            <a:off x="7894529" y="1999112"/>
            <a:ext cx="400420" cy="374904"/>
          </a:xfrm>
          <a:prstGeom prst="rect">
            <a:avLst/>
          </a:prstGeom>
        </p:spPr>
      </p:pic>
      <p:pic>
        <p:nvPicPr>
          <p:cNvPr id="60" name="Gold Coin 1">
            <a:extLst>
              <a:ext uri="{FF2B5EF4-FFF2-40B4-BE49-F238E27FC236}">
                <a16:creationId xmlns:a16="http://schemas.microsoft.com/office/drawing/2014/main" id="{A6F20320-E142-964A-8DDD-BC9C07BC7595}"/>
              </a:ext>
            </a:extLst>
          </p:cNvPr>
          <p:cNvPicPr>
            <a:picLocks noChangeAspect="1"/>
          </p:cNvPicPr>
          <p:nvPr/>
        </p:nvPicPr>
        <p:blipFill>
          <a:blip r:embed="rId23" cstate="print">
            <a:extLst>
              <a:ext uri="{28A0092B-C50C-407E-A947-70E740481C1C}">
                <a14:useLocalDpi xmlns:a14="http://schemas.microsoft.com/office/drawing/2010/main" val="0"/>
              </a:ext>
            </a:extLst>
          </a:blip>
          <a:stretch>
            <a:fillRect/>
          </a:stretch>
        </p:blipFill>
        <p:spPr>
          <a:xfrm>
            <a:off x="7299834" y="4402858"/>
            <a:ext cx="400420" cy="374904"/>
          </a:xfrm>
          <a:prstGeom prst="rect">
            <a:avLst/>
          </a:prstGeom>
        </p:spPr>
      </p:pic>
      <p:pic>
        <p:nvPicPr>
          <p:cNvPr id="61" name="Gold Coin 2">
            <a:extLst>
              <a:ext uri="{FF2B5EF4-FFF2-40B4-BE49-F238E27FC236}">
                <a16:creationId xmlns:a16="http://schemas.microsoft.com/office/drawing/2014/main" id="{B320D66F-7221-2FD2-1BED-E8CB07004512}"/>
              </a:ext>
            </a:extLst>
          </p:cNvPr>
          <p:cNvPicPr>
            <a:picLocks noChangeAspect="1"/>
          </p:cNvPicPr>
          <p:nvPr/>
        </p:nvPicPr>
        <p:blipFill>
          <a:blip r:embed="rId23" cstate="print">
            <a:extLst>
              <a:ext uri="{28A0092B-C50C-407E-A947-70E740481C1C}">
                <a14:useLocalDpi xmlns:a14="http://schemas.microsoft.com/office/drawing/2010/main" val="0"/>
              </a:ext>
            </a:extLst>
          </a:blip>
          <a:stretch>
            <a:fillRect/>
          </a:stretch>
        </p:blipFill>
        <p:spPr>
          <a:xfrm>
            <a:off x="8027720" y="4408954"/>
            <a:ext cx="400420" cy="374904"/>
          </a:xfrm>
          <a:prstGeom prst="rect">
            <a:avLst/>
          </a:prstGeom>
        </p:spPr>
      </p:pic>
      <p:pic>
        <p:nvPicPr>
          <p:cNvPr id="62" name="Gold Coin 3">
            <a:extLst>
              <a:ext uri="{FF2B5EF4-FFF2-40B4-BE49-F238E27FC236}">
                <a16:creationId xmlns:a16="http://schemas.microsoft.com/office/drawing/2014/main" id="{88764D99-C1B4-5F7C-557A-11608182B184}"/>
              </a:ext>
            </a:extLst>
          </p:cNvPr>
          <p:cNvPicPr>
            <a:picLocks noChangeAspect="1"/>
          </p:cNvPicPr>
          <p:nvPr/>
        </p:nvPicPr>
        <p:blipFill>
          <a:blip r:embed="rId23" cstate="print">
            <a:extLst>
              <a:ext uri="{28A0092B-C50C-407E-A947-70E740481C1C}">
                <a14:useLocalDpi xmlns:a14="http://schemas.microsoft.com/office/drawing/2010/main" val="0"/>
              </a:ext>
            </a:extLst>
          </a:blip>
          <a:stretch>
            <a:fillRect/>
          </a:stretch>
        </p:blipFill>
        <p:spPr>
          <a:xfrm>
            <a:off x="7335316" y="5099105"/>
            <a:ext cx="400420" cy="374904"/>
          </a:xfrm>
          <a:prstGeom prst="rect">
            <a:avLst/>
          </a:prstGeom>
        </p:spPr>
      </p:pic>
      <p:pic>
        <p:nvPicPr>
          <p:cNvPr id="66" name="Gold Coin 4">
            <a:extLst>
              <a:ext uri="{FF2B5EF4-FFF2-40B4-BE49-F238E27FC236}">
                <a16:creationId xmlns:a16="http://schemas.microsoft.com/office/drawing/2014/main" id="{6C96CEEC-3ED6-D1FC-30C7-B172433FD327}"/>
              </a:ext>
            </a:extLst>
          </p:cNvPr>
          <p:cNvPicPr>
            <a:picLocks noChangeAspect="1"/>
          </p:cNvPicPr>
          <p:nvPr/>
        </p:nvPicPr>
        <p:blipFill>
          <a:blip r:embed="rId23" cstate="print">
            <a:extLst>
              <a:ext uri="{28A0092B-C50C-407E-A947-70E740481C1C}">
                <a14:useLocalDpi xmlns:a14="http://schemas.microsoft.com/office/drawing/2010/main" val="0"/>
              </a:ext>
            </a:extLst>
          </a:blip>
          <a:stretch>
            <a:fillRect/>
          </a:stretch>
        </p:blipFill>
        <p:spPr>
          <a:xfrm>
            <a:off x="8064296" y="5105201"/>
            <a:ext cx="400420" cy="374904"/>
          </a:xfrm>
          <a:prstGeom prst="rect">
            <a:avLst/>
          </a:prstGeom>
        </p:spPr>
      </p:pic>
      <p:pic>
        <p:nvPicPr>
          <p:cNvPr id="67" name="Gold Coin 5">
            <a:extLst>
              <a:ext uri="{FF2B5EF4-FFF2-40B4-BE49-F238E27FC236}">
                <a16:creationId xmlns:a16="http://schemas.microsoft.com/office/drawing/2014/main" id="{B6A9117F-9588-B278-6BCE-A1D4351E0DAE}"/>
              </a:ext>
            </a:extLst>
          </p:cNvPr>
          <p:cNvPicPr>
            <a:picLocks noChangeAspect="1"/>
          </p:cNvPicPr>
          <p:nvPr/>
        </p:nvPicPr>
        <p:blipFill>
          <a:blip r:embed="rId23" cstate="print">
            <a:extLst>
              <a:ext uri="{28A0092B-C50C-407E-A947-70E740481C1C}">
                <a14:useLocalDpi xmlns:a14="http://schemas.microsoft.com/office/drawing/2010/main" val="0"/>
              </a:ext>
            </a:extLst>
          </a:blip>
          <a:stretch>
            <a:fillRect/>
          </a:stretch>
        </p:blipFill>
        <p:spPr>
          <a:xfrm>
            <a:off x="7681830" y="4758338"/>
            <a:ext cx="400420" cy="374904"/>
          </a:xfrm>
          <a:prstGeom prst="rect">
            <a:avLst/>
          </a:prstGeom>
        </p:spPr>
      </p:pic>
      <p:pic>
        <p:nvPicPr>
          <p:cNvPr id="68" name="Gold Coin 1">
            <a:extLst>
              <a:ext uri="{FF2B5EF4-FFF2-40B4-BE49-F238E27FC236}">
                <a16:creationId xmlns:a16="http://schemas.microsoft.com/office/drawing/2014/main" id="{1CF3B381-CFC2-3BA3-00A6-178102C96F29}"/>
              </a:ext>
            </a:extLst>
          </p:cNvPr>
          <p:cNvPicPr>
            <a:picLocks noChangeAspect="1"/>
          </p:cNvPicPr>
          <p:nvPr/>
        </p:nvPicPr>
        <p:blipFill>
          <a:blip r:embed="rId23" cstate="print">
            <a:extLst>
              <a:ext uri="{28A0092B-C50C-407E-A947-70E740481C1C}">
                <a14:useLocalDpi xmlns:a14="http://schemas.microsoft.com/office/drawing/2010/main" val="0"/>
              </a:ext>
            </a:extLst>
          </a:blip>
          <a:stretch>
            <a:fillRect/>
          </a:stretch>
        </p:blipFill>
        <p:spPr>
          <a:xfrm>
            <a:off x="7392089" y="6121509"/>
            <a:ext cx="400420" cy="374904"/>
          </a:xfrm>
          <a:prstGeom prst="rect">
            <a:avLst/>
          </a:prstGeom>
        </p:spPr>
      </p:pic>
      <p:pic>
        <p:nvPicPr>
          <p:cNvPr id="73" name="Gold Coin 1">
            <a:extLst>
              <a:ext uri="{FF2B5EF4-FFF2-40B4-BE49-F238E27FC236}">
                <a16:creationId xmlns:a16="http://schemas.microsoft.com/office/drawing/2014/main" id="{7B4EC529-DF0C-587C-0FB1-0B9D44C9A3F7}"/>
              </a:ext>
            </a:extLst>
          </p:cNvPr>
          <p:cNvPicPr>
            <a:picLocks noChangeAspect="1"/>
          </p:cNvPicPr>
          <p:nvPr/>
        </p:nvPicPr>
        <p:blipFill>
          <a:blip r:embed="rId23" cstate="print">
            <a:extLst>
              <a:ext uri="{28A0092B-C50C-407E-A947-70E740481C1C}">
                <a14:useLocalDpi xmlns:a14="http://schemas.microsoft.com/office/drawing/2010/main" val="0"/>
              </a:ext>
            </a:extLst>
          </a:blip>
          <a:stretch>
            <a:fillRect/>
          </a:stretch>
        </p:blipFill>
        <p:spPr>
          <a:xfrm>
            <a:off x="12861305" y="270930"/>
            <a:ext cx="400420" cy="374904"/>
          </a:xfrm>
          <a:prstGeom prst="rect">
            <a:avLst/>
          </a:prstGeom>
        </p:spPr>
      </p:pic>
      <p:pic>
        <p:nvPicPr>
          <p:cNvPr id="74" name="Gold Coin 2">
            <a:extLst>
              <a:ext uri="{FF2B5EF4-FFF2-40B4-BE49-F238E27FC236}">
                <a16:creationId xmlns:a16="http://schemas.microsoft.com/office/drawing/2014/main" id="{DB723EEB-5B26-7647-4195-2227B5FFB321}"/>
              </a:ext>
            </a:extLst>
          </p:cNvPr>
          <p:cNvPicPr>
            <a:picLocks noChangeAspect="1"/>
          </p:cNvPicPr>
          <p:nvPr/>
        </p:nvPicPr>
        <p:blipFill>
          <a:blip r:embed="rId23" cstate="print">
            <a:extLst>
              <a:ext uri="{28A0092B-C50C-407E-A947-70E740481C1C}">
                <a14:useLocalDpi xmlns:a14="http://schemas.microsoft.com/office/drawing/2010/main" val="0"/>
              </a:ext>
            </a:extLst>
          </a:blip>
          <a:stretch>
            <a:fillRect/>
          </a:stretch>
        </p:blipFill>
        <p:spPr>
          <a:xfrm>
            <a:off x="13589191" y="277026"/>
            <a:ext cx="400420" cy="374904"/>
          </a:xfrm>
          <a:prstGeom prst="rect">
            <a:avLst/>
          </a:prstGeom>
        </p:spPr>
      </p:pic>
      <p:pic>
        <p:nvPicPr>
          <p:cNvPr id="75" name="Gold Coin 3">
            <a:extLst>
              <a:ext uri="{FF2B5EF4-FFF2-40B4-BE49-F238E27FC236}">
                <a16:creationId xmlns:a16="http://schemas.microsoft.com/office/drawing/2014/main" id="{3E9EBC7F-69A5-5222-D07E-5631D84741FB}"/>
              </a:ext>
            </a:extLst>
          </p:cNvPr>
          <p:cNvPicPr>
            <a:picLocks noChangeAspect="1"/>
          </p:cNvPicPr>
          <p:nvPr/>
        </p:nvPicPr>
        <p:blipFill>
          <a:blip r:embed="rId23" cstate="print">
            <a:extLst>
              <a:ext uri="{28A0092B-C50C-407E-A947-70E740481C1C}">
                <a14:useLocalDpi xmlns:a14="http://schemas.microsoft.com/office/drawing/2010/main" val="0"/>
              </a:ext>
            </a:extLst>
          </a:blip>
          <a:stretch>
            <a:fillRect/>
          </a:stretch>
        </p:blipFill>
        <p:spPr>
          <a:xfrm>
            <a:off x="12896787" y="967177"/>
            <a:ext cx="400420" cy="374904"/>
          </a:xfrm>
          <a:prstGeom prst="rect">
            <a:avLst/>
          </a:prstGeom>
        </p:spPr>
      </p:pic>
      <p:pic>
        <p:nvPicPr>
          <p:cNvPr id="76" name="Gold Coin 4">
            <a:extLst>
              <a:ext uri="{FF2B5EF4-FFF2-40B4-BE49-F238E27FC236}">
                <a16:creationId xmlns:a16="http://schemas.microsoft.com/office/drawing/2014/main" id="{7A0073A5-67A7-C3EE-D3A6-D2B9E232C013}"/>
              </a:ext>
            </a:extLst>
          </p:cNvPr>
          <p:cNvPicPr>
            <a:picLocks noChangeAspect="1"/>
          </p:cNvPicPr>
          <p:nvPr/>
        </p:nvPicPr>
        <p:blipFill>
          <a:blip r:embed="rId23" cstate="print">
            <a:extLst>
              <a:ext uri="{28A0092B-C50C-407E-A947-70E740481C1C}">
                <a14:useLocalDpi xmlns:a14="http://schemas.microsoft.com/office/drawing/2010/main" val="0"/>
              </a:ext>
            </a:extLst>
          </a:blip>
          <a:stretch>
            <a:fillRect/>
          </a:stretch>
        </p:blipFill>
        <p:spPr>
          <a:xfrm>
            <a:off x="13625767" y="973273"/>
            <a:ext cx="400420" cy="374904"/>
          </a:xfrm>
          <a:prstGeom prst="rect">
            <a:avLst/>
          </a:prstGeom>
        </p:spPr>
      </p:pic>
      <p:pic>
        <p:nvPicPr>
          <p:cNvPr id="77" name="Gold Coin 5">
            <a:extLst>
              <a:ext uri="{FF2B5EF4-FFF2-40B4-BE49-F238E27FC236}">
                <a16:creationId xmlns:a16="http://schemas.microsoft.com/office/drawing/2014/main" id="{5ED3871A-C101-45C0-35E8-121582F934A5}"/>
              </a:ext>
            </a:extLst>
          </p:cNvPr>
          <p:cNvPicPr>
            <a:picLocks noChangeAspect="1"/>
          </p:cNvPicPr>
          <p:nvPr/>
        </p:nvPicPr>
        <p:blipFill>
          <a:blip r:embed="rId23" cstate="print">
            <a:extLst>
              <a:ext uri="{28A0092B-C50C-407E-A947-70E740481C1C}">
                <a14:useLocalDpi xmlns:a14="http://schemas.microsoft.com/office/drawing/2010/main" val="0"/>
              </a:ext>
            </a:extLst>
          </a:blip>
          <a:stretch>
            <a:fillRect/>
          </a:stretch>
        </p:blipFill>
        <p:spPr>
          <a:xfrm>
            <a:off x="13243301" y="626410"/>
            <a:ext cx="400420" cy="374904"/>
          </a:xfrm>
          <a:prstGeom prst="rect">
            <a:avLst/>
          </a:prstGeom>
        </p:spPr>
      </p:pic>
      <p:pic>
        <p:nvPicPr>
          <p:cNvPr id="78" name="Gold Coin 1">
            <a:extLst>
              <a:ext uri="{FF2B5EF4-FFF2-40B4-BE49-F238E27FC236}">
                <a16:creationId xmlns:a16="http://schemas.microsoft.com/office/drawing/2014/main" id="{CBEBAB15-FBC4-9A79-EBC6-D5157C962B4C}"/>
              </a:ext>
            </a:extLst>
          </p:cNvPr>
          <p:cNvPicPr>
            <a:picLocks noChangeAspect="1"/>
          </p:cNvPicPr>
          <p:nvPr/>
        </p:nvPicPr>
        <p:blipFill>
          <a:blip r:embed="rId23" cstate="print">
            <a:extLst>
              <a:ext uri="{28A0092B-C50C-407E-A947-70E740481C1C}">
                <a14:useLocalDpi xmlns:a14="http://schemas.microsoft.com/office/drawing/2010/main" val="0"/>
              </a:ext>
            </a:extLst>
          </a:blip>
          <a:stretch>
            <a:fillRect/>
          </a:stretch>
        </p:blipFill>
        <p:spPr>
          <a:xfrm>
            <a:off x="12960632" y="2001209"/>
            <a:ext cx="400420" cy="374904"/>
          </a:xfrm>
          <a:prstGeom prst="rect">
            <a:avLst/>
          </a:prstGeom>
        </p:spPr>
      </p:pic>
      <p:pic>
        <p:nvPicPr>
          <p:cNvPr id="83" name="Gold Coin 1">
            <a:extLst>
              <a:ext uri="{FF2B5EF4-FFF2-40B4-BE49-F238E27FC236}">
                <a16:creationId xmlns:a16="http://schemas.microsoft.com/office/drawing/2014/main" id="{6E81771A-8AE9-4B34-0DEB-C5C816858D74}"/>
              </a:ext>
            </a:extLst>
          </p:cNvPr>
          <p:cNvPicPr>
            <a:picLocks noChangeAspect="1"/>
          </p:cNvPicPr>
          <p:nvPr/>
        </p:nvPicPr>
        <p:blipFill>
          <a:blip r:embed="rId23" cstate="print">
            <a:extLst>
              <a:ext uri="{28A0092B-C50C-407E-A947-70E740481C1C}">
                <a14:useLocalDpi xmlns:a14="http://schemas.microsoft.com/office/drawing/2010/main" val="0"/>
              </a:ext>
            </a:extLst>
          </a:blip>
          <a:stretch>
            <a:fillRect/>
          </a:stretch>
        </p:blipFill>
        <p:spPr>
          <a:xfrm>
            <a:off x="13093823" y="4411051"/>
            <a:ext cx="400420" cy="374904"/>
          </a:xfrm>
          <a:prstGeom prst="rect">
            <a:avLst/>
          </a:prstGeom>
        </p:spPr>
      </p:pic>
      <p:pic>
        <p:nvPicPr>
          <p:cNvPr id="84" name="Gold Coin 2">
            <a:extLst>
              <a:ext uri="{FF2B5EF4-FFF2-40B4-BE49-F238E27FC236}">
                <a16:creationId xmlns:a16="http://schemas.microsoft.com/office/drawing/2014/main" id="{25E65E89-B5AC-2D46-F8A9-82F5EE804E17}"/>
              </a:ext>
            </a:extLst>
          </p:cNvPr>
          <p:cNvPicPr>
            <a:picLocks noChangeAspect="1"/>
          </p:cNvPicPr>
          <p:nvPr/>
        </p:nvPicPr>
        <p:blipFill>
          <a:blip r:embed="rId23" cstate="print">
            <a:extLst>
              <a:ext uri="{28A0092B-C50C-407E-A947-70E740481C1C}">
                <a14:useLocalDpi xmlns:a14="http://schemas.microsoft.com/office/drawing/2010/main" val="0"/>
              </a:ext>
            </a:extLst>
          </a:blip>
          <a:stretch>
            <a:fillRect/>
          </a:stretch>
        </p:blipFill>
        <p:spPr>
          <a:xfrm>
            <a:off x="13821709" y="4417147"/>
            <a:ext cx="400420" cy="374904"/>
          </a:xfrm>
          <a:prstGeom prst="rect">
            <a:avLst/>
          </a:prstGeom>
        </p:spPr>
      </p:pic>
      <p:pic>
        <p:nvPicPr>
          <p:cNvPr id="85" name="Gold Coin 3">
            <a:extLst>
              <a:ext uri="{FF2B5EF4-FFF2-40B4-BE49-F238E27FC236}">
                <a16:creationId xmlns:a16="http://schemas.microsoft.com/office/drawing/2014/main" id="{C2AFF417-7A21-15EA-13C7-F4EDAFC805AE}"/>
              </a:ext>
            </a:extLst>
          </p:cNvPr>
          <p:cNvPicPr>
            <a:picLocks noChangeAspect="1"/>
          </p:cNvPicPr>
          <p:nvPr/>
        </p:nvPicPr>
        <p:blipFill>
          <a:blip r:embed="rId23" cstate="print">
            <a:extLst>
              <a:ext uri="{28A0092B-C50C-407E-A947-70E740481C1C}">
                <a14:useLocalDpi xmlns:a14="http://schemas.microsoft.com/office/drawing/2010/main" val="0"/>
              </a:ext>
            </a:extLst>
          </a:blip>
          <a:stretch>
            <a:fillRect/>
          </a:stretch>
        </p:blipFill>
        <p:spPr>
          <a:xfrm>
            <a:off x="13129305" y="5107298"/>
            <a:ext cx="400420" cy="374904"/>
          </a:xfrm>
          <a:prstGeom prst="rect">
            <a:avLst/>
          </a:prstGeom>
        </p:spPr>
      </p:pic>
      <p:pic>
        <p:nvPicPr>
          <p:cNvPr id="90" name="Gold Coin 1">
            <a:extLst>
              <a:ext uri="{FF2B5EF4-FFF2-40B4-BE49-F238E27FC236}">
                <a16:creationId xmlns:a16="http://schemas.microsoft.com/office/drawing/2014/main" id="{CFE20E3A-77D5-CDCC-28FC-DD46651A7848}"/>
              </a:ext>
            </a:extLst>
          </p:cNvPr>
          <p:cNvPicPr>
            <a:picLocks noChangeAspect="1"/>
          </p:cNvPicPr>
          <p:nvPr/>
        </p:nvPicPr>
        <p:blipFill>
          <a:blip r:embed="rId23" cstate="print">
            <a:extLst>
              <a:ext uri="{28A0092B-C50C-407E-A947-70E740481C1C}">
                <a14:useLocalDpi xmlns:a14="http://schemas.microsoft.com/office/drawing/2010/main" val="0"/>
              </a:ext>
            </a:extLst>
          </a:blip>
          <a:stretch>
            <a:fillRect/>
          </a:stretch>
        </p:blipFill>
        <p:spPr>
          <a:xfrm>
            <a:off x="13186078" y="6129702"/>
            <a:ext cx="400420" cy="374904"/>
          </a:xfrm>
          <a:prstGeom prst="rect">
            <a:avLst/>
          </a:prstGeom>
        </p:spPr>
      </p:pic>
      <p:pic>
        <p:nvPicPr>
          <p:cNvPr id="91" name="Gold Coin 2">
            <a:extLst>
              <a:ext uri="{FF2B5EF4-FFF2-40B4-BE49-F238E27FC236}">
                <a16:creationId xmlns:a16="http://schemas.microsoft.com/office/drawing/2014/main" id="{88842323-E093-5ABB-E7CD-85A7D58E69A0}"/>
              </a:ext>
            </a:extLst>
          </p:cNvPr>
          <p:cNvPicPr>
            <a:picLocks noChangeAspect="1"/>
          </p:cNvPicPr>
          <p:nvPr/>
        </p:nvPicPr>
        <p:blipFill>
          <a:blip r:embed="rId23" cstate="print">
            <a:extLst>
              <a:ext uri="{28A0092B-C50C-407E-A947-70E740481C1C}">
                <a14:useLocalDpi xmlns:a14="http://schemas.microsoft.com/office/drawing/2010/main" val="0"/>
              </a:ext>
            </a:extLst>
          </a:blip>
          <a:stretch>
            <a:fillRect/>
          </a:stretch>
        </p:blipFill>
        <p:spPr>
          <a:xfrm>
            <a:off x="13913964" y="6135798"/>
            <a:ext cx="400420" cy="374904"/>
          </a:xfrm>
          <a:prstGeom prst="rect">
            <a:avLst/>
          </a:prstGeom>
        </p:spPr>
      </p:pic>
      <p:pic>
        <p:nvPicPr>
          <p:cNvPr id="92" name="Gold Coin 3">
            <a:extLst>
              <a:ext uri="{FF2B5EF4-FFF2-40B4-BE49-F238E27FC236}">
                <a16:creationId xmlns:a16="http://schemas.microsoft.com/office/drawing/2014/main" id="{95A2A0F0-FE86-4CF3-546E-E66FEA771AC5}"/>
              </a:ext>
            </a:extLst>
          </p:cNvPr>
          <p:cNvPicPr>
            <a:picLocks noChangeAspect="1"/>
          </p:cNvPicPr>
          <p:nvPr/>
        </p:nvPicPr>
        <p:blipFill>
          <a:blip r:embed="rId23" cstate="print">
            <a:extLst>
              <a:ext uri="{28A0092B-C50C-407E-A947-70E740481C1C}">
                <a14:useLocalDpi xmlns:a14="http://schemas.microsoft.com/office/drawing/2010/main" val="0"/>
              </a:ext>
            </a:extLst>
          </a:blip>
          <a:stretch>
            <a:fillRect/>
          </a:stretch>
        </p:blipFill>
        <p:spPr>
          <a:xfrm>
            <a:off x="13221560" y="6825949"/>
            <a:ext cx="400420" cy="374904"/>
          </a:xfrm>
          <a:prstGeom prst="rect">
            <a:avLst/>
          </a:prstGeom>
        </p:spPr>
      </p:pic>
      <p:pic>
        <p:nvPicPr>
          <p:cNvPr id="93" name="Gold Coin 4">
            <a:extLst>
              <a:ext uri="{FF2B5EF4-FFF2-40B4-BE49-F238E27FC236}">
                <a16:creationId xmlns:a16="http://schemas.microsoft.com/office/drawing/2014/main" id="{EA833DCD-51AC-6953-3384-D510BCE4AD56}"/>
              </a:ext>
            </a:extLst>
          </p:cNvPr>
          <p:cNvPicPr>
            <a:picLocks noChangeAspect="1"/>
          </p:cNvPicPr>
          <p:nvPr/>
        </p:nvPicPr>
        <p:blipFill>
          <a:blip r:embed="rId23" cstate="print">
            <a:extLst>
              <a:ext uri="{28A0092B-C50C-407E-A947-70E740481C1C}">
                <a14:useLocalDpi xmlns:a14="http://schemas.microsoft.com/office/drawing/2010/main" val="0"/>
              </a:ext>
            </a:extLst>
          </a:blip>
          <a:stretch>
            <a:fillRect/>
          </a:stretch>
        </p:blipFill>
        <p:spPr>
          <a:xfrm>
            <a:off x="13950540" y="6832045"/>
            <a:ext cx="400420" cy="374904"/>
          </a:xfrm>
          <a:prstGeom prst="rect">
            <a:avLst/>
          </a:prstGeom>
        </p:spPr>
      </p:pic>
      <p:pic>
        <p:nvPicPr>
          <p:cNvPr id="94" name="Gold Coin 5">
            <a:extLst>
              <a:ext uri="{FF2B5EF4-FFF2-40B4-BE49-F238E27FC236}">
                <a16:creationId xmlns:a16="http://schemas.microsoft.com/office/drawing/2014/main" id="{C1C695F5-F9A4-F0D1-E855-C0E763C7BC7D}"/>
              </a:ext>
            </a:extLst>
          </p:cNvPr>
          <p:cNvPicPr>
            <a:picLocks noChangeAspect="1"/>
          </p:cNvPicPr>
          <p:nvPr/>
        </p:nvPicPr>
        <p:blipFill>
          <a:blip r:embed="rId23" cstate="print">
            <a:extLst>
              <a:ext uri="{28A0092B-C50C-407E-A947-70E740481C1C}">
                <a14:useLocalDpi xmlns:a14="http://schemas.microsoft.com/office/drawing/2010/main" val="0"/>
              </a:ext>
            </a:extLst>
          </a:blip>
          <a:stretch>
            <a:fillRect/>
          </a:stretch>
        </p:blipFill>
        <p:spPr>
          <a:xfrm>
            <a:off x="13568074" y="6485182"/>
            <a:ext cx="400420" cy="374904"/>
          </a:xfrm>
          <a:prstGeom prst="rect">
            <a:avLst/>
          </a:prstGeom>
        </p:spPr>
      </p:pic>
    </p:spTree>
    <p:extLst>
      <p:ext uri="{BB962C8B-B14F-4D97-AF65-F5344CB8AC3E}">
        <p14:creationId xmlns:p14="http://schemas.microsoft.com/office/powerpoint/2010/main" val="3397058137"/>
      </p:ext>
    </p:extLst>
  </p:cSld>
  <p:clrMapOvr>
    <a:masterClrMapping/>
  </p:clrMapOvr>
  <mc:AlternateContent xmlns:mc="http://schemas.openxmlformats.org/markup-compatibility/2006" xmlns:p14="http://schemas.microsoft.com/office/powerpoint/2010/main">
    <mc:Choice Requires="p14">
      <p:transition spd="slow" p14:dur="1300">
        <p14:pan/>
      </p:transition>
    </mc:Choice>
    <mc:Fallback xmlns="">
      <p:transition spd="slow">
        <p:fade/>
      </p:transition>
    </mc:Fallback>
  </mc:AlternateContent>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mediacall" presetSubtype="0" fill="hold" nodeType="clickEffect">
                                  <p:stCondLst>
                                    <p:cond delay="0"/>
                                  </p:stCondLst>
                                  <p:childTnLst>
                                    <p:cmd type="call" cmd="playFrom(0.0)">
                                      <p:cBhvr>
                                        <p:cTn id="6" dur="40045" fill="hold"/>
                                        <p:tgtEl>
                                          <p:spTgt spid="49"/>
                                        </p:tgtEl>
                                      </p:cBhvr>
                                    </p:cmd>
                                  </p:childTnLst>
                                </p:cTn>
                              </p:par>
                              <p:par>
                                <p:cTn id="7" presetID="0" presetClass="path" presetSubtype="0" fill="hold" nodeType="withEffect">
                                  <p:stCondLst>
                                    <p:cond delay="0"/>
                                  </p:stCondLst>
                                  <p:childTnLst>
                                    <p:animMotion origin="layout" path="M 0.00021 -0.00077 L 0.00021 -0.0216 L -0.02518 -0.0216 L -0.02518 0.00039 L -0.02518 -0.0216 L -0.04926 -0.0216 L -0.04992 -0.00077 L -0.04926 -0.0216 L -0.07466 -0.0216 L -0.07531 -0.00174 L -0.07531 -0.0216 L -0.0994 -0.0216 L -0.10005 -0.00174 L -0.10059 -0.0216 L -0.12424 -0.0216 L -0.12479 -0.00174 L -0.12479 -0.02045 L -0.14953 -0.0216 L -0.14953 -0.00289 L -0.14953 -0.0216 L -0.17426 -0.02276 L -0.17426 -0.00174 L -0.17492 -0.0216 L -0.19835 -0.02276 L -0.199 -0.00174 L -0.199 -0.02276 L -0.22385 -0.02276 L -0.22385 -0.00174 L -0.22385 -0.02276 L -0.24913 -0.02276 L -0.24848 -0.00289 L -0.24848 -0.02276 L -0.27387 -0.02276 L -0.27387 -0.00174 L -0.27387 -0.02276 L -0.29818 -0.02276 L -0.29818 -0.00174 L -0.29872 -0.02276 L -0.32346 -0.02276 L -0.32346 -0.00174 L -0.324 -0.02276 L -0.34755 -0.02276 L -0.34755 -0.00174 L -0.3469 -0.02392 L -0.37175 -0.02392 L -0.37229 -0.00289 L -0.37229 -0.02392 L -0.39768 -0.02392 L -0.39768 -0.00174 L -0.39703 -0.02488 L -0.42177 -0.02488 L -0.42242 -0.00174 L -0.42242 -0.02488 L -0.44662 -0.02488 L -0.44716 -0.00289 L -0.44716 -0.02488 L -0.4719 -0.02488 L -0.4719 -0.00289 L -0.47125 -0.02488 L -0.49664 -0.02488 L -0.49664 -0.00289 L -0.4961 -0.02604 L -0.52138 -0.02604 L -0.52138 -0.00174 L -0.52138 -0.02604 L -0.54623 -0.02604 L -0.54623 -0.00405 L -0.54623 -0.02604 L -0.57042 -0.02604 L -0.57042 -0.00289 L -0.57107 -0.02604 L -0.59571 -0.02604 L -0.59571 -0.00405 L -0.59505 -0.02604 L -0.61979 -0.02604 L -0.62045 -0.00405 L -0.62045 -0.02604 L -0.64594 -0.02604 L -0.64594 -0.00405 L -0.64594 -0.0272 L -0.67058 -0.0272 L -0.66992 -0.00289 L -0.67058 -0.02604 L -0.69532 -0.02604 L -0.69466 -0.00405 L -0.69597 -0.02604 L -0.72016 -0.02604 L -0.72081 -0.00405 L -0.72016 -0.0272 L -0.74414 -0.0272 L -0.7436 -0.00289 L -0.74414 -0.02604 L -0.76953 -0.02604 L -0.76953 -0.00405 L -0.76953 -0.02604 L -0.79373 -0.02604 L -0.79373 -0.00405 L -0.79373 -0.02488 L -0.81847 -0.02488 L -0.81912 -0.00521 L -0.81847 -0.02488 L -0.84386 -0.02488 L -0.84386 -0.00405 L -0.84386 -0.02488 L -0.8686 -0.02488 L -0.8686 -0.00405 L -0.8686 -0.02488 L -0.89334 -0.02488 L -0.89334 -0.00405 L -0.89334 -0.02488 L -0.91808 -0.02488 L -0.91808 -0.00521 L -0.91808 -0.02604 L -0.94282 -0.02604 L -0.94282 -0.00637 L -0.94282 -0.02604 L -0.96756 -0.02604 L -0.96756 -0.00521 L -0.96756 -0.02604 L -0.99176 -0.02604 L -0.9923 -0.00637 " pathEditMode="relative" ptsTypes="AAAAAAAAAAAAAAAAAAAAAAAAAAAAAAAAAAAAAAAAAAAAAAAAAAAAAAAAAAAAAAAAAAAAAAAAAAAAAAAAAAAAAAAAAAAAAAAAAAAAAAAAAAAAAAAAAAAAAAAAA">
                                      <p:cBhvr>
                                        <p:cTn id="8" dur="40000" fill="hold"/>
                                        <p:tgtEl>
                                          <p:spTgt spid="65"/>
                                        </p:tgtEl>
                                        <p:attrNameLst>
                                          <p:attrName>ppt_x</p:attrName>
                                          <p:attrName>ppt_y</p:attrName>
                                        </p:attrNameLst>
                                      </p:cBhvr>
                                    </p:animMotion>
                                  </p:childTnLst>
                                </p:cTn>
                              </p:par>
                            </p:childTnLst>
                          </p:cTn>
                        </p:par>
                      </p:childTnLst>
                    </p:cTn>
                  </p:par>
                  <p:par>
                    <p:cTn id="9" fill="hold">
                      <p:stCondLst>
                        <p:cond delay="indefinite"/>
                      </p:stCondLst>
                      <p:childTnLst>
                        <p:par>
                          <p:cTn id="10" fill="hold">
                            <p:stCondLst>
                              <p:cond delay="0"/>
                            </p:stCondLst>
                            <p:childTnLst>
                              <p:par>
                                <p:cTn id="11" presetID="1" presetClass="mediacall" presetSubtype="0" fill="hold" nodeType="clickEffect">
                                  <p:stCondLst>
                                    <p:cond delay="0"/>
                                  </p:stCondLst>
                                  <p:childTnLst>
                                    <p:cmd type="call" cmd="playFrom(0.0)">
                                      <p:cBhvr>
                                        <p:cTn id="12" dur="417" fill="hold"/>
                                        <p:tgtEl>
                                          <p:spTgt spid="63"/>
                                        </p:tgtEl>
                                      </p:cBhvr>
                                    </p:cmd>
                                  </p:childTnLst>
                                </p:cTn>
                              </p:par>
                            </p:childTnLst>
                          </p:cTn>
                        </p:par>
                        <p:par>
                          <p:cTn id="13" fill="hold">
                            <p:stCondLst>
                              <p:cond delay="417"/>
                            </p:stCondLst>
                            <p:childTnLst>
                              <p:par>
                                <p:cTn id="14" presetID="1" presetClass="mediacall" presetSubtype="0" fill="hold" nodeType="afterEffect">
                                  <p:stCondLst>
                                    <p:cond delay="0"/>
                                  </p:stCondLst>
                                  <p:childTnLst>
                                    <p:cmd type="call" cmd="playFrom(0.0)">
                                      <p:cBhvr>
                                        <p:cTn id="15" dur="1152" fill="hold"/>
                                        <p:tgtEl>
                                          <p:spTgt spid="5"/>
                                        </p:tgtEl>
                                      </p:cBhvr>
                                    </p:cmd>
                                  </p:childTnLst>
                                </p:cTn>
                              </p:par>
                              <p:par>
                                <p:cTn id="16" presetID="2" presetClass="entr" presetSubtype="1" fill="hold" nodeType="withEffect">
                                  <p:stCondLst>
                                    <p:cond delay="0"/>
                                  </p:stCondLst>
                                  <p:childTnLst>
                                    <p:set>
                                      <p:cBhvr>
                                        <p:cTn id="17" dur="1" fill="hold">
                                          <p:stCondLst>
                                            <p:cond delay="0"/>
                                          </p:stCondLst>
                                        </p:cTn>
                                        <p:tgtEl>
                                          <p:spTgt spid="50"/>
                                        </p:tgtEl>
                                        <p:attrNameLst>
                                          <p:attrName>style.visibility</p:attrName>
                                        </p:attrNameLst>
                                      </p:cBhvr>
                                      <p:to>
                                        <p:strVal val="visible"/>
                                      </p:to>
                                    </p:set>
                                    <p:anim calcmode="lin" valueType="num">
                                      <p:cBhvr additive="base">
                                        <p:cTn id="18" dur="250" fill="hold"/>
                                        <p:tgtEl>
                                          <p:spTgt spid="50"/>
                                        </p:tgtEl>
                                        <p:attrNameLst>
                                          <p:attrName>ppt_x</p:attrName>
                                        </p:attrNameLst>
                                      </p:cBhvr>
                                      <p:tavLst>
                                        <p:tav tm="0">
                                          <p:val>
                                            <p:strVal val="#ppt_x"/>
                                          </p:val>
                                        </p:tav>
                                        <p:tav tm="100000">
                                          <p:val>
                                            <p:strVal val="#ppt_x"/>
                                          </p:val>
                                        </p:tav>
                                      </p:tavLst>
                                    </p:anim>
                                    <p:anim calcmode="lin" valueType="num">
                                      <p:cBhvr additive="base">
                                        <p:cTn id="19" dur="250" fill="hold"/>
                                        <p:tgtEl>
                                          <p:spTgt spid="50"/>
                                        </p:tgtEl>
                                        <p:attrNameLst>
                                          <p:attrName>ppt_y</p:attrName>
                                        </p:attrNameLst>
                                      </p:cBhvr>
                                      <p:tavLst>
                                        <p:tav tm="0">
                                          <p:val>
                                            <p:strVal val="0-#ppt_h/2"/>
                                          </p:val>
                                        </p:tav>
                                        <p:tav tm="100000">
                                          <p:val>
                                            <p:strVal val="#ppt_y"/>
                                          </p:val>
                                        </p:tav>
                                      </p:tavLst>
                                    </p:anim>
                                  </p:childTnLst>
                                </p:cTn>
                              </p:par>
                              <p:par>
                                <p:cTn id="20" presetID="2" presetClass="entr" presetSubtype="1" fill="hold" nodeType="withEffect">
                                  <p:stCondLst>
                                    <p:cond delay="0"/>
                                  </p:stCondLst>
                                  <p:childTnLst>
                                    <p:set>
                                      <p:cBhvr>
                                        <p:cTn id="21" dur="1" fill="hold">
                                          <p:stCondLst>
                                            <p:cond delay="0"/>
                                          </p:stCondLst>
                                        </p:cTn>
                                        <p:tgtEl>
                                          <p:spTgt spid="55"/>
                                        </p:tgtEl>
                                        <p:attrNameLst>
                                          <p:attrName>style.visibility</p:attrName>
                                        </p:attrNameLst>
                                      </p:cBhvr>
                                      <p:to>
                                        <p:strVal val="visible"/>
                                      </p:to>
                                    </p:set>
                                    <p:anim calcmode="lin" valueType="num">
                                      <p:cBhvr additive="base">
                                        <p:cTn id="22" dur="250" fill="hold"/>
                                        <p:tgtEl>
                                          <p:spTgt spid="55"/>
                                        </p:tgtEl>
                                        <p:attrNameLst>
                                          <p:attrName>ppt_x</p:attrName>
                                        </p:attrNameLst>
                                      </p:cBhvr>
                                      <p:tavLst>
                                        <p:tav tm="0">
                                          <p:val>
                                            <p:strVal val="#ppt_x"/>
                                          </p:val>
                                        </p:tav>
                                        <p:tav tm="100000">
                                          <p:val>
                                            <p:strVal val="#ppt_x"/>
                                          </p:val>
                                        </p:tav>
                                      </p:tavLst>
                                    </p:anim>
                                    <p:anim calcmode="lin" valueType="num">
                                      <p:cBhvr additive="base">
                                        <p:cTn id="23" dur="250" fill="hold"/>
                                        <p:tgtEl>
                                          <p:spTgt spid="55"/>
                                        </p:tgtEl>
                                        <p:attrNameLst>
                                          <p:attrName>ppt_y</p:attrName>
                                        </p:attrNameLst>
                                      </p:cBhvr>
                                      <p:tavLst>
                                        <p:tav tm="0">
                                          <p:val>
                                            <p:strVal val="0-#ppt_h/2"/>
                                          </p:val>
                                        </p:tav>
                                        <p:tav tm="100000">
                                          <p:val>
                                            <p:strVal val="#ppt_y"/>
                                          </p:val>
                                        </p:tav>
                                      </p:tavLst>
                                    </p:anim>
                                  </p:childTnLst>
                                </p:cTn>
                              </p:par>
                              <p:par>
                                <p:cTn id="24" presetID="2" presetClass="entr" presetSubtype="1" fill="hold" nodeType="withEffect">
                                  <p:stCondLst>
                                    <p:cond delay="0"/>
                                  </p:stCondLst>
                                  <p:childTnLst>
                                    <p:set>
                                      <p:cBhvr>
                                        <p:cTn id="25" dur="1" fill="hold">
                                          <p:stCondLst>
                                            <p:cond delay="0"/>
                                          </p:stCondLst>
                                        </p:cTn>
                                        <p:tgtEl>
                                          <p:spTgt spid="60"/>
                                        </p:tgtEl>
                                        <p:attrNameLst>
                                          <p:attrName>style.visibility</p:attrName>
                                        </p:attrNameLst>
                                      </p:cBhvr>
                                      <p:to>
                                        <p:strVal val="visible"/>
                                      </p:to>
                                    </p:set>
                                    <p:anim calcmode="lin" valueType="num">
                                      <p:cBhvr additive="base">
                                        <p:cTn id="26" dur="250" fill="hold"/>
                                        <p:tgtEl>
                                          <p:spTgt spid="60"/>
                                        </p:tgtEl>
                                        <p:attrNameLst>
                                          <p:attrName>ppt_x</p:attrName>
                                        </p:attrNameLst>
                                      </p:cBhvr>
                                      <p:tavLst>
                                        <p:tav tm="0">
                                          <p:val>
                                            <p:strVal val="#ppt_x"/>
                                          </p:val>
                                        </p:tav>
                                        <p:tav tm="100000">
                                          <p:val>
                                            <p:strVal val="#ppt_x"/>
                                          </p:val>
                                        </p:tav>
                                      </p:tavLst>
                                    </p:anim>
                                    <p:anim calcmode="lin" valueType="num">
                                      <p:cBhvr additive="base">
                                        <p:cTn id="27" dur="250" fill="hold"/>
                                        <p:tgtEl>
                                          <p:spTgt spid="60"/>
                                        </p:tgtEl>
                                        <p:attrNameLst>
                                          <p:attrName>ppt_y</p:attrName>
                                        </p:attrNameLst>
                                      </p:cBhvr>
                                      <p:tavLst>
                                        <p:tav tm="0">
                                          <p:val>
                                            <p:strVal val="0-#ppt_h/2"/>
                                          </p:val>
                                        </p:tav>
                                        <p:tav tm="100000">
                                          <p:val>
                                            <p:strVal val="#ppt_y"/>
                                          </p:val>
                                        </p:tav>
                                      </p:tavLst>
                                    </p:anim>
                                  </p:childTnLst>
                                </p:cTn>
                              </p:par>
                              <p:par>
                                <p:cTn id="28" presetID="2" presetClass="entr" presetSubtype="1" fill="hold" nodeType="withEffect">
                                  <p:stCondLst>
                                    <p:cond delay="0"/>
                                  </p:stCondLst>
                                  <p:childTnLst>
                                    <p:set>
                                      <p:cBhvr>
                                        <p:cTn id="29" dur="1" fill="hold">
                                          <p:stCondLst>
                                            <p:cond delay="0"/>
                                          </p:stCondLst>
                                        </p:cTn>
                                        <p:tgtEl>
                                          <p:spTgt spid="68"/>
                                        </p:tgtEl>
                                        <p:attrNameLst>
                                          <p:attrName>style.visibility</p:attrName>
                                        </p:attrNameLst>
                                      </p:cBhvr>
                                      <p:to>
                                        <p:strVal val="visible"/>
                                      </p:to>
                                    </p:set>
                                    <p:anim calcmode="lin" valueType="num">
                                      <p:cBhvr additive="base">
                                        <p:cTn id="30" dur="250" fill="hold"/>
                                        <p:tgtEl>
                                          <p:spTgt spid="68"/>
                                        </p:tgtEl>
                                        <p:attrNameLst>
                                          <p:attrName>ppt_x</p:attrName>
                                        </p:attrNameLst>
                                      </p:cBhvr>
                                      <p:tavLst>
                                        <p:tav tm="0">
                                          <p:val>
                                            <p:strVal val="#ppt_x"/>
                                          </p:val>
                                        </p:tav>
                                        <p:tav tm="100000">
                                          <p:val>
                                            <p:strVal val="#ppt_x"/>
                                          </p:val>
                                        </p:tav>
                                      </p:tavLst>
                                    </p:anim>
                                    <p:anim calcmode="lin" valueType="num">
                                      <p:cBhvr additive="base">
                                        <p:cTn id="31" dur="250" fill="hold"/>
                                        <p:tgtEl>
                                          <p:spTgt spid="68"/>
                                        </p:tgtEl>
                                        <p:attrNameLst>
                                          <p:attrName>ppt_y</p:attrName>
                                        </p:attrNameLst>
                                      </p:cBhvr>
                                      <p:tavLst>
                                        <p:tav tm="0">
                                          <p:val>
                                            <p:strVal val="0-#ppt_h/2"/>
                                          </p:val>
                                        </p:tav>
                                        <p:tav tm="100000">
                                          <p:val>
                                            <p:strVal val="#ppt_y"/>
                                          </p:val>
                                        </p:tav>
                                      </p:tavLst>
                                    </p:anim>
                                  </p:childTnLst>
                                </p:cTn>
                              </p:par>
                              <p:par>
                                <p:cTn id="32" presetID="2" presetClass="entr" presetSubtype="1" fill="hold" nodeType="withEffect">
                                  <p:stCondLst>
                                    <p:cond delay="250"/>
                                  </p:stCondLst>
                                  <p:childTnLst>
                                    <p:set>
                                      <p:cBhvr>
                                        <p:cTn id="33" dur="1" fill="hold">
                                          <p:stCondLst>
                                            <p:cond delay="0"/>
                                          </p:stCondLst>
                                        </p:cTn>
                                        <p:tgtEl>
                                          <p:spTgt spid="51"/>
                                        </p:tgtEl>
                                        <p:attrNameLst>
                                          <p:attrName>style.visibility</p:attrName>
                                        </p:attrNameLst>
                                      </p:cBhvr>
                                      <p:to>
                                        <p:strVal val="visible"/>
                                      </p:to>
                                    </p:set>
                                    <p:anim calcmode="lin" valueType="num">
                                      <p:cBhvr additive="base">
                                        <p:cTn id="34" dur="250" fill="hold"/>
                                        <p:tgtEl>
                                          <p:spTgt spid="51"/>
                                        </p:tgtEl>
                                        <p:attrNameLst>
                                          <p:attrName>ppt_x</p:attrName>
                                        </p:attrNameLst>
                                      </p:cBhvr>
                                      <p:tavLst>
                                        <p:tav tm="0">
                                          <p:val>
                                            <p:strVal val="#ppt_x"/>
                                          </p:val>
                                        </p:tav>
                                        <p:tav tm="100000">
                                          <p:val>
                                            <p:strVal val="#ppt_x"/>
                                          </p:val>
                                        </p:tav>
                                      </p:tavLst>
                                    </p:anim>
                                    <p:anim calcmode="lin" valueType="num">
                                      <p:cBhvr additive="base">
                                        <p:cTn id="35" dur="250" fill="hold"/>
                                        <p:tgtEl>
                                          <p:spTgt spid="51"/>
                                        </p:tgtEl>
                                        <p:attrNameLst>
                                          <p:attrName>ppt_y</p:attrName>
                                        </p:attrNameLst>
                                      </p:cBhvr>
                                      <p:tavLst>
                                        <p:tav tm="0">
                                          <p:val>
                                            <p:strVal val="0-#ppt_h/2"/>
                                          </p:val>
                                        </p:tav>
                                        <p:tav tm="100000">
                                          <p:val>
                                            <p:strVal val="#ppt_y"/>
                                          </p:val>
                                        </p:tav>
                                      </p:tavLst>
                                    </p:anim>
                                  </p:childTnLst>
                                </p:cTn>
                              </p:par>
                              <p:par>
                                <p:cTn id="36" presetID="2" presetClass="entr" presetSubtype="1" fill="hold" nodeType="withEffect">
                                  <p:stCondLst>
                                    <p:cond delay="250"/>
                                  </p:stCondLst>
                                  <p:childTnLst>
                                    <p:set>
                                      <p:cBhvr>
                                        <p:cTn id="37" dur="1" fill="hold">
                                          <p:stCondLst>
                                            <p:cond delay="0"/>
                                          </p:stCondLst>
                                        </p:cTn>
                                        <p:tgtEl>
                                          <p:spTgt spid="56"/>
                                        </p:tgtEl>
                                        <p:attrNameLst>
                                          <p:attrName>style.visibility</p:attrName>
                                        </p:attrNameLst>
                                      </p:cBhvr>
                                      <p:to>
                                        <p:strVal val="visible"/>
                                      </p:to>
                                    </p:set>
                                    <p:anim calcmode="lin" valueType="num">
                                      <p:cBhvr additive="base">
                                        <p:cTn id="38" dur="250" fill="hold"/>
                                        <p:tgtEl>
                                          <p:spTgt spid="56"/>
                                        </p:tgtEl>
                                        <p:attrNameLst>
                                          <p:attrName>ppt_x</p:attrName>
                                        </p:attrNameLst>
                                      </p:cBhvr>
                                      <p:tavLst>
                                        <p:tav tm="0">
                                          <p:val>
                                            <p:strVal val="#ppt_x"/>
                                          </p:val>
                                        </p:tav>
                                        <p:tav tm="100000">
                                          <p:val>
                                            <p:strVal val="#ppt_x"/>
                                          </p:val>
                                        </p:tav>
                                      </p:tavLst>
                                    </p:anim>
                                    <p:anim calcmode="lin" valueType="num">
                                      <p:cBhvr additive="base">
                                        <p:cTn id="39" dur="250" fill="hold"/>
                                        <p:tgtEl>
                                          <p:spTgt spid="56"/>
                                        </p:tgtEl>
                                        <p:attrNameLst>
                                          <p:attrName>ppt_y</p:attrName>
                                        </p:attrNameLst>
                                      </p:cBhvr>
                                      <p:tavLst>
                                        <p:tav tm="0">
                                          <p:val>
                                            <p:strVal val="0-#ppt_h/2"/>
                                          </p:val>
                                        </p:tav>
                                        <p:tav tm="100000">
                                          <p:val>
                                            <p:strVal val="#ppt_y"/>
                                          </p:val>
                                        </p:tav>
                                      </p:tavLst>
                                    </p:anim>
                                  </p:childTnLst>
                                </p:cTn>
                              </p:par>
                              <p:par>
                                <p:cTn id="40" presetID="2" presetClass="entr" presetSubtype="1" fill="hold" nodeType="withEffect">
                                  <p:stCondLst>
                                    <p:cond delay="250"/>
                                  </p:stCondLst>
                                  <p:childTnLst>
                                    <p:set>
                                      <p:cBhvr>
                                        <p:cTn id="41" dur="1" fill="hold">
                                          <p:stCondLst>
                                            <p:cond delay="0"/>
                                          </p:stCondLst>
                                        </p:cTn>
                                        <p:tgtEl>
                                          <p:spTgt spid="61"/>
                                        </p:tgtEl>
                                        <p:attrNameLst>
                                          <p:attrName>style.visibility</p:attrName>
                                        </p:attrNameLst>
                                      </p:cBhvr>
                                      <p:to>
                                        <p:strVal val="visible"/>
                                      </p:to>
                                    </p:set>
                                    <p:anim calcmode="lin" valueType="num">
                                      <p:cBhvr additive="base">
                                        <p:cTn id="42" dur="250" fill="hold"/>
                                        <p:tgtEl>
                                          <p:spTgt spid="61"/>
                                        </p:tgtEl>
                                        <p:attrNameLst>
                                          <p:attrName>ppt_x</p:attrName>
                                        </p:attrNameLst>
                                      </p:cBhvr>
                                      <p:tavLst>
                                        <p:tav tm="0">
                                          <p:val>
                                            <p:strVal val="#ppt_x"/>
                                          </p:val>
                                        </p:tav>
                                        <p:tav tm="100000">
                                          <p:val>
                                            <p:strVal val="#ppt_x"/>
                                          </p:val>
                                        </p:tav>
                                      </p:tavLst>
                                    </p:anim>
                                    <p:anim calcmode="lin" valueType="num">
                                      <p:cBhvr additive="base">
                                        <p:cTn id="43" dur="250" fill="hold"/>
                                        <p:tgtEl>
                                          <p:spTgt spid="61"/>
                                        </p:tgtEl>
                                        <p:attrNameLst>
                                          <p:attrName>ppt_y</p:attrName>
                                        </p:attrNameLst>
                                      </p:cBhvr>
                                      <p:tavLst>
                                        <p:tav tm="0">
                                          <p:val>
                                            <p:strVal val="0-#ppt_h/2"/>
                                          </p:val>
                                        </p:tav>
                                        <p:tav tm="100000">
                                          <p:val>
                                            <p:strVal val="#ppt_y"/>
                                          </p:val>
                                        </p:tav>
                                      </p:tavLst>
                                    </p:anim>
                                  </p:childTnLst>
                                </p:cTn>
                              </p:par>
                              <p:par>
                                <p:cTn id="44" presetID="2" presetClass="entr" presetSubtype="1" fill="hold" nodeType="withEffect">
                                  <p:stCondLst>
                                    <p:cond delay="500"/>
                                  </p:stCondLst>
                                  <p:childTnLst>
                                    <p:set>
                                      <p:cBhvr>
                                        <p:cTn id="45" dur="1" fill="hold">
                                          <p:stCondLst>
                                            <p:cond delay="0"/>
                                          </p:stCondLst>
                                        </p:cTn>
                                        <p:tgtEl>
                                          <p:spTgt spid="52"/>
                                        </p:tgtEl>
                                        <p:attrNameLst>
                                          <p:attrName>style.visibility</p:attrName>
                                        </p:attrNameLst>
                                      </p:cBhvr>
                                      <p:to>
                                        <p:strVal val="visible"/>
                                      </p:to>
                                    </p:set>
                                    <p:anim calcmode="lin" valueType="num">
                                      <p:cBhvr additive="base">
                                        <p:cTn id="46" dur="250" fill="hold"/>
                                        <p:tgtEl>
                                          <p:spTgt spid="52"/>
                                        </p:tgtEl>
                                        <p:attrNameLst>
                                          <p:attrName>ppt_x</p:attrName>
                                        </p:attrNameLst>
                                      </p:cBhvr>
                                      <p:tavLst>
                                        <p:tav tm="0">
                                          <p:val>
                                            <p:strVal val="#ppt_x"/>
                                          </p:val>
                                        </p:tav>
                                        <p:tav tm="100000">
                                          <p:val>
                                            <p:strVal val="#ppt_x"/>
                                          </p:val>
                                        </p:tav>
                                      </p:tavLst>
                                    </p:anim>
                                    <p:anim calcmode="lin" valueType="num">
                                      <p:cBhvr additive="base">
                                        <p:cTn id="47" dur="250" fill="hold"/>
                                        <p:tgtEl>
                                          <p:spTgt spid="52"/>
                                        </p:tgtEl>
                                        <p:attrNameLst>
                                          <p:attrName>ppt_y</p:attrName>
                                        </p:attrNameLst>
                                      </p:cBhvr>
                                      <p:tavLst>
                                        <p:tav tm="0">
                                          <p:val>
                                            <p:strVal val="0-#ppt_h/2"/>
                                          </p:val>
                                        </p:tav>
                                        <p:tav tm="100000">
                                          <p:val>
                                            <p:strVal val="#ppt_y"/>
                                          </p:val>
                                        </p:tav>
                                      </p:tavLst>
                                    </p:anim>
                                  </p:childTnLst>
                                </p:cTn>
                              </p:par>
                              <p:par>
                                <p:cTn id="48" presetID="2" presetClass="entr" presetSubtype="1" fill="hold" nodeType="withEffect">
                                  <p:stCondLst>
                                    <p:cond delay="500"/>
                                  </p:stCondLst>
                                  <p:childTnLst>
                                    <p:set>
                                      <p:cBhvr>
                                        <p:cTn id="49" dur="1" fill="hold">
                                          <p:stCondLst>
                                            <p:cond delay="0"/>
                                          </p:stCondLst>
                                        </p:cTn>
                                        <p:tgtEl>
                                          <p:spTgt spid="62"/>
                                        </p:tgtEl>
                                        <p:attrNameLst>
                                          <p:attrName>style.visibility</p:attrName>
                                        </p:attrNameLst>
                                      </p:cBhvr>
                                      <p:to>
                                        <p:strVal val="visible"/>
                                      </p:to>
                                    </p:set>
                                    <p:anim calcmode="lin" valueType="num">
                                      <p:cBhvr additive="base">
                                        <p:cTn id="50" dur="250" fill="hold"/>
                                        <p:tgtEl>
                                          <p:spTgt spid="62"/>
                                        </p:tgtEl>
                                        <p:attrNameLst>
                                          <p:attrName>ppt_x</p:attrName>
                                        </p:attrNameLst>
                                      </p:cBhvr>
                                      <p:tavLst>
                                        <p:tav tm="0">
                                          <p:val>
                                            <p:strVal val="#ppt_x"/>
                                          </p:val>
                                        </p:tav>
                                        <p:tav tm="100000">
                                          <p:val>
                                            <p:strVal val="#ppt_x"/>
                                          </p:val>
                                        </p:tav>
                                      </p:tavLst>
                                    </p:anim>
                                    <p:anim calcmode="lin" valueType="num">
                                      <p:cBhvr additive="base">
                                        <p:cTn id="51" dur="250" fill="hold"/>
                                        <p:tgtEl>
                                          <p:spTgt spid="62"/>
                                        </p:tgtEl>
                                        <p:attrNameLst>
                                          <p:attrName>ppt_y</p:attrName>
                                        </p:attrNameLst>
                                      </p:cBhvr>
                                      <p:tavLst>
                                        <p:tav tm="0">
                                          <p:val>
                                            <p:strVal val="0-#ppt_h/2"/>
                                          </p:val>
                                        </p:tav>
                                        <p:tav tm="100000">
                                          <p:val>
                                            <p:strVal val="#ppt_y"/>
                                          </p:val>
                                        </p:tav>
                                      </p:tavLst>
                                    </p:anim>
                                  </p:childTnLst>
                                </p:cTn>
                              </p:par>
                              <p:par>
                                <p:cTn id="52" presetID="2" presetClass="entr" presetSubtype="1" fill="hold" nodeType="withEffect">
                                  <p:stCondLst>
                                    <p:cond delay="750"/>
                                  </p:stCondLst>
                                  <p:childTnLst>
                                    <p:set>
                                      <p:cBhvr>
                                        <p:cTn id="53" dur="1" fill="hold">
                                          <p:stCondLst>
                                            <p:cond delay="0"/>
                                          </p:stCondLst>
                                        </p:cTn>
                                        <p:tgtEl>
                                          <p:spTgt spid="53"/>
                                        </p:tgtEl>
                                        <p:attrNameLst>
                                          <p:attrName>style.visibility</p:attrName>
                                        </p:attrNameLst>
                                      </p:cBhvr>
                                      <p:to>
                                        <p:strVal val="visible"/>
                                      </p:to>
                                    </p:set>
                                    <p:anim calcmode="lin" valueType="num">
                                      <p:cBhvr additive="base">
                                        <p:cTn id="54" dur="250" fill="hold"/>
                                        <p:tgtEl>
                                          <p:spTgt spid="53"/>
                                        </p:tgtEl>
                                        <p:attrNameLst>
                                          <p:attrName>ppt_x</p:attrName>
                                        </p:attrNameLst>
                                      </p:cBhvr>
                                      <p:tavLst>
                                        <p:tav tm="0">
                                          <p:val>
                                            <p:strVal val="#ppt_x"/>
                                          </p:val>
                                        </p:tav>
                                        <p:tav tm="100000">
                                          <p:val>
                                            <p:strVal val="#ppt_x"/>
                                          </p:val>
                                        </p:tav>
                                      </p:tavLst>
                                    </p:anim>
                                    <p:anim calcmode="lin" valueType="num">
                                      <p:cBhvr additive="base">
                                        <p:cTn id="55" dur="250" fill="hold"/>
                                        <p:tgtEl>
                                          <p:spTgt spid="53"/>
                                        </p:tgtEl>
                                        <p:attrNameLst>
                                          <p:attrName>ppt_y</p:attrName>
                                        </p:attrNameLst>
                                      </p:cBhvr>
                                      <p:tavLst>
                                        <p:tav tm="0">
                                          <p:val>
                                            <p:strVal val="0-#ppt_h/2"/>
                                          </p:val>
                                        </p:tav>
                                        <p:tav tm="100000">
                                          <p:val>
                                            <p:strVal val="#ppt_y"/>
                                          </p:val>
                                        </p:tav>
                                      </p:tavLst>
                                    </p:anim>
                                  </p:childTnLst>
                                </p:cTn>
                              </p:par>
                              <p:par>
                                <p:cTn id="56" presetID="2" presetClass="entr" presetSubtype="1" fill="hold" nodeType="withEffect">
                                  <p:stCondLst>
                                    <p:cond delay="750"/>
                                  </p:stCondLst>
                                  <p:childTnLst>
                                    <p:set>
                                      <p:cBhvr>
                                        <p:cTn id="57" dur="1" fill="hold">
                                          <p:stCondLst>
                                            <p:cond delay="0"/>
                                          </p:stCondLst>
                                        </p:cTn>
                                        <p:tgtEl>
                                          <p:spTgt spid="66"/>
                                        </p:tgtEl>
                                        <p:attrNameLst>
                                          <p:attrName>style.visibility</p:attrName>
                                        </p:attrNameLst>
                                      </p:cBhvr>
                                      <p:to>
                                        <p:strVal val="visible"/>
                                      </p:to>
                                    </p:set>
                                    <p:anim calcmode="lin" valueType="num">
                                      <p:cBhvr additive="base">
                                        <p:cTn id="58" dur="250" fill="hold"/>
                                        <p:tgtEl>
                                          <p:spTgt spid="66"/>
                                        </p:tgtEl>
                                        <p:attrNameLst>
                                          <p:attrName>ppt_x</p:attrName>
                                        </p:attrNameLst>
                                      </p:cBhvr>
                                      <p:tavLst>
                                        <p:tav tm="0">
                                          <p:val>
                                            <p:strVal val="#ppt_x"/>
                                          </p:val>
                                        </p:tav>
                                        <p:tav tm="100000">
                                          <p:val>
                                            <p:strVal val="#ppt_x"/>
                                          </p:val>
                                        </p:tav>
                                      </p:tavLst>
                                    </p:anim>
                                    <p:anim calcmode="lin" valueType="num">
                                      <p:cBhvr additive="base">
                                        <p:cTn id="59" dur="250" fill="hold"/>
                                        <p:tgtEl>
                                          <p:spTgt spid="66"/>
                                        </p:tgtEl>
                                        <p:attrNameLst>
                                          <p:attrName>ppt_y</p:attrName>
                                        </p:attrNameLst>
                                      </p:cBhvr>
                                      <p:tavLst>
                                        <p:tav tm="0">
                                          <p:val>
                                            <p:strVal val="0-#ppt_h/2"/>
                                          </p:val>
                                        </p:tav>
                                        <p:tav tm="100000">
                                          <p:val>
                                            <p:strVal val="#ppt_y"/>
                                          </p:val>
                                        </p:tav>
                                      </p:tavLst>
                                    </p:anim>
                                  </p:childTnLst>
                                </p:cTn>
                              </p:par>
                              <p:par>
                                <p:cTn id="60" presetID="2" presetClass="entr" presetSubtype="1" fill="hold" nodeType="withEffect">
                                  <p:stCondLst>
                                    <p:cond delay="1000"/>
                                  </p:stCondLst>
                                  <p:childTnLst>
                                    <p:set>
                                      <p:cBhvr>
                                        <p:cTn id="61" dur="1" fill="hold">
                                          <p:stCondLst>
                                            <p:cond delay="0"/>
                                          </p:stCondLst>
                                        </p:cTn>
                                        <p:tgtEl>
                                          <p:spTgt spid="54"/>
                                        </p:tgtEl>
                                        <p:attrNameLst>
                                          <p:attrName>style.visibility</p:attrName>
                                        </p:attrNameLst>
                                      </p:cBhvr>
                                      <p:to>
                                        <p:strVal val="visible"/>
                                      </p:to>
                                    </p:set>
                                    <p:anim calcmode="lin" valueType="num">
                                      <p:cBhvr additive="base">
                                        <p:cTn id="62" dur="250" fill="hold"/>
                                        <p:tgtEl>
                                          <p:spTgt spid="54"/>
                                        </p:tgtEl>
                                        <p:attrNameLst>
                                          <p:attrName>ppt_x</p:attrName>
                                        </p:attrNameLst>
                                      </p:cBhvr>
                                      <p:tavLst>
                                        <p:tav tm="0">
                                          <p:val>
                                            <p:strVal val="#ppt_x"/>
                                          </p:val>
                                        </p:tav>
                                        <p:tav tm="100000">
                                          <p:val>
                                            <p:strVal val="#ppt_x"/>
                                          </p:val>
                                        </p:tav>
                                      </p:tavLst>
                                    </p:anim>
                                    <p:anim calcmode="lin" valueType="num">
                                      <p:cBhvr additive="base">
                                        <p:cTn id="63" dur="250" fill="hold"/>
                                        <p:tgtEl>
                                          <p:spTgt spid="54"/>
                                        </p:tgtEl>
                                        <p:attrNameLst>
                                          <p:attrName>ppt_y</p:attrName>
                                        </p:attrNameLst>
                                      </p:cBhvr>
                                      <p:tavLst>
                                        <p:tav tm="0">
                                          <p:val>
                                            <p:strVal val="0-#ppt_h/2"/>
                                          </p:val>
                                        </p:tav>
                                        <p:tav tm="100000">
                                          <p:val>
                                            <p:strVal val="#ppt_y"/>
                                          </p:val>
                                        </p:tav>
                                      </p:tavLst>
                                    </p:anim>
                                  </p:childTnLst>
                                </p:cTn>
                              </p:par>
                              <p:par>
                                <p:cTn id="64" presetID="2" presetClass="entr" presetSubtype="1" fill="hold" nodeType="withEffect">
                                  <p:stCondLst>
                                    <p:cond delay="1000"/>
                                  </p:stCondLst>
                                  <p:childTnLst>
                                    <p:set>
                                      <p:cBhvr>
                                        <p:cTn id="65" dur="1" fill="hold">
                                          <p:stCondLst>
                                            <p:cond delay="0"/>
                                          </p:stCondLst>
                                        </p:cTn>
                                        <p:tgtEl>
                                          <p:spTgt spid="67"/>
                                        </p:tgtEl>
                                        <p:attrNameLst>
                                          <p:attrName>style.visibility</p:attrName>
                                        </p:attrNameLst>
                                      </p:cBhvr>
                                      <p:to>
                                        <p:strVal val="visible"/>
                                      </p:to>
                                    </p:set>
                                    <p:anim calcmode="lin" valueType="num">
                                      <p:cBhvr additive="base">
                                        <p:cTn id="66" dur="250" fill="hold"/>
                                        <p:tgtEl>
                                          <p:spTgt spid="67"/>
                                        </p:tgtEl>
                                        <p:attrNameLst>
                                          <p:attrName>ppt_x</p:attrName>
                                        </p:attrNameLst>
                                      </p:cBhvr>
                                      <p:tavLst>
                                        <p:tav tm="0">
                                          <p:val>
                                            <p:strVal val="#ppt_x"/>
                                          </p:val>
                                        </p:tav>
                                        <p:tav tm="100000">
                                          <p:val>
                                            <p:strVal val="#ppt_x"/>
                                          </p:val>
                                        </p:tav>
                                      </p:tavLst>
                                    </p:anim>
                                    <p:anim calcmode="lin" valueType="num">
                                      <p:cBhvr additive="base">
                                        <p:cTn id="67" dur="250" fill="hold"/>
                                        <p:tgtEl>
                                          <p:spTgt spid="67"/>
                                        </p:tgtEl>
                                        <p:attrNameLst>
                                          <p:attrName>ppt_y</p:attrName>
                                        </p:attrNameLst>
                                      </p:cBhvr>
                                      <p:tavLst>
                                        <p:tav tm="0">
                                          <p:val>
                                            <p:strVal val="0-#ppt_h/2"/>
                                          </p:val>
                                        </p:tav>
                                        <p:tav tm="100000">
                                          <p:val>
                                            <p:strVal val="#ppt_y"/>
                                          </p:val>
                                        </p:tav>
                                      </p:tavLst>
                                    </p:anim>
                                  </p:childTnLst>
                                </p:cTn>
                              </p:par>
                            </p:childTnLst>
                          </p:cTn>
                        </p:par>
                      </p:childTnLst>
                    </p:cTn>
                  </p:par>
                  <p:par>
                    <p:cTn id="68" fill="hold">
                      <p:stCondLst>
                        <p:cond delay="indefinite"/>
                      </p:stCondLst>
                      <p:childTnLst>
                        <p:par>
                          <p:cTn id="69" fill="hold">
                            <p:stCondLst>
                              <p:cond delay="0"/>
                            </p:stCondLst>
                            <p:childTnLst>
                              <p:par>
                                <p:cTn id="70" presetID="1" presetClass="mediacall" presetSubtype="0" fill="hold" nodeType="clickEffect">
                                  <p:stCondLst>
                                    <p:cond delay="0"/>
                                  </p:stCondLst>
                                  <p:childTnLst>
                                    <p:cmd type="call" cmd="playFrom(0.0)">
                                      <p:cBhvr>
                                        <p:cTn id="71" dur="417" fill="hold"/>
                                        <p:tgtEl>
                                          <p:spTgt spid="64"/>
                                        </p:tgtEl>
                                      </p:cBhvr>
                                    </p:cmd>
                                  </p:childTnLst>
                                </p:cTn>
                              </p:par>
                            </p:childTnLst>
                          </p:cTn>
                        </p:par>
                        <p:par>
                          <p:cTn id="72" fill="hold">
                            <p:stCondLst>
                              <p:cond delay="417"/>
                            </p:stCondLst>
                            <p:childTnLst>
                              <p:par>
                                <p:cTn id="73" presetID="1" presetClass="mediacall" presetSubtype="0" fill="hold" nodeType="afterEffect">
                                  <p:stCondLst>
                                    <p:cond delay="0"/>
                                  </p:stCondLst>
                                  <p:childTnLst>
                                    <p:cmd type="call" cmd="playFrom(0.0)">
                                      <p:cBhvr>
                                        <p:cTn id="74" dur="1152" fill="hold"/>
                                        <p:tgtEl>
                                          <p:spTgt spid="28"/>
                                        </p:tgtEl>
                                      </p:cBhvr>
                                    </p:cmd>
                                  </p:childTnLst>
                                </p:cTn>
                              </p:par>
                              <p:par>
                                <p:cTn id="75" presetID="2" presetClass="entr" presetSubtype="1" fill="hold" nodeType="withEffect">
                                  <p:stCondLst>
                                    <p:cond delay="0"/>
                                  </p:stCondLst>
                                  <p:childTnLst>
                                    <p:set>
                                      <p:cBhvr>
                                        <p:cTn id="76" dur="1" fill="hold">
                                          <p:stCondLst>
                                            <p:cond delay="0"/>
                                          </p:stCondLst>
                                        </p:cTn>
                                        <p:tgtEl>
                                          <p:spTgt spid="73"/>
                                        </p:tgtEl>
                                        <p:attrNameLst>
                                          <p:attrName>style.visibility</p:attrName>
                                        </p:attrNameLst>
                                      </p:cBhvr>
                                      <p:to>
                                        <p:strVal val="visible"/>
                                      </p:to>
                                    </p:set>
                                    <p:anim calcmode="lin" valueType="num">
                                      <p:cBhvr additive="base">
                                        <p:cTn id="77" dur="250" fill="hold"/>
                                        <p:tgtEl>
                                          <p:spTgt spid="73"/>
                                        </p:tgtEl>
                                        <p:attrNameLst>
                                          <p:attrName>ppt_x</p:attrName>
                                        </p:attrNameLst>
                                      </p:cBhvr>
                                      <p:tavLst>
                                        <p:tav tm="0">
                                          <p:val>
                                            <p:strVal val="#ppt_x"/>
                                          </p:val>
                                        </p:tav>
                                        <p:tav tm="100000">
                                          <p:val>
                                            <p:strVal val="#ppt_x"/>
                                          </p:val>
                                        </p:tav>
                                      </p:tavLst>
                                    </p:anim>
                                    <p:anim calcmode="lin" valueType="num">
                                      <p:cBhvr additive="base">
                                        <p:cTn id="78" dur="250" fill="hold"/>
                                        <p:tgtEl>
                                          <p:spTgt spid="73"/>
                                        </p:tgtEl>
                                        <p:attrNameLst>
                                          <p:attrName>ppt_y</p:attrName>
                                        </p:attrNameLst>
                                      </p:cBhvr>
                                      <p:tavLst>
                                        <p:tav tm="0">
                                          <p:val>
                                            <p:strVal val="0-#ppt_h/2"/>
                                          </p:val>
                                        </p:tav>
                                        <p:tav tm="100000">
                                          <p:val>
                                            <p:strVal val="#ppt_y"/>
                                          </p:val>
                                        </p:tav>
                                      </p:tavLst>
                                    </p:anim>
                                  </p:childTnLst>
                                </p:cTn>
                              </p:par>
                              <p:par>
                                <p:cTn id="79" presetID="2" presetClass="entr" presetSubtype="1" fill="hold" nodeType="withEffect">
                                  <p:stCondLst>
                                    <p:cond delay="0"/>
                                  </p:stCondLst>
                                  <p:childTnLst>
                                    <p:set>
                                      <p:cBhvr>
                                        <p:cTn id="80" dur="1" fill="hold">
                                          <p:stCondLst>
                                            <p:cond delay="0"/>
                                          </p:stCondLst>
                                        </p:cTn>
                                        <p:tgtEl>
                                          <p:spTgt spid="78"/>
                                        </p:tgtEl>
                                        <p:attrNameLst>
                                          <p:attrName>style.visibility</p:attrName>
                                        </p:attrNameLst>
                                      </p:cBhvr>
                                      <p:to>
                                        <p:strVal val="visible"/>
                                      </p:to>
                                    </p:set>
                                    <p:anim calcmode="lin" valueType="num">
                                      <p:cBhvr additive="base">
                                        <p:cTn id="81" dur="250" fill="hold"/>
                                        <p:tgtEl>
                                          <p:spTgt spid="78"/>
                                        </p:tgtEl>
                                        <p:attrNameLst>
                                          <p:attrName>ppt_x</p:attrName>
                                        </p:attrNameLst>
                                      </p:cBhvr>
                                      <p:tavLst>
                                        <p:tav tm="0">
                                          <p:val>
                                            <p:strVal val="#ppt_x"/>
                                          </p:val>
                                        </p:tav>
                                        <p:tav tm="100000">
                                          <p:val>
                                            <p:strVal val="#ppt_x"/>
                                          </p:val>
                                        </p:tav>
                                      </p:tavLst>
                                    </p:anim>
                                    <p:anim calcmode="lin" valueType="num">
                                      <p:cBhvr additive="base">
                                        <p:cTn id="82" dur="250" fill="hold"/>
                                        <p:tgtEl>
                                          <p:spTgt spid="78"/>
                                        </p:tgtEl>
                                        <p:attrNameLst>
                                          <p:attrName>ppt_y</p:attrName>
                                        </p:attrNameLst>
                                      </p:cBhvr>
                                      <p:tavLst>
                                        <p:tav tm="0">
                                          <p:val>
                                            <p:strVal val="0-#ppt_h/2"/>
                                          </p:val>
                                        </p:tav>
                                        <p:tav tm="100000">
                                          <p:val>
                                            <p:strVal val="#ppt_y"/>
                                          </p:val>
                                        </p:tav>
                                      </p:tavLst>
                                    </p:anim>
                                  </p:childTnLst>
                                </p:cTn>
                              </p:par>
                              <p:par>
                                <p:cTn id="83" presetID="2" presetClass="entr" presetSubtype="1" fill="hold" nodeType="withEffect">
                                  <p:stCondLst>
                                    <p:cond delay="0"/>
                                  </p:stCondLst>
                                  <p:childTnLst>
                                    <p:set>
                                      <p:cBhvr>
                                        <p:cTn id="84" dur="1" fill="hold">
                                          <p:stCondLst>
                                            <p:cond delay="0"/>
                                          </p:stCondLst>
                                        </p:cTn>
                                        <p:tgtEl>
                                          <p:spTgt spid="83"/>
                                        </p:tgtEl>
                                        <p:attrNameLst>
                                          <p:attrName>style.visibility</p:attrName>
                                        </p:attrNameLst>
                                      </p:cBhvr>
                                      <p:to>
                                        <p:strVal val="visible"/>
                                      </p:to>
                                    </p:set>
                                    <p:anim calcmode="lin" valueType="num">
                                      <p:cBhvr additive="base">
                                        <p:cTn id="85" dur="250" fill="hold"/>
                                        <p:tgtEl>
                                          <p:spTgt spid="83"/>
                                        </p:tgtEl>
                                        <p:attrNameLst>
                                          <p:attrName>ppt_x</p:attrName>
                                        </p:attrNameLst>
                                      </p:cBhvr>
                                      <p:tavLst>
                                        <p:tav tm="0">
                                          <p:val>
                                            <p:strVal val="#ppt_x"/>
                                          </p:val>
                                        </p:tav>
                                        <p:tav tm="100000">
                                          <p:val>
                                            <p:strVal val="#ppt_x"/>
                                          </p:val>
                                        </p:tav>
                                      </p:tavLst>
                                    </p:anim>
                                    <p:anim calcmode="lin" valueType="num">
                                      <p:cBhvr additive="base">
                                        <p:cTn id="86" dur="250" fill="hold"/>
                                        <p:tgtEl>
                                          <p:spTgt spid="83"/>
                                        </p:tgtEl>
                                        <p:attrNameLst>
                                          <p:attrName>ppt_y</p:attrName>
                                        </p:attrNameLst>
                                      </p:cBhvr>
                                      <p:tavLst>
                                        <p:tav tm="0">
                                          <p:val>
                                            <p:strVal val="0-#ppt_h/2"/>
                                          </p:val>
                                        </p:tav>
                                        <p:tav tm="100000">
                                          <p:val>
                                            <p:strVal val="#ppt_y"/>
                                          </p:val>
                                        </p:tav>
                                      </p:tavLst>
                                    </p:anim>
                                  </p:childTnLst>
                                </p:cTn>
                              </p:par>
                              <p:par>
                                <p:cTn id="87" presetID="2" presetClass="entr" presetSubtype="1" fill="hold" nodeType="withEffect">
                                  <p:stCondLst>
                                    <p:cond delay="0"/>
                                  </p:stCondLst>
                                  <p:childTnLst>
                                    <p:set>
                                      <p:cBhvr>
                                        <p:cTn id="88" dur="1" fill="hold">
                                          <p:stCondLst>
                                            <p:cond delay="0"/>
                                          </p:stCondLst>
                                        </p:cTn>
                                        <p:tgtEl>
                                          <p:spTgt spid="90"/>
                                        </p:tgtEl>
                                        <p:attrNameLst>
                                          <p:attrName>style.visibility</p:attrName>
                                        </p:attrNameLst>
                                      </p:cBhvr>
                                      <p:to>
                                        <p:strVal val="visible"/>
                                      </p:to>
                                    </p:set>
                                    <p:anim calcmode="lin" valueType="num">
                                      <p:cBhvr additive="base">
                                        <p:cTn id="89" dur="250" fill="hold"/>
                                        <p:tgtEl>
                                          <p:spTgt spid="90"/>
                                        </p:tgtEl>
                                        <p:attrNameLst>
                                          <p:attrName>ppt_x</p:attrName>
                                        </p:attrNameLst>
                                      </p:cBhvr>
                                      <p:tavLst>
                                        <p:tav tm="0">
                                          <p:val>
                                            <p:strVal val="#ppt_x"/>
                                          </p:val>
                                        </p:tav>
                                        <p:tav tm="100000">
                                          <p:val>
                                            <p:strVal val="#ppt_x"/>
                                          </p:val>
                                        </p:tav>
                                      </p:tavLst>
                                    </p:anim>
                                    <p:anim calcmode="lin" valueType="num">
                                      <p:cBhvr additive="base">
                                        <p:cTn id="90" dur="250" fill="hold"/>
                                        <p:tgtEl>
                                          <p:spTgt spid="90"/>
                                        </p:tgtEl>
                                        <p:attrNameLst>
                                          <p:attrName>ppt_y</p:attrName>
                                        </p:attrNameLst>
                                      </p:cBhvr>
                                      <p:tavLst>
                                        <p:tav tm="0">
                                          <p:val>
                                            <p:strVal val="0-#ppt_h/2"/>
                                          </p:val>
                                        </p:tav>
                                        <p:tav tm="100000">
                                          <p:val>
                                            <p:strVal val="#ppt_y"/>
                                          </p:val>
                                        </p:tav>
                                      </p:tavLst>
                                    </p:anim>
                                  </p:childTnLst>
                                </p:cTn>
                              </p:par>
                              <p:par>
                                <p:cTn id="91" presetID="2" presetClass="entr" presetSubtype="1" fill="hold" nodeType="withEffect">
                                  <p:stCondLst>
                                    <p:cond delay="250"/>
                                  </p:stCondLst>
                                  <p:childTnLst>
                                    <p:set>
                                      <p:cBhvr>
                                        <p:cTn id="92" dur="1" fill="hold">
                                          <p:stCondLst>
                                            <p:cond delay="0"/>
                                          </p:stCondLst>
                                        </p:cTn>
                                        <p:tgtEl>
                                          <p:spTgt spid="74"/>
                                        </p:tgtEl>
                                        <p:attrNameLst>
                                          <p:attrName>style.visibility</p:attrName>
                                        </p:attrNameLst>
                                      </p:cBhvr>
                                      <p:to>
                                        <p:strVal val="visible"/>
                                      </p:to>
                                    </p:set>
                                    <p:anim calcmode="lin" valueType="num">
                                      <p:cBhvr additive="base">
                                        <p:cTn id="93" dur="250" fill="hold"/>
                                        <p:tgtEl>
                                          <p:spTgt spid="74"/>
                                        </p:tgtEl>
                                        <p:attrNameLst>
                                          <p:attrName>ppt_x</p:attrName>
                                        </p:attrNameLst>
                                      </p:cBhvr>
                                      <p:tavLst>
                                        <p:tav tm="0">
                                          <p:val>
                                            <p:strVal val="#ppt_x"/>
                                          </p:val>
                                        </p:tav>
                                        <p:tav tm="100000">
                                          <p:val>
                                            <p:strVal val="#ppt_x"/>
                                          </p:val>
                                        </p:tav>
                                      </p:tavLst>
                                    </p:anim>
                                    <p:anim calcmode="lin" valueType="num">
                                      <p:cBhvr additive="base">
                                        <p:cTn id="94" dur="250" fill="hold"/>
                                        <p:tgtEl>
                                          <p:spTgt spid="74"/>
                                        </p:tgtEl>
                                        <p:attrNameLst>
                                          <p:attrName>ppt_y</p:attrName>
                                        </p:attrNameLst>
                                      </p:cBhvr>
                                      <p:tavLst>
                                        <p:tav tm="0">
                                          <p:val>
                                            <p:strVal val="0-#ppt_h/2"/>
                                          </p:val>
                                        </p:tav>
                                        <p:tav tm="100000">
                                          <p:val>
                                            <p:strVal val="#ppt_y"/>
                                          </p:val>
                                        </p:tav>
                                      </p:tavLst>
                                    </p:anim>
                                  </p:childTnLst>
                                </p:cTn>
                              </p:par>
                              <p:par>
                                <p:cTn id="95" presetID="2" presetClass="entr" presetSubtype="1" fill="hold" nodeType="withEffect">
                                  <p:stCondLst>
                                    <p:cond delay="250"/>
                                  </p:stCondLst>
                                  <p:childTnLst>
                                    <p:set>
                                      <p:cBhvr>
                                        <p:cTn id="96" dur="1" fill="hold">
                                          <p:stCondLst>
                                            <p:cond delay="0"/>
                                          </p:stCondLst>
                                        </p:cTn>
                                        <p:tgtEl>
                                          <p:spTgt spid="84"/>
                                        </p:tgtEl>
                                        <p:attrNameLst>
                                          <p:attrName>style.visibility</p:attrName>
                                        </p:attrNameLst>
                                      </p:cBhvr>
                                      <p:to>
                                        <p:strVal val="visible"/>
                                      </p:to>
                                    </p:set>
                                    <p:anim calcmode="lin" valueType="num">
                                      <p:cBhvr additive="base">
                                        <p:cTn id="97" dur="250" fill="hold"/>
                                        <p:tgtEl>
                                          <p:spTgt spid="84"/>
                                        </p:tgtEl>
                                        <p:attrNameLst>
                                          <p:attrName>ppt_x</p:attrName>
                                        </p:attrNameLst>
                                      </p:cBhvr>
                                      <p:tavLst>
                                        <p:tav tm="0">
                                          <p:val>
                                            <p:strVal val="#ppt_x"/>
                                          </p:val>
                                        </p:tav>
                                        <p:tav tm="100000">
                                          <p:val>
                                            <p:strVal val="#ppt_x"/>
                                          </p:val>
                                        </p:tav>
                                      </p:tavLst>
                                    </p:anim>
                                    <p:anim calcmode="lin" valueType="num">
                                      <p:cBhvr additive="base">
                                        <p:cTn id="98" dur="250" fill="hold"/>
                                        <p:tgtEl>
                                          <p:spTgt spid="84"/>
                                        </p:tgtEl>
                                        <p:attrNameLst>
                                          <p:attrName>ppt_y</p:attrName>
                                        </p:attrNameLst>
                                      </p:cBhvr>
                                      <p:tavLst>
                                        <p:tav tm="0">
                                          <p:val>
                                            <p:strVal val="0-#ppt_h/2"/>
                                          </p:val>
                                        </p:tav>
                                        <p:tav tm="100000">
                                          <p:val>
                                            <p:strVal val="#ppt_y"/>
                                          </p:val>
                                        </p:tav>
                                      </p:tavLst>
                                    </p:anim>
                                  </p:childTnLst>
                                </p:cTn>
                              </p:par>
                              <p:par>
                                <p:cTn id="99" presetID="2" presetClass="entr" presetSubtype="1" fill="hold" nodeType="withEffect">
                                  <p:stCondLst>
                                    <p:cond delay="250"/>
                                  </p:stCondLst>
                                  <p:childTnLst>
                                    <p:set>
                                      <p:cBhvr>
                                        <p:cTn id="100" dur="1" fill="hold">
                                          <p:stCondLst>
                                            <p:cond delay="0"/>
                                          </p:stCondLst>
                                        </p:cTn>
                                        <p:tgtEl>
                                          <p:spTgt spid="91"/>
                                        </p:tgtEl>
                                        <p:attrNameLst>
                                          <p:attrName>style.visibility</p:attrName>
                                        </p:attrNameLst>
                                      </p:cBhvr>
                                      <p:to>
                                        <p:strVal val="visible"/>
                                      </p:to>
                                    </p:set>
                                    <p:anim calcmode="lin" valueType="num">
                                      <p:cBhvr additive="base">
                                        <p:cTn id="101" dur="250" fill="hold"/>
                                        <p:tgtEl>
                                          <p:spTgt spid="91"/>
                                        </p:tgtEl>
                                        <p:attrNameLst>
                                          <p:attrName>ppt_x</p:attrName>
                                        </p:attrNameLst>
                                      </p:cBhvr>
                                      <p:tavLst>
                                        <p:tav tm="0">
                                          <p:val>
                                            <p:strVal val="#ppt_x"/>
                                          </p:val>
                                        </p:tav>
                                        <p:tav tm="100000">
                                          <p:val>
                                            <p:strVal val="#ppt_x"/>
                                          </p:val>
                                        </p:tav>
                                      </p:tavLst>
                                    </p:anim>
                                    <p:anim calcmode="lin" valueType="num">
                                      <p:cBhvr additive="base">
                                        <p:cTn id="102" dur="250" fill="hold"/>
                                        <p:tgtEl>
                                          <p:spTgt spid="91"/>
                                        </p:tgtEl>
                                        <p:attrNameLst>
                                          <p:attrName>ppt_y</p:attrName>
                                        </p:attrNameLst>
                                      </p:cBhvr>
                                      <p:tavLst>
                                        <p:tav tm="0">
                                          <p:val>
                                            <p:strVal val="0-#ppt_h/2"/>
                                          </p:val>
                                        </p:tav>
                                        <p:tav tm="100000">
                                          <p:val>
                                            <p:strVal val="#ppt_y"/>
                                          </p:val>
                                        </p:tav>
                                      </p:tavLst>
                                    </p:anim>
                                  </p:childTnLst>
                                </p:cTn>
                              </p:par>
                              <p:par>
                                <p:cTn id="103" presetID="2" presetClass="entr" presetSubtype="1" fill="hold" nodeType="withEffect">
                                  <p:stCondLst>
                                    <p:cond delay="500"/>
                                  </p:stCondLst>
                                  <p:childTnLst>
                                    <p:set>
                                      <p:cBhvr>
                                        <p:cTn id="104" dur="1" fill="hold">
                                          <p:stCondLst>
                                            <p:cond delay="0"/>
                                          </p:stCondLst>
                                        </p:cTn>
                                        <p:tgtEl>
                                          <p:spTgt spid="75"/>
                                        </p:tgtEl>
                                        <p:attrNameLst>
                                          <p:attrName>style.visibility</p:attrName>
                                        </p:attrNameLst>
                                      </p:cBhvr>
                                      <p:to>
                                        <p:strVal val="visible"/>
                                      </p:to>
                                    </p:set>
                                    <p:anim calcmode="lin" valueType="num">
                                      <p:cBhvr additive="base">
                                        <p:cTn id="105" dur="250" fill="hold"/>
                                        <p:tgtEl>
                                          <p:spTgt spid="75"/>
                                        </p:tgtEl>
                                        <p:attrNameLst>
                                          <p:attrName>ppt_x</p:attrName>
                                        </p:attrNameLst>
                                      </p:cBhvr>
                                      <p:tavLst>
                                        <p:tav tm="0">
                                          <p:val>
                                            <p:strVal val="#ppt_x"/>
                                          </p:val>
                                        </p:tav>
                                        <p:tav tm="100000">
                                          <p:val>
                                            <p:strVal val="#ppt_x"/>
                                          </p:val>
                                        </p:tav>
                                      </p:tavLst>
                                    </p:anim>
                                    <p:anim calcmode="lin" valueType="num">
                                      <p:cBhvr additive="base">
                                        <p:cTn id="106" dur="250" fill="hold"/>
                                        <p:tgtEl>
                                          <p:spTgt spid="75"/>
                                        </p:tgtEl>
                                        <p:attrNameLst>
                                          <p:attrName>ppt_y</p:attrName>
                                        </p:attrNameLst>
                                      </p:cBhvr>
                                      <p:tavLst>
                                        <p:tav tm="0">
                                          <p:val>
                                            <p:strVal val="0-#ppt_h/2"/>
                                          </p:val>
                                        </p:tav>
                                        <p:tav tm="100000">
                                          <p:val>
                                            <p:strVal val="#ppt_y"/>
                                          </p:val>
                                        </p:tav>
                                      </p:tavLst>
                                    </p:anim>
                                  </p:childTnLst>
                                </p:cTn>
                              </p:par>
                              <p:par>
                                <p:cTn id="107" presetID="2" presetClass="entr" presetSubtype="1" fill="hold" nodeType="withEffect">
                                  <p:stCondLst>
                                    <p:cond delay="500"/>
                                  </p:stCondLst>
                                  <p:childTnLst>
                                    <p:set>
                                      <p:cBhvr>
                                        <p:cTn id="108" dur="1" fill="hold">
                                          <p:stCondLst>
                                            <p:cond delay="0"/>
                                          </p:stCondLst>
                                        </p:cTn>
                                        <p:tgtEl>
                                          <p:spTgt spid="85"/>
                                        </p:tgtEl>
                                        <p:attrNameLst>
                                          <p:attrName>style.visibility</p:attrName>
                                        </p:attrNameLst>
                                      </p:cBhvr>
                                      <p:to>
                                        <p:strVal val="visible"/>
                                      </p:to>
                                    </p:set>
                                    <p:anim calcmode="lin" valueType="num">
                                      <p:cBhvr additive="base">
                                        <p:cTn id="109" dur="250" fill="hold"/>
                                        <p:tgtEl>
                                          <p:spTgt spid="85"/>
                                        </p:tgtEl>
                                        <p:attrNameLst>
                                          <p:attrName>ppt_x</p:attrName>
                                        </p:attrNameLst>
                                      </p:cBhvr>
                                      <p:tavLst>
                                        <p:tav tm="0">
                                          <p:val>
                                            <p:strVal val="#ppt_x"/>
                                          </p:val>
                                        </p:tav>
                                        <p:tav tm="100000">
                                          <p:val>
                                            <p:strVal val="#ppt_x"/>
                                          </p:val>
                                        </p:tav>
                                      </p:tavLst>
                                    </p:anim>
                                    <p:anim calcmode="lin" valueType="num">
                                      <p:cBhvr additive="base">
                                        <p:cTn id="110" dur="250" fill="hold"/>
                                        <p:tgtEl>
                                          <p:spTgt spid="85"/>
                                        </p:tgtEl>
                                        <p:attrNameLst>
                                          <p:attrName>ppt_y</p:attrName>
                                        </p:attrNameLst>
                                      </p:cBhvr>
                                      <p:tavLst>
                                        <p:tav tm="0">
                                          <p:val>
                                            <p:strVal val="0-#ppt_h/2"/>
                                          </p:val>
                                        </p:tav>
                                        <p:tav tm="100000">
                                          <p:val>
                                            <p:strVal val="#ppt_y"/>
                                          </p:val>
                                        </p:tav>
                                      </p:tavLst>
                                    </p:anim>
                                  </p:childTnLst>
                                </p:cTn>
                              </p:par>
                              <p:par>
                                <p:cTn id="111" presetID="2" presetClass="entr" presetSubtype="1" fill="hold" nodeType="withEffect">
                                  <p:stCondLst>
                                    <p:cond delay="500"/>
                                  </p:stCondLst>
                                  <p:childTnLst>
                                    <p:set>
                                      <p:cBhvr>
                                        <p:cTn id="112" dur="1" fill="hold">
                                          <p:stCondLst>
                                            <p:cond delay="0"/>
                                          </p:stCondLst>
                                        </p:cTn>
                                        <p:tgtEl>
                                          <p:spTgt spid="92"/>
                                        </p:tgtEl>
                                        <p:attrNameLst>
                                          <p:attrName>style.visibility</p:attrName>
                                        </p:attrNameLst>
                                      </p:cBhvr>
                                      <p:to>
                                        <p:strVal val="visible"/>
                                      </p:to>
                                    </p:set>
                                    <p:anim calcmode="lin" valueType="num">
                                      <p:cBhvr additive="base">
                                        <p:cTn id="113" dur="250" fill="hold"/>
                                        <p:tgtEl>
                                          <p:spTgt spid="92"/>
                                        </p:tgtEl>
                                        <p:attrNameLst>
                                          <p:attrName>ppt_x</p:attrName>
                                        </p:attrNameLst>
                                      </p:cBhvr>
                                      <p:tavLst>
                                        <p:tav tm="0">
                                          <p:val>
                                            <p:strVal val="#ppt_x"/>
                                          </p:val>
                                        </p:tav>
                                        <p:tav tm="100000">
                                          <p:val>
                                            <p:strVal val="#ppt_x"/>
                                          </p:val>
                                        </p:tav>
                                      </p:tavLst>
                                    </p:anim>
                                    <p:anim calcmode="lin" valueType="num">
                                      <p:cBhvr additive="base">
                                        <p:cTn id="114" dur="250" fill="hold"/>
                                        <p:tgtEl>
                                          <p:spTgt spid="92"/>
                                        </p:tgtEl>
                                        <p:attrNameLst>
                                          <p:attrName>ppt_y</p:attrName>
                                        </p:attrNameLst>
                                      </p:cBhvr>
                                      <p:tavLst>
                                        <p:tav tm="0">
                                          <p:val>
                                            <p:strVal val="0-#ppt_h/2"/>
                                          </p:val>
                                        </p:tav>
                                        <p:tav tm="100000">
                                          <p:val>
                                            <p:strVal val="#ppt_y"/>
                                          </p:val>
                                        </p:tav>
                                      </p:tavLst>
                                    </p:anim>
                                  </p:childTnLst>
                                </p:cTn>
                              </p:par>
                              <p:par>
                                <p:cTn id="115" presetID="2" presetClass="entr" presetSubtype="1" fill="hold" nodeType="withEffect">
                                  <p:stCondLst>
                                    <p:cond delay="750"/>
                                  </p:stCondLst>
                                  <p:childTnLst>
                                    <p:set>
                                      <p:cBhvr>
                                        <p:cTn id="116" dur="1" fill="hold">
                                          <p:stCondLst>
                                            <p:cond delay="0"/>
                                          </p:stCondLst>
                                        </p:cTn>
                                        <p:tgtEl>
                                          <p:spTgt spid="76"/>
                                        </p:tgtEl>
                                        <p:attrNameLst>
                                          <p:attrName>style.visibility</p:attrName>
                                        </p:attrNameLst>
                                      </p:cBhvr>
                                      <p:to>
                                        <p:strVal val="visible"/>
                                      </p:to>
                                    </p:set>
                                    <p:anim calcmode="lin" valueType="num">
                                      <p:cBhvr additive="base">
                                        <p:cTn id="117" dur="250" fill="hold"/>
                                        <p:tgtEl>
                                          <p:spTgt spid="76"/>
                                        </p:tgtEl>
                                        <p:attrNameLst>
                                          <p:attrName>ppt_x</p:attrName>
                                        </p:attrNameLst>
                                      </p:cBhvr>
                                      <p:tavLst>
                                        <p:tav tm="0">
                                          <p:val>
                                            <p:strVal val="#ppt_x"/>
                                          </p:val>
                                        </p:tav>
                                        <p:tav tm="100000">
                                          <p:val>
                                            <p:strVal val="#ppt_x"/>
                                          </p:val>
                                        </p:tav>
                                      </p:tavLst>
                                    </p:anim>
                                    <p:anim calcmode="lin" valueType="num">
                                      <p:cBhvr additive="base">
                                        <p:cTn id="118" dur="250" fill="hold"/>
                                        <p:tgtEl>
                                          <p:spTgt spid="76"/>
                                        </p:tgtEl>
                                        <p:attrNameLst>
                                          <p:attrName>ppt_y</p:attrName>
                                        </p:attrNameLst>
                                      </p:cBhvr>
                                      <p:tavLst>
                                        <p:tav tm="0">
                                          <p:val>
                                            <p:strVal val="0-#ppt_h/2"/>
                                          </p:val>
                                        </p:tav>
                                        <p:tav tm="100000">
                                          <p:val>
                                            <p:strVal val="#ppt_y"/>
                                          </p:val>
                                        </p:tav>
                                      </p:tavLst>
                                    </p:anim>
                                  </p:childTnLst>
                                </p:cTn>
                              </p:par>
                              <p:par>
                                <p:cTn id="119" presetID="2" presetClass="entr" presetSubtype="1" fill="hold" nodeType="withEffect">
                                  <p:stCondLst>
                                    <p:cond delay="750"/>
                                  </p:stCondLst>
                                  <p:childTnLst>
                                    <p:set>
                                      <p:cBhvr>
                                        <p:cTn id="120" dur="1" fill="hold">
                                          <p:stCondLst>
                                            <p:cond delay="0"/>
                                          </p:stCondLst>
                                        </p:cTn>
                                        <p:tgtEl>
                                          <p:spTgt spid="93"/>
                                        </p:tgtEl>
                                        <p:attrNameLst>
                                          <p:attrName>style.visibility</p:attrName>
                                        </p:attrNameLst>
                                      </p:cBhvr>
                                      <p:to>
                                        <p:strVal val="visible"/>
                                      </p:to>
                                    </p:set>
                                    <p:anim calcmode="lin" valueType="num">
                                      <p:cBhvr additive="base">
                                        <p:cTn id="121" dur="250" fill="hold"/>
                                        <p:tgtEl>
                                          <p:spTgt spid="93"/>
                                        </p:tgtEl>
                                        <p:attrNameLst>
                                          <p:attrName>ppt_x</p:attrName>
                                        </p:attrNameLst>
                                      </p:cBhvr>
                                      <p:tavLst>
                                        <p:tav tm="0">
                                          <p:val>
                                            <p:strVal val="#ppt_x"/>
                                          </p:val>
                                        </p:tav>
                                        <p:tav tm="100000">
                                          <p:val>
                                            <p:strVal val="#ppt_x"/>
                                          </p:val>
                                        </p:tav>
                                      </p:tavLst>
                                    </p:anim>
                                    <p:anim calcmode="lin" valueType="num">
                                      <p:cBhvr additive="base">
                                        <p:cTn id="122" dur="250" fill="hold"/>
                                        <p:tgtEl>
                                          <p:spTgt spid="93"/>
                                        </p:tgtEl>
                                        <p:attrNameLst>
                                          <p:attrName>ppt_y</p:attrName>
                                        </p:attrNameLst>
                                      </p:cBhvr>
                                      <p:tavLst>
                                        <p:tav tm="0">
                                          <p:val>
                                            <p:strVal val="0-#ppt_h/2"/>
                                          </p:val>
                                        </p:tav>
                                        <p:tav tm="100000">
                                          <p:val>
                                            <p:strVal val="#ppt_y"/>
                                          </p:val>
                                        </p:tav>
                                      </p:tavLst>
                                    </p:anim>
                                  </p:childTnLst>
                                </p:cTn>
                              </p:par>
                              <p:par>
                                <p:cTn id="123" presetID="2" presetClass="entr" presetSubtype="1" fill="hold" nodeType="withEffect">
                                  <p:stCondLst>
                                    <p:cond delay="1000"/>
                                  </p:stCondLst>
                                  <p:childTnLst>
                                    <p:set>
                                      <p:cBhvr>
                                        <p:cTn id="124" dur="1" fill="hold">
                                          <p:stCondLst>
                                            <p:cond delay="0"/>
                                          </p:stCondLst>
                                        </p:cTn>
                                        <p:tgtEl>
                                          <p:spTgt spid="77"/>
                                        </p:tgtEl>
                                        <p:attrNameLst>
                                          <p:attrName>style.visibility</p:attrName>
                                        </p:attrNameLst>
                                      </p:cBhvr>
                                      <p:to>
                                        <p:strVal val="visible"/>
                                      </p:to>
                                    </p:set>
                                    <p:anim calcmode="lin" valueType="num">
                                      <p:cBhvr additive="base">
                                        <p:cTn id="125" dur="250" fill="hold"/>
                                        <p:tgtEl>
                                          <p:spTgt spid="77"/>
                                        </p:tgtEl>
                                        <p:attrNameLst>
                                          <p:attrName>ppt_x</p:attrName>
                                        </p:attrNameLst>
                                      </p:cBhvr>
                                      <p:tavLst>
                                        <p:tav tm="0">
                                          <p:val>
                                            <p:strVal val="#ppt_x"/>
                                          </p:val>
                                        </p:tav>
                                        <p:tav tm="100000">
                                          <p:val>
                                            <p:strVal val="#ppt_x"/>
                                          </p:val>
                                        </p:tav>
                                      </p:tavLst>
                                    </p:anim>
                                    <p:anim calcmode="lin" valueType="num">
                                      <p:cBhvr additive="base">
                                        <p:cTn id="126" dur="250" fill="hold"/>
                                        <p:tgtEl>
                                          <p:spTgt spid="77"/>
                                        </p:tgtEl>
                                        <p:attrNameLst>
                                          <p:attrName>ppt_y</p:attrName>
                                        </p:attrNameLst>
                                      </p:cBhvr>
                                      <p:tavLst>
                                        <p:tav tm="0">
                                          <p:val>
                                            <p:strVal val="0-#ppt_h/2"/>
                                          </p:val>
                                        </p:tav>
                                        <p:tav tm="100000">
                                          <p:val>
                                            <p:strVal val="#ppt_y"/>
                                          </p:val>
                                        </p:tav>
                                      </p:tavLst>
                                    </p:anim>
                                  </p:childTnLst>
                                </p:cTn>
                              </p:par>
                              <p:par>
                                <p:cTn id="127" presetID="2" presetClass="entr" presetSubtype="1" fill="hold" nodeType="withEffect">
                                  <p:stCondLst>
                                    <p:cond delay="1000"/>
                                  </p:stCondLst>
                                  <p:childTnLst>
                                    <p:set>
                                      <p:cBhvr>
                                        <p:cTn id="128" dur="1" fill="hold">
                                          <p:stCondLst>
                                            <p:cond delay="0"/>
                                          </p:stCondLst>
                                        </p:cTn>
                                        <p:tgtEl>
                                          <p:spTgt spid="94"/>
                                        </p:tgtEl>
                                        <p:attrNameLst>
                                          <p:attrName>style.visibility</p:attrName>
                                        </p:attrNameLst>
                                      </p:cBhvr>
                                      <p:to>
                                        <p:strVal val="visible"/>
                                      </p:to>
                                    </p:set>
                                    <p:anim calcmode="lin" valueType="num">
                                      <p:cBhvr additive="base">
                                        <p:cTn id="129" dur="250" fill="hold"/>
                                        <p:tgtEl>
                                          <p:spTgt spid="94"/>
                                        </p:tgtEl>
                                        <p:attrNameLst>
                                          <p:attrName>ppt_x</p:attrName>
                                        </p:attrNameLst>
                                      </p:cBhvr>
                                      <p:tavLst>
                                        <p:tav tm="0">
                                          <p:val>
                                            <p:strVal val="#ppt_x"/>
                                          </p:val>
                                        </p:tav>
                                        <p:tav tm="100000">
                                          <p:val>
                                            <p:strVal val="#ppt_x"/>
                                          </p:val>
                                        </p:tav>
                                      </p:tavLst>
                                    </p:anim>
                                    <p:anim calcmode="lin" valueType="num">
                                      <p:cBhvr additive="base">
                                        <p:cTn id="130" dur="250" fill="hold"/>
                                        <p:tgtEl>
                                          <p:spTgt spid="94"/>
                                        </p:tgtEl>
                                        <p:attrNameLst>
                                          <p:attrName>ppt_y</p:attrName>
                                        </p:attrNameLst>
                                      </p:cBhvr>
                                      <p:tavLst>
                                        <p:tav tm="0">
                                          <p:val>
                                            <p:strVal val="0-#ppt_h/2"/>
                                          </p:val>
                                        </p:tav>
                                        <p:tav tm="100000">
                                          <p:val>
                                            <p:strVal val="#ppt_y"/>
                                          </p:val>
                                        </p:tav>
                                      </p:tavLst>
                                    </p:anim>
                                  </p:childTnLst>
                                </p:cTn>
                              </p:par>
                            </p:childTnLst>
                          </p:cTn>
                        </p:par>
                      </p:childTnLst>
                    </p:cTn>
                  </p:par>
                </p:childTnLst>
              </p:cTn>
              <p:prevCondLst>
                <p:cond evt="onPrev" delay="0">
                  <p:tgtEl>
                    <p:sldTgt/>
                  </p:tgtEl>
                </p:cond>
              </p:prevCondLst>
              <p:nextCondLst>
                <p:cond evt="onNext" delay="0">
                  <p:tgtEl>
                    <p:sldTgt/>
                  </p:tgtEl>
                </p:cond>
              </p:nextCondLst>
            </p:seq>
            <p:audio>
              <p:cMediaNode vol="100000">
                <p:cTn id="131" fill="hold" display="0">
                  <p:stCondLst>
                    <p:cond delay="indefinite"/>
                  </p:stCondLst>
                  <p:endCondLst>
                    <p:cond evt="onStopAudio" delay="0">
                      <p:tgtEl>
                        <p:sldTgt/>
                      </p:tgtEl>
                    </p:cond>
                  </p:endCondLst>
                </p:cTn>
                <p:tgtEl>
                  <p:spTgt spid="63"/>
                </p:tgtEl>
              </p:cMediaNode>
            </p:audio>
            <p:audio>
              <p:cMediaNode vol="100000">
                <p:cTn id="132" fill="hold" display="0">
                  <p:stCondLst>
                    <p:cond delay="indefinite"/>
                  </p:stCondLst>
                  <p:endCondLst>
                    <p:cond evt="onStopAudio" delay="0">
                      <p:tgtEl>
                        <p:sldTgt/>
                      </p:tgtEl>
                    </p:cond>
                  </p:endCondLst>
                </p:cTn>
                <p:tgtEl>
                  <p:spTgt spid="64"/>
                </p:tgtEl>
              </p:cMediaNode>
            </p:audio>
            <p:audio>
              <p:cMediaNode vol="80000">
                <p:cTn id="133" fill="hold" display="0">
                  <p:stCondLst>
                    <p:cond delay="indefinite"/>
                  </p:stCondLst>
                  <p:endCondLst>
                    <p:cond evt="onStopAudio" delay="0">
                      <p:tgtEl>
                        <p:sldTgt/>
                      </p:tgtEl>
                    </p:cond>
                  </p:endCondLst>
                </p:cTn>
                <p:tgtEl>
                  <p:spTgt spid="5"/>
                </p:tgtEl>
              </p:cMediaNode>
            </p:audio>
            <p:audio>
              <p:cMediaNode vol="80000">
                <p:cTn id="134" fill="hold" display="0">
                  <p:stCondLst>
                    <p:cond delay="indefinite"/>
                  </p:stCondLst>
                  <p:endCondLst>
                    <p:cond evt="onStopAudio" delay="0">
                      <p:tgtEl>
                        <p:sldTgt/>
                      </p:tgtEl>
                    </p:cond>
                  </p:endCondLst>
                </p:cTn>
                <p:tgtEl>
                  <p:spTgt spid="28"/>
                </p:tgtEl>
              </p:cMediaNode>
            </p:audio>
            <p:audio>
              <p:cMediaNode vol="81818">
                <p:cTn id="135" fill="hold" display="0">
                  <p:stCondLst>
                    <p:cond delay="indefinite"/>
                  </p:stCondLst>
                  <p:endCondLst>
                    <p:cond evt="onStopAudio" delay="0">
                      <p:tgtEl>
                        <p:sldTgt/>
                      </p:tgtEl>
                    </p:cond>
                    <p:cond evt="onNext" delay="0">
                      <p:tgtEl>
                        <p:sldTgt/>
                      </p:tgtEl>
                    </p:cond>
                  </p:endCondLst>
                </p:cTn>
                <p:tgtEl>
                  <p:spTgt spid="49"/>
                </p:tgtEl>
              </p:cMediaNode>
            </p:audio>
          </p:childTnLst>
        </p:cTn>
      </p:par>
    </p:tnLst>
  </p:timing>
</p:sld>
</file>

<file path=ppt/slides/slide24.xml><?xml version="1.0" encoding="utf-8"?>
<p:sld xmlns:a="http://schemas.openxmlformats.org/drawingml/2006/main" xmlns:r="http://schemas.openxmlformats.org/officeDocument/2006/relationships" xmlns:p="http://schemas.openxmlformats.org/presentationml/2006/main" show="0">
  <p:cSld>
    <p:spTree>
      <p:nvGrpSpPr>
        <p:cNvPr id="1" name=""/>
        <p:cNvGrpSpPr/>
        <p:nvPr/>
      </p:nvGrpSpPr>
      <p:grpSpPr>
        <a:xfrm>
          <a:off x="0" y="0"/>
          <a:ext cx="0" cy="0"/>
          <a:chOff x="0" y="0"/>
          <a:chExt cx="0" cy="0"/>
        </a:xfrm>
      </p:grpSpPr>
      <p:pic>
        <p:nvPicPr>
          <p:cNvPr id="14" name="Baseplate"/>
          <p:cNvPicPr>
            <a:picLocks noChangeAspect="1"/>
          </p:cNvPicPr>
          <p:nvPr/>
        </p:nvPicPr>
        <p:blipFill>
          <a:blip r:embed="rId13" cstate="print">
            <a:extLst>
              <a:ext uri="{28A0092B-C50C-407E-A947-70E740481C1C}">
                <a14:useLocalDpi xmlns:a14="http://schemas.microsoft.com/office/drawing/2010/main" val="0"/>
              </a:ext>
            </a:extLst>
          </a:blip>
          <a:stretch>
            <a:fillRect/>
          </a:stretch>
        </p:blipFill>
        <p:spPr>
          <a:xfrm>
            <a:off x="-594469" y="-54465"/>
            <a:ext cx="15819338" cy="8503919"/>
          </a:xfrm>
          <a:prstGeom prst="rect">
            <a:avLst/>
          </a:prstGeom>
        </p:spPr>
      </p:pic>
      <p:pic>
        <p:nvPicPr>
          <p:cNvPr id="51" name="Timer 1x2"/>
          <p:cNvPicPr>
            <a:picLocks/>
          </p:cNvPicPr>
          <p:nvPr/>
        </p:nvPicPr>
        <p:blipFill>
          <a:blip r:embed="rId14" cstate="print">
            <a:extLst>
              <a:ext uri="{28A0092B-C50C-407E-A947-70E740481C1C}">
                <a14:useLocalDpi xmlns:a14="http://schemas.microsoft.com/office/drawing/2010/main" val="0"/>
              </a:ext>
            </a:extLst>
          </a:blip>
          <a:stretch>
            <a:fillRect/>
          </a:stretch>
        </p:blipFill>
        <p:spPr>
          <a:xfrm>
            <a:off x="13929822" y="-203906"/>
            <a:ext cx="832104" cy="529163"/>
          </a:xfrm>
          <a:prstGeom prst="rect">
            <a:avLst/>
          </a:prstGeom>
        </p:spPr>
      </p:pic>
      <p:pic>
        <p:nvPicPr>
          <p:cNvPr id="62" name="Blue Bricks 1"/>
          <p:cNvPicPr>
            <a:picLocks noChangeAspect="1"/>
          </p:cNvPicPr>
          <p:nvPr/>
        </p:nvPicPr>
        <p:blipFill>
          <a:blip r:embed="rId15" cstate="print">
            <a:extLst>
              <a:ext uri="{28A0092B-C50C-407E-A947-70E740481C1C}">
                <a14:useLocalDpi xmlns:a14="http://schemas.microsoft.com/office/drawing/2010/main" val="0"/>
              </a:ext>
            </a:extLst>
          </a:blip>
          <a:stretch>
            <a:fillRect/>
          </a:stretch>
        </p:blipFill>
        <p:spPr>
          <a:xfrm>
            <a:off x="0" y="3059476"/>
            <a:ext cx="3461795" cy="1724155"/>
          </a:xfrm>
          <a:prstGeom prst="rect">
            <a:avLst/>
          </a:prstGeom>
        </p:spPr>
      </p:pic>
      <p:sp>
        <p:nvSpPr>
          <p:cNvPr id="79" name="Blue Cap 1"/>
          <p:cNvSpPr>
            <a:spLocks noChangeAspect="1"/>
          </p:cNvSpPr>
          <p:nvPr/>
        </p:nvSpPr>
        <p:spPr>
          <a:xfrm>
            <a:off x="213811" y="2951273"/>
            <a:ext cx="2907791" cy="1453896"/>
          </a:xfrm>
          <a:prstGeom prst="rect">
            <a:avLst/>
          </a:prstGeom>
          <a:solidFill>
            <a:srgbClr val="F4F4F4"/>
          </a:solidFill>
          <a:ln>
            <a:noFill/>
          </a:ln>
          <a:scene3d>
            <a:camera prst="orthographicFront">
              <a:rot lat="20400000" lon="21000000" rev="198000"/>
            </a:camera>
            <a:lightRig rig="balanced" dir="t"/>
          </a:scene3d>
          <a:sp3d extrusionH="165100" prstMaterial="metal">
            <a:bevelT w="19050" h="12700"/>
            <a:extrusionClr>
              <a:srgbClr val="F4F4F4"/>
            </a:extrusionClr>
          </a:sp3d>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sz="4400" spc="-200" dirty="0">
                <a:ln>
                  <a:solidFill>
                    <a:schemeClr val="tx1">
                      <a:lumMod val="85000"/>
                      <a:lumOff val="15000"/>
                    </a:schemeClr>
                  </a:solidFill>
                </a:ln>
                <a:solidFill>
                  <a:srgbClr val="106DDE"/>
                </a:solidFill>
                <a:latin typeface="Poppins Medium" panose="00000600000000000000" pitchFamily="2" charset="0"/>
                <a:ea typeface="ZCOOL QingKe HuangYou" panose="00000500000000000000" pitchFamily="2" charset="0"/>
                <a:cs typeface="Poppins Medium" panose="00000600000000000000" pitchFamily="2" charset="0"/>
              </a:rPr>
              <a:t>Your Text</a:t>
            </a:r>
          </a:p>
        </p:txBody>
      </p:sp>
      <p:pic>
        <p:nvPicPr>
          <p:cNvPr id="80" name="Red Bricks 1"/>
          <p:cNvPicPr>
            <a:picLocks noChangeAspect="1"/>
          </p:cNvPicPr>
          <p:nvPr/>
        </p:nvPicPr>
        <p:blipFill>
          <a:blip r:embed="rId16" cstate="print">
            <a:extLst>
              <a:ext uri="{28A0092B-C50C-407E-A947-70E740481C1C}">
                <a14:useLocalDpi xmlns:a14="http://schemas.microsoft.com/office/drawing/2010/main" val="0"/>
              </a:ext>
            </a:extLst>
          </a:blip>
          <a:stretch>
            <a:fillRect/>
          </a:stretch>
        </p:blipFill>
        <p:spPr>
          <a:xfrm>
            <a:off x="3475300" y="290455"/>
            <a:ext cx="3461795" cy="1724154"/>
          </a:xfrm>
          <a:prstGeom prst="rect">
            <a:avLst/>
          </a:prstGeom>
        </p:spPr>
      </p:pic>
      <p:sp>
        <p:nvSpPr>
          <p:cNvPr id="81" name="Red Cap 1"/>
          <p:cNvSpPr>
            <a:spLocks noChangeAspect="1"/>
          </p:cNvSpPr>
          <p:nvPr/>
        </p:nvSpPr>
        <p:spPr>
          <a:xfrm>
            <a:off x="4038601" y="182252"/>
            <a:ext cx="2907791" cy="1453896"/>
          </a:xfrm>
          <a:prstGeom prst="rect">
            <a:avLst/>
          </a:prstGeom>
          <a:solidFill>
            <a:srgbClr val="F4F4F4"/>
          </a:solidFill>
          <a:ln>
            <a:noFill/>
          </a:ln>
          <a:scene3d>
            <a:camera prst="orthographicFront">
              <a:rot lat="20400000" lon="21000000" rev="198000"/>
            </a:camera>
            <a:lightRig rig="balanced" dir="t"/>
          </a:scene3d>
          <a:sp3d extrusionH="165100" prstMaterial="metal">
            <a:bevelT w="19050" h="12700"/>
            <a:extrusionClr>
              <a:srgbClr val="F4F4F4"/>
            </a:extrusionClr>
          </a:sp3d>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sz="4400" spc="-200" dirty="0">
                <a:ln>
                  <a:solidFill>
                    <a:schemeClr val="tx1">
                      <a:lumMod val="85000"/>
                      <a:lumOff val="15000"/>
                    </a:schemeClr>
                  </a:solidFill>
                </a:ln>
                <a:solidFill>
                  <a:srgbClr val="DD1A21"/>
                </a:solidFill>
                <a:latin typeface="Poppins Medium" panose="00000600000000000000" pitchFamily="2" charset="0"/>
                <a:ea typeface="ZCOOL QingKe HuangYou" panose="00000500000000000000" pitchFamily="2" charset="0"/>
                <a:cs typeface="Poppins Medium" panose="00000600000000000000" pitchFamily="2" charset="0"/>
              </a:rPr>
              <a:t>Your Text</a:t>
            </a:r>
          </a:p>
        </p:txBody>
      </p:sp>
      <p:pic>
        <p:nvPicPr>
          <p:cNvPr id="82" name="Red Bricks 2"/>
          <p:cNvPicPr>
            <a:picLocks noChangeAspect="1"/>
          </p:cNvPicPr>
          <p:nvPr/>
        </p:nvPicPr>
        <p:blipFill>
          <a:blip r:embed="rId16" cstate="print">
            <a:extLst>
              <a:ext uri="{28A0092B-C50C-407E-A947-70E740481C1C}">
                <a14:useLocalDpi xmlns:a14="http://schemas.microsoft.com/office/drawing/2010/main" val="0"/>
              </a:ext>
            </a:extLst>
          </a:blip>
          <a:stretch>
            <a:fillRect/>
          </a:stretch>
        </p:blipFill>
        <p:spPr>
          <a:xfrm>
            <a:off x="3599052" y="2372938"/>
            <a:ext cx="3461795" cy="1724154"/>
          </a:xfrm>
          <a:prstGeom prst="rect">
            <a:avLst/>
          </a:prstGeom>
        </p:spPr>
      </p:pic>
      <p:sp>
        <p:nvSpPr>
          <p:cNvPr id="83" name="Red Cap 2"/>
          <p:cNvSpPr>
            <a:spLocks noChangeAspect="1"/>
          </p:cNvSpPr>
          <p:nvPr/>
        </p:nvSpPr>
        <p:spPr>
          <a:xfrm>
            <a:off x="4162553" y="2264735"/>
            <a:ext cx="2907791" cy="1453896"/>
          </a:xfrm>
          <a:prstGeom prst="rect">
            <a:avLst/>
          </a:prstGeom>
          <a:solidFill>
            <a:srgbClr val="F4F4F4"/>
          </a:solidFill>
          <a:ln>
            <a:noFill/>
          </a:ln>
          <a:scene3d>
            <a:camera prst="orthographicFront">
              <a:rot lat="20400000" lon="21000000" rev="198000"/>
            </a:camera>
            <a:lightRig rig="balanced" dir="t"/>
          </a:scene3d>
          <a:sp3d extrusionH="165100" prstMaterial="metal">
            <a:bevelT w="19050" h="12700"/>
            <a:extrusionClr>
              <a:srgbClr val="F4F4F4"/>
            </a:extrusionClr>
          </a:sp3d>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sz="4400" spc="-200" dirty="0">
                <a:ln>
                  <a:solidFill>
                    <a:schemeClr val="tx1">
                      <a:lumMod val="85000"/>
                      <a:lumOff val="15000"/>
                    </a:schemeClr>
                  </a:solidFill>
                </a:ln>
                <a:solidFill>
                  <a:srgbClr val="DD1A21"/>
                </a:solidFill>
                <a:latin typeface="Poppins Medium" panose="00000600000000000000" pitchFamily="2" charset="0"/>
                <a:ea typeface="ZCOOL QingKe HuangYou" panose="00000500000000000000" pitchFamily="2" charset="0"/>
                <a:cs typeface="Poppins Medium" panose="00000600000000000000" pitchFamily="2" charset="0"/>
              </a:rPr>
              <a:t>Your Text</a:t>
            </a:r>
          </a:p>
        </p:txBody>
      </p:sp>
      <p:pic>
        <p:nvPicPr>
          <p:cNvPr id="84" name="Red Bricks 3"/>
          <p:cNvPicPr>
            <a:picLocks noChangeAspect="1"/>
          </p:cNvPicPr>
          <p:nvPr/>
        </p:nvPicPr>
        <p:blipFill>
          <a:blip r:embed="rId16" cstate="print">
            <a:extLst>
              <a:ext uri="{28A0092B-C50C-407E-A947-70E740481C1C}">
                <a14:useLocalDpi xmlns:a14="http://schemas.microsoft.com/office/drawing/2010/main" val="0"/>
              </a:ext>
            </a:extLst>
          </a:blip>
          <a:stretch>
            <a:fillRect/>
          </a:stretch>
        </p:blipFill>
        <p:spPr>
          <a:xfrm>
            <a:off x="3710556" y="4451850"/>
            <a:ext cx="3461795" cy="1724154"/>
          </a:xfrm>
          <a:prstGeom prst="rect">
            <a:avLst/>
          </a:prstGeom>
        </p:spPr>
      </p:pic>
      <p:sp>
        <p:nvSpPr>
          <p:cNvPr id="85" name="Red Cap 3"/>
          <p:cNvSpPr>
            <a:spLocks noChangeAspect="1"/>
          </p:cNvSpPr>
          <p:nvPr/>
        </p:nvSpPr>
        <p:spPr>
          <a:xfrm>
            <a:off x="4274820" y="4343647"/>
            <a:ext cx="2907791" cy="1453896"/>
          </a:xfrm>
          <a:prstGeom prst="rect">
            <a:avLst/>
          </a:prstGeom>
          <a:solidFill>
            <a:srgbClr val="F4F4F4"/>
          </a:solidFill>
          <a:ln>
            <a:noFill/>
          </a:ln>
          <a:scene3d>
            <a:camera prst="orthographicFront">
              <a:rot lat="20400000" lon="21000000" rev="198000"/>
            </a:camera>
            <a:lightRig rig="balanced" dir="t"/>
          </a:scene3d>
          <a:sp3d extrusionH="165100" prstMaterial="metal">
            <a:bevelT w="19050" h="12700"/>
            <a:extrusionClr>
              <a:srgbClr val="F4F4F4"/>
            </a:extrusionClr>
          </a:sp3d>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sz="4400" spc="-200" dirty="0">
                <a:ln>
                  <a:solidFill>
                    <a:schemeClr val="tx1">
                      <a:lumMod val="85000"/>
                      <a:lumOff val="15000"/>
                    </a:schemeClr>
                  </a:solidFill>
                </a:ln>
                <a:solidFill>
                  <a:srgbClr val="DD1A21"/>
                </a:solidFill>
                <a:latin typeface="Poppins Medium" panose="00000600000000000000" pitchFamily="2" charset="0"/>
                <a:ea typeface="ZCOOL QingKe HuangYou" panose="00000500000000000000" pitchFamily="2" charset="0"/>
                <a:cs typeface="Poppins Medium" panose="00000600000000000000" pitchFamily="2" charset="0"/>
              </a:rPr>
              <a:t>Your Text</a:t>
            </a:r>
          </a:p>
        </p:txBody>
      </p:sp>
      <p:pic>
        <p:nvPicPr>
          <p:cNvPr id="88" name="Red Bricks 4"/>
          <p:cNvPicPr>
            <a:picLocks noChangeAspect="1"/>
          </p:cNvPicPr>
          <p:nvPr/>
        </p:nvPicPr>
        <p:blipFill>
          <a:blip r:embed="rId16" cstate="print">
            <a:extLst>
              <a:ext uri="{28A0092B-C50C-407E-A947-70E740481C1C}">
                <a14:useLocalDpi xmlns:a14="http://schemas.microsoft.com/office/drawing/2010/main" val="0"/>
              </a:ext>
            </a:extLst>
          </a:blip>
          <a:stretch>
            <a:fillRect/>
          </a:stretch>
        </p:blipFill>
        <p:spPr>
          <a:xfrm>
            <a:off x="3839259" y="6513066"/>
            <a:ext cx="3461795" cy="1724154"/>
          </a:xfrm>
          <a:prstGeom prst="rect">
            <a:avLst/>
          </a:prstGeom>
        </p:spPr>
      </p:pic>
      <p:sp>
        <p:nvSpPr>
          <p:cNvPr id="89" name="Red Cap 4"/>
          <p:cNvSpPr>
            <a:spLocks noChangeAspect="1"/>
          </p:cNvSpPr>
          <p:nvPr/>
        </p:nvSpPr>
        <p:spPr>
          <a:xfrm>
            <a:off x="4404869" y="6404863"/>
            <a:ext cx="2907791" cy="1453896"/>
          </a:xfrm>
          <a:prstGeom prst="rect">
            <a:avLst/>
          </a:prstGeom>
          <a:solidFill>
            <a:srgbClr val="F4F4F4"/>
          </a:solidFill>
          <a:ln>
            <a:noFill/>
          </a:ln>
          <a:scene3d>
            <a:camera prst="orthographicFront">
              <a:rot lat="20400000" lon="21000000" rev="198000"/>
            </a:camera>
            <a:lightRig rig="balanced" dir="t"/>
          </a:scene3d>
          <a:sp3d extrusionH="165100" prstMaterial="metal">
            <a:bevelT w="19050" h="12700"/>
            <a:extrusionClr>
              <a:srgbClr val="F4F4F4"/>
            </a:extrusionClr>
          </a:sp3d>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sz="4400" spc="-200" dirty="0">
                <a:ln>
                  <a:solidFill>
                    <a:schemeClr val="tx1">
                      <a:lumMod val="85000"/>
                      <a:lumOff val="15000"/>
                    </a:schemeClr>
                  </a:solidFill>
                </a:ln>
                <a:solidFill>
                  <a:srgbClr val="DD1A21"/>
                </a:solidFill>
                <a:latin typeface="Poppins Medium" panose="00000600000000000000" pitchFamily="2" charset="0"/>
                <a:ea typeface="ZCOOL QingKe HuangYou" panose="00000500000000000000" pitchFamily="2" charset="0"/>
                <a:cs typeface="Poppins Medium" panose="00000600000000000000" pitchFamily="2" charset="0"/>
              </a:rPr>
              <a:t>Your Text</a:t>
            </a:r>
          </a:p>
        </p:txBody>
      </p:sp>
      <p:pic>
        <p:nvPicPr>
          <p:cNvPr id="13" name="Green Bricks 1"/>
          <p:cNvPicPr>
            <a:picLocks noChangeAspect="1"/>
          </p:cNvPicPr>
          <p:nvPr/>
        </p:nvPicPr>
        <p:blipFill>
          <a:blip r:embed="rId17" cstate="print">
            <a:extLst>
              <a:ext uri="{28A0092B-C50C-407E-A947-70E740481C1C}">
                <a14:useLocalDpi xmlns:a14="http://schemas.microsoft.com/office/drawing/2010/main" val="0"/>
              </a:ext>
            </a:extLst>
          </a:blip>
          <a:stretch>
            <a:fillRect/>
          </a:stretch>
        </p:blipFill>
        <p:spPr>
          <a:xfrm>
            <a:off x="9286304" y="312925"/>
            <a:ext cx="3456007" cy="1724155"/>
          </a:xfrm>
          <a:prstGeom prst="rect">
            <a:avLst/>
          </a:prstGeom>
        </p:spPr>
      </p:pic>
      <p:sp>
        <p:nvSpPr>
          <p:cNvPr id="15" name="Green Cap 1"/>
          <p:cNvSpPr>
            <a:spLocks noChangeAspect="1"/>
          </p:cNvSpPr>
          <p:nvPr/>
        </p:nvSpPr>
        <p:spPr>
          <a:xfrm>
            <a:off x="9850629" y="204722"/>
            <a:ext cx="2907791" cy="1453896"/>
          </a:xfrm>
          <a:prstGeom prst="rect">
            <a:avLst/>
          </a:prstGeom>
          <a:solidFill>
            <a:srgbClr val="F4F4F4"/>
          </a:solidFill>
          <a:ln>
            <a:noFill/>
          </a:ln>
          <a:scene3d>
            <a:camera prst="orthographicFront">
              <a:rot lat="20400000" lon="21000000" rev="198000"/>
            </a:camera>
            <a:lightRig rig="balanced" dir="t"/>
          </a:scene3d>
          <a:sp3d extrusionH="165100" prstMaterial="metal">
            <a:bevelT w="19050" h="12700"/>
            <a:extrusionClr>
              <a:srgbClr val="F4F4F4"/>
            </a:extrusionClr>
          </a:sp3d>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sz="4400" spc="-200" dirty="0">
                <a:ln>
                  <a:solidFill>
                    <a:schemeClr val="tx1">
                      <a:lumMod val="85000"/>
                      <a:lumOff val="15000"/>
                    </a:schemeClr>
                  </a:solidFill>
                </a:ln>
                <a:solidFill>
                  <a:srgbClr val="04A043"/>
                </a:solidFill>
                <a:latin typeface="Poppins Medium" panose="00000600000000000000" pitchFamily="2" charset="0"/>
                <a:ea typeface="ZCOOL QingKe HuangYou" panose="00000500000000000000" pitchFamily="2" charset="0"/>
                <a:cs typeface="Poppins Medium" panose="00000600000000000000" pitchFamily="2" charset="0"/>
              </a:rPr>
              <a:t>Your Text</a:t>
            </a:r>
          </a:p>
        </p:txBody>
      </p:sp>
      <p:pic>
        <p:nvPicPr>
          <p:cNvPr id="30" name="Green Bricks 2"/>
          <p:cNvPicPr>
            <a:picLocks noChangeAspect="1"/>
          </p:cNvPicPr>
          <p:nvPr/>
        </p:nvPicPr>
        <p:blipFill>
          <a:blip r:embed="rId17" cstate="print">
            <a:extLst>
              <a:ext uri="{28A0092B-C50C-407E-A947-70E740481C1C}">
                <a14:useLocalDpi xmlns:a14="http://schemas.microsoft.com/office/drawing/2010/main" val="0"/>
              </a:ext>
            </a:extLst>
          </a:blip>
          <a:stretch>
            <a:fillRect/>
          </a:stretch>
        </p:blipFill>
        <p:spPr>
          <a:xfrm>
            <a:off x="9405482" y="2380201"/>
            <a:ext cx="3456007" cy="1724155"/>
          </a:xfrm>
          <a:prstGeom prst="rect">
            <a:avLst/>
          </a:prstGeom>
        </p:spPr>
      </p:pic>
      <p:sp>
        <p:nvSpPr>
          <p:cNvPr id="31" name="Green Cap 2"/>
          <p:cNvSpPr>
            <a:spLocks noChangeAspect="1"/>
          </p:cNvSpPr>
          <p:nvPr/>
        </p:nvSpPr>
        <p:spPr>
          <a:xfrm>
            <a:off x="9968739" y="2271998"/>
            <a:ext cx="2907791" cy="1453896"/>
          </a:xfrm>
          <a:prstGeom prst="rect">
            <a:avLst/>
          </a:prstGeom>
          <a:solidFill>
            <a:srgbClr val="F4F4F4"/>
          </a:solidFill>
          <a:ln>
            <a:noFill/>
          </a:ln>
          <a:scene3d>
            <a:camera prst="orthographicFront">
              <a:rot lat="20400000" lon="21000000" rev="198000"/>
            </a:camera>
            <a:lightRig rig="balanced" dir="t"/>
          </a:scene3d>
          <a:sp3d extrusionH="165100" prstMaterial="metal">
            <a:bevelT w="19050" h="12700"/>
            <a:extrusionClr>
              <a:srgbClr val="F4F4F4"/>
            </a:extrusionClr>
          </a:sp3d>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sz="4400" spc="-200" dirty="0">
                <a:ln>
                  <a:solidFill>
                    <a:schemeClr val="tx1">
                      <a:lumMod val="85000"/>
                      <a:lumOff val="15000"/>
                    </a:schemeClr>
                  </a:solidFill>
                </a:ln>
                <a:solidFill>
                  <a:srgbClr val="04A043"/>
                </a:solidFill>
                <a:latin typeface="Poppins Medium" panose="00000600000000000000" pitchFamily="2" charset="0"/>
                <a:ea typeface="ZCOOL QingKe HuangYou" panose="00000500000000000000" pitchFamily="2" charset="0"/>
                <a:cs typeface="Poppins Medium" panose="00000600000000000000" pitchFamily="2" charset="0"/>
              </a:rPr>
              <a:t>Your Text</a:t>
            </a:r>
          </a:p>
        </p:txBody>
      </p:sp>
      <p:pic>
        <p:nvPicPr>
          <p:cNvPr id="33" name="Green Bricks 3"/>
          <p:cNvPicPr>
            <a:picLocks noChangeAspect="1"/>
          </p:cNvPicPr>
          <p:nvPr/>
        </p:nvPicPr>
        <p:blipFill>
          <a:blip r:embed="rId17" cstate="print">
            <a:extLst>
              <a:ext uri="{28A0092B-C50C-407E-A947-70E740481C1C}">
                <a14:useLocalDpi xmlns:a14="http://schemas.microsoft.com/office/drawing/2010/main" val="0"/>
              </a:ext>
            </a:extLst>
          </a:blip>
          <a:stretch>
            <a:fillRect/>
          </a:stretch>
        </p:blipFill>
        <p:spPr>
          <a:xfrm>
            <a:off x="9526095" y="4456170"/>
            <a:ext cx="3456007" cy="1724155"/>
          </a:xfrm>
          <a:prstGeom prst="rect">
            <a:avLst/>
          </a:prstGeom>
        </p:spPr>
      </p:pic>
      <p:sp>
        <p:nvSpPr>
          <p:cNvPr id="34" name="Green Cap 3"/>
          <p:cNvSpPr>
            <a:spLocks noChangeAspect="1"/>
          </p:cNvSpPr>
          <p:nvPr/>
        </p:nvSpPr>
        <p:spPr>
          <a:xfrm>
            <a:off x="10091929" y="4347967"/>
            <a:ext cx="2907791" cy="1453896"/>
          </a:xfrm>
          <a:prstGeom prst="rect">
            <a:avLst/>
          </a:prstGeom>
          <a:solidFill>
            <a:srgbClr val="F4F4F4"/>
          </a:solidFill>
          <a:ln>
            <a:noFill/>
          </a:ln>
          <a:scene3d>
            <a:camera prst="orthographicFront">
              <a:rot lat="20400000" lon="21000000" rev="198000"/>
            </a:camera>
            <a:lightRig rig="balanced" dir="t"/>
          </a:scene3d>
          <a:sp3d extrusionH="165100" prstMaterial="metal">
            <a:bevelT w="19050" h="12700"/>
            <a:extrusionClr>
              <a:srgbClr val="F4F4F4"/>
            </a:extrusionClr>
          </a:sp3d>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sz="4400" spc="-200" dirty="0">
                <a:ln>
                  <a:solidFill>
                    <a:schemeClr val="tx1">
                      <a:lumMod val="85000"/>
                      <a:lumOff val="15000"/>
                    </a:schemeClr>
                  </a:solidFill>
                </a:ln>
                <a:solidFill>
                  <a:srgbClr val="04A043"/>
                </a:solidFill>
                <a:latin typeface="Poppins Medium" panose="00000600000000000000" pitchFamily="2" charset="0"/>
                <a:ea typeface="ZCOOL QingKe HuangYou" panose="00000500000000000000" pitchFamily="2" charset="0"/>
                <a:cs typeface="Poppins Medium" panose="00000600000000000000" pitchFamily="2" charset="0"/>
              </a:rPr>
              <a:t>Your Text</a:t>
            </a:r>
          </a:p>
        </p:txBody>
      </p:sp>
      <p:pic>
        <p:nvPicPr>
          <p:cNvPr id="36" name="Green Bricks 4"/>
          <p:cNvPicPr>
            <a:picLocks noChangeAspect="1"/>
          </p:cNvPicPr>
          <p:nvPr/>
        </p:nvPicPr>
        <p:blipFill>
          <a:blip r:embed="rId17" cstate="print">
            <a:extLst>
              <a:ext uri="{28A0092B-C50C-407E-A947-70E740481C1C}">
                <a14:useLocalDpi xmlns:a14="http://schemas.microsoft.com/office/drawing/2010/main" val="0"/>
              </a:ext>
            </a:extLst>
          </a:blip>
          <a:stretch>
            <a:fillRect/>
          </a:stretch>
        </p:blipFill>
        <p:spPr>
          <a:xfrm>
            <a:off x="9635113" y="6523446"/>
            <a:ext cx="3456007" cy="1724155"/>
          </a:xfrm>
          <a:prstGeom prst="rect">
            <a:avLst/>
          </a:prstGeom>
        </p:spPr>
      </p:pic>
      <p:sp>
        <p:nvSpPr>
          <p:cNvPr id="37" name="Green Cap 4"/>
          <p:cNvSpPr>
            <a:spLocks noChangeAspect="1"/>
          </p:cNvSpPr>
          <p:nvPr/>
        </p:nvSpPr>
        <p:spPr>
          <a:xfrm>
            <a:off x="10201149" y="6415243"/>
            <a:ext cx="2907791" cy="1453896"/>
          </a:xfrm>
          <a:prstGeom prst="rect">
            <a:avLst/>
          </a:prstGeom>
          <a:solidFill>
            <a:srgbClr val="F4F4F4"/>
          </a:solidFill>
          <a:ln>
            <a:noFill/>
          </a:ln>
          <a:scene3d>
            <a:camera prst="orthographicFront">
              <a:rot lat="20400000" lon="21000000" rev="198000"/>
            </a:camera>
            <a:lightRig rig="balanced" dir="t"/>
          </a:scene3d>
          <a:sp3d extrusionH="165100" prstMaterial="metal">
            <a:bevelT w="19050" h="12700"/>
            <a:extrusionClr>
              <a:srgbClr val="F4F4F4"/>
            </a:extrusionClr>
          </a:sp3d>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sz="4400" spc="-200" dirty="0">
                <a:ln>
                  <a:solidFill>
                    <a:schemeClr val="tx1">
                      <a:lumMod val="85000"/>
                      <a:lumOff val="15000"/>
                    </a:schemeClr>
                  </a:solidFill>
                </a:ln>
                <a:solidFill>
                  <a:srgbClr val="04A043"/>
                </a:solidFill>
                <a:latin typeface="Poppins Medium" panose="00000600000000000000" pitchFamily="2" charset="0"/>
                <a:ea typeface="ZCOOL QingKe HuangYou" panose="00000500000000000000" pitchFamily="2" charset="0"/>
                <a:cs typeface="Poppins Medium" panose="00000600000000000000" pitchFamily="2" charset="0"/>
              </a:rPr>
              <a:t>Your Text</a:t>
            </a:r>
          </a:p>
        </p:txBody>
      </p:sp>
      <p:pic>
        <p:nvPicPr>
          <p:cNvPr id="5" name="Points Reveal 1.mp3">
            <a:hlinkClick r:id="" action="ppaction://media"/>
          </p:cNvPr>
          <p:cNvPicPr>
            <a:picLocks noChangeAspect="1"/>
          </p:cNvPicPr>
          <p:nvPr>
            <a:audioFile r:link="rId2"/>
            <p:extLst>
              <p:ext uri="{DAA4B4D4-6D71-4841-9C94-3DE7FCFB9230}">
                <p14:media xmlns:p14="http://schemas.microsoft.com/office/powerpoint/2010/main" r:embed="rId1"/>
              </p:ext>
            </p:extLst>
          </p:nvPr>
        </p:nvPicPr>
        <p:blipFill>
          <a:blip r:embed="rId18"/>
          <a:stretch>
            <a:fillRect/>
          </a:stretch>
        </p:blipFill>
        <p:spPr>
          <a:xfrm>
            <a:off x="1905000" y="8528098"/>
            <a:ext cx="487363" cy="487363"/>
          </a:xfrm>
          <a:prstGeom prst="rect">
            <a:avLst/>
          </a:prstGeom>
        </p:spPr>
      </p:pic>
      <p:pic>
        <p:nvPicPr>
          <p:cNvPr id="7" name="Points Reveal 2.mp3">
            <a:hlinkClick r:id="" action="ppaction://media"/>
          </p:cNvPr>
          <p:cNvPicPr>
            <a:picLocks noChangeAspect="1"/>
          </p:cNvPicPr>
          <p:nvPr>
            <a:audioFile r:link="rId4"/>
            <p:extLst>
              <p:ext uri="{DAA4B4D4-6D71-4841-9C94-3DE7FCFB9230}">
                <p14:media xmlns:p14="http://schemas.microsoft.com/office/powerpoint/2010/main" r:embed="rId3"/>
              </p:ext>
            </p:extLst>
          </p:nvPr>
        </p:nvPicPr>
        <p:blipFill>
          <a:blip r:embed="rId18"/>
          <a:stretch>
            <a:fillRect/>
          </a:stretch>
        </p:blipFill>
        <p:spPr>
          <a:xfrm>
            <a:off x="2743200" y="8534400"/>
            <a:ext cx="487363" cy="487363"/>
          </a:xfrm>
          <a:prstGeom prst="rect">
            <a:avLst/>
          </a:prstGeom>
        </p:spPr>
      </p:pic>
      <p:pic>
        <p:nvPicPr>
          <p:cNvPr id="16" name="gold piece sequence (4 pieces) 2 (leandri140029).mp3">
            <a:hlinkClick r:id="" action="ppaction://media"/>
          </p:cNvPr>
          <p:cNvPicPr>
            <a:picLocks noChangeAspect="1"/>
          </p:cNvPicPr>
          <p:nvPr>
            <a:audioFile r:link="rId6"/>
            <p:extLst>
              <p:ext uri="{DAA4B4D4-6D71-4841-9C94-3DE7FCFB9230}">
                <p14:media xmlns:p14="http://schemas.microsoft.com/office/powerpoint/2010/main" r:embed="rId5"/>
              </p:ext>
            </p:extLst>
          </p:nvPr>
        </p:nvPicPr>
        <p:blipFill>
          <a:blip r:embed="rId19"/>
          <a:stretch>
            <a:fillRect/>
          </a:stretch>
        </p:blipFill>
        <p:spPr>
          <a:xfrm>
            <a:off x="8091691" y="8534399"/>
            <a:ext cx="487363" cy="487363"/>
          </a:xfrm>
          <a:prstGeom prst="rect">
            <a:avLst/>
          </a:prstGeom>
        </p:spPr>
      </p:pic>
      <p:pic>
        <p:nvPicPr>
          <p:cNvPr id="26" name="Steady Hand.mp3">
            <a:hlinkClick r:id="" action="ppaction://media"/>
          </p:cNvPr>
          <p:cNvPicPr>
            <a:picLocks noChangeAspect="1"/>
          </p:cNvPicPr>
          <p:nvPr>
            <a:audioFile r:link="rId8"/>
            <p:extLst>
              <p:ext uri="{DAA4B4D4-6D71-4841-9C94-3DE7FCFB9230}">
                <p14:media xmlns:p14="http://schemas.microsoft.com/office/powerpoint/2010/main" r:embed="rId7"/>
              </p:ext>
            </p:extLst>
          </p:nvPr>
        </p:nvPicPr>
        <p:blipFill>
          <a:blip r:embed="rId20"/>
          <a:stretch>
            <a:fillRect/>
          </a:stretch>
        </p:blipFill>
        <p:spPr>
          <a:xfrm>
            <a:off x="4397039" y="8554846"/>
            <a:ext cx="487363" cy="487363"/>
          </a:xfrm>
          <a:prstGeom prst="rect">
            <a:avLst/>
          </a:prstGeom>
        </p:spPr>
      </p:pic>
      <p:pic>
        <p:nvPicPr>
          <p:cNvPr id="27" name="gold piece sequence (4 pieces) 1 (leandri140029).mp3">
            <a:hlinkClick r:id="" action="ppaction://media"/>
          </p:cNvPr>
          <p:cNvPicPr>
            <a:picLocks noChangeAspect="1"/>
          </p:cNvPicPr>
          <p:nvPr>
            <a:audioFile r:link="rId10"/>
            <p:extLst>
              <p:ext uri="{DAA4B4D4-6D71-4841-9C94-3DE7FCFB9230}">
                <p14:media xmlns:p14="http://schemas.microsoft.com/office/powerpoint/2010/main" r:embed="rId9"/>
              </p:ext>
            </p:extLst>
          </p:nvPr>
        </p:nvPicPr>
        <p:blipFill>
          <a:blip r:embed="rId21"/>
          <a:stretch>
            <a:fillRect/>
          </a:stretch>
        </p:blipFill>
        <p:spPr>
          <a:xfrm>
            <a:off x="5858764" y="8449454"/>
            <a:ext cx="487363" cy="487363"/>
          </a:xfrm>
          <a:prstGeom prst="rect">
            <a:avLst/>
          </a:prstGeom>
        </p:spPr>
      </p:pic>
      <p:pic>
        <p:nvPicPr>
          <p:cNvPr id="28" name="Gold Coin 1">
            <a:extLst>
              <a:ext uri="{FF2B5EF4-FFF2-40B4-BE49-F238E27FC236}">
                <a16:creationId xmlns:a16="http://schemas.microsoft.com/office/drawing/2014/main" id="{3C65B74D-3D06-8B0A-A30B-7ACE8E92CBC6}"/>
              </a:ext>
            </a:extLst>
          </p:cNvPr>
          <p:cNvPicPr>
            <a:picLocks noChangeAspect="1"/>
          </p:cNvPicPr>
          <p:nvPr/>
        </p:nvPicPr>
        <p:blipFill>
          <a:blip r:embed="rId22" cstate="print">
            <a:extLst>
              <a:ext uri="{28A0092B-C50C-407E-A947-70E740481C1C}">
                <a14:useLocalDpi xmlns:a14="http://schemas.microsoft.com/office/drawing/2010/main" val="0"/>
              </a:ext>
            </a:extLst>
          </a:blip>
          <a:stretch>
            <a:fillRect/>
          </a:stretch>
        </p:blipFill>
        <p:spPr>
          <a:xfrm>
            <a:off x="7067316" y="262737"/>
            <a:ext cx="400420" cy="374904"/>
          </a:xfrm>
          <a:prstGeom prst="rect">
            <a:avLst/>
          </a:prstGeom>
        </p:spPr>
      </p:pic>
      <p:pic>
        <p:nvPicPr>
          <p:cNvPr id="29" name="Gold Coin 2">
            <a:extLst>
              <a:ext uri="{FF2B5EF4-FFF2-40B4-BE49-F238E27FC236}">
                <a16:creationId xmlns:a16="http://schemas.microsoft.com/office/drawing/2014/main" id="{869513C2-8D6B-0D4D-F3EF-3D4F24542EC4}"/>
              </a:ext>
            </a:extLst>
          </p:cNvPr>
          <p:cNvPicPr>
            <a:picLocks noChangeAspect="1"/>
          </p:cNvPicPr>
          <p:nvPr/>
        </p:nvPicPr>
        <p:blipFill>
          <a:blip r:embed="rId22" cstate="print">
            <a:extLst>
              <a:ext uri="{28A0092B-C50C-407E-A947-70E740481C1C}">
                <a14:useLocalDpi xmlns:a14="http://schemas.microsoft.com/office/drawing/2010/main" val="0"/>
              </a:ext>
            </a:extLst>
          </a:blip>
          <a:stretch>
            <a:fillRect/>
          </a:stretch>
        </p:blipFill>
        <p:spPr>
          <a:xfrm>
            <a:off x="7795202" y="268833"/>
            <a:ext cx="400420" cy="374904"/>
          </a:xfrm>
          <a:prstGeom prst="rect">
            <a:avLst/>
          </a:prstGeom>
        </p:spPr>
      </p:pic>
      <p:pic>
        <p:nvPicPr>
          <p:cNvPr id="39" name="Gold Coin 1">
            <a:extLst>
              <a:ext uri="{FF2B5EF4-FFF2-40B4-BE49-F238E27FC236}">
                <a16:creationId xmlns:a16="http://schemas.microsoft.com/office/drawing/2014/main" id="{853568B6-03E0-F38F-A2E6-B96B81CC25B8}"/>
              </a:ext>
            </a:extLst>
          </p:cNvPr>
          <p:cNvPicPr>
            <a:picLocks noChangeAspect="1"/>
          </p:cNvPicPr>
          <p:nvPr/>
        </p:nvPicPr>
        <p:blipFill>
          <a:blip r:embed="rId22" cstate="print">
            <a:extLst>
              <a:ext uri="{28A0092B-C50C-407E-A947-70E740481C1C}">
                <a14:useLocalDpi xmlns:a14="http://schemas.microsoft.com/office/drawing/2010/main" val="0"/>
              </a:ext>
            </a:extLst>
          </a:blip>
          <a:stretch>
            <a:fillRect/>
          </a:stretch>
        </p:blipFill>
        <p:spPr>
          <a:xfrm>
            <a:off x="7181831" y="2338060"/>
            <a:ext cx="400420" cy="374904"/>
          </a:xfrm>
          <a:prstGeom prst="rect">
            <a:avLst/>
          </a:prstGeom>
        </p:spPr>
      </p:pic>
      <p:pic>
        <p:nvPicPr>
          <p:cNvPr id="44" name="Gold Coin 1">
            <a:extLst>
              <a:ext uri="{FF2B5EF4-FFF2-40B4-BE49-F238E27FC236}">
                <a16:creationId xmlns:a16="http://schemas.microsoft.com/office/drawing/2014/main" id="{22B482C9-FCE8-5BA8-A89E-2018A900176A}"/>
              </a:ext>
            </a:extLst>
          </p:cNvPr>
          <p:cNvPicPr>
            <a:picLocks noChangeAspect="1"/>
          </p:cNvPicPr>
          <p:nvPr/>
        </p:nvPicPr>
        <p:blipFill>
          <a:blip r:embed="rId22" cstate="print">
            <a:extLst>
              <a:ext uri="{28A0092B-C50C-407E-A947-70E740481C1C}">
                <a14:useLocalDpi xmlns:a14="http://schemas.microsoft.com/office/drawing/2010/main" val="0"/>
              </a:ext>
            </a:extLst>
          </a:blip>
          <a:stretch>
            <a:fillRect/>
          </a:stretch>
        </p:blipFill>
        <p:spPr>
          <a:xfrm>
            <a:off x="7299834" y="4402858"/>
            <a:ext cx="400420" cy="374904"/>
          </a:xfrm>
          <a:prstGeom prst="rect">
            <a:avLst/>
          </a:prstGeom>
        </p:spPr>
      </p:pic>
      <p:pic>
        <p:nvPicPr>
          <p:cNvPr id="45" name="Gold Coin 2">
            <a:extLst>
              <a:ext uri="{FF2B5EF4-FFF2-40B4-BE49-F238E27FC236}">
                <a16:creationId xmlns:a16="http://schemas.microsoft.com/office/drawing/2014/main" id="{E5476DDE-AA67-5692-2E17-84E6D7657CAB}"/>
              </a:ext>
            </a:extLst>
          </p:cNvPr>
          <p:cNvPicPr>
            <a:picLocks noChangeAspect="1"/>
          </p:cNvPicPr>
          <p:nvPr/>
        </p:nvPicPr>
        <p:blipFill>
          <a:blip r:embed="rId22" cstate="print">
            <a:extLst>
              <a:ext uri="{28A0092B-C50C-407E-A947-70E740481C1C}">
                <a14:useLocalDpi xmlns:a14="http://schemas.microsoft.com/office/drawing/2010/main" val="0"/>
              </a:ext>
            </a:extLst>
          </a:blip>
          <a:stretch>
            <a:fillRect/>
          </a:stretch>
        </p:blipFill>
        <p:spPr>
          <a:xfrm>
            <a:off x="8027720" y="4408954"/>
            <a:ext cx="400420" cy="374904"/>
          </a:xfrm>
          <a:prstGeom prst="rect">
            <a:avLst/>
          </a:prstGeom>
        </p:spPr>
      </p:pic>
      <p:pic>
        <p:nvPicPr>
          <p:cNvPr id="46" name="Gold Coin 3">
            <a:extLst>
              <a:ext uri="{FF2B5EF4-FFF2-40B4-BE49-F238E27FC236}">
                <a16:creationId xmlns:a16="http://schemas.microsoft.com/office/drawing/2014/main" id="{1076EAD6-EC6D-E2AA-6229-0604D4B6AC4F}"/>
              </a:ext>
            </a:extLst>
          </p:cNvPr>
          <p:cNvPicPr>
            <a:picLocks noChangeAspect="1"/>
          </p:cNvPicPr>
          <p:nvPr/>
        </p:nvPicPr>
        <p:blipFill>
          <a:blip r:embed="rId22" cstate="print">
            <a:extLst>
              <a:ext uri="{28A0092B-C50C-407E-A947-70E740481C1C}">
                <a14:useLocalDpi xmlns:a14="http://schemas.microsoft.com/office/drawing/2010/main" val="0"/>
              </a:ext>
            </a:extLst>
          </a:blip>
          <a:stretch>
            <a:fillRect/>
          </a:stretch>
        </p:blipFill>
        <p:spPr>
          <a:xfrm>
            <a:off x="7335316" y="5099105"/>
            <a:ext cx="400420" cy="374904"/>
          </a:xfrm>
          <a:prstGeom prst="rect">
            <a:avLst/>
          </a:prstGeom>
        </p:spPr>
      </p:pic>
      <p:pic>
        <p:nvPicPr>
          <p:cNvPr id="49" name="Gold Coin 1">
            <a:extLst>
              <a:ext uri="{FF2B5EF4-FFF2-40B4-BE49-F238E27FC236}">
                <a16:creationId xmlns:a16="http://schemas.microsoft.com/office/drawing/2014/main" id="{02FC920A-38AC-A80F-9CCF-119816CD96F9}"/>
              </a:ext>
            </a:extLst>
          </p:cNvPr>
          <p:cNvPicPr>
            <a:picLocks noChangeAspect="1"/>
          </p:cNvPicPr>
          <p:nvPr/>
        </p:nvPicPr>
        <p:blipFill>
          <a:blip r:embed="rId22" cstate="print">
            <a:extLst>
              <a:ext uri="{28A0092B-C50C-407E-A947-70E740481C1C}">
                <a14:useLocalDpi xmlns:a14="http://schemas.microsoft.com/office/drawing/2010/main" val="0"/>
              </a:ext>
            </a:extLst>
          </a:blip>
          <a:stretch>
            <a:fillRect/>
          </a:stretch>
        </p:blipFill>
        <p:spPr>
          <a:xfrm>
            <a:off x="7407277" y="6466553"/>
            <a:ext cx="400420" cy="374904"/>
          </a:xfrm>
          <a:prstGeom prst="rect">
            <a:avLst/>
          </a:prstGeom>
        </p:spPr>
      </p:pic>
      <p:pic>
        <p:nvPicPr>
          <p:cNvPr id="50" name="Gold Coin 2">
            <a:extLst>
              <a:ext uri="{FF2B5EF4-FFF2-40B4-BE49-F238E27FC236}">
                <a16:creationId xmlns:a16="http://schemas.microsoft.com/office/drawing/2014/main" id="{DC6948A3-BF4F-04A3-8117-B7B3636D79E4}"/>
              </a:ext>
            </a:extLst>
          </p:cNvPr>
          <p:cNvPicPr>
            <a:picLocks noChangeAspect="1"/>
          </p:cNvPicPr>
          <p:nvPr/>
        </p:nvPicPr>
        <p:blipFill>
          <a:blip r:embed="rId22" cstate="print">
            <a:extLst>
              <a:ext uri="{28A0092B-C50C-407E-A947-70E740481C1C}">
                <a14:useLocalDpi xmlns:a14="http://schemas.microsoft.com/office/drawing/2010/main" val="0"/>
              </a:ext>
            </a:extLst>
          </a:blip>
          <a:stretch>
            <a:fillRect/>
          </a:stretch>
        </p:blipFill>
        <p:spPr>
          <a:xfrm>
            <a:off x="8135163" y="6472649"/>
            <a:ext cx="400420" cy="374904"/>
          </a:xfrm>
          <a:prstGeom prst="rect">
            <a:avLst/>
          </a:prstGeom>
        </p:spPr>
      </p:pic>
      <p:pic>
        <p:nvPicPr>
          <p:cNvPr id="52" name="Gold Coin 3">
            <a:extLst>
              <a:ext uri="{FF2B5EF4-FFF2-40B4-BE49-F238E27FC236}">
                <a16:creationId xmlns:a16="http://schemas.microsoft.com/office/drawing/2014/main" id="{D649010C-041A-E578-F232-743337971E92}"/>
              </a:ext>
            </a:extLst>
          </p:cNvPr>
          <p:cNvPicPr>
            <a:picLocks noChangeAspect="1"/>
          </p:cNvPicPr>
          <p:nvPr/>
        </p:nvPicPr>
        <p:blipFill>
          <a:blip r:embed="rId22" cstate="print">
            <a:extLst>
              <a:ext uri="{28A0092B-C50C-407E-A947-70E740481C1C}">
                <a14:useLocalDpi xmlns:a14="http://schemas.microsoft.com/office/drawing/2010/main" val="0"/>
              </a:ext>
            </a:extLst>
          </a:blip>
          <a:stretch>
            <a:fillRect/>
          </a:stretch>
        </p:blipFill>
        <p:spPr>
          <a:xfrm>
            <a:off x="7442759" y="7162800"/>
            <a:ext cx="400420" cy="374904"/>
          </a:xfrm>
          <a:prstGeom prst="rect">
            <a:avLst/>
          </a:prstGeom>
        </p:spPr>
      </p:pic>
      <p:pic>
        <p:nvPicPr>
          <p:cNvPr id="53" name="Gold Coin 4">
            <a:extLst>
              <a:ext uri="{FF2B5EF4-FFF2-40B4-BE49-F238E27FC236}">
                <a16:creationId xmlns:a16="http://schemas.microsoft.com/office/drawing/2014/main" id="{C7B3804C-2DE4-E118-BD8A-BC56545BC5DB}"/>
              </a:ext>
            </a:extLst>
          </p:cNvPr>
          <p:cNvPicPr>
            <a:picLocks noChangeAspect="1"/>
          </p:cNvPicPr>
          <p:nvPr/>
        </p:nvPicPr>
        <p:blipFill>
          <a:blip r:embed="rId22" cstate="print">
            <a:extLst>
              <a:ext uri="{28A0092B-C50C-407E-A947-70E740481C1C}">
                <a14:useLocalDpi xmlns:a14="http://schemas.microsoft.com/office/drawing/2010/main" val="0"/>
              </a:ext>
            </a:extLst>
          </a:blip>
          <a:stretch>
            <a:fillRect/>
          </a:stretch>
        </p:blipFill>
        <p:spPr>
          <a:xfrm>
            <a:off x="8171739" y="7168896"/>
            <a:ext cx="400420" cy="374904"/>
          </a:xfrm>
          <a:prstGeom prst="rect">
            <a:avLst/>
          </a:prstGeom>
        </p:spPr>
      </p:pic>
      <p:pic>
        <p:nvPicPr>
          <p:cNvPr id="55" name="Gold Coin 1">
            <a:extLst>
              <a:ext uri="{FF2B5EF4-FFF2-40B4-BE49-F238E27FC236}">
                <a16:creationId xmlns:a16="http://schemas.microsoft.com/office/drawing/2014/main" id="{33F162D1-96A8-A648-FF33-7753F93BBEDB}"/>
              </a:ext>
            </a:extLst>
          </p:cNvPr>
          <p:cNvPicPr>
            <a:picLocks noChangeAspect="1"/>
          </p:cNvPicPr>
          <p:nvPr/>
        </p:nvPicPr>
        <p:blipFill>
          <a:blip r:embed="rId22" cstate="print">
            <a:extLst>
              <a:ext uri="{28A0092B-C50C-407E-A947-70E740481C1C}">
                <a14:useLocalDpi xmlns:a14="http://schemas.microsoft.com/office/drawing/2010/main" val="0"/>
              </a:ext>
            </a:extLst>
          </a:blip>
          <a:stretch>
            <a:fillRect/>
          </a:stretch>
        </p:blipFill>
        <p:spPr>
          <a:xfrm>
            <a:off x="12861981" y="279730"/>
            <a:ext cx="400420" cy="374904"/>
          </a:xfrm>
          <a:prstGeom prst="rect">
            <a:avLst/>
          </a:prstGeom>
        </p:spPr>
      </p:pic>
      <p:pic>
        <p:nvPicPr>
          <p:cNvPr id="56" name="Gold Coin 2">
            <a:extLst>
              <a:ext uri="{FF2B5EF4-FFF2-40B4-BE49-F238E27FC236}">
                <a16:creationId xmlns:a16="http://schemas.microsoft.com/office/drawing/2014/main" id="{4368B9A9-122A-8CBA-384D-DFD6E78E620C}"/>
              </a:ext>
            </a:extLst>
          </p:cNvPr>
          <p:cNvPicPr>
            <a:picLocks noChangeAspect="1"/>
          </p:cNvPicPr>
          <p:nvPr/>
        </p:nvPicPr>
        <p:blipFill>
          <a:blip r:embed="rId22" cstate="print">
            <a:extLst>
              <a:ext uri="{28A0092B-C50C-407E-A947-70E740481C1C}">
                <a14:useLocalDpi xmlns:a14="http://schemas.microsoft.com/office/drawing/2010/main" val="0"/>
              </a:ext>
            </a:extLst>
          </a:blip>
          <a:stretch>
            <a:fillRect/>
          </a:stretch>
        </p:blipFill>
        <p:spPr>
          <a:xfrm>
            <a:off x="13589867" y="285826"/>
            <a:ext cx="400420" cy="374904"/>
          </a:xfrm>
          <a:prstGeom prst="rect">
            <a:avLst/>
          </a:prstGeom>
        </p:spPr>
      </p:pic>
      <p:pic>
        <p:nvPicPr>
          <p:cNvPr id="57" name="Gold Coin 3">
            <a:extLst>
              <a:ext uri="{FF2B5EF4-FFF2-40B4-BE49-F238E27FC236}">
                <a16:creationId xmlns:a16="http://schemas.microsoft.com/office/drawing/2014/main" id="{EFFE4AF6-25DA-3BC1-DD87-F32CE28F5B76}"/>
              </a:ext>
            </a:extLst>
          </p:cNvPr>
          <p:cNvPicPr>
            <a:picLocks noChangeAspect="1"/>
          </p:cNvPicPr>
          <p:nvPr/>
        </p:nvPicPr>
        <p:blipFill>
          <a:blip r:embed="rId22" cstate="print">
            <a:extLst>
              <a:ext uri="{28A0092B-C50C-407E-A947-70E740481C1C}">
                <a14:useLocalDpi xmlns:a14="http://schemas.microsoft.com/office/drawing/2010/main" val="0"/>
              </a:ext>
            </a:extLst>
          </a:blip>
          <a:stretch>
            <a:fillRect/>
          </a:stretch>
        </p:blipFill>
        <p:spPr>
          <a:xfrm>
            <a:off x="12897463" y="975977"/>
            <a:ext cx="400420" cy="374904"/>
          </a:xfrm>
          <a:prstGeom prst="rect">
            <a:avLst/>
          </a:prstGeom>
        </p:spPr>
      </p:pic>
      <p:pic>
        <p:nvPicPr>
          <p:cNvPr id="58" name="Gold Coin 4">
            <a:extLst>
              <a:ext uri="{FF2B5EF4-FFF2-40B4-BE49-F238E27FC236}">
                <a16:creationId xmlns:a16="http://schemas.microsoft.com/office/drawing/2014/main" id="{EA5F16EB-7D39-5DE9-BC19-F3BDB071E74D}"/>
              </a:ext>
            </a:extLst>
          </p:cNvPr>
          <p:cNvPicPr>
            <a:picLocks noChangeAspect="1"/>
          </p:cNvPicPr>
          <p:nvPr/>
        </p:nvPicPr>
        <p:blipFill>
          <a:blip r:embed="rId22" cstate="print">
            <a:extLst>
              <a:ext uri="{28A0092B-C50C-407E-A947-70E740481C1C}">
                <a14:useLocalDpi xmlns:a14="http://schemas.microsoft.com/office/drawing/2010/main" val="0"/>
              </a:ext>
            </a:extLst>
          </a:blip>
          <a:stretch>
            <a:fillRect/>
          </a:stretch>
        </p:blipFill>
        <p:spPr>
          <a:xfrm>
            <a:off x="13626443" y="982073"/>
            <a:ext cx="400420" cy="374904"/>
          </a:xfrm>
          <a:prstGeom prst="rect">
            <a:avLst/>
          </a:prstGeom>
        </p:spPr>
      </p:pic>
      <p:pic>
        <p:nvPicPr>
          <p:cNvPr id="60" name="Gold Coin 1">
            <a:extLst>
              <a:ext uri="{FF2B5EF4-FFF2-40B4-BE49-F238E27FC236}">
                <a16:creationId xmlns:a16="http://schemas.microsoft.com/office/drawing/2014/main" id="{3B7D0744-80A8-1FC2-442C-222189E5278B}"/>
              </a:ext>
            </a:extLst>
          </p:cNvPr>
          <p:cNvPicPr>
            <a:picLocks noChangeAspect="1"/>
          </p:cNvPicPr>
          <p:nvPr/>
        </p:nvPicPr>
        <p:blipFill>
          <a:blip r:embed="rId22" cstate="print">
            <a:extLst>
              <a:ext uri="{28A0092B-C50C-407E-A947-70E740481C1C}">
                <a14:useLocalDpi xmlns:a14="http://schemas.microsoft.com/office/drawing/2010/main" val="0"/>
              </a:ext>
            </a:extLst>
          </a:blip>
          <a:stretch>
            <a:fillRect/>
          </a:stretch>
        </p:blipFill>
        <p:spPr>
          <a:xfrm>
            <a:off x="12976496" y="2355053"/>
            <a:ext cx="400420" cy="374904"/>
          </a:xfrm>
          <a:prstGeom prst="rect">
            <a:avLst/>
          </a:prstGeom>
        </p:spPr>
      </p:pic>
      <p:pic>
        <p:nvPicPr>
          <p:cNvPr id="61" name="Gold Coin 2">
            <a:extLst>
              <a:ext uri="{FF2B5EF4-FFF2-40B4-BE49-F238E27FC236}">
                <a16:creationId xmlns:a16="http://schemas.microsoft.com/office/drawing/2014/main" id="{8233C41F-87AF-48E4-DEDA-D4489D0E0F02}"/>
              </a:ext>
            </a:extLst>
          </p:cNvPr>
          <p:cNvPicPr>
            <a:picLocks noChangeAspect="1"/>
          </p:cNvPicPr>
          <p:nvPr/>
        </p:nvPicPr>
        <p:blipFill>
          <a:blip r:embed="rId22" cstate="print">
            <a:extLst>
              <a:ext uri="{28A0092B-C50C-407E-A947-70E740481C1C}">
                <a14:useLocalDpi xmlns:a14="http://schemas.microsoft.com/office/drawing/2010/main" val="0"/>
              </a:ext>
            </a:extLst>
          </a:blip>
          <a:stretch>
            <a:fillRect/>
          </a:stretch>
        </p:blipFill>
        <p:spPr>
          <a:xfrm>
            <a:off x="13704382" y="2361149"/>
            <a:ext cx="400420" cy="374904"/>
          </a:xfrm>
          <a:prstGeom prst="rect">
            <a:avLst/>
          </a:prstGeom>
        </p:spPr>
      </p:pic>
      <p:pic>
        <p:nvPicPr>
          <p:cNvPr id="66" name="Gold Coin 1">
            <a:extLst>
              <a:ext uri="{FF2B5EF4-FFF2-40B4-BE49-F238E27FC236}">
                <a16:creationId xmlns:a16="http://schemas.microsoft.com/office/drawing/2014/main" id="{00EB5791-C116-5603-3196-58CCC7D8FB8B}"/>
              </a:ext>
            </a:extLst>
          </p:cNvPr>
          <p:cNvPicPr>
            <a:picLocks noChangeAspect="1"/>
          </p:cNvPicPr>
          <p:nvPr/>
        </p:nvPicPr>
        <p:blipFill>
          <a:blip r:embed="rId22" cstate="print">
            <a:extLst>
              <a:ext uri="{28A0092B-C50C-407E-A947-70E740481C1C}">
                <a14:useLocalDpi xmlns:a14="http://schemas.microsoft.com/office/drawing/2010/main" val="0"/>
              </a:ext>
            </a:extLst>
          </a:blip>
          <a:stretch>
            <a:fillRect/>
          </a:stretch>
        </p:blipFill>
        <p:spPr>
          <a:xfrm>
            <a:off x="13094499" y="4419851"/>
            <a:ext cx="400420" cy="374904"/>
          </a:xfrm>
          <a:prstGeom prst="rect">
            <a:avLst/>
          </a:prstGeom>
        </p:spPr>
      </p:pic>
      <p:pic>
        <p:nvPicPr>
          <p:cNvPr id="67" name="Gold Coin 2">
            <a:extLst>
              <a:ext uri="{FF2B5EF4-FFF2-40B4-BE49-F238E27FC236}">
                <a16:creationId xmlns:a16="http://schemas.microsoft.com/office/drawing/2014/main" id="{04EE849F-B259-3214-96DE-E0857E35694A}"/>
              </a:ext>
            </a:extLst>
          </p:cNvPr>
          <p:cNvPicPr>
            <a:picLocks noChangeAspect="1"/>
          </p:cNvPicPr>
          <p:nvPr/>
        </p:nvPicPr>
        <p:blipFill>
          <a:blip r:embed="rId22" cstate="print">
            <a:extLst>
              <a:ext uri="{28A0092B-C50C-407E-A947-70E740481C1C}">
                <a14:useLocalDpi xmlns:a14="http://schemas.microsoft.com/office/drawing/2010/main" val="0"/>
              </a:ext>
            </a:extLst>
          </a:blip>
          <a:stretch>
            <a:fillRect/>
          </a:stretch>
        </p:blipFill>
        <p:spPr>
          <a:xfrm>
            <a:off x="13822385" y="4425947"/>
            <a:ext cx="400420" cy="374904"/>
          </a:xfrm>
          <a:prstGeom prst="rect">
            <a:avLst/>
          </a:prstGeom>
        </p:spPr>
      </p:pic>
      <p:pic>
        <p:nvPicPr>
          <p:cNvPr id="68" name="Gold Coin 3">
            <a:extLst>
              <a:ext uri="{FF2B5EF4-FFF2-40B4-BE49-F238E27FC236}">
                <a16:creationId xmlns:a16="http://schemas.microsoft.com/office/drawing/2014/main" id="{86EEADDC-F81E-7EDF-ED12-EFB1099C80FD}"/>
              </a:ext>
            </a:extLst>
          </p:cNvPr>
          <p:cNvPicPr>
            <a:picLocks noChangeAspect="1"/>
          </p:cNvPicPr>
          <p:nvPr/>
        </p:nvPicPr>
        <p:blipFill>
          <a:blip r:embed="rId22" cstate="print">
            <a:extLst>
              <a:ext uri="{28A0092B-C50C-407E-A947-70E740481C1C}">
                <a14:useLocalDpi xmlns:a14="http://schemas.microsoft.com/office/drawing/2010/main" val="0"/>
              </a:ext>
            </a:extLst>
          </a:blip>
          <a:stretch>
            <a:fillRect/>
          </a:stretch>
        </p:blipFill>
        <p:spPr>
          <a:xfrm>
            <a:off x="13129981" y="5116098"/>
            <a:ext cx="400420" cy="374904"/>
          </a:xfrm>
          <a:prstGeom prst="rect">
            <a:avLst/>
          </a:prstGeom>
        </p:spPr>
      </p:pic>
      <p:pic>
        <p:nvPicPr>
          <p:cNvPr id="71" name="Gold Coin 1">
            <a:extLst>
              <a:ext uri="{FF2B5EF4-FFF2-40B4-BE49-F238E27FC236}">
                <a16:creationId xmlns:a16="http://schemas.microsoft.com/office/drawing/2014/main" id="{26C7DEF5-57B1-7E4E-AA37-5710E70C47CB}"/>
              </a:ext>
            </a:extLst>
          </p:cNvPr>
          <p:cNvPicPr>
            <a:picLocks noChangeAspect="1"/>
          </p:cNvPicPr>
          <p:nvPr/>
        </p:nvPicPr>
        <p:blipFill>
          <a:blip r:embed="rId22" cstate="print">
            <a:extLst>
              <a:ext uri="{28A0092B-C50C-407E-A947-70E740481C1C}">
                <a14:useLocalDpi xmlns:a14="http://schemas.microsoft.com/office/drawing/2010/main" val="0"/>
              </a:ext>
            </a:extLst>
          </a:blip>
          <a:stretch>
            <a:fillRect/>
          </a:stretch>
        </p:blipFill>
        <p:spPr>
          <a:xfrm>
            <a:off x="13201942" y="6483546"/>
            <a:ext cx="400420" cy="374904"/>
          </a:xfrm>
          <a:prstGeom prst="rect">
            <a:avLst/>
          </a:prstGeom>
        </p:spPr>
      </p:pic>
      <p:pic>
        <p:nvPicPr>
          <p:cNvPr id="72" name="Gold Coin 2">
            <a:extLst>
              <a:ext uri="{FF2B5EF4-FFF2-40B4-BE49-F238E27FC236}">
                <a16:creationId xmlns:a16="http://schemas.microsoft.com/office/drawing/2014/main" id="{0A1D69C2-2E70-A424-E49E-54013EACCB18}"/>
              </a:ext>
            </a:extLst>
          </p:cNvPr>
          <p:cNvPicPr>
            <a:picLocks noChangeAspect="1"/>
          </p:cNvPicPr>
          <p:nvPr/>
        </p:nvPicPr>
        <p:blipFill>
          <a:blip r:embed="rId22" cstate="print">
            <a:extLst>
              <a:ext uri="{28A0092B-C50C-407E-A947-70E740481C1C}">
                <a14:useLocalDpi xmlns:a14="http://schemas.microsoft.com/office/drawing/2010/main" val="0"/>
              </a:ext>
            </a:extLst>
          </a:blip>
          <a:stretch>
            <a:fillRect/>
          </a:stretch>
        </p:blipFill>
        <p:spPr>
          <a:xfrm>
            <a:off x="13929828" y="6489642"/>
            <a:ext cx="400420" cy="374904"/>
          </a:xfrm>
          <a:prstGeom prst="rect">
            <a:avLst/>
          </a:prstGeom>
        </p:spPr>
      </p:pic>
      <p:pic>
        <p:nvPicPr>
          <p:cNvPr id="73" name="Gold Coin 3">
            <a:extLst>
              <a:ext uri="{FF2B5EF4-FFF2-40B4-BE49-F238E27FC236}">
                <a16:creationId xmlns:a16="http://schemas.microsoft.com/office/drawing/2014/main" id="{97A89C44-7688-60B7-E71C-4DF20EE50994}"/>
              </a:ext>
            </a:extLst>
          </p:cNvPr>
          <p:cNvPicPr>
            <a:picLocks noChangeAspect="1"/>
          </p:cNvPicPr>
          <p:nvPr/>
        </p:nvPicPr>
        <p:blipFill>
          <a:blip r:embed="rId22" cstate="print">
            <a:extLst>
              <a:ext uri="{28A0092B-C50C-407E-A947-70E740481C1C}">
                <a14:useLocalDpi xmlns:a14="http://schemas.microsoft.com/office/drawing/2010/main" val="0"/>
              </a:ext>
            </a:extLst>
          </a:blip>
          <a:stretch>
            <a:fillRect/>
          </a:stretch>
        </p:blipFill>
        <p:spPr>
          <a:xfrm>
            <a:off x="13237424" y="7179793"/>
            <a:ext cx="400420" cy="374904"/>
          </a:xfrm>
          <a:prstGeom prst="rect">
            <a:avLst/>
          </a:prstGeom>
        </p:spPr>
      </p:pic>
    </p:spTree>
    <p:extLst>
      <p:ext uri="{BB962C8B-B14F-4D97-AF65-F5344CB8AC3E}">
        <p14:creationId xmlns:p14="http://schemas.microsoft.com/office/powerpoint/2010/main" val="3067957454"/>
      </p:ext>
    </p:extLst>
  </p:cSld>
  <p:clrMapOvr>
    <a:masterClrMapping/>
  </p:clrMapOvr>
  <mc:AlternateContent xmlns:mc="http://schemas.openxmlformats.org/markup-compatibility/2006" xmlns:p14="http://schemas.microsoft.com/office/powerpoint/2010/main">
    <mc:Choice Requires="p14">
      <p:transition spd="slow" p14:dur="1300">
        <p14:pan/>
      </p:transition>
    </mc:Choice>
    <mc:Fallback xmlns="">
      <p:transition spd="slow">
        <p:fade/>
      </p:transition>
    </mc:Fallback>
  </mc:AlternateContent>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mediacall" presetSubtype="0" fill="hold" nodeType="clickEffect">
                                  <p:stCondLst>
                                    <p:cond delay="0"/>
                                  </p:stCondLst>
                                  <p:childTnLst>
                                    <p:cmd type="call" cmd="playFrom(0.0)">
                                      <p:cBhvr>
                                        <p:cTn id="6" dur="40045" fill="hold"/>
                                        <p:tgtEl>
                                          <p:spTgt spid="26"/>
                                        </p:tgtEl>
                                      </p:cBhvr>
                                    </p:cmd>
                                  </p:childTnLst>
                                </p:cTn>
                              </p:par>
                              <p:par>
                                <p:cTn id="7" presetID="0" presetClass="path" presetSubtype="0" fill="hold" nodeType="withEffect">
                                  <p:stCondLst>
                                    <p:cond delay="0"/>
                                  </p:stCondLst>
                                  <p:childTnLst>
                                    <p:animMotion origin="layout" path="M 0.00021 -0.00077 L 0.00021 -0.0216 L -0.02518 -0.0216 L -0.02518 0.00039 L -0.02518 -0.0216 L -0.04926 -0.0216 L -0.04992 -0.00077 L -0.04926 -0.0216 L -0.07466 -0.0216 L -0.07531 -0.00174 L -0.07531 -0.0216 L -0.0994 -0.0216 L -0.10005 -0.00174 L -0.10059 -0.0216 L -0.12424 -0.0216 L -0.12479 -0.00174 L -0.12479 -0.02045 L -0.14953 -0.0216 L -0.14953 -0.00289 L -0.14953 -0.0216 L -0.17426 -0.02276 L -0.17426 -0.00174 L -0.17492 -0.0216 L -0.19835 -0.02276 L -0.199 -0.00174 L -0.199 -0.02276 L -0.22385 -0.02276 L -0.22385 -0.00174 L -0.22385 -0.02276 L -0.24913 -0.02276 L -0.24848 -0.00289 L -0.24848 -0.02276 L -0.27387 -0.02276 L -0.27387 -0.00174 L -0.27387 -0.02276 L -0.29818 -0.02276 L -0.29818 -0.00174 L -0.29872 -0.02276 L -0.32346 -0.02276 L -0.32346 -0.00174 L -0.324 -0.02276 L -0.34755 -0.02276 L -0.34755 -0.00174 L -0.3469 -0.02392 L -0.37175 -0.02392 L -0.37229 -0.00289 L -0.37229 -0.02392 L -0.39768 -0.02392 L -0.39768 -0.00174 L -0.39703 -0.02488 L -0.42177 -0.02488 L -0.42242 -0.00174 L -0.42242 -0.02488 L -0.44662 -0.02488 L -0.44716 -0.00289 L -0.44716 -0.02488 L -0.4719 -0.02488 L -0.4719 -0.00289 L -0.47125 -0.02488 L -0.49664 -0.02488 L -0.49664 -0.00289 L -0.4961 -0.02604 L -0.52138 -0.02604 L -0.52138 -0.00174 L -0.52138 -0.02604 L -0.54623 -0.02604 L -0.54623 -0.00405 L -0.54623 -0.02604 L -0.57042 -0.02604 L -0.57042 -0.00289 L -0.57107 -0.02604 L -0.59571 -0.02604 L -0.59571 -0.00405 L -0.59505 -0.02604 L -0.61979 -0.02604 L -0.62045 -0.00405 L -0.62045 -0.02604 L -0.64594 -0.02604 L -0.64594 -0.00405 L -0.64594 -0.0272 L -0.67058 -0.0272 L -0.66992 -0.00289 L -0.67058 -0.02604 L -0.69532 -0.02604 L -0.69466 -0.00405 L -0.69597 -0.02604 L -0.72016 -0.02604 L -0.72081 -0.00405 L -0.72016 -0.0272 L -0.74414 -0.0272 L -0.7436 -0.00289 L -0.74414 -0.02604 L -0.76953 -0.02604 L -0.76953 -0.00405 L -0.76953 -0.02604 L -0.79373 -0.02604 L -0.79373 -0.00405 L -0.79373 -0.02488 L -0.81847 -0.02488 L -0.81912 -0.00521 L -0.81847 -0.02488 L -0.84386 -0.02488 L -0.84386 -0.00405 L -0.84386 -0.02488 L -0.8686 -0.02488 L -0.8686 -0.00405 L -0.8686 -0.02488 L -0.89334 -0.02488 L -0.89334 -0.00405 L -0.89334 -0.02488 L -0.91808 -0.02488 L -0.91808 -0.00521 L -0.91808 -0.02604 L -0.94282 -0.02604 L -0.94282 -0.00637 L -0.94282 -0.02604 L -0.96756 -0.02604 L -0.96756 -0.00521 L -0.96756 -0.02604 L -0.99176 -0.02604 L -0.9923 -0.00637 " pathEditMode="relative" ptsTypes="AAAAAAAAAAAAAAAAAAAAAAAAAAAAAAAAAAAAAAAAAAAAAAAAAAAAAAAAAAAAAAAAAAAAAAAAAAAAAAAAAAAAAAAAAAAAAAAAAAAAAAAAAAAAAAAAAAAAAAAAA">
                                      <p:cBhvr>
                                        <p:cTn id="8" dur="40000" fill="hold"/>
                                        <p:tgtEl>
                                          <p:spTgt spid="51"/>
                                        </p:tgtEl>
                                        <p:attrNameLst>
                                          <p:attrName>ppt_x</p:attrName>
                                          <p:attrName>ppt_y</p:attrName>
                                        </p:attrNameLst>
                                      </p:cBhvr>
                                    </p:animMotion>
                                  </p:childTnLst>
                                </p:cTn>
                              </p:par>
                            </p:childTnLst>
                          </p:cTn>
                        </p:par>
                      </p:childTnLst>
                    </p:cTn>
                  </p:par>
                  <p:par>
                    <p:cTn id="9" fill="hold">
                      <p:stCondLst>
                        <p:cond delay="indefinite"/>
                      </p:stCondLst>
                      <p:childTnLst>
                        <p:par>
                          <p:cTn id="10" fill="hold">
                            <p:stCondLst>
                              <p:cond delay="0"/>
                            </p:stCondLst>
                            <p:childTnLst>
                              <p:par>
                                <p:cTn id="11" presetID="1" presetClass="mediacall" presetSubtype="0" fill="hold" nodeType="clickEffect">
                                  <p:stCondLst>
                                    <p:cond delay="0"/>
                                  </p:stCondLst>
                                  <p:childTnLst>
                                    <p:cmd type="call" cmd="playFrom(0.0)">
                                      <p:cBhvr>
                                        <p:cTn id="12" dur="417" fill="hold"/>
                                        <p:tgtEl>
                                          <p:spTgt spid="5"/>
                                        </p:tgtEl>
                                      </p:cBhvr>
                                    </p:cmd>
                                  </p:childTnLst>
                                </p:cTn>
                              </p:par>
                            </p:childTnLst>
                          </p:cTn>
                        </p:par>
                        <p:par>
                          <p:cTn id="13" fill="hold">
                            <p:stCondLst>
                              <p:cond delay="417"/>
                            </p:stCondLst>
                            <p:childTnLst>
                              <p:par>
                                <p:cTn id="14" presetID="1" presetClass="mediacall" presetSubtype="0" fill="hold" nodeType="afterEffect">
                                  <p:stCondLst>
                                    <p:cond delay="0"/>
                                  </p:stCondLst>
                                  <p:childTnLst>
                                    <p:cmd type="call" cmd="playFrom(0.0)">
                                      <p:cBhvr>
                                        <p:cTn id="15" dur="912" fill="hold"/>
                                        <p:tgtEl>
                                          <p:spTgt spid="27"/>
                                        </p:tgtEl>
                                      </p:cBhvr>
                                    </p:cmd>
                                  </p:childTnLst>
                                </p:cTn>
                              </p:par>
                              <p:par>
                                <p:cTn id="16" presetID="2" presetClass="entr" presetSubtype="1" fill="hold" nodeType="withEffect">
                                  <p:stCondLst>
                                    <p:cond delay="0"/>
                                  </p:stCondLst>
                                  <p:childTnLst>
                                    <p:set>
                                      <p:cBhvr>
                                        <p:cTn id="17" dur="1" fill="hold">
                                          <p:stCondLst>
                                            <p:cond delay="0"/>
                                          </p:stCondLst>
                                        </p:cTn>
                                        <p:tgtEl>
                                          <p:spTgt spid="28"/>
                                        </p:tgtEl>
                                        <p:attrNameLst>
                                          <p:attrName>style.visibility</p:attrName>
                                        </p:attrNameLst>
                                      </p:cBhvr>
                                      <p:to>
                                        <p:strVal val="visible"/>
                                      </p:to>
                                    </p:set>
                                    <p:anim calcmode="lin" valueType="num">
                                      <p:cBhvr additive="base">
                                        <p:cTn id="18" dur="250" fill="hold"/>
                                        <p:tgtEl>
                                          <p:spTgt spid="28"/>
                                        </p:tgtEl>
                                        <p:attrNameLst>
                                          <p:attrName>ppt_x</p:attrName>
                                        </p:attrNameLst>
                                      </p:cBhvr>
                                      <p:tavLst>
                                        <p:tav tm="0">
                                          <p:val>
                                            <p:strVal val="#ppt_x"/>
                                          </p:val>
                                        </p:tav>
                                        <p:tav tm="100000">
                                          <p:val>
                                            <p:strVal val="#ppt_x"/>
                                          </p:val>
                                        </p:tav>
                                      </p:tavLst>
                                    </p:anim>
                                    <p:anim calcmode="lin" valueType="num">
                                      <p:cBhvr additive="base">
                                        <p:cTn id="19" dur="250" fill="hold"/>
                                        <p:tgtEl>
                                          <p:spTgt spid="28"/>
                                        </p:tgtEl>
                                        <p:attrNameLst>
                                          <p:attrName>ppt_y</p:attrName>
                                        </p:attrNameLst>
                                      </p:cBhvr>
                                      <p:tavLst>
                                        <p:tav tm="0">
                                          <p:val>
                                            <p:strVal val="0-#ppt_h/2"/>
                                          </p:val>
                                        </p:tav>
                                        <p:tav tm="100000">
                                          <p:val>
                                            <p:strVal val="#ppt_y"/>
                                          </p:val>
                                        </p:tav>
                                      </p:tavLst>
                                    </p:anim>
                                  </p:childTnLst>
                                </p:cTn>
                              </p:par>
                              <p:par>
                                <p:cTn id="20" presetID="2" presetClass="entr" presetSubtype="1" fill="hold" nodeType="withEffect">
                                  <p:stCondLst>
                                    <p:cond delay="0"/>
                                  </p:stCondLst>
                                  <p:childTnLst>
                                    <p:set>
                                      <p:cBhvr>
                                        <p:cTn id="21" dur="1" fill="hold">
                                          <p:stCondLst>
                                            <p:cond delay="0"/>
                                          </p:stCondLst>
                                        </p:cTn>
                                        <p:tgtEl>
                                          <p:spTgt spid="39"/>
                                        </p:tgtEl>
                                        <p:attrNameLst>
                                          <p:attrName>style.visibility</p:attrName>
                                        </p:attrNameLst>
                                      </p:cBhvr>
                                      <p:to>
                                        <p:strVal val="visible"/>
                                      </p:to>
                                    </p:set>
                                    <p:anim calcmode="lin" valueType="num">
                                      <p:cBhvr additive="base">
                                        <p:cTn id="22" dur="250" fill="hold"/>
                                        <p:tgtEl>
                                          <p:spTgt spid="39"/>
                                        </p:tgtEl>
                                        <p:attrNameLst>
                                          <p:attrName>ppt_x</p:attrName>
                                        </p:attrNameLst>
                                      </p:cBhvr>
                                      <p:tavLst>
                                        <p:tav tm="0">
                                          <p:val>
                                            <p:strVal val="#ppt_x"/>
                                          </p:val>
                                        </p:tav>
                                        <p:tav tm="100000">
                                          <p:val>
                                            <p:strVal val="#ppt_x"/>
                                          </p:val>
                                        </p:tav>
                                      </p:tavLst>
                                    </p:anim>
                                    <p:anim calcmode="lin" valueType="num">
                                      <p:cBhvr additive="base">
                                        <p:cTn id="23" dur="250" fill="hold"/>
                                        <p:tgtEl>
                                          <p:spTgt spid="39"/>
                                        </p:tgtEl>
                                        <p:attrNameLst>
                                          <p:attrName>ppt_y</p:attrName>
                                        </p:attrNameLst>
                                      </p:cBhvr>
                                      <p:tavLst>
                                        <p:tav tm="0">
                                          <p:val>
                                            <p:strVal val="0-#ppt_h/2"/>
                                          </p:val>
                                        </p:tav>
                                        <p:tav tm="100000">
                                          <p:val>
                                            <p:strVal val="#ppt_y"/>
                                          </p:val>
                                        </p:tav>
                                      </p:tavLst>
                                    </p:anim>
                                  </p:childTnLst>
                                </p:cTn>
                              </p:par>
                              <p:par>
                                <p:cTn id="24" presetID="2" presetClass="entr" presetSubtype="1" fill="hold" nodeType="withEffect">
                                  <p:stCondLst>
                                    <p:cond delay="0"/>
                                  </p:stCondLst>
                                  <p:childTnLst>
                                    <p:set>
                                      <p:cBhvr>
                                        <p:cTn id="25" dur="1" fill="hold">
                                          <p:stCondLst>
                                            <p:cond delay="0"/>
                                          </p:stCondLst>
                                        </p:cTn>
                                        <p:tgtEl>
                                          <p:spTgt spid="44"/>
                                        </p:tgtEl>
                                        <p:attrNameLst>
                                          <p:attrName>style.visibility</p:attrName>
                                        </p:attrNameLst>
                                      </p:cBhvr>
                                      <p:to>
                                        <p:strVal val="visible"/>
                                      </p:to>
                                    </p:set>
                                    <p:anim calcmode="lin" valueType="num">
                                      <p:cBhvr additive="base">
                                        <p:cTn id="26" dur="250" fill="hold"/>
                                        <p:tgtEl>
                                          <p:spTgt spid="44"/>
                                        </p:tgtEl>
                                        <p:attrNameLst>
                                          <p:attrName>ppt_x</p:attrName>
                                        </p:attrNameLst>
                                      </p:cBhvr>
                                      <p:tavLst>
                                        <p:tav tm="0">
                                          <p:val>
                                            <p:strVal val="#ppt_x"/>
                                          </p:val>
                                        </p:tav>
                                        <p:tav tm="100000">
                                          <p:val>
                                            <p:strVal val="#ppt_x"/>
                                          </p:val>
                                        </p:tav>
                                      </p:tavLst>
                                    </p:anim>
                                    <p:anim calcmode="lin" valueType="num">
                                      <p:cBhvr additive="base">
                                        <p:cTn id="27" dur="250" fill="hold"/>
                                        <p:tgtEl>
                                          <p:spTgt spid="44"/>
                                        </p:tgtEl>
                                        <p:attrNameLst>
                                          <p:attrName>ppt_y</p:attrName>
                                        </p:attrNameLst>
                                      </p:cBhvr>
                                      <p:tavLst>
                                        <p:tav tm="0">
                                          <p:val>
                                            <p:strVal val="0-#ppt_h/2"/>
                                          </p:val>
                                        </p:tav>
                                        <p:tav tm="100000">
                                          <p:val>
                                            <p:strVal val="#ppt_y"/>
                                          </p:val>
                                        </p:tav>
                                      </p:tavLst>
                                    </p:anim>
                                  </p:childTnLst>
                                </p:cTn>
                              </p:par>
                              <p:par>
                                <p:cTn id="28" presetID="2" presetClass="entr" presetSubtype="1" fill="hold" nodeType="withEffect">
                                  <p:stCondLst>
                                    <p:cond delay="0"/>
                                  </p:stCondLst>
                                  <p:childTnLst>
                                    <p:set>
                                      <p:cBhvr>
                                        <p:cTn id="29" dur="1" fill="hold">
                                          <p:stCondLst>
                                            <p:cond delay="0"/>
                                          </p:stCondLst>
                                        </p:cTn>
                                        <p:tgtEl>
                                          <p:spTgt spid="49"/>
                                        </p:tgtEl>
                                        <p:attrNameLst>
                                          <p:attrName>style.visibility</p:attrName>
                                        </p:attrNameLst>
                                      </p:cBhvr>
                                      <p:to>
                                        <p:strVal val="visible"/>
                                      </p:to>
                                    </p:set>
                                    <p:anim calcmode="lin" valueType="num">
                                      <p:cBhvr additive="base">
                                        <p:cTn id="30" dur="250" fill="hold"/>
                                        <p:tgtEl>
                                          <p:spTgt spid="49"/>
                                        </p:tgtEl>
                                        <p:attrNameLst>
                                          <p:attrName>ppt_x</p:attrName>
                                        </p:attrNameLst>
                                      </p:cBhvr>
                                      <p:tavLst>
                                        <p:tav tm="0">
                                          <p:val>
                                            <p:strVal val="#ppt_x"/>
                                          </p:val>
                                        </p:tav>
                                        <p:tav tm="100000">
                                          <p:val>
                                            <p:strVal val="#ppt_x"/>
                                          </p:val>
                                        </p:tav>
                                      </p:tavLst>
                                    </p:anim>
                                    <p:anim calcmode="lin" valueType="num">
                                      <p:cBhvr additive="base">
                                        <p:cTn id="31" dur="250" fill="hold"/>
                                        <p:tgtEl>
                                          <p:spTgt spid="49"/>
                                        </p:tgtEl>
                                        <p:attrNameLst>
                                          <p:attrName>ppt_y</p:attrName>
                                        </p:attrNameLst>
                                      </p:cBhvr>
                                      <p:tavLst>
                                        <p:tav tm="0">
                                          <p:val>
                                            <p:strVal val="0-#ppt_h/2"/>
                                          </p:val>
                                        </p:tav>
                                        <p:tav tm="100000">
                                          <p:val>
                                            <p:strVal val="#ppt_y"/>
                                          </p:val>
                                        </p:tav>
                                      </p:tavLst>
                                    </p:anim>
                                  </p:childTnLst>
                                </p:cTn>
                              </p:par>
                              <p:par>
                                <p:cTn id="32" presetID="2" presetClass="entr" presetSubtype="1" fill="hold" nodeType="withEffect">
                                  <p:stCondLst>
                                    <p:cond delay="250"/>
                                  </p:stCondLst>
                                  <p:childTnLst>
                                    <p:set>
                                      <p:cBhvr>
                                        <p:cTn id="33" dur="1" fill="hold">
                                          <p:stCondLst>
                                            <p:cond delay="0"/>
                                          </p:stCondLst>
                                        </p:cTn>
                                        <p:tgtEl>
                                          <p:spTgt spid="29"/>
                                        </p:tgtEl>
                                        <p:attrNameLst>
                                          <p:attrName>style.visibility</p:attrName>
                                        </p:attrNameLst>
                                      </p:cBhvr>
                                      <p:to>
                                        <p:strVal val="visible"/>
                                      </p:to>
                                    </p:set>
                                    <p:anim calcmode="lin" valueType="num">
                                      <p:cBhvr additive="base">
                                        <p:cTn id="34" dur="250" fill="hold"/>
                                        <p:tgtEl>
                                          <p:spTgt spid="29"/>
                                        </p:tgtEl>
                                        <p:attrNameLst>
                                          <p:attrName>ppt_x</p:attrName>
                                        </p:attrNameLst>
                                      </p:cBhvr>
                                      <p:tavLst>
                                        <p:tav tm="0">
                                          <p:val>
                                            <p:strVal val="#ppt_x"/>
                                          </p:val>
                                        </p:tav>
                                        <p:tav tm="100000">
                                          <p:val>
                                            <p:strVal val="#ppt_x"/>
                                          </p:val>
                                        </p:tav>
                                      </p:tavLst>
                                    </p:anim>
                                    <p:anim calcmode="lin" valueType="num">
                                      <p:cBhvr additive="base">
                                        <p:cTn id="35" dur="250" fill="hold"/>
                                        <p:tgtEl>
                                          <p:spTgt spid="29"/>
                                        </p:tgtEl>
                                        <p:attrNameLst>
                                          <p:attrName>ppt_y</p:attrName>
                                        </p:attrNameLst>
                                      </p:cBhvr>
                                      <p:tavLst>
                                        <p:tav tm="0">
                                          <p:val>
                                            <p:strVal val="0-#ppt_h/2"/>
                                          </p:val>
                                        </p:tav>
                                        <p:tav tm="100000">
                                          <p:val>
                                            <p:strVal val="#ppt_y"/>
                                          </p:val>
                                        </p:tav>
                                      </p:tavLst>
                                    </p:anim>
                                  </p:childTnLst>
                                </p:cTn>
                              </p:par>
                              <p:par>
                                <p:cTn id="36" presetID="2" presetClass="entr" presetSubtype="1" fill="hold" nodeType="withEffect">
                                  <p:stCondLst>
                                    <p:cond delay="250"/>
                                  </p:stCondLst>
                                  <p:childTnLst>
                                    <p:set>
                                      <p:cBhvr>
                                        <p:cTn id="37" dur="1" fill="hold">
                                          <p:stCondLst>
                                            <p:cond delay="0"/>
                                          </p:stCondLst>
                                        </p:cTn>
                                        <p:tgtEl>
                                          <p:spTgt spid="45"/>
                                        </p:tgtEl>
                                        <p:attrNameLst>
                                          <p:attrName>style.visibility</p:attrName>
                                        </p:attrNameLst>
                                      </p:cBhvr>
                                      <p:to>
                                        <p:strVal val="visible"/>
                                      </p:to>
                                    </p:set>
                                    <p:anim calcmode="lin" valueType="num">
                                      <p:cBhvr additive="base">
                                        <p:cTn id="38" dur="250" fill="hold"/>
                                        <p:tgtEl>
                                          <p:spTgt spid="45"/>
                                        </p:tgtEl>
                                        <p:attrNameLst>
                                          <p:attrName>ppt_x</p:attrName>
                                        </p:attrNameLst>
                                      </p:cBhvr>
                                      <p:tavLst>
                                        <p:tav tm="0">
                                          <p:val>
                                            <p:strVal val="#ppt_x"/>
                                          </p:val>
                                        </p:tav>
                                        <p:tav tm="100000">
                                          <p:val>
                                            <p:strVal val="#ppt_x"/>
                                          </p:val>
                                        </p:tav>
                                      </p:tavLst>
                                    </p:anim>
                                    <p:anim calcmode="lin" valueType="num">
                                      <p:cBhvr additive="base">
                                        <p:cTn id="39" dur="250" fill="hold"/>
                                        <p:tgtEl>
                                          <p:spTgt spid="45"/>
                                        </p:tgtEl>
                                        <p:attrNameLst>
                                          <p:attrName>ppt_y</p:attrName>
                                        </p:attrNameLst>
                                      </p:cBhvr>
                                      <p:tavLst>
                                        <p:tav tm="0">
                                          <p:val>
                                            <p:strVal val="0-#ppt_h/2"/>
                                          </p:val>
                                        </p:tav>
                                        <p:tav tm="100000">
                                          <p:val>
                                            <p:strVal val="#ppt_y"/>
                                          </p:val>
                                        </p:tav>
                                      </p:tavLst>
                                    </p:anim>
                                  </p:childTnLst>
                                </p:cTn>
                              </p:par>
                              <p:par>
                                <p:cTn id="40" presetID="2" presetClass="entr" presetSubtype="1" fill="hold" nodeType="withEffect">
                                  <p:stCondLst>
                                    <p:cond delay="250"/>
                                  </p:stCondLst>
                                  <p:childTnLst>
                                    <p:set>
                                      <p:cBhvr>
                                        <p:cTn id="41" dur="1" fill="hold">
                                          <p:stCondLst>
                                            <p:cond delay="0"/>
                                          </p:stCondLst>
                                        </p:cTn>
                                        <p:tgtEl>
                                          <p:spTgt spid="50"/>
                                        </p:tgtEl>
                                        <p:attrNameLst>
                                          <p:attrName>style.visibility</p:attrName>
                                        </p:attrNameLst>
                                      </p:cBhvr>
                                      <p:to>
                                        <p:strVal val="visible"/>
                                      </p:to>
                                    </p:set>
                                    <p:anim calcmode="lin" valueType="num">
                                      <p:cBhvr additive="base">
                                        <p:cTn id="42" dur="250" fill="hold"/>
                                        <p:tgtEl>
                                          <p:spTgt spid="50"/>
                                        </p:tgtEl>
                                        <p:attrNameLst>
                                          <p:attrName>ppt_x</p:attrName>
                                        </p:attrNameLst>
                                      </p:cBhvr>
                                      <p:tavLst>
                                        <p:tav tm="0">
                                          <p:val>
                                            <p:strVal val="#ppt_x"/>
                                          </p:val>
                                        </p:tav>
                                        <p:tav tm="100000">
                                          <p:val>
                                            <p:strVal val="#ppt_x"/>
                                          </p:val>
                                        </p:tav>
                                      </p:tavLst>
                                    </p:anim>
                                    <p:anim calcmode="lin" valueType="num">
                                      <p:cBhvr additive="base">
                                        <p:cTn id="43" dur="250" fill="hold"/>
                                        <p:tgtEl>
                                          <p:spTgt spid="50"/>
                                        </p:tgtEl>
                                        <p:attrNameLst>
                                          <p:attrName>ppt_y</p:attrName>
                                        </p:attrNameLst>
                                      </p:cBhvr>
                                      <p:tavLst>
                                        <p:tav tm="0">
                                          <p:val>
                                            <p:strVal val="0-#ppt_h/2"/>
                                          </p:val>
                                        </p:tav>
                                        <p:tav tm="100000">
                                          <p:val>
                                            <p:strVal val="#ppt_y"/>
                                          </p:val>
                                        </p:tav>
                                      </p:tavLst>
                                    </p:anim>
                                  </p:childTnLst>
                                </p:cTn>
                              </p:par>
                              <p:par>
                                <p:cTn id="44" presetID="2" presetClass="entr" presetSubtype="1" fill="hold" nodeType="withEffect">
                                  <p:stCondLst>
                                    <p:cond delay="500"/>
                                  </p:stCondLst>
                                  <p:childTnLst>
                                    <p:set>
                                      <p:cBhvr>
                                        <p:cTn id="45" dur="1" fill="hold">
                                          <p:stCondLst>
                                            <p:cond delay="0"/>
                                          </p:stCondLst>
                                        </p:cTn>
                                        <p:tgtEl>
                                          <p:spTgt spid="46"/>
                                        </p:tgtEl>
                                        <p:attrNameLst>
                                          <p:attrName>style.visibility</p:attrName>
                                        </p:attrNameLst>
                                      </p:cBhvr>
                                      <p:to>
                                        <p:strVal val="visible"/>
                                      </p:to>
                                    </p:set>
                                    <p:anim calcmode="lin" valueType="num">
                                      <p:cBhvr additive="base">
                                        <p:cTn id="46" dur="250" fill="hold"/>
                                        <p:tgtEl>
                                          <p:spTgt spid="46"/>
                                        </p:tgtEl>
                                        <p:attrNameLst>
                                          <p:attrName>ppt_x</p:attrName>
                                        </p:attrNameLst>
                                      </p:cBhvr>
                                      <p:tavLst>
                                        <p:tav tm="0">
                                          <p:val>
                                            <p:strVal val="#ppt_x"/>
                                          </p:val>
                                        </p:tav>
                                        <p:tav tm="100000">
                                          <p:val>
                                            <p:strVal val="#ppt_x"/>
                                          </p:val>
                                        </p:tav>
                                      </p:tavLst>
                                    </p:anim>
                                    <p:anim calcmode="lin" valueType="num">
                                      <p:cBhvr additive="base">
                                        <p:cTn id="47" dur="250" fill="hold"/>
                                        <p:tgtEl>
                                          <p:spTgt spid="46"/>
                                        </p:tgtEl>
                                        <p:attrNameLst>
                                          <p:attrName>ppt_y</p:attrName>
                                        </p:attrNameLst>
                                      </p:cBhvr>
                                      <p:tavLst>
                                        <p:tav tm="0">
                                          <p:val>
                                            <p:strVal val="0-#ppt_h/2"/>
                                          </p:val>
                                        </p:tav>
                                        <p:tav tm="100000">
                                          <p:val>
                                            <p:strVal val="#ppt_y"/>
                                          </p:val>
                                        </p:tav>
                                      </p:tavLst>
                                    </p:anim>
                                  </p:childTnLst>
                                </p:cTn>
                              </p:par>
                              <p:par>
                                <p:cTn id="48" presetID="2" presetClass="entr" presetSubtype="1" fill="hold" nodeType="withEffect">
                                  <p:stCondLst>
                                    <p:cond delay="500"/>
                                  </p:stCondLst>
                                  <p:childTnLst>
                                    <p:set>
                                      <p:cBhvr>
                                        <p:cTn id="49" dur="1" fill="hold">
                                          <p:stCondLst>
                                            <p:cond delay="0"/>
                                          </p:stCondLst>
                                        </p:cTn>
                                        <p:tgtEl>
                                          <p:spTgt spid="52"/>
                                        </p:tgtEl>
                                        <p:attrNameLst>
                                          <p:attrName>style.visibility</p:attrName>
                                        </p:attrNameLst>
                                      </p:cBhvr>
                                      <p:to>
                                        <p:strVal val="visible"/>
                                      </p:to>
                                    </p:set>
                                    <p:anim calcmode="lin" valueType="num">
                                      <p:cBhvr additive="base">
                                        <p:cTn id="50" dur="250" fill="hold"/>
                                        <p:tgtEl>
                                          <p:spTgt spid="52"/>
                                        </p:tgtEl>
                                        <p:attrNameLst>
                                          <p:attrName>ppt_x</p:attrName>
                                        </p:attrNameLst>
                                      </p:cBhvr>
                                      <p:tavLst>
                                        <p:tav tm="0">
                                          <p:val>
                                            <p:strVal val="#ppt_x"/>
                                          </p:val>
                                        </p:tav>
                                        <p:tav tm="100000">
                                          <p:val>
                                            <p:strVal val="#ppt_x"/>
                                          </p:val>
                                        </p:tav>
                                      </p:tavLst>
                                    </p:anim>
                                    <p:anim calcmode="lin" valueType="num">
                                      <p:cBhvr additive="base">
                                        <p:cTn id="51" dur="250" fill="hold"/>
                                        <p:tgtEl>
                                          <p:spTgt spid="52"/>
                                        </p:tgtEl>
                                        <p:attrNameLst>
                                          <p:attrName>ppt_y</p:attrName>
                                        </p:attrNameLst>
                                      </p:cBhvr>
                                      <p:tavLst>
                                        <p:tav tm="0">
                                          <p:val>
                                            <p:strVal val="0-#ppt_h/2"/>
                                          </p:val>
                                        </p:tav>
                                        <p:tav tm="100000">
                                          <p:val>
                                            <p:strVal val="#ppt_y"/>
                                          </p:val>
                                        </p:tav>
                                      </p:tavLst>
                                    </p:anim>
                                  </p:childTnLst>
                                </p:cTn>
                              </p:par>
                              <p:par>
                                <p:cTn id="52" presetID="2" presetClass="entr" presetSubtype="1" fill="hold" nodeType="withEffect">
                                  <p:stCondLst>
                                    <p:cond delay="750"/>
                                  </p:stCondLst>
                                  <p:childTnLst>
                                    <p:set>
                                      <p:cBhvr>
                                        <p:cTn id="53" dur="1" fill="hold">
                                          <p:stCondLst>
                                            <p:cond delay="0"/>
                                          </p:stCondLst>
                                        </p:cTn>
                                        <p:tgtEl>
                                          <p:spTgt spid="53"/>
                                        </p:tgtEl>
                                        <p:attrNameLst>
                                          <p:attrName>style.visibility</p:attrName>
                                        </p:attrNameLst>
                                      </p:cBhvr>
                                      <p:to>
                                        <p:strVal val="visible"/>
                                      </p:to>
                                    </p:set>
                                    <p:anim calcmode="lin" valueType="num">
                                      <p:cBhvr additive="base">
                                        <p:cTn id="54" dur="250" fill="hold"/>
                                        <p:tgtEl>
                                          <p:spTgt spid="53"/>
                                        </p:tgtEl>
                                        <p:attrNameLst>
                                          <p:attrName>ppt_x</p:attrName>
                                        </p:attrNameLst>
                                      </p:cBhvr>
                                      <p:tavLst>
                                        <p:tav tm="0">
                                          <p:val>
                                            <p:strVal val="#ppt_x"/>
                                          </p:val>
                                        </p:tav>
                                        <p:tav tm="100000">
                                          <p:val>
                                            <p:strVal val="#ppt_x"/>
                                          </p:val>
                                        </p:tav>
                                      </p:tavLst>
                                    </p:anim>
                                    <p:anim calcmode="lin" valueType="num">
                                      <p:cBhvr additive="base">
                                        <p:cTn id="55" dur="250" fill="hold"/>
                                        <p:tgtEl>
                                          <p:spTgt spid="53"/>
                                        </p:tgtEl>
                                        <p:attrNameLst>
                                          <p:attrName>ppt_y</p:attrName>
                                        </p:attrNameLst>
                                      </p:cBhvr>
                                      <p:tavLst>
                                        <p:tav tm="0">
                                          <p:val>
                                            <p:strVal val="0-#ppt_h/2"/>
                                          </p:val>
                                        </p:tav>
                                        <p:tav tm="100000">
                                          <p:val>
                                            <p:strVal val="#ppt_y"/>
                                          </p:val>
                                        </p:tav>
                                      </p:tavLst>
                                    </p:anim>
                                  </p:childTnLst>
                                </p:cTn>
                              </p:par>
                            </p:childTnLst>
                          </p:cTn>
                        </p:par>
                      </p:childTnLst>
                    </p:cTn>
                  </p:par>
                  <p:par>
                    <p:cTn id="56" fill="hold">
                      <p:stCondLst>
                        <p:cond delay="indefinite"/>
                      </p:stCondLst>
                      <p:childTnLst>
                        <p:par>
                          <p:cTn id="57" fill="hold">
                            <p:stCondLst>
                              <p:cond delay="0"/>
                            </p:stCondLst>
                            <p:childTnLst>
                              <p:par>
                                <p:cTn id="58" presetID="1" presetClass="mediacall" presetSubtype="0" fill="hold" nodeType="clickEffect">
                                  <p:stCondLst>
                                    <p:cond delay="0"/>
                                  </p:stCondLst>
                                  <p:childTnLst>
                                    <p:cmd type="call" cmd="playFrom(0.0)">
                                      <p:cBhvr>
                                        <p:cTn id="59" dur="417" fill="hold"/>
                                        <p:tgtEl>
                                          <p:spTgt spid="7"/>
                                        </p:tgtEl>
                                      </p:cBhvr>
                                    </p:cmd>
                                  </p:childTnLst>
                                </p:cTn>
                              </p:par>
                            </p:childTnLst>
                          </p:cTn>
                        </p:par>
                        <p:par>
                          <p:cTn id="60" fill="hold">
                            <p:stCondLst>
                              <p:cond delay="417"/>
                            </p:stCondLst>
                            <p:childTnLst>
                              <p:par>
                                <p:cTn id="61" presetID="1" presetClass="mediacall" presetSubtype="0" fill="hold" nodeType="afterEffect">
                                  <p:stCondLst>
                                    <p:cond delay="0"/>
                                  </p:stCondLst>
                                  <p:childTnLst>
                                    <p:cmd type="call" cmd="playFrom(0.0)">
                                      <p:cBhvr>
                                        <p:cTn id="62" dur="888" fill="hold"/>
                                        <p:tgtEl>
                                          <p:spTgt spid="16"/>
                                        </p:tgtEl>
                                      </p:cBhvr>
                                    </p:cmd>
                                  </p:childTnLst>
                                </p:cTn>
                              </p:par>
                              <p:par>
                                <p:cTn id="63" presetID="2" presetClass="entr" presetSubtype="1" fill="hold" nodeType="withEffect">
                                  <p:stCondLst>
                                    <p:cond delay="0"/>
                                  </p:stCondLst>
                                  <p:childTnLst>
                                    <p:set>
                                      <p:cBhvr>
                                        <p:cTn id="64" dur="1" fill="hold">
                                          <p:stCondLst>
                                            <p:cond delay="0"/>
                                          </p:stCondLst>
                                        </p:cTn>
                                        <p:tgtEl>
                                          <p:spTgt spid="55"/>
                                        </p:tgtEl>
                                        <p:attrNameLst>
                                          <p:attrName>style.visibility</p:attrName>
                                        </p:attrNameLst>
                                      </p:cBhvr>
                                      <p:to>
                                        <p:strVal val="visible"/>
                                      </p:to>
                                    </p:set>
                                    <p:anim calcmode="lin" valueType="num">
                                      <p:cBhvr additive="base">
                                        <p:cTn id="65" dur="250" fill="hold"/>
                                        <p:tgtEl>
                                          <p:spTgt spid="55"/>
                                        </p:tgtEl>
                                        <p:attrNameLst>
                                          <p:attrName>ppt_x</p:attrName>
                                        </p:attrNameLst>
                                      </p:cBhvr>
                                      <p:tavLst>
                                        <p:tav tm="0">
                                          <p:val>
                                            <p:strVal val="#ppt_x"/>
                                          </p:val>
                                        </p:tav>
                                        <p:tav tm="100000">
                                          <p:val>
                                            <p:strVal val="#ppt_x"/>
                                          </p:val>
                                        </p:tav>
                                      </p:tavLst>
                                    </p:anim>
                                    <p:anim calcmode="lin" valueType="num">
                                      <p:cBhvr additive="base">
                                        <p:cTn id="66" dur="250" fill="hold"/>
                                        <p:tgtEl>
                                          <p:spTgt spid="55"/>
                                        </p:tgtEl>
                                        <p:attrNameLst>
                                          <p:attrName>ppt_y</p:attrName>
                                        </p:attrNameLst>
                                      </p:cBhvr>
                                      <p:tavLst>
                                        <p:tav tm="0">
                                          <p:val>
                                            <p:strVal val="0-#ppt_h/2"/>
                                          </p:val>
                                        </p:tav>
                                        <p:tav tm="100000">
                                          <p:val>
                                            <p:strVal val="#ppt_y"/>
                                          </p:val>
                                        </p:tav>
                                      </p:tavLst>
                                    </p:anim>
                                  </p:childTnLst>
                                </p:cTn>
                              </p:par>
                              <p:par>
                                <p:cTn id="67" presetID="2" presetClass="entr" presetSubtype="1" fill="hold" nodeType="withEffect">
                                  <p:stCondLst>
                                    <p:cond delay="0"/>
                                  </p:stCondLst>
                                  <p:childTnLst>
                                    <p:set>
                                      <p:cBhvr>
                                        <p:cTn id="68" dur="1" fill="hold">
                                          <p:stCondLst>
                                            <p:cond delay="0"/>
                                          </p:stCondLst>
                                        </p:cTn>
                                        <p:tgtEl>
                                          <p:spTgt spid="60"/>
                                        </p:tgtEl>
                                        <p:attrNameLst>
                                          <p:attrName>style.visibility</p:attrName>
                                        </p:attrNameLst>
                                      </p:cBhvr>
                                      <p:to>
                                        <p:strVal val="visible"/>
                                      </p:to>
                                    </p:set>
                                    <p:anim calcmode="lin" valueType="num">
                                      <p:cBhvr additive="base">
                                        <p:cTn id="69" dur="250" fill="hold"/>
                                        <p:tgtEl>
                                          <p:spTgt spid="60"/>
                                        </p:tgtEl>
                                        <p:attrNameLst>
                                          <p:attrName>ppt_x</p:attrName>
                                        </p:attrNameLst>
                                      </p:cBhvr>
                                      <p:tavLst>
                                        <p:tav tm="0">
                                          <p:val>
                                            <p:strVal val="#ppt_x"/>
                                          </p:val>
                                        </p:tav>
                                        <p:tav tm="100000">
                                          <p:val>
                                            <p:strVal val="#ppt_x"/>
                                          </p:val>
                                        </p:tav>
                                      </p:tavLst>
                                    </p:anim>
                                    <p:anim calcmode="lin" valueType="num">
                                      <p:cBhvr additive="base">
                                        <p:cTn id="70" dur="250" fill="hold"/>
                                        <p:tgtEl>
                                          <p:spTgt spid="60"/>
                                        </p:tgtEl>
                                        <p:attrNameLst>
                                          <p:attrName>ppt_y</p:attrName>
                                        </p:attrNameLst>
                                      </p:cBhvr>
                                      <p:tavLst>
                                        <p:tav tm="0">
                                          <p:val>
                                            <p:strVal val="0-#ppt_h/2"/>
                                          </p:val>
                                        </p:tav>
                                        <p:tav tm="100000">
                                          <p:val>
                                            <p:strVal val="#ppt_y"/>
                                          </p:val>
                                        </p:tav>
                                      </p:tavLst>
                                    </p:anim>
                                  </p:childTnLst>
                                </p:cTn>
                              </p:par>
                              <p:par>
                                <p:cTn id="71" presetID="2" presetClass="entr" presetSubtype="1" fill="hold" nodeType="withEffect">
                                  <p:stCondLst>
                                    <p:cond delay="0"/>
                                  </p:stCondLst>
                                  <p:childTnLst>
                                    <p:set>
                                      <p:cBhvr>
                                        <p:cTn id="72" dur="1" fill="hold">
                                          <p:stCondLst>
                                            <p:cond delay="0"/>
                                          </p:stCondLst>
                                        </p:cTn>
                                        <p:tgtEl>
                                          <p:spTgt spid="66"/>
                                        </p:tgtEl>
                                        <p:attrNameLst>
                                          <p:attrName>style.visibility</p:attrName>
                                        </p:attrNameLst>
                                      </p:cBhvr>
                                      <p:to>
                                        <p:strVal val="visible"/>
                                      </p:to>
                                    </p:set>
                                    <p:anim calcmode="lin" valueType="num">
                                      <p:cBhvr additive="base">
                                        <p:cTn id="73" dur="250" fill="hold"/>
                                        <p:tgtEl>
                                          <p:spTgt spid="66"/>
                                        </p:tgtEl>
                                        <p:attrNameLst>
                                          <p:attrName>ppt_x</p:attrName>
                                        </p:attrNameLst>
                                      </p:cBhvr>
                                      <p:tavLst>
                                        <p:tav tm="0">
                                          <p:val>
                                            <p:strVal val="#ppt_x"/>
                                          </p:val>
                                        </p:tav>
                                        <p:tav tm="100000">
                                          <p:val>
                                            <p:strVal val="#ppt_x"/>
                                          </p:val>
                                        </p:tav>
                                      </p:tavLst>
                                    </p:anim>
                                    <p:anim calcmode="lin" valueType="num">
                                      <p:cBhvr additive="base">
                                        <p:cTn id="74" dur="250" fill="hold"/>
                                        <p:tgtEl>
                                          <p:spTgt spid="66"/>
                                        </p:tgtEl>
                                        <p:attrNameLst>
                                          <p:attrName>ppt_y</p:attrName>
                                        </p:attrNameLst>
                                      </p:cBhvr>
                                      <p:tavLst>
                                        <p:tav tm="0">
                                          <p:val>
                                            <p:strVal val="0-#ppt_h/2"/>
                                          </p:val>
                                        </p:tav>
                                        <p:tav tm="100000">
                                          <p:val>
                                            <p:strVal val="#ppt_y"/>
                                          </p:val>
                                        </p:tav>
                                      </p:tavLst>
                                    </p:anim>
                                  </p:childTnLst>
                                </p:cTn>
                              </p:par>
                              <p:par>
                                <p:cTn id="75" presetID="2" presetClass="entr" presetSubtype="1" fill="hold" nodeType="withEffect">
                                  <p:stCondLst>
                                    <p:cond delay="0"/>
                                  </p:stCondLst>
                                  <p:childTnLst>
                                    <p:set>
                                      <p:cBhvr>
                                        <p:cTn id="76" dur="1" fill="hold">
                                          <p:stCondLst>
                                            <p:cond delay="0"/>
                                          </p:stCondLst>
                                        </p:cTn>
                                        <p:tgtEl>
                                          <p:spTgt spid="71"/>
                                        </p:tgtEl>
                                        <p:attrNameLst>
                                          <p:attrName>style.visibility</p:attrName>
                                        </p:attrNameLst>
                                      </p:cBhvr>
                                      <p:to>
                                        <p:strVal val="visible"/>
                                      </p:to>
                                    </p:set>
                                    <p:anim calcmode="lin" valueType="num">
                                      <p:cBhvr additive="base">
                                        <p:cTn id="77" dur="250" fill="hold"/>
                                        <p:tgtEl>
                                          <p:spTgt spid="71"/>
                                        </p:tgtEl>
                                        <p:attrNameLst>
                                          <p:attrName>ppt_x</p:attrName>
                                        </p:attrNameLst>
                                      </p:cBhvr>
                                      <p:tavLst>
                                        <p:tav tm="0">
                                          <p:val>
                                            <p:strVal val="#ppt_x"/>
                                          </p:val>
                                        </p:tav>
                                        <p:tav tm="100000">
                                          <p:val>
                                            <p:strVal val="#ppt_x"/>
                                          </p:val>
                                        </p:tav>
                                      </p:tavLst>
                                    </p:anim>
                                    <p:anim calcmode="lin" valueType="num">
                                      <p:cBhvr additive="base">
                                        <p:cTn id="78" dur="250" fill="hold"/>
                                        <p:tgtEl>
                                          <p:spTgt spid="71"/>
                                        </p:tgtEl>
                                        <p:attrNameLst>
                                          <p:attrName>ppt_y</p:attrName>
                                        </p:attrNameLst>
                                      </p:cBhvr>
                                      <p:tavLst>
                                        <p:tav tm="0">
                                          <p:val>
                                            <p:strVal val="0-#ppt_h/2"/>
                                          </p:val>
                                        </p:tav>
                                        <p:tav tm="100000">
                                          <p:val>
                                            <p:strVal val="#ppt_y"/>
                                          </p:val>
                                        </p:tav>
                                      </p:tavLst>
                                    </p:anim>
                                  </p:childTnLst>
                                </p:cTn>
                              </p:par>
                              <p:par>
                                <p:cTn id="79" presetID="2" presetClass="entr" presetSubtype="1" fill="hold" nodeType="withEffect">
                                  <p:stCondLst>
                                    <p:cond delay="250"/>
                                  </p:stCondLst>
                                  <p:childTnLst>
                                    <p:set>
                                      <p:cBhvr>
                                        <p:cTn id="80" dur="1" fill="hold">
                                          <p:stCondLst>
                                            <p:cond delay="0"/>
                                          </p:stCondLst>
                                        </p:cTn>
                                        <p:tgtEl>
                                          <p:spTgt spid="56"/>
                                        </p:tgtEl>
                                        <p:attrNameLst>
                                          <p:attrName>style.visibility</p:attrName>
                                        </p:attrNameLst>
                                      </p:cBhvr>
                                      <p:to>
                                        <p:strVal val="visible"/>
                                      </p:to>
                                    </p:set>
                                    <p:anim calcmode="lin" valueType="num">
                                      <p:cBhvr additive="base">
                                        <p:cTn id="81" dur="250" fill="hold"/>
                                        <p:tgtEl>
                                          <p:spTgt spid="56"/>
                                        </p:tgtEl>
                                        <p:attrNameLst>
                                          <p:attrName>ppt_x</p:attrName>
                                        </p:attrNameLst>
                                      </p:cBhvr>
                                      <p:tavLst>
                                        <p:tav tm="0">
                                          <p:val>
                                            <p:strVal val="#ppt_x"/>
                                          </p:val>
                                        </p:tav>
                                        <p:tav tm="100000">
                                          <p:val>
                                            <p:strVal val="#ppt_x"/>
                                          </p:val>
                                        </p:tav>
                                      </p:tavLst>
                                    </p:anim>
                                    <p:anim calcmode="lin" valueType="num">
                                      <p:cBhvr additive="base">
                                        <p:cTn id="82" dur="250" fill="hold"/>
                                        <p:tgtEl>
                                          <p:spTgt spid="56"/>
                                        </p:tgtEl>
                                        <p:attrNameLst>
                                          <p:attrName>ppt_y</p:attrName>
                                        </p:attrNameLst>
                                      </p:cBhvr>
                                      <p:tavLst>
                                        <p:tav tm="0">
                                          <p:val>
                                            <p:strVal val="0-#ppt_h/2"/>
                                          </p:val>
                                        </p:tav>
                                        <p:tav tm="100000">
                                          <p:val>
                                            <p:strVal val="#ppt_y"/>
                                          </p:val>
                                        </p:tav>
                                      </p:tavLst>
                                    </p:anim>
                                  </p:childTnLst>
                                </p:cTn>
                              </p:par>
                              <p:par>
                                <p:cTn id="83" presetID="2" presetClass="entr" presetSubtype="1" fill="hold" nodeType="withEffect">
                                  <p:stCondLst>
                                    <p:cond delay="250"/>
                                  </p:stCondLst>
                                  <p:childTnLst>
                                    <p:set>
                                      <p:cBhvr>
                                        <p:cTn id="84" dur="1" fill="hold">
                                          <p:stCondLst>
                                            <p:cond delay="0"/>
                                          </p:stCondLst>
                                        </p:cTn>
                                        <p:tgtEl>
                                          <p:spTgt spid="61"/>
                                        </p:tgtEl>
                                        <p:attrNameLst>
                                          <p:attrName>style.visibility</p:attrName>
                                        </p:attrNameLst>
                                      </p:cBhvr>
                                      <p:to>
                                        <p:strVal val="visible"/>
                                      </p:to>
                                    </p:set>
                                    <p:anim calcmode="lin" valueType="num">
                                      <p:cBhvr additive="base">
                                        <p:cTn id="85" dur="250" fill="hold"/>
                                        <p:tgtEl>
                                          <p:spTgt spid="61"/>
                                        </p:tgtEl>
                                        <p:attrNameLst>
                                          <p:attrName>ppt_x</p:attrName>
                                        </p:attrNameLst>
                                      </p:cBhvr>
                                      <p:tavLst>
                                        <p:tav tm="0">
                                          <p:val>
                                            <p:strVal val="#ppt_x"/>
                                          </p:val>
                                        </p:tav>
                                        <p:tav tm="100000">
                                          <p:val>
                                            <p:strVal val="#ppt_x"/>
                                          </p:val>
                                        </p:tav>
                                      </p:tavLst>
                                    </p:anim>
                                    <p:anim calcmode="lin" valueType="num">
                                      <p:cBhvr additive="base">
                                        <p:cTn id="86" dur="250" fill="hold"/>
                                        <p:tgtEl>
                                          <p:spTgt spid="61"/>
                                        </p:tgtEl>
                                        <p:attrNameLst>
                                          <p:attrName>ppt_y</p:attrName>
                                        </p:attrNameLst>
                                      </p:cBhvr>
                                      <p:tavLst>
                                        <p:tav tm="0">
                                          <p:val>
                                            <p:strVal val="0-#ppt_h/2"/>
                                          </p:val>
                                        </p:tav>
                                        <p:tav tm="100000">
                                          <p:val>
                                            <p:strVal val="#ppt_y"/>
                                          </p:val>
                                        </p:tav>
                                      </p:tavLst>
                                    </p:anim>
                                  </p:childTnLst>
                                </p:cTn>
                              </p:par>
                              <p:par>
                                <p:cTn id="87" presetID="2" presetClass="entr" presetSubtype="1" fill="hold" nodeType="withEffect">
                                  <p:stCondLst>
                                    <p:cond delay="250"/>
                                  </p:stCondLst>
                                  <p:childTnLst>
                                    <p:set>
                                      <p:cBhvr>
                                        <p:cTn id="88" dur="1" fill="hold">
                                          <p:stCondLst>
                                            <p:cond delay="0"/>
                                          </p:stCondLst>
                                        </p:cTn>
                                        <p:tgtEl>
                                          <p:spTgt spid="67"/>
                                        </p:tgtEl>
                                        <p:attrNameLst>
                                          <p:attrName>style.visibility</p:attrName>
                                        </p:attrNameLst>
                                      </p:cBhvr>
                                      <p:to>
                                        <p:strVal val="visible"/>
                                      </p:to>
                                    </p:set>
                                    <p:anim calcmode="lin" valueType="num">
                                      <p:cBhvr additive="base">
                                        <p:cTn id="89" dur="250" fill="hold"/>
                                        <p:tgtEl>
                                          <p:spTgt spid="67"/>
                                        </p:tgtEl>
                                        <p:attrNameLst>
                                          <p:attrName>ppt_x</p:attrName>
                                        </p:attrNameLst>
                                      </p:cBhvr>
                                      <p:tavLst>
                                        <p:tav tm="0">
                                          <p:val>
                                            <p:strVal val="#ppt_x"/>
                                          </p:val>
                                        </p:tav>
                                        <p:tav tm="100000">
                                          <p:val>
                                            <p:strVal val="#ppt_x"/>
                                          </p:val>
                                        </p:tav>
                                      </p:tavLst>
                                    </p:anim>
                                    <p:anim calcmode="lin" valueType="num">
                                      <p:cBhvr additive="base">
                                        <p:cTn id="90" dur="250" fill="hold"/>
                                        <p:tgtEl>
                                          <p:spTgt spid="67"/>
                                        </p:tgtEl>
                                        <p:attrNameLst>
                                          <p:attrName>ppt_y</p:attrName>
                                        </p:attrNameLst>
                                      </p:cBhvr>
                                      <p:tavLst>
                                        <p:tav tm="0">
                                          <p:val>
                                            <p:strVal val="0-#ppt_h/2"/>
                                          </p:val>
                                        </p:tav>
                                        <p:tav tm="100000">
                                          <p:val>
                                            <p:strVal val="#ppt_y"/>
                                          </p:val>
                                        </p:tav>
                                      </p:tavLst>
                                    </p:anim>
                                  </p:childTnLst>
                                </p:cTn>
                              </p:par>
                              <p:par>
                                <p:cTn id="91" presetID="2" presetClass="entr" presetSubtype="1" fill="hold" nodeType="withEffect">
                                  <p:stCondLst>
                                    <p:cond delay="250"/>
                                  </p:stCondLst>
                                  <p:childTnLst>
                                    <p:set>
                                      <p:cBhvr>
                                        <p:cTn id="92" dur="1" fill="hold">
                                          <p:stCondLst>
                                            <p:cond delay="0"/>
                                          </p:stCondLst>
                                        </p:cTn>
                                        <p:tgtEl>
                                          <p:spTgt spid="72"/>
                                        </p:tgtEl>
                                        <p:attrNameLst>
                                          <p:attrName>style.visibility</p:attrName>
                                        </p:attrNameLst>
                                      </p:cBhvr>
                                      <p:to>
                                        <p:strVal val="visible"/>
                                      </p:to>
                                    </p:set>
                                    <p:anim calcmode="lin" valueType="num">
                                      <p:cBhvr additive="base">
                                        <p:cTn id="93" dur="250" fill="hold"/>
                                        <p:tgtEl>
                                          <p:spTgt spid="72"/>
                                        </p:tgtEl>
                                        <p:attrNameLst>
                                          <p:attrName>ppt_x</p:attrName>
                                        </p:attrNameLst>
                                      </p:cBhvr>
                                      <p:tavLst>
                                        <p:tav tm="0">
                                          <p:val>
                                            <p:strVal val="#ppt_x"/>
                                          </p:val>
                                        </p:tav>
                                        <p:tav tm="100000">
                                          <p:val>
                                            <p:strVal val="#ppt_x"/>
                                          </p:val>
                                        </p:tav>
                                      </p:tavLst>
                                    </p:anim>
                                    <p:anim calcmode="lin" valueType="num">
                                      <p:cBhvr additive="base">
                                        <p:cTn id="94" dur="250" fill="hold"/>
                                        <p:tgtEl>
                                          <p:spTgt spid="72"/>
                                        </p:tgtEl>
                                        <p:attrNameLst>
                                          <p:attrName>ppt_y</p:attrName>
                                        </p:attrNameLst>
                                      </p:cBhvr>
                                      <p:tavLst>
                                        <p:tav tm="0">
                                          <p:val>
                                            <p:strVal val="0-#ppt_h/2"/>
                                          </p:val>
                                        </p:tav>
                                        <p:tav tm="100000">
                                          <p:val>
                                            <p:strVal val="#ppt_y"/>
                                          </p:val>
                                        </p:tav>
                                      </p:tavLst>
                                    </p:anim>
                                  </p:childTnLst>
                                </p:cTn>
                              </p:par>
                              <p:par>
                                <p:cTn id="95" presetID="2" presetClass="entr" presetSubtype="1" fill="hold" nodeType="withEffect">
                                  <p:stCondLst>
                                    <p:cond delay="500"/>
                                  </p:stCondLst>
                                  <p:childTnLst>
                                    <p:set>
                                      <p:cBhvr>
                                        <p:cTn id="96" dur="1" fill="hold">
                                          <p:stCondLst>
                                            <p:cond delay="0"/>
                                          </p:stCondLst>
                                        </p:cTn>
                                        <p:tgtEl>
                                          <p:spTgt spid="57"/>
                                        </p:tgtEl>
                                        <p:attrNameLst>
                                          <p:attrName>style.visibility</p:attrName>
                                        </p:attrNameLst>
                                      </p:cBhvr>
                                      <p:to>
                                        <p:strVal val="visible"/>
                                      </p:to>
                                    </p:set>
                                    <p:anim calcmode="lin" valueType="num">
                                      <p:cBhvr additive="base">
                                        <p:cTn id="97" dur="250" fill="hold"/>
                                        <p:tgtEl>
                                          <p:spTgt spid="57"/>
                                        </p:tgtEl>
                                        <p:attrNameLst>
                                          <p:attrName>ppt_x</p:attrName>
                                        </p:attrNameLst>
                                      </p:cBhvr>
                                      <p:tavLst>
                                        <p:tav tm="0">
                                          <p:val>
                                            <p:strVal val="#ppt_x"/>
                                          </p:val>
                                        </p:tav>
                                        <p:tav tm="100000">
                                          <p:val>
                                            <p:strVal val="#ppt_x"/>
                                          </p:val>
                                        </p:tav>
                                      </p:tavLst>
                                    </p:anim>
                                    <p:anim calcmode="lin" valueType="num">
                                      <p:cBhvr additive="base">
                                        <p:cTn id="98" dur="250" fill="hold"/>
                                        <p:tgtEl>
                                          <p:spTgt spid="57"/>
                                        </p:tgtEl>
                                        <p:attrNameLst>
                                          <p:attrName>ppt_y</p:attrName>
                                        </p:attrNameLst>
                                      </p:cBhvr>
                                      <p:tavLst>
                                        <p:tav tm="0">
                                          <p:val>
                                            <p:strVal val="0-#ppt_h/2"/>
                                          </p:val>
                                        </p:tav>
                                        <p:tav tm="100000">
                                          <p:val>
                                            <p:strVal val="#ppt_y"/>
                                          </p:val>
                                        </p:tav>
                                      </p:tavLst>
                                    </p:anim>
                                  </p:childTnLst>
                                </p:cTn>
                              </p:par>
                              <p:par>
                                <p:cTn id="99" presetID="2" presetClass="entr" presetSubtype="1" fill="hold" nodeType="withEffect">
                                  <p:stCondLst>
                                    <p:cond delay="500"/>
                                  </p:stCondLst>
                                  <p:childTnLst>
                                    <p:set>
                                      <p:cBhvr>
                                        <p:cTn id="100" dur="1" fill="hold">
                                          <p:stCondLst>
                                            <p:cond delay="0"/>
                                          </p:stCondLst>
                                        </p:cTn>
                                        <p:tgtEl>
                                          <p:spTgt spid="68"/>
                                        </p:tgtEl>
                                        <p:attrNameLst>
                                          <p:attrName>style.visibility</p:attrName>
                                        </p:attrNameLst>
                                      </p:cBhvr>
                                      <p:to>
                                        <p:strVal val="visible"/>
                                      </p:to>
                                    </p:set>
                                    <p:anim calcmode="lin" valueType="num">
                                      <p:cBhvr additive="base">
                                        <p:cTn id="101" dur="250" fill="hold"/>
                                        <p:tgtEl>
                                          <p:spTgt spid="68"/>
                                        </p:tgtEl>
                                        <p:attrNameLst>
                                          <p:attrName>ppt_x</p:attrName>
                                        </p:attrNameLst>
                                      </p:cBhvr>
                                      <p:tavLst>
                                        <p:tav tm="0">
                                          <p:val>
                                            <p:strVal val="#ppt_x"/>
                                          </p:val>
                                        </p:tav>
                                        <p:tav tm="100000">
                                          <p:val>
                                            <p:strVal val="#ppt_x"/>
                                          </p:val>
                                        </p:tav>
                                      </p:tavLst>
                                    </p:anim>
                                    <p:anim calcmode="lin" valueType="num">
                                      <p:cBhvr additive="base">
                                        <p:cTn id="102" dur="250" fill="hold"/>
                                        <p:tgtEl>
                                          <p:spTgt spid="68"/>
                                        </p:tgtEl>
                                        <p:attrNameLst>
                                          <p:attrName>ppt_y</p:attrName>
                                        </p:attrNameLst>
                                      </p:cBhvr>
                                      <p:tavLst>
                                        <p:tav tm="0">
                                          <p:val>
                                            <p:strVal val="0-#ppt_h/2"/>
                                          </p:val>
                                        </p:tav>
                                        <p:tav tm="100000">
                                          <p:val>
                                            <p:strVal val="#ppt_y"/>
                                          </p:val>
                                        </p:tav>
                                      </p:tavLst>
                                    </p:anim>
                                  </p:childTnLst>
                                </p:cTn>
                              </p:par>
                              <p:par>
                                <p:cTn id="103" presetID="2" presetClass="entr" presetSubtype="1" fill="hold" nodeType="withEffect">
                                  <p:stCondLst>
                                    <p:cond delay="500"/>
                                  </p:stCondLst>
                                  <p:childTnLst>
                                    <p:set>
                                      <p:cBhvr>
                                        <p:cTn id="104" dur="1" fill="hold">
                                          <p:stCondLst>
                                            <p:cond delay="0"/>
                                          </p:stCondLst>
                                        </p:cTn>
                                        <p:tgtEl>
                                          <p:spTgt spid="73"/>
                                        </p:tgtEl>
                                        <p:attrNameLst>
                                          <p:attrName>style.visibility</p:attrName>
                                        </p:attrNameLst>
                                      </p:cBhvr>
                                      <p:to>
                                        <p:strVal val="visible"/>
                                      </p:to>
                                    </p:set>
                                    <p:anim calcmode="lin" valueType="num">
                                      <p:cBhvr additive="base">
                                        <p:cTn id="105" dur="250" fill="hold"/>
                                        <p:tgtEl>
                                          <p:spTgt spid="73"/>
                                        </p:tgtEl>
                                        <p:attrNameLst>
                                          <p:attrName>ppt_x</p:attrName>
                                        </p:attrNameLst>
                                      </p:cBhvr>
                                      <p:tavLst>
                                        <p:tav tm="0">
                                          <p:val>
                                            <p:strVal val="#ppt_x"/>
                                          </p:val>
                                        </p:tav>
                                        <p:tav tm="100000">
                                          <p:val>
                                            <p:strVal val="#ppt_x"/>
                                          </p:val>
                                        </p:tav>
                                      </p:tavLst>
                                    </p:anim>
                                    <p:anim calcmode="lin" valueType="num">
                                      <p:cBhvr additive="base">
                                        <p:cTn id="106" dur="250" fill="hold"/>
                                        <p:tgtEl>
                                          <p:spTgt spid="73"/>
                                        </p:tgtEl>
                                        <p:attrNameLst>
                                          <p:attrName>ppt_y</p:attrName>
                                        </p:attrNameLst>
                                      </p:cBhvr>
                                      <p:tavLst>
                                        <p:tav tm="0">
                                          <p:val>
                                            <p:strVal val="0-#ppt_h/2"/>
                                          </p:val>
                                        </p:tav>
                                        <p:tav tm="100000">
                                          <p:val>
                                            <p:strVal val="#ppt_y"/>
                                          </p:val>
                                        </p:tav>
                                      </p:tavLst>
                                    </p:anim>
                                  </p:childTnLst>
                                </p:cTn>
                              </p:par>
                              <p:par>
                                <p:cTn id="107" presetID="2" presetClass="entr" presetSubtype="1" fill="hold" nodeType="withEffect">
                                  <p:stCondLst>
                                    <p:cond delay="750"/>
                                  </p:stCondLst>
                                  <p:childTnLst>
                                    <p:set>
                                      <p:cBhvr>
                                        <p:cTn id="108" dur="1" fill="hold">
                                          <p:stCondLst>
                                            <p:cond delay="0"/>
                                          </p:stCondLst>
                                        </p:cTn>
                                        <p:tgtEl>
                                          <p:spTgt spid="58"/>
                                        </p:tgtEl>
                                        <p:attrNameLst>
                                          <p:attrName>style.visibility</p:attrName>
                                        </p:attrNameLst>
                                      </p:cBhvr>
                                      <p:to>
                                        <p:strVal val="visible"/>
                                      </p:to>
                                    </p:set>
                                    <p:anim calcmode="lin" valueType="num">
                                      <p:cBhvr additive="base">
                                        <p:cTn id="109" dur="250" fill="hold"/>
                                        <p:tgtEl>
                                          <p:spTgt spid="58"/>
                                        </p:tgtEl>
                                        <p:attrNameLst>
                                          <p:attrName>ppt_x</p:attrName>
                                        </p:attrNameLst>
                                      </p:cBhvr>
                                      <p:tavLst>
                                        <p:tav tm="0">
                                          <p:val>
                                            <p:strVal val="#ppt_x"/>
                                          </p:val>
                                        </p:tav>
                                        <p:tav tm="100000">
                                          <p:val>
                                            <p:strVal val="#ppt_x"/>
                                          </p:val>
                                        </p:tav>
                                      </p:tavLst>
                                    </p:anim>
                                    <p:anim calcmode="lin" valueType="num">
                                      <p:cBhvr additive="base">
                                        <p:cTn id="110" dur="250" fill="hold"/>
                                        <p:tgtEl>
                                          <p:spTgt spid="58"/>
                                        </p:tgtEl>
                                        <p:attrNameLst>
                                          <p:attrName>ppt_y</p:attrName>
                                        </p:attrNameLst>
                                      </p:cBhvr>
                                      <p:tavLst>
                                        <p:tav tm="0">
                                          <p:val>
                                            <p:strVal val="0-#ppt_h/2"/>
                                          </p:val>
                                        </p:tav>
                                        <p:tav tm="100000">
                                          <p:val>
                                            <p:strVal val="#ppt_y"/>
                                          </p:val>
                                        </p:tav>
                                      </p:tavLst>
                                    </p:anim>
                                  </p:childTnLst>
                                </p:cTn>
                              </p:par>
                            </p:childTnLst>
                          </p:cTn>
                        </p:par>
                      </p:childTnLst>
                    </p:cTn>
                  </p:par>
                </p:childTnLst>
              </p:cTn>
              <p:prevCondLst>
                <p:cond evt="onPrev" delay="0">
                  <p:tgtEl>
                    <p:sldTgt/>
                  </p:tgtEl>
                </p:cond>
              </p:prevCondLst>
              <p:nextCondLst>
                <p:cond evt="onNext" delay="0">
                  <p:tgtEl>
                    <p:sldTgt/>
                  </p:tgtEl>
                </p:cond>
              </p:nextCondLst>
            </p:seq>
            <p:audio>
              <p:cMediaNode vol="100000">
                <p:cTn id="111" fill="hold" display="0">
                  <p:stCondLst>
                    <p:cond delay="indefinite"/>
                  </p:stCondLst>
                  <p:endCondLst>
                    <p:cond evt="onStopAudio" delay="0">
                      <p:tgtEl>
                        <p:sldTgt/>
                      </p:tgtEl>
                    </p:cond>
                  </p:endCondLst>
                </p:cTn>
                <p:tgtEl>
                  <p:spTgt spid="5"/>
                </p:tgtEl>
              </p:cMediaNode>
            </p:audio>
            <p:audio>
              <p:cMediaNode vol="100000">
                <p:cTn id="112" fill="hold" display="0">
                  <p:stCondLst>
                    <p:cond delay="indefinite"/>
                  </p:stCondLst>
                  <p:endCondLst>
                    <p:cond evt="onStopAudio" delay="0">
                      <p:tgtEl>
                        <p:sldTgt/>
                      </p:tgtEl>
                    </p:cond>
                  </p:endCondLst>
                </p:cTn>
                <p:tgtEl>
                  <p:spTgt spid="7"/>
                </p:tgtEl>
              </p:cMediaNode>
            </p:audio>
            <p:audio>
              <p:cMediaNode vol="80000">
                <p:cTn id="113" fill="hold" display="0">
                  <p:stCondLst>
                    <p:cond delay="indefinite"/>
                  </p:stCondLst>
                  <p:endCondLst>
                    <p:cond evt="onStopAudio" delay="0">
                      <p:tgtEl>
                        <p:sldTgt/>
                      </p:tgtEl>
                    </p:cond>
                  </p:endCondLst>
                </p:cTn>
                <p:tgtEl>
                  <p:spTgt spid="16"/>
                </p:tgtEl>
              </p:cMediaNode>
            </p:audio>
            <p:audio>
              <p:cMediaNode vol="80303">
                <p:cTn id="114" fill="hold" display="0">
                  <p:stCondLst>
                    <p:cond delay="indefinite"/>
                  </p:stCondLst>
                  <p:endCondLst>
                    <p:cond evt="onStopAudio" delay="0">
                      <p:tgtEl>
                        <p:sldTgt/>
                      </p:tgtEl>
                    </p:cond>
                    <p:cond evt="onNext" delay="0">
                      <p:tgtEl>
                        <p:sldTgt/>
                      </p:tgtEl>
                    </p:cond>
                  </p:endCondLst>
                </p:cTn>
                <p:tgtEl>
                  <p:spTgt spid="26"/>
                </p:tgtEl>
              </p:cMediaNode>
            </p:audio>
            <p:audio>
              <p:cMediaNode vol="80000">
                <p:cTn id="115" fill="hold" display="0">
                  <p:stCondLst>
                    <p:cond delay="indefinite"/>
                  </p:stCondLst>
                  <p:endCondLst>
                    <p:cond evt="onStopAudio" delay="0">
                      <p:tgtEl>
                        <p:sldTgt/>
                      </p:tgtEl>
                    </p:cond>
                  </p:endCondLst>
                </p:cTn>
                <p:tgtEl>
                  <p:spTgt spid="27"/>
                </p:tgtEl>
              </p:cMediaNode>
            </p:audio>
          </p:childTnLst>
        </p:cTn>
      </p:par>
    </p:tnLst>
  </p:timing>
</p:sld>
</file>

<file path=ppt/slides/slide25.xml><?xml version="1.0" encoding="utf-8"?>
<p:sld xmlns:a="http://schemas.openxmlformats.org/drawingml/2006/main" xmlns:r="http://schemas.openxmlformats.org/officeDocument/2006/relationships" xmlns:p="http://schemas.openxmlformats.org/presentationml/2006/main" show="0">
  <p:cSld>
    <p:spTree>
      <p:nvGrpSpPr>
        <p:cNvPr id="1" name=""/>
        <p:cNvGrpSpPr/>
        <p:nvPr/>
      </p:nvGrpSpPr>
      <p:grpSpPr>
        <a:xfrm>
          <a:off x="0" y="0"/>
          <a:ext cx="0" cy="0"/>
          <a:chOff x="0" y="0"/>
          <a:chExt cx="0" cy="0"/>
        </a:xfrm>
      </p:grpSpPr>
      <p:pic>
        <p:nvPicPr>
          <p:cNvPr id="14" name="Baseplate"/>
          <p:cNvPicPr>
            <a:picLocks noChangeAspect="1"/>
          </p:cNvPicPr>
          <p:nvPr/>
        </p:nvPicPr>
        <p:blipFill>
          <a:blip r:embed="rId13" cstate="print">
            <a:extLst>
              <a:ext uri="{28A0092B-C50C-407E-A947-70E740481C1C}">
                <a14:useLocalDpi xmlns:a14="http://schemas.microsoft.com/office/drawing/2010/main" val="0"/>
              </a:ext>
            </a:extLst>
          </a:blip>
          <a:stretch>
            <a:fillRect/>
          </a:stretch>
        </p:blipFill>
        <p:spPr>
          <a:xfrm>
            <a:off x="-594469" y="-54465"/>
            <a:ext cx="15819338" cy="8503919"/>
          </a:xfrm>
          <a:prstGeom prst="rect">
            <a:avLst/>
          </a:prstGeom>
        </p:spPr>
      </p:pic>
      <p:pic>
        <p:nvPicPr>
          <p:cNvPr id="51" name="Timer 1x2"/>
          <p:cNvPicPr>
            <a:picLocks/>
          </p:cNvPicPr>
          <p:nvPr/>
        </p:nvPicPr>
        <p:blipFill>
          <a:blip r:embed="rId14" cstate="print">
            <a:extLst>
              <a:ext uri="{28A0092B-C50C-407E-A947-70E740481C1C}">
                <a14:useLocalDpi xmlns:a14="http://schemas.microsoft.com/office/drawing/2010/main" val="0"/>
              </a:ext>
            </a:extLst>
          </a:blip>
          <a:stretch>
            <a:fillRect/>
          </a:stretch>
        </p:blipFill>
        <p:spPr>
          <a:xfrm>
            <a:off x="13929822" y="-203906"/>
            <a:ext cx="832104" cy="529163"/>
          </a:xfrm>
          <a:prstGeom prst="rect">
            <a:avLst/>
          </a:prstGeom>
        </p:spPr>
      </p:pic>
      <p:pic>
        <p:nvPicPr>
          <p:cNvPr id="86" name="Blue Bricks 4"/>
          <p:cNvPicPr>
            <a:picLocks noChangeAspect="1"/>
          </p:cNvPicPr>
          <p:nvPr/>
        </p:nvPicPr>
        <p:blipFill>
          <a:blip r:embed="rId15" cstate="print">
            <a:extLst>
              <a:ext uri="{28A0092B-C50C-407E-A947-70E740481C1C}">
                <a14:useLocalDpi xmlns:a14="http://schemas.microsoft.com/office/drawing/2010/main" val="0"/>
              </a:ext>
            </a:extLst>
          </a:blip>
          <a:stretch>
            <a:fillRect/>
          </a:stretch>
        </p:blipFill>
        <p:spPr>
          <a:xfrm>
            <a:off x="198911" y="6500690"/>
            <a:ext cx="3461795" cy="1724155"/>
          </a:xfrm>
          <a:prstGeom prst="rect">
            <a:avLst/>
          </a:prstGeom>
        </p:spPr>
      </p:pic>
      <p:sp>
        <p:nvSpPr>
          <p:cNvPr id="87" name="Blue Cap 4"/>
          <p:cNvSpPr>
            <a:spLocks noChangeAspect="1"/>
          </p:cNvSpPr>
          <p:nvPr/>
        </p:nvSpPr>
        <p:spPr>
          <a:xfrm>
            <a:off x="412722" y="6392487"/>
            <a:ext cx="2907791" cy="1453896"/>
          </a:xfrm>
          <a:prstGeom prst="rect">
            <a:avLst/>
          </a:prstGeom>
          <a:solidFill>
            <a:srgbClr val="F4F4F4"/>
          </a:solidFill>
          <a:ln>
            <a:noFill/>
          </a:ln>
          <a:scene3d>
            <a:camera prst="orthographicFront">
              <a:rot lat="20400000" lon="21000000" rev="198000"/>
            </a:camera>
            <a:lightRig rig="balanced" dir="t"/>
          </a:scene3d>
          <a:sp3d extrusionH="165100" prstMaterial="metal">
            <a:bevelT w="19050" h="12700"/>
            <a:extrusionClr>
              <a:srgbClr val="F4F4F4"/>
            </a:extrusionClr>
          </a:sp3d>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sz="4400" spc="-200" dirty="0">
                <a:ln>
                  <a:solidFill>
                    <a:schemeClr val="tx1">
                      <a:lumMod val="85000"/>
                      <a:lumOff val="15000"/>
                    </a:schemeClr>
                  </a:solidFill>
                </a:ln>
                <a:solidFill>
                  <a:srgbClr val="106DDE"/>
                </a:solidFill>
                <a:latin typeface="Poppins Medium" panose="00000600000000000000" pitchFamily="2" charset="0"/>
                <a:ea typeface="ZCOOL QingKe HuangYou" panose="00000500000000000000" pitchFamily="2" charset="0"/>
                <a:cs typeface="Poppins Medium" panose="00000600000000000000" pitchFamily="2" charset="0"/>
              </a:rPr>
              <a:t>Your Text</a:t>
            </a:r>
          </a:p>
        </p:txBody>
      </p:sp>
      <p:pic>
        <p:nvPicPr>
          <p:cNvPr id="17" name="Red Bricks 1"/>
          <p:cNvPicPr>
            <a:picLocks noChangeAspect="1"/>
          </p:cNvPicPr>
          <p:nvPr/>
        </p:nvPicPr>
        <p:blipFill>
          <a:blip r:embed="rId16" cstate="print">
            <a:extLst>
              <a:ext uri="{28A0092B-C50C-407E-A947-70E740481C1C}">
                <a14:useLocalDpi xmlns:a14="http://schemas.microsoft.com/office/drawing/2010/main" val="0"/>
              </a:ext>
            </a:extLst>
          </a:blip>
          <a:stretch>
            <a:fillRect/>
          </a:stretch>
        </p:blipFill>
        <p:spPr>
          <a:xfrm>
            <a:off x="5454268" y="3074923"/>
            <a:ext cx="3461795" cy="1724154"/>
          </a:xfrm>
          <a:prstGeom prst="rect">
            <a:avLst/>
          </a:prstGeom>
        </p:spPr>
      </p:pic>
      <p:sp>
        <p:nvSpPr>
          <p:cNvPr id="18" name="Red Cap 1"/>
          <p:cNvSpPr>
            <a:spLocks noChangeAspect="1"/>
          </p:cNvSpPr>
          <p:nvPr/>
        </p:nvSpPr>
        <p:spPr>
          <a:xfrm>
            <a:off x="6017769" y="2966720"/>
            <a:ext cx="2907791" cy="1453896"/>
          </a:xfrm>
          <a:prstGeom prst="rect">
            <a:avLst/>
          </a:prstGeom>
          <a:solidFill>
            <a:srgbClr val="F4F4F4"/>
          </a:solidFill>
          <a:ln>
            <a:noFill/>
          </a:ln>
          <a:scene3d>
            <a:camera prst="orthographicFront">
              <a:rot lat="20400000" lon="21000000" rev="198000"/>
            </a:camera>
            <a:lightRig rig="balanced" dir="t"/>
          </a:scene3d>
          <a:sp3d extrusionH="165100" prstMaterial="metal">
            <a:bevelT w="19050" h="12700"/>
            <a:extrusionClr>
              <a:srgbClr val="F4F4F4"/>
            </a:extrusionClr>
          </a:sp3d>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sz="4400" spc="-200" dirty="0">
                <a:ln>
                  <a:solidFill>
                    <a:schemeClr val="tx1">
                      <a:lumMod val="85000"/>
                      <a:lumOff val="15000"/>
                    </a:schemeClr>
                  </a:solidFill>
                </a:ln>
                <a:solidFill>
                  <a:srgbClr val="DD1A21"/>
                </a:solidFill>
                <a:latin typeface="Poppins Medium" panose="00000600000000000000" pitchFamily="2" charset="0"/>
                <a:ea typeface="ZCOOL QingKe HuangYou" panose="00000500000000000000" pitchFamily="2" charset="0"/>
                <a:cs typeface="Poppins Medium" panose="00000600000000000000" pitchFamily="2" charset="0"/>
              </a:rPr>
              <a:t>Your Text</a:t>
            </a:r>
          </a:p>
        </p:txBody>
      </p:sp>
      <p:pic>
        <p:nvPicPr>
          <p:cNvPr id="13" name="Green Bricks 1"/>
          <p:cNvPicPr>
            <a:picLocks noChangeAspect="1"/>
          </p:cNvPicPr>
          <p:nvPr/>
        </p:nvPicPr>
        <p:blipFill>
          <a:blip r:embed="rId17" cstate="print">
            <a:extLst>
              <a:ext uri="{28A0092B-C50C-407E-A947-70E740481C1C}">
                <a14:useLocalDpi xmlns:a14="http://schemas.microsoft.com/office/drawing/2010/main" val="0"/>
              </a:ext>
            </a:extLst>
          </a:blip>
          <a:stretch>
            <a:fillRect/>
          </a:stretch>
        </p:blipFill>
        <p:spPr>
          <a:xfrm>
            <a:off x="9286304" y="312925"/>
            <a:ext cx="3456007" cy="1724155"/>
          </a:xfrm>
          <a:prstGeom prst="rect">
            <a:avLst/>
          </a:prstGeom>
        </p:spPr>
      </p:pic>
      <p:sp>
        <p:nvSpPr>
          <p:cNvPr id="15" name="Green Cap 1"/>
          <p:cNvSpPr>
            <a:spLocks noChangeAspect="1"/>
          </p:cNvSpPr>
          <p:nvPr/>
        </p:nvSpPr>
        <p:spPr>
          <a:xfrm>
            <a:off x="9850629" y="204722"/>
            <a:ext cx="2907791" cy="1453896"/>
          </a:xfrm>
          <a:prstGeom prst="rect">
            <a:avLst/>
          </a:prstGeom>
          <a:solidFill>
            <a:srgbClr val="F4F4F4"/>
          </a:solidFill>
          <a:ln>
            <a:noFill/>
          </a:ln>
          <a:scene3d>
            <a:camera prst="orthographicFront">
              <a:rot lat="20400000" lon="21000000" rev="198000"/>
            </a:camera>
            <a:lightRig rig="balanced" dir="t"/>
          </a:scene3d>
          <a:sp3d extrusionH="165100" prstMaterial="metal">
            <a:bevelT w="19050" h="12700"/>
            <a:extrusionClr>
              <a:srgbClr val="F4F4F4"/>
            </a:extrusionClr>
          </a:sp3d>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sz="4400" spc="-200" dirty="0">
                <a:ln>
                  <a:solidFill>
                    <a:schemeClr val="tx1">
                      <a:lumMod val="85000"/>
                      <a:lumOff val="15000"/>
                    </a:schemeClr>
                  </a:solidFill>
                </a:ln>
                <a:solidFill>
                  <a:srgbClr val="04A043"/>
                </a:solidFill>
                <a:latin typeface="Poppins Medium" panose="00000600000000000000" pitchFamily="2" charset="0"/>
                <a:ea typeface="ZCOOL QingKe HuangYou" panose="00000500000000000000" pitchFamily="2" charset="0"/>
                <a:cs typeface="Poppins Medium" panose="00000600000000000000" pitchFamily="2" charset="0"/>
              </a:rPr>
              <a:t>Your Text</a:t>
            </a:r>
          </a:p>
        </p:txBody>
      </p:sp>
      <p:pic>
        <p:nvPicPr>
          <p:cNvPr id="30" name="Green Bricks 2"/>
          <p:cNvPicPr>
            <a:picLocks noChangeAspect="1"/>
          </p:cNvPicPr>
          <p:nvPr/>
        </p:nvPicPr>
        <p:blipFill>
          <a:blip r:embed="rId17" cstate="print">
            <a:extLst>
              <a:ext uri="{28A0092B-C50C-407E-A947-70E740481C1C}">
                <a14:useLocalDpi xmlns:a14="http://schemas.microsoft.com/office/drawing/2010/main" val="0"/>
              </a:ext>
            </a:extLst>
          </a:blip>
          <a:stretch>
            <a:fillRect/>
          </a:stretch>
        </p:blipFill>
        <p:spPr>
          <a:xfrm>
            <a:off x="9405482" y="2380201"/>
            <a:ext cx="3456007" cy="1724155"/>
          </a:xfrm>
          <a:prstGeom prst="rect">
            <a:avLst/>
          </a:prstGeom>
        </p:spPr>
      </p:pic>
      <p:sp>
        <p:nvSpPr>
          <p:cNvPr id="31" name="Green Cap 2"/>
          <p:cNvSpPr>
            <a:spLocks noChangeAspect="1"/>
          </p:cNvSpPr>
          <p:nvPr/>
        </p:nvSpPr>
        <p:spPr>
          <a:xfrm>
            <a:off x="9968739" y="2271998"/>
            <a:ext cx="2907791" cy="1453896"/>
          </a:xfrm>
          <a:prstGeom prst="rect">
            <a:avLst/>
          </a:prstGeom>
          <a:solidFill>
            <a:srgbClr val="F4F4F4"/>
          </a:solidFill>
          <a:ln>
            <a:noFill/>
          </a:ln>
          <a:scene3d>
            <a:camera prst="orthographicFront">
              <a:rot lat="20400000" lon="21000000" rev="198000"/>
            </a:camera>
            <a:lightRig rig="balanced" dir="t"/>
          </a:scene3d>
          <a:sp3d extrusionH="165100" prstMaterial="metal">
            <a:bevelT w="19050" h="12700"/>
            <a:extrusionClr>
              <a:srgbClr val="F4F4F4"/>
            </a:extrusionClr>
          </a:sp3d>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sz="4400" spc="-200" dirty="0">
                <a:ln>
                  <a:solidFill>
                    <a:schemeClr val="tx1">
                      <a:lumMod val="85000"/>
                      <a:lumOff val="15000"/>
                    </a:schemeClr>
                  </a:solidFill>
                </a:ln>
                <a:solidFill>
                  <a:srgbClr val="04A043"/>
                </a:solidFill>
                <a:latin typeface="Poppins Medium" panose="00000600000000000000" pitchFamily="2" charset="0"/>
                <a:ea typeface="ZCOOL QingKe HuangYou" panose="00000500000000000000" pitchFamily="2" charset="0"/>
                <a:cs typeface="Poppins Medium" panose="00000600000000000000" pitchFamily="2" charset="0"/>
              </a:rPr>
              <a:t>Your Text</a:t>
            </a:r>
          </a:p>
        </p:txBody>
      </p:sp>
      <p:pic>
        <p:nvPicPr>
          <p:cNvPr id="33" name="Green Bricks 3"/>
          <p:cNvPicPr>
            <a:picLocks noChangeAspect="1"/>
          </p:cNvPicPr>
          <p:nvPr/>
        </p:nvPicPr>
        <p:blipFill>
          <a:blip r:embed="rId17" cstate="print">
            <a:extLst>
              <a:ext uri="{28A0092B-C50C-407E-A947-70E740481C1C}">
                <a14:useLocalDpi xmlns:a14="http://schemas.microsoft.com/office/drawing/2010/main" val="0"/>
              </a:ext>
            </a:extLst>
          </a:blip>
          <a:stretch>
            <a:fillRect/>
          </a:stretch>
        </p:blipFill>
        <p:spPr>
          <a:xfrm>
            <a:off x="9526095" y="4456170"/>
            <a:ext cx="3456007" cy="1724155"/>
          </a:xfrm>
          <a:prstGeom prst="rect">
            <a:avLst/>
          </a:prstGeom>
        </p:spPr>
      </p:pic>
      <p:sp>
        <p:nvSpPr>
          <p:cNvPr id="34" name="Green Cap 3"/>
          <p:cNvSpPr>
            <a:spLocks noChangeAspect="1"/>
          </p:cNvSpPr>
          <p:nvPr/>
        </p:nvSpPr>
        <p:spPr>
          <a:xfrm>
            <a:off x="10091929" y="4347967"/>
            <a:ext cx="2907791" cy="1453896"/>
          </a:xfrm>
          <a:prstGeom prst="rect">
            <a:avLst/>
          </a:prstGeom>
          <a:solidFill>
            <a:srgbClr val="F4F4F4"/>
          </a:solidFill>
          <a:ln>
            <a:noFill/>
          </a:ln>
          <a:scene3d>
            <a:camera prst="orthographicFront">
              <a:rot lat="20400000" lon="21000000" rev="198000"/>
            </a:camera>
            <a:lightRig rig="balanced" dir="t"/>
          </a:scene3d>
          <a:sp3d extrusionH="165100" prstMaterial="metal">
            <a:bevelT w="19050" h="12700"/>
            <a:extrusionClr>
              <a:srgbClr val="F4F4F4"/>
            </a:extrusionClr>
          </a:sp3d>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sz="4400" spc="-200" dirty="0">
                <a:ln>
                  <a:solidFill>
                    <a:schemeClr val="tx1">
                      <a:lumMod val="85000"/>
                      <a:lumOff val="15000"/>
                    </a:schemeClr>
                  </a:solidFill>
                </a:ln>
                <a:solidFill>
                  <a:srgbClr val="04A043"/>
                </a:solidFill>
                <a:latin typeface="Poppins Medium" panose="00000600000000000000" pitchFamily="2" charset="0"/>
                <a:ea typeface="ZCOOL QingKe HuangYou" panose="00000500000000000000" pitchFamily="2" charset="0"/>
                <a:cs typeface="Poppins Medium" panose="00000600000000000000" pitchFamily="2" charset="0"/>
              </a:rPr>
              <a:t>Your Text</a:t>
            </a:r>
          </a:p>
        </p:txBody>
      </p:sp>
      <p:pic>
        <p:nvPicPr>
          <p:cNvPr id="36" name="Green Bricks 4"/>
          <p:cNvPicPr>
            <a:picLocks noChangeAspect="1"/>
          </p:cNvPicPr>
          <p:nvPr/>
        </p:nvPicPr>
        <p:blipFill>
          <a:blip r:embed="rId17" cstate="print">
            <a:extLst>
              <a:ext uri="{28A0092B-C50C-407E-A947-70E740481C1C}">
                <a14:useLocalDpi xmlns:a14="http://schemas.microsoft.com/office/drawing/2010/main" val="0"/>
              </a:ext>
            </a:extLst>
          </a:blip>
          <a:stretch>
            <a:fillRect/>
          </a:stretch>
        </p:blipFill>
        <p:spPr>
          <a:xfrm>
            <a:off x="9635113" y="6523446"/>
            <a:ext cx="3456007" cy="1724155"/>
          </a:xfrm>
          <a:prstGeom prst="rect">
            <a:avLst/>
          </a:prstGeom>
        </p:spPr>
      </p:pic>
      <p:sp>
        <p:nvSpPr>
          <p:cNvPr id="37" name="Green Cap 4"/>
          <p:cNvSpPr>
            <a:spLocks noChangeAspect="1"/>
          </p:cNvSpPr>
          <p:nvPr/>
        </p:nvSpPr>
        <p:spPr>
          <a:xfrm>
            <a:off x="10201149" y="6415243"/>
            <a:ext cx="2907791" cy="1453896"/>
          </a:xfrm>
          <a:prstGeom prst="rect">
            <a:avLst/>
          </a:prstGeom>
          <a:solidFill>
            <a:srgbClr val="F4F4F4"/>
          </a:solidFill>
          <a:ln>
            <a:noFill/>
          </a:ln>
          <a:scene3d>
            <a:camera prst="orthographicFront">
              <a:rot lat="20400000" lon="21000000" rev="198000"/>
            </a:camera>
            <a:lightRig rig="balanced" dir="t"/>
          </a:scene3d>
          <a:sp3d extrusionH="165100" prstMaterial="metal">
            <a:bevelT w="19050" h="12700"/>
            <a:extrusionClr>
              <a:srgbClr val="F4F4F4"/>
            </a:extrusionClr>
          </a:sp3d>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sz="4400" spc="-200" dirty="0">
                <a:ln>
                  <a:solidFill>
                    <a:schemeClr val="tx1">
                      <a:lumMod val="85000"/>
                      <a:lumOff val="15000"/>
                    </a:schemeClr>
                  </a:solidFill>
                </a:ln>
                <a:solidFill>
                  <a:srgbClr val="04A043"/>
                </a:solidFill>
                <a:latin typeface="Poppins Medium" panose="00000600000000000000" pitchFamily="2" charset="0"/>
                <a:ea typeface="ZCOOL QingKe HuangYou" panose="00000500000000000000" pitchFamily="2" charset="0"/>
                <a:cs typeface="Poppins Medium" panose="00000600000000000000" pitchFamily="2" charset="0"/>
              </a:rPr>
              <a:t>Your Text</a:t>
            </a:r>
          </a:p>
        </p:txBody>
      </p:sp>
      <p:pic>
        <p:nvPicPr>
          <p:cNvPr id="66" name="Blue Bricks 1"/>
          <p:cNvPicPr>
            <a:picLocks noChangeAspect="1"/>
          </p:cNvPicPr>
          <p:nvPr/>
        </p:nvPicPr>
        <p:blipFill>
          <a:blip r:embed="rId15" cstate="print">
            <a:extLst>
              <a:ext uri="{28A0092B-C50C-407E-A947-70E740481C1C}">
                <a14:useLocalDpi xmlns:a14="http://schemas.microsoft.com/office/drawing/2010/main" val="0"/>
              </a:ext>
            </a:extLst>
          </a:blip>
          <a:stretch>
            <a:fillRect/>
          </a:stretch>
        </p:blipFill>
        <p:spPr>
          <a:xfrm>
            <a:off x="-135942" y="294709"/>
            <a:ext cx="3461795" cy="1724155"/>
          </a:xfrm>
          <a:prstGeom prst="rect">
            <a:avLst/>
          </a:prstGeom>
        </p:spPr>
      </p:pic>
      <p:sp>
        <p:nvSpPr>
          <p:cNvPr id="67" name="Blue Cap 1"/>
          <p:cNvSpPr>
            <a:spLocks noChangeAspect="1"/>
          </p:cNvSpPr>
          <p:nvPr/>
        </p:nvSpPr>
        <p:spPr>
          <a:xfrm>
            <a:off x="77869" y="186506"/>
            <a:ext cx="2907791" cy="1453896"/>
          </a:xfrm>
          <a:prstGeom prst="rect">
            <a:avLst/>
          </a:prstGeom>
          <a:solidFill>
            <a:srgbClr val="F4F4F4"/>
          </a:solidFill>
          <a:ln>
            <a:noFill/>
          </a:ln>
          <a:scene3d>
            <a:camera prst="orthographicFront">
              <a:rot lat="20400000" lon="21000000" rev="198000"/>
            </a:camera>
            <a:lightRig rig="balanced" dir="t"/>
          </a:scene3d>
          <a:sp3d extrusionH="165100" prstMaterial="metal">
            <a:bevelT w="19050" h="12700"/>
            <a:extrusionClr>
              <a:srgbClr val="F4F4F4"/>
            </a:extrusionClr>
          </a:sp3d>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sz="4400" spc="-200" dirty="0">
                <a:ln>
                  <a:solidFill>
                    <a:schemeClr val="tx1">
                      <a:lumMod val="85000"/>
                      <a:lumOff val="15000"/>
                    </a:schemeClr>
                  </a:solidFill>
                </a:ln>
                <a:solidFill>
                  <a:srgbClr val="106DDE"/>
                </a:solidFill>
                <a:latin typeface="Poppins Medium" panose="00000600000000000000" pitchFamily="2" charset="0"/>
                <a:ea typeface="ZCOOL QingKe HuangYou" panose="00000500000000000000" pitchFamily="2" charset="0"/>
                <a:cs typeface="Poppins Medium" panose="00000600000000000000" pitchFamily="2" charset="0"/>
              </a:rPr>
              <a:t>Your Text</a:t>
            </a:r>
          </a:p>
        </p:txBody>
      </p:sp>
      <p:pic>
        <p:nvPicPr>
          <p:cNvPr id="68" name="Blue Bricks 2"/>
          <p:cNvPicPr>
            <a:picLocks noChangeAspect="1"/>
          </p:cNvPicPr>
          <p:nvPr/>
        </p:nvPicPr>
        <p:blipFill>
          <a:blip r:embed="rId15" cstate="print">
            <a:extLst>
              <a:ext uri="{28A0092B-C50C-407E-A947-70E740481C1C}">
                <a14:useLocalDpi xmlns:a14="http://schemas.microsoft.com/office/drawing/2010/main" val="0"/>
              </a:ext>
            </a:extLst>
          </a:blip>
          <a:stretch>
            <a:fillRect/>
          </a:stretch>
        </p:blipFill>
        <p:spPr>
          <a:xfrm>
            <a:off x="-14900" y="2362559"/>
            <a:ext cx="3461795" cy="1724155"/>
          </a:xfrm>
          <a:prstGeom prst="rect">
            <a:avLst/>
          </a:prstGeom>
        </p:spPr>
      </p:pic>
      <p:sp>
        <p:nvSpPr>
          <p:cNvPr id="69" name="Blue Cap 2"/>
          <p:cNvSpPr>
            <a:spLocks noChangeAspect="1"/>
          </p:cNvSpPr>
          <p:nvPr/>
        </p:nvSpPr>
        <p:spPr>
          <a:xfrm>
            <a:off x="198911" y="2254356"/>
            <a:ext cx="2907791" cy="1453896"/>
          </a:xfrm>
          <a:prstGeom prst="rect">
            <a:avLst/>
          </a:prstGeom>
          <a:solidFill>
            <a:srgbClr val="F4F4F4"/>
          </a:solidFill>
          <a:ln>
            <a:noFill/>
          </a:ln>
          <a:scene3d>
            <a:camera prst="orthographicFront">
              <a:rot lat="20400000" lon="21000000" rev="198000"/>
            </a:camera>
            <a:lightRig rig="balanced" dir="t"/>
          </a:scene3d>
          <a:sp3d extrusionH="165100" prstMaterial="metal">
            <a:bevelT w="19050" h="12700"/>
            <a:extrusionClr>
              <a:srgbClr val="F4F4F4"/>
            </a:extrusionClr>
          </a:sp3d>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sz="4400" spc="-200" dirty="0">
                <a:ln>
                  <a:solidFill>
                    <a:schemeClr val="tx1">
                      <a:lumMod val="85000"/>
                      <a:lumOff val="15000"/>
                    </a:schemeClr>
                  </a:solidFill>
                </a:ln>
                <a:solidFill>
                  <a:srgbClr val="106DDE"/>
                </a:solidFill>
                <a:latin typeface="Poppins Medium" panose="00000600000000000000" pitchFamily="2" charset="0"/>
                <a:ea typeface="ZCOOL QingKe HuangYou" panose="00000500000000000000" pitchFamily="2" charset="0"/>
                <a:cs typeface="Poppins Medium" panose="00000600000000000000" pitchFamily="2" charset="0"/>
              </a:rPr>
              <a:t>Your Text</a:t>
            </a:r>
          </a:p>
        </p:txBody>
      </p:sp>
      <p:pic>
        <p:nvPicPr>
          <p:cNvPr id="77" name="Blue Bricks 3"/>
          <p:cNvPicPr>
            <a:picLocks noChangeAspect="1"/>
          </p:cNvPicPr>
          <p:nvPr/>
        </p:nvPicPr>
        <p:blipFill>
          <a:blip r:embed="rId15" cstate="print">
            <a:extLst>
              <a:ext uri="{28A0092B-C50C-407E-A947-70E740481C1C}">
                <a14:useLocalDpi xmlns:a14="http://schemas.microsoft.com/office/drawing/2010/main" val="0"/>
              </a:ext>
            </a:extLst>
          </a:blip>
          <a:stretch>
            <a:fillRect/>
          </a:stretch>
        </p:blipFill>
        <p:spPr>
          <a:xfrm>
            <a:off x="91780" y="4435850"/>
            <a:ext cx="3461795" cy="1724155"/>
          </a:xfrm>
          <a:prstGeom prst="rect">
            <a:avLst/>
          </a:prstGeom>
        </p:spPr>
      </p:pic>
      <p:sp>
        <p:nvSpPr>
          <p:cNvPr id="78" name="Blue Cap 3"/>
          <p:cNvSpPr>
            <a:spLocks noChangeAspect="1"/>
          </p:cNvSpPr>
          <p:nvPr/>
        </p:nvSpPr>
        <p:spPr>
          <a:xfrm>
            <a:off x="305591" y="4327647"/>
            <a:ext cx="2907791" cy="1453896"/>
          </a:xfrm>
          <a:prstGeom prst="rect">
            <a:avLst/>
          </a:prstGeom>
          <a:solidFill>
            <a:srgbClr val="F4F4F4"/>
          </a:solidFill>
          <a:ln>
            <a:noFill/>
          </a:ln>
          <a:scene3d>
            <a:camera prst="orthographicFront">
              <a:rot lat="20400000" lon="21000000" rev="198000"/>
            </a:camera>
            <a:lightRig rig="balanced" dir="t"/>
          </a:scene3d>
          <a:sp3d extrusionH="165100" prstMaterial="metal">
            <a:bevelT w="19050" h="12700"/>
            <a:extrusionClr>
              <a:srgbClr val="F4F4F4"/>
            </a:extrusionClr>
          </a:sp3d>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sz="4400" spc="-200" dirty="0">
                <a:ln>
                  <a:solidFill>
                    <a:schemeClr val="tx1">
                      <a:lumMod val="85000"/>
                      <a:lumOff val="15000"/>
                    </a:schemeClr>
                  </a:solidFill>
                </a:ln>
                <a:solidFill>
                  <a:srgbClr val="106DDE"/>
                </a:solidFill>
                <a:latin typeface="Poppins Medium" panose="00000600000000000000" pitchFamily="2" charset="0"/>
                <a:ea typeface="ZCOOL QingKe HuangYou" panose="00000500000000000000" pitchFamily="2" charset="0"/>
                <a:cs typeface="Poppins Medium" panose="00000600000000000000" pitchFamily="2" charset="0"/>
              </a:rPr>
              <a:t>Your Text</a:t>
            </a:r>
          </a:p>
        </p:txBody>
      </p:sp>
      <p:pic>
        <p:nvPicPr>
          <p:cNvPr id="49" name="Points Reveal 1.mp3">
            <a:hlinkClick r:id="" action="ppaction://media"/>
          </p:cNvPr>
          <p:cNvPicPr>
            <a:picLocks noChangeAspect="1"/>
          </p:cNvPicPr>
          <p:nvPr>
            <a:audioFile r:link="rId2"/>
            <p:extLst>
              <p:ext uri="{DAA4B4D4-6D71-4841-9C94-3DE7FCFB9230}">
                <p14:media xmlns:p14="http://schemas.microsoft.com/office/powerpoint/2010/main" r:embed="rId1"/>
              </p:ext>
            </p:extLst>
          </p:nvPr>
        </p:nvPicPr>
        <p:blipFill>
          <a:blip r:embed="rId18"/>
          <a:stretch>
            <a:fillRect/>
          </a:stretch>
        </p:blipFill>
        <p:spPr>
          <a:xfrm>
            <a:off x="1905000" y="8528098"/>
            <a:ext cx="487363" cy="487363"/>
          </a:xfrm>
          <a:prstGeom prst="rect">
            <a:avLst/>
          </a:prstGeom>
        </p:spPr>
      </p:pic>
      <p:pic>
        <p:nvPicPr>
          <p:cNvPr id="50" name="Points Reveal 2.mp3">
            <a:hlinkClick r:id="" action="ppaction://media"/>
          </p:cNvPr>
          <p:cNvPicPr>
            <a:picLocks noChangeAspect="1"/>
          </p:cNvPicPr>
          <p:nvPr>
            <a:audioFile r:link="rId4"/>
            <p:extLst>
              <p:ext uri="{DAA4B4D4-6D71-4841-9C94-3DE7FCFB9230}">
                <p14:media xmlns:p14="http://schemas.microsoft.com/office/powerpoint/2010/main" r:embed="rId3"/>
              </p:ext>
            </p:extLst>
          </p:nvPr>
        </p:nvPicPr>
        <p:blipFill>
          <a:blip r:embed="rId18"/>
          <a:stretch>
            <a:fillRect/>
          </a:stretch>
        </p:blipFill>
        <p:spPr>
          <a:xfrm>
            <a:off x="2743200" y="8534400"/>
            <a:ext cx="487363" cy="487363"/>
          </a:xfrm>
          <a:prstGeom prst="rect">
            <a:avLst/>
          </a:prstGeom>
        </p:spPr>
      </p:pic>
      <p:pic>
        <p:nvPicPr>
          <p:cNvPr id="4" name="gold piece sequence (4 pieces) 2 (leandri140029).mp3">
            <a:hlinkClick r:id="" action="ppaction://media"/>
          </p:cNvPr>
          <p:cNvPicPr>
            <a:picLocks noChangeAspect="1"/>
          </p:cNvPicPr>
          <p:nvPr>
            <a:audioFile r:link="rId6"/>
            <p:extLst>
              <p:ext uri="{DAA4B4D4-6D71-4841-9C94-3DE7FCFB9230}">
                <p14:media xmlns:p14="http://schemas.microsoft.com/office/powerpoint/2010/main" r:embed="rId5"/>
              </p:ext>
            </p:extLst>
          </p:nvPr>
        </p:nvPicPr>
        <p:blipFill>
          <a:blip r:embed="rId18"/>
          <a:stretch>
            <a:fillRect/>
          </a:stretch>
        </p:blipFill>
        <p:spPr>
          <a:xfrm>
            <a:off x="7227982" y="8539196"/>
            <a:ext cx="487363" cy="487363"/>
          </a:xfrm>
          <a:prstGeom prst="rect">
            <a:avLst/>
          </a:prstGeom>
        </p:spPr>
      </p:pic>
      <p:pic>
        <p:nvPicPr>
          <p:cNvPr id="26" name="Steady Hand.mp3">
            <a:hlinkClick r:id="" action="ppaction://media"/>
          </p:cNvPr>
          <p:cNvPicPr>
            <a:picLocks noChangeAspect="1"/>
          </p:cNvPicPr>
          <p:nvPr>
            <a:audioFile r:link="rId8"/>
            <p:extLst>
              <p:ext uri="{DAA4B4D4-6D71-4841-9C94-3DE7FCFB9230}">
                <p14:media xmlns:p14="http://schemas.microsoft.com/office/powerpoint/2010/main" r:embed="rId7"/>
              </p:ext>
            </p:extLst>
          </p:nvPr>
        </p:nvPicPr>
        <p:blipFill>
          <a:blip r:embed="rId19"/>
          <a:stretch>
            <a:fillRect/>
          </a:stretch>
        </p:blipFill>
        <p:spPr>
          <a:xfrm>
            <a:off x="4397039" y="8554846"/>
            <a:ext cx="487363" cy="487363"/>
          </a:xfrm>
          <a:prstGeom prst="rect">
            <a:avLst/>
          </a:prstGeom>
        </p:spPr>
      </p:pic>
      <p:pic>
        <p:nvPicPr>
          <p:cNvPr id="27" name="gold piece sequence (4 pieces) 1 (leandri140029).mp3">
            <a:hlinkClick r:id="" action="ppaction://media"/>
          </p:cNvPr>
          <p:cNvPicPr>
            <a:picLocks noChangeAspect="1"/>
          </p:cNvPicPr>
          <p:nvPr>
            <a:audioFile r:link="rId10"/>
            <p:extLst>
              <p:ext uri="{DAA4B4D4-6D71-4841-9C94-3DE7FCFB9230}">
                <p14:media xmlns:p14="http://schemas.microsoft.com/office/powerpoint/2010/main" r:embed="rId9"/>
              </p:ext>
            </p:extLst>
          </p:nvPr>
        </p:nvPicPr>
        <p:blipFill>
          <a:blip r:embed="rId20"/>
          <a:stretch>
            <a:fillRect/>
          </a:stretch>
        </p:blipFill>
        <p:spPr>
          <a:xfrm>
            <a:off x="5858764" y="8449454"/>
            <a:ext cx="487363" cy="487363"/>
          </a:xfrm>
          <a:prstGeom prst="rect">
            <a:avLst/>
          </a:prstGeom>
        </p:spPr>
      </p:pic>
      <p:pic>
        <p:nvPicPr>
          <p:cNvPr id="28" name="Gold Coin 1">
            <a:extLst>
              <a:ext uri="{FF2B5EF4-FFF2-40B4-BE49-F238E27FC236}">
                <a16:creationId xmlns:a16="http://schemas.microsoft.com/office/drawing/2014/main" id="{2944527D-9841-8E40-BC73-5D484850BFF1}"/>
              </a:ext>
            </a:extLst>
          </p:cNvPr>
          <p:cNvPicPr>
            <a:picLocks noChangeAspect="1"/>
          </p:cNvPicPr>
          <p:nvPr/>
        </p:nvPicPr>
        <p:blipFill>
          <a:blip r:embed="rId21" cstate="print">
            <a:extLst>
              <a:ext uri="{28A0092B-C50C-407E-A947-70E740481C1C}">
                <a14:useLocalDpi xmlns:a14="http://schemas.microsoft.com/office/drawing/2010/main" val="0"/>
              </a:ext>
            </a:extLst>
          </a:blip>
          <a:stretch>
            <a:fillRect/>
          </a:stretch>
        </p:blipFill>
        <p:spPr>
          <a:xfrm>
            <a:off x="3433739" y="255787"/>
            <a:ext cx="400420" cy="374904"/>
          </a:xfrm>
          <a:prstGeom prst="rect">
            <a:avLst/>
          </a:prstGeom>
        </p:spPr>
      </p:pic>
      <p:pic>
        <p:nvPicPr>
          <p:cNvPr id="29" name="Gold Coin 2">
            <a:extLst>
              <a:ext uri="{FF2B5EF4-FFF2-40B4-BE49-F238E27FC236}">
                <a16:creationId xmlns:a16="http://schemas.microsoft.com/office/drawing/2014/main" id="{2CE485D7-32DA-16B4-7367-0D233A189989}"/>
              </a:ext>
            </a:extLst>
          </p:cNvPr>
          <p:cNvPicPr>
            <a:picLocks noChangeAspect="1"/>
          </p:cNvPicPr>
          <p:nvPr/>
        </p:nvPicPr>
        <p:blipFill>
          <a:blip r:embed="rId21" cstate="print">
            <a:extLst>
              <a:ext uri="{28A0092B-C50C-407E-A947-70E740481C1C}">
                <a14:useLocalDpi xmlns:a14="http://schemas.microsoft.com/office/drawing/2010/main" val="0"/>
              </a:ext>
            </a:extLst>
          </a:blip>
          <a:stretch>
            <a:fillRect/>
          </a:stretch>
        </p:blipFill>
        <p:spPr>
          <a:xfrm>
            <a:off x="4161625" y="261883"/>
            <a:ext cx="400420" cy="374904"/>
          </a:xfrm>
          <a:prstGeom prst="rect">
            <a:avLst/>
          </a:prstGeom>
        </p:spPr>
      </p:pic>
      <p:pic>
        <p:nvPicPr>
          <p:cNvPr id="32" name="Gold Coin 3">
            <a:extLst>
              <a:ext uri="{FF2B5EF4-FFF2-40B4-BE49-F238E27FC236}">
                <a16:creationId xmlns:a16="http://schemas.microsoft.com/office/drawing/2014/main" id="{CF796C3F-B013-4551-DBAC-A175063F717D}"/>
              </a:ext>
            </a:extLst>
          </p:cNvPr>
          <p:cNvPicPr>
            <a:picLocks noChangeAspect="1"/>
          </p:cNvPicPr>
          <p:nvPr/>
        </p:nvPicPr>
        <p:blipFill>
          <a:blip r:embed="rId21" cstate="print">
            <a:extLst>
              <a:ext uri="{28A0092B-C50C-407E-A947-70E740481C1C}">
                <a14:useLocalDpi xmlns:a14="http://schemas.microsoft.com/office/drawing/2010/main" val="0"/>
              </a:ext>
            </a:extLst>
          </a:blip>
          <a:stretch>
            <a:fillRect/>
          </a:stretch>
        </p:blipFill>
        <p:spPr>
          <a:xfrm>
            <a:off x="3469221" y="952034"/>
            <a:ext cx="400420" cy="374904"/>
          </a:xfrm>
          <a:prstGeom prst="rect">
            <a:avLst/>
          </a:prstGeom>
        </p:spPr>
      </p:pic>
      <p:pic>
        <p:nvPicPr>
          <p:cNvPr id="39" name="Gold Coin 1">
            <a:extLst>
              <a:ext uri="{FF2B5EF4-FFF2-40B4-BE49-F238E27FC236}">
                <a16:creationId xmlns:a16="http://schemas.microsoft.com/office/drawing/2014/main" id="{01FCF8D1-6451-FEA2-04F0-46621B7889AB}"/>
              </a:ext>
            </a:extLst>
          </p:cNvPr>
          <p:cNvPicPr>
            <a:picLocks noChangeAspect="1"/>
          </p:cNvPicPr>
          <p:nvPr/>
        </p:nvPicPr>
        <p:blipFill>
          <a:blip r:embed="rId21" cstate="print">
            <a:extLst>
              <a:ext uri="{28A0092B-C50C-407E-A947-70E740481C1C}">
                <a14:useLocalDpi xmlns:a14="http://schemas.microsoft.com/office/drawing/2010/main" val="0"/>
              </a:ext>
            </a:extLst>
          </a:blip>
          <a:stretch>
            <a:fillRect/>
          </a:stretch>
        </p:blipFill>
        <p:spPr>
          <a:xfrm>
            <a:off x="3548254" y="2331110"/>
            <a:ext cx="400420" cy="374904"/>
          </a:xfrm>
          <a:prstGeom prst="rect">
            <a:avLst/>
          </a:prstGeom>
        </p:spPr>
      </p:pic>
      <p:pic>
        <p:nvPicPr>
          <p:cNvPr id="40" name="Gold Coin 2">
            <a:extLst>
              <a:ext uri="{FF2B5EF4-FFF2-40B4-BE49-F238E27FC236}">
                <a16:creationId xmlns:a16="http://schemas.microsoft.com/office/drawing/2014/main" id="{4D367738-02BF-E34A-E2C5-7648650560CE}"/>
              </a:ext>
            </a:extLst>
          </p:cNvPr>
          <p:cNvPicPr>
            <a:picLocks noChangeAspect="1"/>
          </p:cNvPicPr>
          <p:nvPr/>
        </p:nvPicPr>
        <p:blipFill>
          <a:blip r:embed="rId21" cstate="print">
            <a:extLst>
              <a:ext uri="{28A0092B-C50C-407E-A947-70E740481C1C}">
                <a14:useLocalDpi xmlns:a14="http://schemas.microsoft.com/office/drawing/2010/main" val="0"/>
              </a:ext>
            </a:extLst>
          </a:blip>
          <a:stretch>
            <a:fillRect/>
          </a:stretch>
        </p:blipFill>
        <p:spPr>
          <a:xfrm>
            <a:off x="4276140" y="2337206"/>
            <a:ext cx="400420" cy="374904"/>
          </a:xfrm>
          <a:prstGeom prst="rect">
            <a:avLst/>
          </a:prstGeom>
        </p:spPr>
      </p:pic>
      <p:pic>
        <p:nvPicPr>
          <p:cNvPr id="41" name="Gold Coin 3">
            <a:extLst>
              <a:ext uri="{FF2B5EF4-FFF2-40B4-BE49-F238E27FC236}">
                <a16:creationId xmlns:a16="http://schemas.microsoft.com/office/drawing/2014/main" id="{2D421196-681F-78A7-1DC3-F4E1461F075D}"/>
              </a:ext>
            </a:extLst>
          </p:cNvPr>
          <p:cNvPicPr>
            <a:picLocks noChangeAspect="1"/>
          </p:cNvPicPr>
          <p:nvPr/>
        </p:nvPicPr>
        <p:blipFill>
          <a:blip r:embed="rId21" cstate="print">
            <a:extLst>
              <a:ext uri="{28A0092B-C50C-407E-A947-70E740481C1C}">
                <a14:useLocalDpi xmlns:a14="http://schemas.microsoft.com/office/drawing/2010/main" val="0"/>
              </a:ext>
            </a:extLst>
          </a:blip>
          <a:stretch>
            <a:fillRect/>
          </a:stretch>
        </p:blipFill>
        <p:spPr>
          <a:xfrm>
            <a:off x="3583736" y="3027357"/>
            <a:ext cx="400420" cy="374904"/>
          </a:xfrm>
          <a:prstGeom prst="rect">
            <a:avLst/>
          </a:prstGeom>
        </p:spPr>
      </p:pic>
      <p:pic>
        <p:nvPicPr>
          <p:cNvPr id="42" name="Gold Coin 4">
            <a:extLst>
              <a:ext uri="{FF2B5EF4-FFF2-40B4-BE49-F238E27FC236}">
                <a16:creationId xmlns:a16="http://schemas.microsoft.com/office/drawing/2014/main" id="{55B1402F-8991-52D0-9774-387EF8EB2EFE}"/>
              </a:ext>
            </a:extLst>
          </p:cNvPr>
          <p:cNvPicPr>
            <a:picLocks noChangeAspect="1"/>
          </p:cNvPicPr>
          <p:nvPr/>
        </p:nvPicPr>
        <p:blipFill>
          <a:blip r:embed="rId21" cstate="print">
            <a:extLst>
              <a:ext uri="{28A0092B-C50C-407E-A947-70E740481C1C}">
                <a14:useLocalDpi xmlns:a14="http://schemas.microsoft.com/office/drawing/2010/main" val="0"/>
              </a:ext>
            </a:extLst>
          </a:blip>
          <a:stretch>
            <a:fillRect/>
          </a:stretch>
        </p:blipFill>
        <p:spPr>
          <a:xfrm>
            <a:off x="4312716" y="3033453"/>
            <a:ext cx="400420" cy="374904"/>
          </a:xfrm>
          <a:prstGeom prst="rect">
            <a:avLst/>
          </a:prstGeom>
        </p:spPr>
      </p:pic>
      <p:pic>
        <p:nvPicPr>
          <p:cNvPr id="44" name="Gold Coin 1">
            <a:extLst>
              <a:ext uri="{FF2B5EF4-FFF2-40B4-BE49-F238E27FC236}">
                <a16:creationId xmlns:a16="http://schemas.microsoft.com/office/drawing/2014/main" id="{C635270D-6525-FA67-E555-83AFB8522276}"/>
              </a:ext>
            </a:extLst>
          </p:cNvPr>
          <p:cNvPicPr>
            <a:picLocks noChangeAspect="1"/>
          </p:cNvPicPr>
          <p:nvPr/>
        </p:nvPicPr>
        <p:blipFill>
          <a:blip r:embed="rId21" cstate="print">
            <a:extLst>
              <a:ext uri="{28A0092B-C50C-407E-A947-70E740481C1C}">
                <a14:useLocalDpi xmlns:a14="http://schemas.microsoft.com/office/drawing/2010/main" val="0"/>
              </a:ext>
            </a:extLst>
          </a:blip>
          <a:stretch>
            <a:fillRect/>
          </a:stretch>
        </p:blipFill>
        <p:spPr>
          <a:xfrm>
            <a:off x="3666257" y="4395908"/>
            <a:ext cx="400420" cy="374904"/>
          </a:xfrm>
          <a:prstGeom prst="rect">
            <a:avLst/>
          </a:prstGeom>
        </p:spPr>
      </p:pic>
      <p:pic>
        <p:nvPicPr>
          <p:cNvPr id="52" name="Gold Coin 1">
            <a:extLst>
              <a:ext uri="{FF2B5EF4-FFF2-40B4-BE49-F238E27FC236}">
                <a16:creationId xmlns:a16="http://schemas.microsoft.com/office/drawing/2014/main" id="{C84583A5-D49E-94E0-CB5E-C7E31590FCEA}"/>
              </a:ext>
            </a:extLst>
          </p:cNvPr>
          <p:cNvPicPr>
            <a:picLocks noChangeAspect="1"/>
          </p:cNvPicPr>
          <p:nvPr/>
        </p:nvPicPr>
        <p:blipFill>
          <a:blip r:embed="rId21" cstate="print">
            <a:extLst>
              <a:ext uri="{28A0092B-C50C-407E-A947-70E740481C1C}">
                <a14:useLocalDpi xmlns:a14="http://schemas.microsoft.com/office/drawing/2010/main" val="0"/>
              </a:ext>
            </a:extLst>
          </a:blip>
          <a:stretch>
            <a:fillRect/>
          </a:stretch>
        </p:blipFill>
        <p:spPr>
          <a:xfrm>
            <a:off x="3773700" y="6459603"/>
            <a:ext cx="400420" cy="374904"/>
          </a:xfrm>
          <a:prstGeom prst="rect">
            <a:avLst/>
          </a:prstGeom>
        </p:spPr>
      </p:pic>
      <p:pic>
        <p:nvPicPr>
          <p:cNvPr id="53" name="Gold Coin 2">
            <a:extLst>
              <a:ext uri="{FF2B5EF4-FFF2-40B4-BE49-F238E27FC236}">
                <a16:creationId xmlns:a16="http://schemas.microsoft.com/office/drawing/2014/main" id="{8471FBB4-0B6B-3F25-B147-D4BD47C4DF48}"/>
              </a:ext>
            </a:extLst>
          </p:cNvPr>
          <p:cNvPicPr>
            <a:picLocks noChangeAspect="1"/>
          </p:cNvPicPr>
          <p:nvPr/>
        </p:nvPicPr>
        <p:blipFill>
          <a:blip r:embed="rId21" cstate="print">
            <a:extLst>
              <a:ext uri="{28A0092B-C50C-407E-A947-70E740481C1C}">
                <a14:useLocalDpi xmlns:a14="http://schemas.microsoft.com/office/drawing/2010/main" val="0"/>
              </a:ext>
            </a:extLst>
          </a:blip>
          <a:stretch>
            <a:fillRect/>
          </a:stretch>
        </p:blipFill>
        <p:spPr>
          <a:xfrm>
            <a:off x="4501586" y="6465699"/>
            <a:ext cx="400420" cy="374904"/>
          </a:xfrm>
          <a:prstGeom prst="rect">
            <a:avLst/>
          </a:prstGeom>
        </p:spPr>
      </p:pic>
      <p:pic>
        <p:nvPicPr>
          <p:cNvPr id="57" name="Gold Coin 1">
            <a:extLst>
              <a:ext uri="{FF2B5EF4-FFF2-40B4-BE49-F238E27FC236}">
                <a16:creationId xmlns:a16="http://schemas.microsoft.com/office/drawing/2014/main" id="{B519E1ED-137D-1E12-CE45-775BC3726AC6}"/>
              </a:ext>
            </a:extLst>
          </p:cNvPr>
          <p:cNvPicPr>
            <a:picLocks noChangeAspect="1"/>
          </p:cNvPicPr>
          <p:nvPr/>
        </p:nvPicPr>
        <p:blipFill>
          <a:blip r:embed="rId21" cstate="print">
            <a:extLst>
              <a:ext uri="{28A0092B-C50C-407E-A947-70E740481C1C}">
                <a14:useLocalDpi xmlns:a14="http://schemas.microsoft.com/office/drawing/2010/main" val="0"/>
              </a:ext>
            </a:extLst>
          </a:blip>
          <a:stretch>
            <a:fillRect/>
          </a:stretch>
        </p:blipFill>
        <p:spPr>
          <a:xfrm>
            <a:off x="12861981" y="279730"/>
            <a:ext cx="400420" cy="374904"/>
          </a:xfrm>
          <a:prstGeom prst="rect">
            <a:avLst/>
          </a:prstGeom>
        </p:spPr>
      </p:pic>
      <p:pic>
        <p:nvPicPr>
          <p:cNvPr id="62" name="Gold Coin 1">
            <a:extLst>
              <a:ext uri="{FF2B5EF4-FFF2-40B4-BE49-F238E27FC236}">
                <a16:creationId xmlns:a16="http://schemas.microsoft.com/office/drawing/2014/main" id="{8B7A3FF4-DEED-AB40-0853-6A0CD696DD85}"/>
              </a:ext>
            </a:extLst>
          </p:cNvPr>
          <p:cNvPicPr>
            <a:picLocks noChangeAspect="1"/>
          </p:cNvPicPr>
          <p:nvPr/>
        </p:nvPicPr>
        <p:blipFill>
          <a:blip r:embed="rId21" cstate="print">
            <a:extLst>
              <a:ext uri="{28A0092B-C50C-407E-A947-70E740481C1C}">
                <a14:useLocalDpi xmlns:a14="http://schemas.microsoft.com/office/drawing/2010/main" val="0"/>
              </a:ext>
            </a:extLst>
          </a:blip>
          <a:stretch>
            <a:fillRect/>
          </a:stretch>
        </p:blipFill>
        <p:spPr>
          <a:xfrm>
            <a:off x="12976496" y="2355053"/>
            <a:ext cx="400420" cy="374904"/>
          </a:xfrm>
          <a:prstGeom prst="rect">
            <a:avLst/>
          </a:prstGeom>
        </p:spPr>
      </p:pic>
      <p:pic>
        <p:nvPicPr>
          <p:cNvPr id="63" name="Gold Coin 2">
            <a:extLst>
              <a:ext uri="{FF2B5EF4-FFF2-40B4-BE49-F238E27FC236}">
                <a16:creationId xmlns:a16="http://schemas.microsoft.com/office/drawing/2014/main" id="{5235CDF8-05A8-5A21-1AC4-5150C90AC0E8}"/>
              </a:ext>
            </a:extLst>
          </p:cNvPr>
          <p:cNvPicPr>
            <a:picLocks noChangeAspect="1"/>
          </p:cNvPicPr>
          <p:nvPr/>
        </p:nvPicPr>
        <p:blipFill>
          <a:blip r:embed="rId21" cstate="print">
            <a:extLst>
              <a:ext uri="{28A0092B-C50C-407E-A947-70E740481C1C}">
                <a14:useLocalDpi xmlns:a14="http://schemas.microsoft.com/office/drawing/2010/main" val="0"/>
              </a:ext>
            </a:extLst>
          </a:blip>
          <a:stretch>
            <a:fillRect/>
          </a:stretch>
        </p:blipFill>
        <p:spPr>
          <a:xfrm>
            <a:off x="13704382" y="2361149"/>
            <a:ext cx="400420" cy="374904"/>
          </a:xfrm>
          <a:prstGeom prst="rect">
            <a:avLst/>
          </a:prstGeom>
        </p:spPr>
      </p:pic>
      <p:pic>
        <p:nvPicPr>
          <p:cNvPr id="64" name="Gold Coin 3">
            <a:extLst>
              <a:ext uri="{FF2B5EF4-FFF2-40B4-BE49-F238E27FC236}">
                <a16:creationId xmlns:a16="http://schemas.microsoft.com/office/drawing/2014/main" id="{ADDA8BED-F5B9-5C15-8E85-A4CFF5D62B3A}"/>
              </a:ext>
            </a:extLst>
          </p:cNvPr>
          <p:cNvPicPr>
            <a:picLocks noChangeAspect="1"/>
          </p:cNvPicPr>
          <p:nvPr/>
        </p:nvPicPr>
        <p:blipFill>
          <a:blip r:embed="rId21" cstate="print">
            <a:extLst>
              <a:ext uri="{28A0092B-C50C-407E-A947-70E740481C1C}">
                <a14:useLocalDpi xmlns:a14="http://schemas.microsoft.com/office/drawing/2010/main" val="0"/>
              </a:ext>
            </a:extLst>
          </a:blip>
          <a:stretch>
            <a:fillRect/>
          </a:stretch>
        </p:blipFill>
        <p:spPr>
          <a:xfrm>
            <a:off x="13011978" y="3051300"/>
            <a:ext cx="400420" cy="374904"/>
          </a:xfrm>
          <a:prstGeom prst="rect">
            <a:avLst/>
          </a:prstGeom>
        </p:spPr>
      </p:pic>
      <p:pic>
        <p:nvPicPr>
          <p:cNvPr id="65" name="Gold Coin 4">
            <a:extLst>
              <a:ext uri="{FF2B5EF4-FFF2-40B4-BE49-F238E27FC236}">
                <a16:creationId xmlns:a16="http://schemas.microsoft.com/office/drawing/2014/main" id="{C74EB882-8119-F4DE-A6D9-E657992ACBF9}"/>
              </a:ext>
            </a:extLst>
          </p:cNvPr>
          <p:cNvPicPr>
            <a:picLocks noChangeAspect="1"/>
          </p:cNvPicPr>
          <p:nvPr/>
        </p:nvPicPr>
        <p:blipFill>
          <a:blip r:embed="rId21" cstate="print">
            <a:extLst>
              <a:ext uri="{28A0092B-C50C-407E-A947-70E740481C1C}">
                <a14:useLocalDpi xmlns:a14="http://schemas.microsoft.com/office/drawing/2010/main" val="0"/>
              </a:ext>
            </a:extLst>
          </a:blip>
          <a:stretch>
            <a:fillRect/>
          </a:stretch>
        </p:blipFill>
        <p:spPr>
          <a:xfrm>
            <a:off x="13740958" y="3057396"/>
            <a:ext cx="400420" cy="374904"/>
          </a:xfrm>
          <a:prstGeom prst="rect">
            <a:avLst/>
          </a:prstGeom>
        </p:spPr>
      </p:pic>
      <p:pic>
        <p:nvPicPr>
          <p:cNvPr id="71" name="Gold Coin 1">
            <a:extLst>
              <a:ext uri="{FF2B5EF4-FFF2-40B4-BE49-F238E27FC236}">
                <a16:creationId xmlns:a16="http://schemas.microsoft.com/office/drawing/2014/main" id="{60BD5144-73A1-F3B7-784A-28ABD0D4707A}"/>
              </a:ext>
            </a:extLst>
          </p:cNvPr>
          <p:cNvPicPr>
            <a:picLocks noChangeAspect="1"/>
          </p:cNvPicPr>
          <p:nvPr/>
        </p:nvPicPr>
        <p:blipFill>
          <a:blip r:embed="rId21" cstate="print">
            <a:extLst>
              <a:ext uri="{28A0092B-C50C-407E-A947-70E740481C1C}">
                <a14:useLocalDpi xmlns:a14="http://schemas.microsoft.com/office/drawing/2010/main" val="0"/>
              </a:ext>
            </a:extLst>
          </a:blip>
          <a:stretch>
            <a:fillRect/>
          </a:stretch>
        </p:blipFill>
        <p:spPr>
          <a:xfrm>
            <a:off x="13094499" y="4419851"/>
            <a:ext cx="400420" cy="374904"/>
          </a:xfrm>
          <a:prstGeom prst="rect">
            <a:avLst/>
          </a:prstGeom>
        </p:spPr>
      </p:pic>
      <p:pic>
        <p:nvPicPr>
          <p:cNvPr id="72" name="Gold Coin 2">
            <a:extLst>
              <a:ext uri="{FF2B5EF4-FFF2-40B4-BE49-F238E27FC236}">
                <a16:creationId xmlns:a16="http://schemas.microsoft.com/office/drawing/2014/main" id="{98CDDFE1-7228-7502-E4DE-EA53C5FF6C57}"/>
              </a:ext>
            </a:extLst>
          </p:cNvPr>
          <p:cNvPicPr>
            <a:picLocks noChangeAspect="1"/>
          </p:cNvPicPr>
          <p:nvPr/>
        </p:nvPicPr>
        <p:blipFill>
          <a:blip r:embed="rId21" cstate="print">
            <a:extLst>
              <a:ext uri="{28A0092B-C50C-407E-A947-70E740481C1C}">
                <a14:useLocalDpi xmlns:a14="http://schemas.microsoft.com/office/drawing/2010/main" val="0"/>
              </a:ext>
            </a:extLst>
          </a:blip>
          <a:stretch>
            <a:fillRect/>
          </a:stretch>
        </p:blipFill>
        <p:spPr>
          <a:xfrm>
            <a:off x="13822385" y="4425947"/>
            <a:ext cx="400420" cy="374904"/>
          </a:xfrm>
          <a:prstGeom prst="rect">
            <a:avLst/>
          </a:prstGeom>
        </p:spPr>
      </p:pic>
      <p:pic>
        <p:nvPicPr>
          <p:cNvPr id="76" name="Gold Coin 1">
            <a:extLst>
              <a:ext uri="{FF2B5EF4-FFF2-40B4-BE49-F238E27FC236}">
                <a16:creationId xmlns:a16="http://schemas.microsoft.com/office/drawing/2014/main" id="{99F11F17-3DDD-EC5A-F24E-8E4F673FE650}"/>
              </a:ext>
            </a:extLst>
          </p:cNvPr>
          <p:cNvPicPr>
            <a:picLocks noChangeAspect="1"/>
          </p:cNvPicPr>
          <p:nvPr/>
        </p:nvPicPr>
        <p:blipFill>
          <a:blip r:embed="rId21" cstate="print">
            <a:extLst>
              <a:ext uri="{28A0092B-C50C-407E-A947-70E740481C1C}">
                <a14:useLocalDpi xmlns:a14="http://schemas.microsoft.com/office/drawing/2010/main" val="0"/>
              </a:ext>
            </a:extLst>
          </a:blip>
          <a:stretch>
            <a:fillRect/>
          </a:stretch>
        </p:blipFill>
        <p:spPr>
          <a:xfrm>
            <a:off x="13201942" y="6483546"/>
            <a:ext cx="400420" cy="374904"/>
          </a:xfrm>
          <a:prstGeom prst="rect">
            <a:avLst/>
          </a:prstGeom>
        </p:spPr>
      </p:pic>
      <p:pic>
        <p:nvPicPr>
          <p:cNvPr id="79" name="Gold Coin 2">
            <a:extLst>
              <a:ext uri="{FF2B5EF4-FFF2-40B4-BE49-F238E27FC236}">
                <a16:creationId xmlns:a16="http://schemas.microsoft.com/office/drawing/2014/main" id="{84A56950-E01E-B3B1-F4C0-693CB5E68951}"/>
              </a:ext>
            </a:extLst>
          </p:cNvPr>
          <p:cNvPicPr>
            <a:picLocks noChangeAspect="1"/>
          </p:cNvPicPr>
          <p:nvPr/>
        </p:nvPicPr>
        <p:blipFill>
          <a:blip r:embed="rId21" cstate="print">
            <a:extLst>
              <a:ext uri="{28A0092B-C50C-407E-A947-70E740481C1C}">
                <a14:useLocalDpi xmlns:a14="http://schemas.microsoft.com/office/drawing/2010/main" val="0"/>
              </a:ext>
            </a:extLst>
          </a:blip>
          <a:stretch>
            <a:fillRect/>
          </a:stretch>
        </p:blipFill>
        <p:spPr>
          <a:xfrm>
            <a:off x="13929828" y="6489642"/>
            <a:ext cx="400420" cy="374904"/>
          </a:xfrm>
          <a:prstGeom prst="rect">
            <a:avLst/>
          </a:prstGeom>
        </p:spPr>
      </p:pic>
      <p:pic>
        <p:nvPicPr>
          <p:cNvPr id="80" name="Gold Coin 3">
            <a:extLst>
              <a:ext uri="{FF2B5EF4-FFF2-40B4-BE49-F238E27FC236}">
                <a16:creationId xmlns:a16="http://schemas.microsoft.com/office/drawing/2014/main" id="{84C15DDC-7F4B-84D2-0344-330AF045FFFA}"/>
              </a:ext>
            </a:extLst>
          </p:cNvPr>
          <p:cNvPicPr>
            <a:picLocks noChangeAspect="1"/>
          </p:cNvPicPr>
          <p:nvPr/>
        </p:nvPicPr>
        <p:blipFill>
          <a:blip r:embed="rId21" cstate="print">
            <a:extLst>
              <a:ext uri="{28A0092B-C50C-407E-A947-70E740481C1C}">
                <a14:useLocalDpi xmlns:a14="http://schemas.microsoft.com/office/drawing/2010/main" val="0"/>
              </a:ext>
            </a:extLst>
          </a:blip>
          <a:stretch>
            <a:fillRect/>
          </a:stretch>
        </p:blipFill>
        <p:spPr>
          <a:xfrm>
            <a:off x="13237424" y="7179793"/>
            <a:ext cx="400420" cy="374904"/>
          </a:xfrm>
          <a:prstGeom prst="rect">
            <a:avLst/>
          </a:prstGeom>
        </p:spPr>
      </p:pic>
    </p:spTree>
    <p:extLst>
      <p:ext uri="{BB962C8B-B14F-4D97-AF65-F5344CB8AC3E}">
        <p14:creationId xmlns:p14="http://schemas.microsoft.com/office/powerpoint/2010/main" val="361414334"/>
      </p:ext>
    </p:extLst>
  </p:cSld>
  <p:clrMapOvr>
    <a:masterClrMapping/>
  </p:clrMapOvr>
  <mc:AlternateContent xmlns:mc="http://schemas.openxmlformats.org/markup-compatibility/2006" xmlns:p14="http://schemas.microsoft.com/office/powerpoint/2010/main">
    <mc:Choice Requires="p14">
      <p:transition spd="slow" p14:dur="1300">
        <p14:pan/>
      </p:transition>
    </mc:Choice>
    <mc:Fallback xmlns="">
      <p:transition spd="slow">
        <p:fade/>
      </p:transition>
    </mc:Fallback>
  </mc:AlternateContent>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mediacall" presetSubtype="0" fill="hold" nodeType="clickEffect">
                                  <p:stCondLst>
                                    <p:cond delay="0"/>
                                  </p:stCondLst>
                                  <p:childTnLst>
                                    <p:cmd type="call" cmd="playFrom(0.0)">
                                      <p:cBhvr>
                                        <p:cTn id="6" dur="40045" fill="hold"/>
                                        <p:tgtEl>
                                          <p:spTgt spid="26"/>
                                        </p:tgtEl>
                                      </p:cBhvr>
                                    </p:cmd>
                                  </p:childTnLst>
                                </p:cTn>
                              </p:par>
                              <p:par>
                                <p:cTn id="7" presetID="0" presetClass="path" presetSubtype="0" fill="hold" nodeType="withEffect">
                                  <p:stCondLst>
                                    <p:cond delay="0"/>
                                  </p:stCondLst>
                                  <p:childTnLst>
                                    <p:animMotion origin="layout" path="M 0.00021 -0.00077 L 0.00021 -0.0216 L -0.02518 -0.0216 L -0.02518 0.00039 L -0.02518 -0.0216 L -0.04926 -0.0216 L -0.04992 -0.00077 L -0.04926 -0.0216 L -0.07466 -0.0216 L -0.07531 -0.00174 L -0.07531 -0.0216 L -0.0994 -0.0216 L -0.10005 -0.00174 L -0.10059 -0.0216 L -0.12424 -0.0216 L -0.12479 -0.00174 L -0.12479 -0.02045 L -0.14953 -0.0216 L -0.14953 -0.00289 L -0.14953 -0.0216 L -0.17426 -0.02276 L -0.17426 -0.00174 L -0.17492 -0.0216 L -0.19835 -0.02276 L -0.199 -0.00174 L -0.199 -0.02276 L -0.22385 -0.02276 L -0.22385 -0.00174 L -0.22385 -0.02276 L -0.24913 -0.02276 L -0.24848 -0.00289 L -0.24848 -0.02276 L -0.27387 -0.02276 L -0.27387 -0.00174 L -0.27387 -0.02276 L -0.29818 -0.02276 L -0.29818 -0.00174 L -0.29872 -0.02276 L -0.32346 -0.02276 L -0.32346 -0.00174 L -0.324 -0.02276 L -0.34755 -0.02276 L -0.34755 -0.00174 L -0.3469 -0.02392 L -0.37175 -0.02392 L -0.37229 -0.00289 L -0.37229 -0.02392 L -0.39768 -0.02392 L -0.39768 -0.00174 L -0.39703 -0.02488 L -0.42177 -0.02488 L -0.42242 -0.00174 L -0.42242 -0.02488 L -0.44662 -0.02488 L -0.44716 -0.00289 L -0.44716 -0.02488 L -0.4719 -0.02488 L -0.4719 -0.00289 L -0.47125 -0.02488 L -0.49664 -0.02488 L -0.49664 -0.00289 L -0.4961 -0.02604 L -0.52138 -0.02604 L -0.52138 -0.00174 L -0.52138 -0.02604 L -0.54623 -0.02604 L -0.54623 -0.00405 L -0.54623 -0.02604 L -0.57042 -0.02604 L -0.57042 -0.00289 L -0.57107 -0.02604 L -0.59571 -0.02604 L -0.59571 -0.00405 L -0.59505 -0.02604 L -0.61979 -0.02604 L -0.62045 -0.00405 L -0.62045 -0.02604 L -0.64594 -0.02604 L -0.64594 -0.00405 L -0.64594 -0.0272 L -0.67058 -0.0272 L -0.66992 -0.00289 L -0.67058 -0.02604 L -0.69532 -0.02604 L -0.69466 -0.00405 L -0.69597 -0.02604 L -0.72016 -0.02604 L -0.72081 -0.00405 L -0.72016 -0.0272 L -0.74414 -0.0272 L -0.7436 -0.00289 L -0.74414 -0.02604 L -0.76953 -0.02604 L -0.76953 -0.00405 L -0.76953 -0.02604 L -0.79373 -0.02604 L -0.79373 -0.00405 L -0.79373 -0.02488 L -0.81847 -0.02488 L -0.81912 -0.00521 L -0.81847 -0.02488 L -0.84386 -0.02488 L -0.84386 -0.00405 L -0.84386 -0.02488 L -0.8686 -0.02488 L -0.8686 -0.00405 L -0.8686 -0.02488 L -0.89334 -0.02488 L -0.89334 -0.00405 L -0.89334 -0.02488 L -0.91808 -0.02488 L -0.91808 -0.00521 L -0.91808 -0.02604 L -0.94282 -0.02604 L -0.94282 -0.00637 L -0.94282 -0.02604 L -0.96756 -0.02604 L -0.96756 -0.00521 L -0.96756 -0.02604 L -0.99176 -0.02604 L -0.9923 -0.00637 " pathEditMode="relative" ptsTypes="AAAAAAAAAAAAAAAAAAAAAAAAAAAAAAAAAAAAAAAAAAAAAAAAAAAAAAAAAAAAAAAAAAAAAAAAAAAAAAAAAAAAAAAAAAAAAAAAAAAAAAAAAAAAAAAAAAAAAAAAA">
                                      <p:cBhvr>
                                        <p:cTn id="8" dur="40000" fill="hold"/>
                                        <p:tgtEl>
                                          <p:spTgt spid="51"/>
                                        </p:tgtEl>
                                        <p:attrNameLst>
                                          <p:attrName>ppt_x</p:attrName>
                                          <p:attrName>ppt_y</p:attrName>
                                        </p:attrNameLst>
                                      </p:cBhvr>
                                    </p:animMotion>
                                  </p:childTnLst>
                                </p:cTn>
                              </p:par>
                            </p:childTnLst>
                          </p:cTn>
                        </p:par>
                      </p:childTnLst>
                    </p:cTn>
                  </p:par>
                  <p:par>
                    <p:cTn id="9" fill="hold">
                      <p:stCondLst>
                        <p:cond delay="indefinite"/>
                      </p:stCondLst>
                      <p:childTnLst>
                        <p:par>
                          <p:cTn id="10" fill="hold">
                            <p:stCondLst>
                              <p:cond delay="0"/>
                            </p:stCondLst>
                            <p:childTnLst>
                              <p:par>
                                <p:cTn id="11" presetID="1" presetClass="mediacall" presetSubtype="0" fill="hold" nodeType="clickEffect">
                                  <p:stCondLst>
                                    <p:cond delay="0"/>
                                  </p:stCondLst>
                                  <p:childTnLst>
                                    <p:cmd type="call" cmd="playFrom(0.0)">
                                      <p:cBhvr>
                                        <p:cTn id="12" dur="417" fill="hold"/>
                                        <p:tgtEl>
                                          <p:spTgt spid="49"/>
                                        </p:tgtEl>
                                      </p:cBhvr>
                                    </p:cmd>
                                  </p:childTnLst>
                                </p:cTn>
                              </p:par>
                            </p:childTnLst>
                          </p:cTn>
                        </p:par>
                        <p:par>
                          <p:cTn id="13" fill="hold">
                            <p:stCondLst>
                              <p:cond delay="417"/>
                            </p:stCondLst>
                            <p:childTnLst>
                              <p:par>
                                <p:cTn id="14" presetID="1" presetClass="mediacall" presetSubtype="0" fill="hold" nodeType="afterEffect">
                                  <p:stCondLst>
                                    <p:cond delay="0"/>
                                  </p:stCondLst>
                                  <p:childTnLst>
                                    <p:cmd type="call" cmd="playFrom(0.0)">
                                      <p:cBhvr>
                                        <p:cTn id="15" dur="912" fill="hold"/>
                                        <p:tgtEl>
                                          <p:spTgt spid="27"/>
                                        </p:tgtEl>
                                      </p:cBhvr>
                                    </p:cmd>
                                  </p:childTnLst>
                                </p:cTn>
                              </p:par>
                              <p:par>
                                <p:cTn id="16" presetID="2" presetClass="entr" presetSubtype="1" fill="hold" nodeType="withEffect">
                                  <p:stCondLst>
                                    <p:cond delay="0"/>
                                  </p:stCondLst>
                                  <p:childTnLst>
                                    <p:set>
                                      <p:cBhvr>
                                        <p:cTn id="17" dur="1" fill="hold">
                                          <p:stCondLst>
                                            <p:cond delay="0"/>
                                          </p:stCondLst>
                                        </p:cTn>
                                        <p:tgtEl>
                                          <p:spTgt spid="28"/>
                                        </p:tgtEl>
                                        <p:attrNameLst>
                                          <p:attrName>style.visibility</p:attrName>
                                        </p:attrNameLst>
                                      </p:cBhvr>
                                      <p:to>
                                        <p:strVal val="visible"/>
                                      </p:to>
                                    </p:set>
                                    <p:anim calcmode="lin" valueType="num">
                                      <p:cBhvr additive="base">
                                        <p:cTn id="18" dur="250" fill="hold"/>
                                        <p:tgtEl>
                                          <p:spTgt spid="28"/>
                                        </p:tgtEl>
                                        <p:attrNameLst>
                                          <p:attrName>ppt_x</p:attrName>
                                        </p:attrNameLst>
                                      </p:cBhvr>
                                      <p:tavLst>
                                        <p:tav tm="0">
                                          <p:val>
                                            <p:strVal val="#ppt_x"/>
                                          </p:val>
                                        </p:tav>
                                        <p:tav tm="100000">
                                          <p:val>
                                            <p:strVal val="#ppt_x"/>
                                          </p:val>
                                        </p:tav>
                                      </p:tavLst>
                                    </p:anim>
                                    <p:anim calcmode="lin" valueType="num">
                                      <p:cBhvr additive="base">
                                        <p:cTn id="19" dur="250" fill="hold"/>
                                        <p:tgtEl>
                                          <p:spTgt spid="28"/>
                                        </p:tgtEl>
                                        <p:attrNameLst>
                                          <p:attrName>ppt_y</p:attrName>
                                        </p:attrNameLst>
                                      </p:cBhvr>
                                      <p:tavLst>
                                        <p:tav tm="0">
                                          <p:val>
                                            <p:strVal val="0-#ppt_h/2"/>
                                          </p:val>
                                        </p:tav>
                                        <p:tav tm="100000">
                                          <p:val>
                                            <p:strVal val="#ppt_y"/>
                                          </p:val>
                                        </p:tav>
                                      </p:tavLst>
                                    </p:anim>
                                  </p:childTnLst>
                                </p:cTn>
                              </p:par>
                              <p:par>
                                <p:cTn id="20" presetID="2" presetClass="entr" presetSubtype="1" fill="hold" nodeType="withEffect">
                                  <p:stCondLst>
                                    <p:cond delay="0"/>
                                  </p:stCondLst>
                                  <p:childTnLst>
                                    <p:set>
                                      <p:cBhvr>
                                        <p:cTn id="21" dur="1" fill="hold">
                                          <p:stCondLst>
                                            <p:cond delay="0"/>
                                          </p:stCondLst>
                                        </p:cTn>
                                        <p:tgtEl>
                                          <p:spTgt spid="39"/>
                                        </p:tgtEl>
                                        <p:attrNameLst>
                                          <p:attrName>style.visibility</p:attrName>
                                        </p:attrNameLst>
                                      </p:cBhvr>
                                      <p:to>
                                        <p:strVal val="visible"/>
                                      </p:to>
                                    </p:set>
                                    <p:anim calcmode="lin" valueType="num">
                                      <p:cBhvr additive="base">
                                        <p:cTn id="22" dur="250" fill="hold"/>
                                        <p:tgtEl>
                                          <p:spTgt spid="39"/>
                                        </p:tgtEl>
                                        <p:attrNameLst>
                                          <p:attrName>ppt_x</p:attrName>
                                        </p:attrNameLst>
                                      </p:cBhvr>
                                      <p:tavLst>
                                        <p:tav tm="0">
                                          <p:val>
                                            <p:strVal val="#ppt_x"/>
                                          </p:val>
                                        </p:tav>
                                        <p:tav tm="100000">
                                          <p:val>
                                            <p:strVal val="#ppt_x"/>
                                          </p:val>
                                        </p:tav>
                                      </p:tavLst>
                                    </p:anim>
                                    <p:anim calcmode="lin" valueType="num">
                                      <p:cBhvr additive="base">
                                        <p:cTn id="23" dur="250" fill="hold"/>
                                        <p:tgtEl>
                                          <p:spTgt spid="39"/>
                                        </p:tgtEl>
                                        <p:attrNameLst>
                                          <p:attrName>ppt_y</p:attrName>
                                        </p:attrNameLst>
                                      </p:cBhvr>
                                      <p:tavLst>
                                        <p:tav tm="0">
                                          <p:val>
                                            <p:strVal val="0-#ppt_h/2"/>
                                          </p:val>
                                        </p:tav>
                                        <p:tav tm="100000">
                                          <p:val>
                                            <p:strVal val="#ppt_y"/>
                                          </p:val>
                                        </p:tav>
                                      </p:tavLst>
                                    </p:anim>
                                  </p:childTnLst>
                                </p:cTn>
                              </p:par>
                              <p:par>
                                <p:cTn id="24" presetID="2" presetClass="entr" presetSubtype="1" fill="hold" nodeType="withEffect">
                                  <p:stCondLst>
                                    <p:cond delay="0"/>
                                  </p:stCondLst>
                                  <p:childTnLst>
                                    <p:set>
                                      <p:cBhvr>
                                        <p:cTn id="25" dur="1" fill="hold">
                                          <p:stCondLst>
                                            <p:cond delay="0"/>
                                          </p:stCondLst>
                                        </p:cTn>
                                        <p:tgtEl>
                                          <p:spTgt spid="44"/>
                                        </p:tgtEl>
                                        <p:attrNameLst>
                                          <p:attrName>style.visibility</p:attrName>
                                        </p:attrNameLst>
                                      </p:cBhvr>
                                      <p:to>
                                        <p:strVal val="visible"/>
                                      </p:to>
                                    </p:set>
                                    <p:anim calcmode="lin" valueType="num">
                                      <p:cBhvr additive="base">
                                        <p:cTn id="26" dur="250" fill="hold"/>
                                        <p:tgtEl>
                                          <p:spTgt spid="44"/>
                                        </p:tgtEl>
                                        <p:attrNameLst>
                                          <p:attrName>ppt_x</p:attrName>
                                        </p:attrNameLst>
                                      </p:cBhvr>
                                      <p:tavLst>
                                        <p:tav tm="0">
                                          <p:val>
                                            <p:strVal val="#ppt_x"/>
                                          </p:val>
                                        </p:tav>
                                        <p:tav tm="100000">
                                          <p:val>
                                            <p:strVal val="#ppt_x"/>
                                          </p:val>
                                        </p:tav>
                                      </p:tavLst>
                                    </p:anim>
                                    <p:anim calcmode="lin" valueType="num">
                                      <p:cBhvr additive="base">
                                        <p:cTn id="27" dur="250" fill="hold"/>
                                        <p:tgtEl>
                                          <p:spTgt spid="44"/>
                                        </p:tgtEl>
                                        <p:attrNameLst>
                                          <p:attrName>ppt_y</p:attrName>
                                        </p:attrNameLst>
                                      </p:cBhvr>
                                      <p:tavLst>
                                        <p:tav tm="0">
                                          <p:val>
                                            <p:strVal val="0-#ppt_h/2"/>
                                          </p:val>
                                        </p:tav>
                                        <p:tav tm="100000">
                                          <p:val>
                                            <p:strVal val="#ppt_y"/>
                                          </p:val>
                                        </p:tav>
                                      </p:tavLst>
                                    </p:anim>
                                  </p:childTnLst>
                                </p:cTn>
                              </p:par>
                              <p:par>
                                <p:cTn id="28" presetID="2" presetClass="entr" presetSubtype="1" fill="hold" nodeType="withEffect">
                                  <p:stCondLst>
                                    <p:cond delay="0"/>
                                  </p:stCondLst>
                                  <p:childTnLst>
                                    <p:set>
                                      <p:cBhvr>
                                        <p:cTn id="29" dur="1" fill="hold">
                                          <p:stCondLst>
                                            <p:cond delay="0"/>
                                          </p:stCondLst>
                                        </p:cTn>
                                        <p:tgtEl>
                                          <p:spTgt spid="52"/>
                                        </p:tgtEl>
                                        <p:attrNameLst>
                                          <p:attrName>style.visibility</p:attrName>
                                        </p:attrNameLst>
                                      </p:cBhvr>
                                      <p:to>
                                        <p:strVal val="visible"/>
                                      </p:to>
                                    </p:set>
                                    <p:anim calcmode="lin" valueType="num">
                                      <p:cBhvr additive="base">
                                        <p:cTn id="30" dur="250" fill="hold"/>
                                        <p:tgtEl>
                                          <p:spTgt spid="52"/>
                                        </p:tgtEl>
                                        <p:attrNameLst>
                                          <p:attrName>ppt_x</p:attrName>
                                        </p:attrNameLst>
                                      </p:cBhvr>
                                      <p:tavLst>
                                        <p:tav tm="0">
                                          <p:val>
                                            <p:strVal val="#ppt_x"/>
                                          </p:val>
                                        </p:tav>
                                        <p:tav tm="100000">
                                          <p:val>
                                            <p:strVal val="#ppt_x"/>
                                          </p:val>
                                        </p:tav>
                                      </p:tavLst>
                                    </p:anim>
                                    <p:anim calcmode="lin" valueType="num">
                                      <p:cBhvr additive="base">
                                        <p:cTn id="31" dur="250" fill="hold"/>
                                        <p:tgtEl>
                                          <p:spTgt spid="52"/>
                                        </p:tgtEl>
                                        <p:attrNameLst>
                                          <p:attrName>ppt_y</p:attrName>
                                        </p:attrNameLst>
                                      </p:cBhvr>
                                      <p:tavLst>
                                        <p:tav tm="0">
                                          <p:val>
                                            <p:strVal val="0-#ppt_h/2"/>
                                          </p:val>
                                        </p:tav>
                                        <p:tav tm="100000">
                                          <p:val>
                                            <p:strVal val="#ppt_y"/>
                                          </p:val>
                                        </p:tav>
                                      </p:tavLst>
                                    </p:anim>
                                  </p:childTnLst>
                                </p:cTn>
                              </p:par>
                              <p:par>
                                <p:cTn id="32" presetID="2" presetClass="entr" presetSubtype="1" fill="hold" nodeType="withEffect">
                                  <p:stCondLst>
                                    <p:cond delay="250"/>
                                  </p:stCondLst>
                                  <p:childTnLst>
                                    <p:set>
                                      <p:cBhvr>
                                        <p:cTn id="33" dur="1" fill="hold">
                                          <p:stCondLst>
                                            <p:cond delay="0"/>
                                          </p:stCondLst>
                                        </p:cTn>
                                        <p:tgtEl>
                                          <p:spTgt spid="29"/>
                                        </p:tgtEl>
                                        <p:attrNameLst>
                                          <p:attrName>style.visibility</p:attrName>
                                        </p:attrNameLst>
                                      </p:cBhvr>
                                      <p:to>
                                        <p:strVal val="visible"/>
                                      </p:to>
                                    </p:set>
                                    <p:anim calcmode="lin" valueType="num">
                                      <p:cBhvr additive="base">
                                        <p:cTn id="34" dur="250" fill="hold"/>
                                        <p:tgtEl>
                                          <p:spTgt spid="29"/>
                                        </p:tgtEl>
                                        <p:attrNameLst>
                                          <p:attrName>ppt_x</p:attrName>
                                        </p:attrNameLst>
                                      </p:cBhvr>
                                      <p:tavLst>
                                        <p:tav tm="0">
                                          <p:val>
                                            <p:strVal val="#ppt_x"/>
                                          </p:val>
                                        </p:tav>
                                        <p:tav tm="100000">
                                          <p:val>
                                            <p:strVal val="#ppt_x"/>
                                          </p:val>
                                        </p:tav>
                                      </p:tavLst>
                                    </p:anim>
                                    <p:anim calcmode="lin" valueType="num">
                                      <p:cBhvr additive="base">
                                        <p:cTn id="35" dur="250" fill="hold"/>
                                        <p:tgtEl>
                                          <p:spTgt spid="29"/>
                                        </p:tgtEl>
                                        <p:attrNameLst>
                                          <p:attrName>ppt_y</p:attrName>
                                        </p:attrNameLst>
                                      </p:cBhvr>
                                      <p:tavLst>
                                        <p:tav tm="0">
                                          <p:val>
                                            <p:strVal val="0-#ppt_h/2"/>
                                          </p:val>
                                        </p:tav>
                                        <p:tav tm="100000">
                                          <p:val>
                                            <p:strVal val="#ppt_y"/>
                                          </p:val>
                                        </p:tav>
                                      </p:tavLst>
                                    </p:anim>
                                  </p:childTnLst>
                                </p:cTn>
                              </p:par>
                              <p:par>
                                <p:cTn id="36" presetID="2" presetClass="entr" presetSubtype="1" fill="hold" nodeType="withEffect">
                                  <p:stCondLst>
                                    <p:cond delay="250"/>
                                  </p:stCondLst>
                                  <p:childTnLst>
                                    <p:set>
                                      <p:cBhvr>
                                        <p:cTn id="37" dur="1" fill="hold">
                                          <p:stCondLst>
                                            <p:cond delay="0"/>
                                          </p:stCondLst>
                                        </p:cTn>
                                        <p:tgtEl>
                                          <p:spTgt spid="40"/>
                                        </p:tgtEl>
                                        <p:attrNameLst>
                                          <p:attrName>style.visibility</p:attrName>
                                        </p:attrNameLst>
                                      </p:cBhvr>
                                      <p:to>
                                        <p:strVal val="visible"/>
                                      </p:to>
                                    </p:set>
                                    <p:anim calcmode="lin" valueType="num">
                                      <p:cBhvr additive="base">
                                        <p:cTn id="38" dur="250" fill="hold"/>
                                        <p:tgtEl>
                                          <p:spTgt spid="40"/>
                                        </p:tgtEl>
                                        <p:attrNameLst>
                                          <p:attrName>ppt_x</p:attrName>
                                        </p:attrNameLst>
                                      </p:cBhvr>
                                      <p:tavLst>
                                        <p:tav tm="0">
                                          <p:val>
                                            <p:strVal val="#ppt_x"/>
                                          </p:val>
                                        </p:tav>
                                        <p:tav tm="100000">
                                          <p:val>
                                            <p:strVal val="#ppt_x"/>
                                          </p:val>
                                        </p:tav>
                                      </p:tavLst>
                                    </p:anim>
                                    <p:anim calcmode="lin" valueType="num">
                                      <p:cBhvr additive="base">
                                        <p:cTn id="39" dur="250" fill="hold"/>
                                        <p:tgtEl>
                                          <p:spTgt spid="40"/>
                                        </p:tgtEl>
                                        <p:attrNameLst>
                                          <p:attrName>ppt_y</p:attrName>
                                        </p:attrNameLst>
                                      </p:cBhvr>
                                      <p:tavLst>
                                        <p:tav tm="0">
                                          <p:val>
                                            <p:strVal val="0-#ppt_h/2"/>
                                          </p:val>
                                        </p:tav>
                                        <p:tav tm="100000">
                                          <p:val>
                                            <p:strVal val="#ppt_y"/>
                                          </p:val>
                                        </p:tav>
                                      </p:tavLst>
                                    </p:anim>
                                  </p:childTnLst>
                                </p:cTn>
                              </p:par>
                              <p:par>
                                <p:cTn id="40" presetID="2" presetClass="entr" presetSubtype="1" fill="hold" nodeType="withEffect">
                                  <p:stCondLst>
                                    <p:cond delay="250"/>
                                  </p:stCondLst>
                                  <p:childTnLst>
                                    <p:set>
                                      <p:cBhvr>
                                        <p:cTn id="41" dur="1" fill="hold">
                                          <p:stCondLst>
                                            <p:cond delay="0"/>
                                          </p:stCondLst>
                                        </p:cTn>
                                        <p:tgtEl>
                                          <p:spTgt spid="53"/>
                                        </p:tgtEl>
                                        <p:attrNameLst>
                                          <p:attrName>style.visibility</p:attrName>
                                        </p:attrNameLst>
                                      </p:cBhvr>
                                      <p:to>
                                        <p:strVal val="visible"/>
                                      </p:to>
                                    </p:set>
                                    <p:anim calcmode="lin" valueType="num">
                                      <p:cBhvr additive="base">
                                        <p:cTn id="42" dur="250" fill="hold"/>
                                        <p:tgtEl>
                                          <p:spTgt spid="53"/>
                                        </p:tgtEl>
                                        <p:attrNameLst>
                                          <p:attrName>ppt_x</p:attrName>
                                        </p:attrNameLst>
                                      </p:cBhvr>
                                      <p:tavLst>
                                        <p:tav tm="0">
                                          <p:val>
                                            <p:strVal val="#ppt_x"/>
                                          </p:val>
                                        </p:tav>
                                        <p:tav tm="100000">
                                          <p:val>
                                            <p:strVal val="#ppt_x"/>
                                          </p:val>
                                        </p:tav>
                                      </p:tavLst>
                                    </p:anim>
                                    <p:anim calcmode="lin" valueType="num">
                                      <p:cBhvr additive="base">
                                        <p:cTn id="43" dur="250" fill="hold"/>
                                        <p:tgtEl>
                                          <p:spTgt spid="53"/>
                                        </p:tgtEl>
                                        <p:attrNameLst>
                                          <p:attrName>ppt_y</p:attrName>
                                        </p:attrNameLst>
                                      </p:cBhvr>
                                      <p:tavLst>
                                        <p:tav tm="0">
                                          <p:val>
                                            <p:strVal val="0-#ppt_h/2"/>
                                          </p:val>
                                        </p:tav>
                                        <p:tav tm="100000">
                                          <p:val>
                                            <p:strVal val="#ppt_y"/>
                                          </p:val>
                                        </p:tav>
                                      </p:tavLst>
                                    </p:anim>
                                  </p:childTnLst>
                                </p:cTn>
                              </p:par>
                              <p:par>
                                <p:cTn id="44" presetID="2" presetClass="entr" presetSubtype="1" fill="hold" nodeType="withEffect">
                                  <p:stCondLst>
                                    <p:cond delay="500"/>
                                  </p:stCondLst>
                                  <p:childTnLst>
                                    <p:set>
                                      <p:cBhvr>
                                        <p:cTn id="45" dur="1" fill="hold">
                                          <p:stCondLst>
                                            <p:cond delay="0"/>
                                          </p:stCondLst>
                                        </p:cTn>
                                        <p:tgtEl>
                                          <p:spTgt spid="32"/>
                                        </p:tgtEl>
                                        <p:attrNameLst>
                                          <p:attrName>style.visibility</p:attrName>
                                        </p:attrNameLst>
                                      </p:cBhvr>
                                      <p:to>
                                        <p:strVal val="visible"/>
                                      </p:to>
                                    </p:set>
                                    <p:anim calcmode="lin" valueType="num">
                                      <p:cBhvr additive="base">
                                        <p:cTn id="46" dur="250" fill="hold"/>
                                        <p:tgtEl>
                                          <p:spTgt spid="32"/>
                                        </p:tgtEl>
                                        <p:attrNameLst>
                                          <p:attrName>ppt_x</p:attrName>
                                        </p:attrNameLst>
                                      </p:cBhvr>
                                      <p:tavLst>
                                        <p:tav tm="0">
                                          <p:val>
                                            <p:strVal val="#ppt_x"/>
                                          </p:val>
                                        </p:tav>
                                        <p:tav tm="100000">
                                          <p:val>
                                            <p:strVal val="#ppt_x"/>
                                          </p:val>
                                        </p:tav>
                                      </p:tavLst>
                                    </p:anim>
                                    <p:anim calcmode="lin" valueType="num">
                                      <p:cBhvr additive="base">
                                        <p:cTn id="47" dur="250" fill="hold"/>
                                        <p:tgtEl>
                                          <p:spTgt spid="32"/>
                                        </p:tgtEl>
                                        <p:attrNameLst>
                                          <p:attrName>ppt_y</p:attrName>
                                        </p:attrNameLst>
                                      </p:cBhvr>
                                      <p:tavLst>
                                        <p:tav tm="0">
                                          <p:val>
                                            <p:strVal val="0-#ppt_h/2"/>
                                          </p:val>
                                        </p:tav>
                                        <p:tav tm="100000">
                                          <p:val>
                                            <p:strVal val="#ppt_y"/>
                                          </p:val>
                                        </p:tav>
                                      </p:tavLst>
                                    </p:anim>
                                  </p:childTnLst>
                                </p:cTn>
                              </p:par>
                              <p:par>
                                <p:cTn id="48" presetID="2" presetClass="entr" presetSubtype="1" fill="hold" nodeType="withEffect">
                                  <p:stCondLst>
                                    <p:cond delay="500"/>
                                  </p:stCondLst>
                                  <p:childTnLst>
                                    <p:set>
                                      <p:cBhvr>
                                        <p:cTn id="49" dur="1" fill="hold">
                                          <p:stCondLst>
                                            <p:cond delay="0"/>
                                          </p:stCondLst>
                                        </p:cTn>
                                        <p:tgtEl>
                                          <p:spTgt spid="41"/>
                                        </p:tgtEl>
                                        <p:attrNameLst>
                                          <p:attrName>style.visibility</p:attrName>
                                        </p:attrNameLst>
                                      </p:cBhvr>
                                      <p:to>
                                        <p:strVal val="visible"/>
                                      </p:to>
                                    </p:set>
                                    <p:anim calcmode="lin" valueType="num">
                                      <p:cBhvr additive="base">
                                        <p:cTn id="50" dur="250" fill="hold"/>
                                        <p:tgtEl>
                                          <p:spTgt spid="41"/>
                                        </p:tgtEl>
                                        <p:attrNameLst>
                                          <p:attrName>ppt_x</p:attrName>
                                        </p:attrNameLst>
                                      </p:cBhvr>
                                      <p:tavLst>
                                        <p:tav tm="0">
                                          <p:val>
                                            <p:strVal val="#ppt_x"/>
                                          </p:val>
                                        </p:tav>
                                        <p:tav tm="100000">
                                          <p:val>
                                            <p:strVal val="#ppt_x"/>
                                          </p:val>
                                        </p:tav>
                                      </p:tavLst>
                                    </p:anim>
                                    <p:anim calcmode="lin" valueType="num">
                                      <p:cBhvr additive="base">
                                        <p:cTn id="51" dur="250" fill="hold"/>
                                        <p:tgtEl>
                                          <p:spTgt spid="41"/>
                                        </p:tgtEl>
                                        <p:attrNameLst>
                                          <p:attrName>ppt_y</p:attrName>
                                        </p:attrNameLst>
                                      </p:cBhvr>
                                      <p:tavLst>
                                        <p:tav tm="0">
                                          <p:val>
                                            <p:strVal val="0-#ppt_h/2"/>
                                          </p:val>
                                        </p:tav>
                                        <p:tav tm="100000">
                                          <p:val>
                                            <p:strVal val="#ppt_y"/>
                                          </p:val>
                                        </p:tav>
                                      </p:tavLst>
                                    </p:anim>
                                  </p:childTnLst>
                                </p:cTn>
                              </p:par>
                              <p:par>
                                <p:cTn id="52" presetID="2" presetClass="entr" presetSubtype="1" fill="hold" nodeType="withEffect">
                                  <p:stCondLst>
                                    <p:cond delay="750"/>
                                  </p:stCondLst>
                                  <p:childTnLst>
                                    <p:set>
                                      <p:cBhvr>
                                        <p:cTn id="53" dur="1" fill="hold">
                                          <p:stCondLst>
                                            <p:cond delay="0"/>
                                          </p:stCondLst>
                                        </p:cTn>
                                        <p:tgtEl>
                                          <p:spTgt spid="42"/>
                                        </p:tgtEl>
                                        <p:attrNameLst>
                                          <p:attrName>style.visibility</p:attrName>
                                        </p:attrNameLst>
                                      </p:cBhvr>
                                      <p:to>
                                        <p:strVal val="visible"/>
                                      </p:to>
                                    </p:set>
                                    <p:anim calcmode="lin" valueType="num">
                                      <p:cBhvr additive="base">
                                        <p:cTn id="54" dur="250" fill="hold"/>
                                        <p:tgtEl>
                                          <p:spTgt spid="42"/>
                                        </p:tgtEl>
                                        <p:attrNameLst>
                                          <p:attrName>ppt_x</p:attrName>
                                        </p:attrNameLst>
                                      </p:cBhvr>
                                      <p:tavLst>
                                        <p:tav tm="0">
                                          <p:val>
                                            <p:strVal val="#ppt_x"/>
                                          </p:val>
                                        </p:tav>
                                        <p:tav tm="100000">
                                          <p:val>
                                            <p:strVal val="#ppt_x"/>
                                          </p:val>
                                        </p:tav>
                                      </p:tavLst>
                                    </p:anim>
                                    <p:anim calcmode="lin" valueType="num">
                                      <p:cBhvr additive="base">
                                        <p:cTn id="55" dur="250" fill="hold"/>
                                        <p:tgtEl>
                                          <p:spTgt spid="42"/>
                                        </p:tgtEl>
                                        <p:attrNameLst>
                                          <p:attrName>ppt_y</p:attrName>
                                        </p:attrNameLst>
                                      </p:cBhvr>
                                      <p:tavLst>
                                        <p:tav tm="0">
                                          <p:val>
                                            <p:strVal val="0-#ppt_h/2"/>
                                          </p:val>
                                        </p:tav>
                                        <p:tav tm="100000">
                                          <p:val>
                                            <p:strVal val="#ppt_y"/>
                                          </p:val>
                                        </p:tav>
                                      </p:tavLst>
                                    </p:anim>
                                  </p:childTnLst>
                                </p:cTn>
                              </p:par>
                            </p:childTnLst>
                          </p:cTn>
                        </p:par>
                      </p:childTnLst>
                    </p:cTn>
                  </p:par>
                  <p:par>
                    <p:cTn id="56" fill="hold">
                      <p:stCondLst>
                        <p:cond delay="indefinite"/>
                      </p:stCondLst>
                      <p:childTnLst>
                        <p:par>
                          <p:cTn id="57" fill="hold">
                            <p:stCondLst>
                              <p:cond delay="0"/>
                            </p:stCondLst>
                            <p:childTnLst>
                              <p:par>
                                <p:cTn id="58" presetID="1" presetClass="mediacall" presetSubtype="0" fill="hold" nodeType="clickEffect">
                                  <p:stCondLst>
                                    <p:cond delay="0"/>
                                  </p:stCondLst>
                                  <p:childTnLst>
                                    <p:cmd type="call" cmd="playFrom(0.0)">
                                      <p:cBhvr>
                                        <p:cTn id="59" dur="417" fill="hold"/>
                                        <p:tgtEl>
                                          <p:spTgt spid="50"/>
                                        </p:tgtEl>
                                      </p:cBhvr>
                                    </p:cmd>
                                  </p:childTnLst>
                                </p:cTn>
                              </p:par>
                            </p:childTnLst>
                          </p:cTn>
                        </p:par>
                        <p:par>
                          <p:cTn id="60" fill="hold">
                            <p:stCondLst>
                              <p:cond delay="417"/>
                            </p:stCondLst>
                            <p:childTnLst>
                              <p:par>
                                <p:cTn id="61" presetID="1" presetClass="mediacall" presetSubtype="0" fill="hold" nodeType="afterEffect">
                                  <p:stCondLst>
                                    <p:cond delay="0"/>
                                  </p:stCondLst>
                                  <p:childTnLst>
                                    <p:cmd type="call" cmd="playFrom(0.0)">
                                      <p:cBhvr>
                                        <p:cTn id="62" dur="888" fill="hold"/>
                                        <p:tgtEl>
                                          <p:spTgt spid="4"/>
                                        </p:tgtEl>
                                      </p:cBhvr>
                                    </p:cmd>
                                  </p:childTnLst>
                                </p:cTn>
                              </p:par>
                              <p:par>
                                <p:cTn id="63" presetID="2" presetClass="entr" presetSubtype="1" fill="hold" nodeType="withEffect">
                                  <p:stCondLst>
                                    <p:cond delay="0"/>
                                  </p:stCondLst>
                                  <p:childTnLst>
                                    <p:set>
                                      <p:cBhvr>
                                        <p:cTn id="64" dur="1" fill="hold">
                                          <p:stCondLst>
                                            <p:cond delay="0"/>
                                          </p:stCondLst>
                                        </p:cTn>
                                        <p:tgtEl>
                                          <p:spTgt spid="57"/>
                                        </p:tgtEl>
                                        <p:attrNameLst>
                                          <p:attrName>style.visibility</p:attrName>
                                        </p:attrNameLst>
                                      </p:cBhvr>
                                      <p:to>
                                        <p:strVal val="visible"/>
                                      </p:to>
                                    </p:set>
                                    <p:anim calcmode="lin" valueType="num">
                                      <p:cBhvr additive="base">
                                        <p:cTn id="65" dur="250" fill="hold"/>
                                        <p:tgtEl>
                                          <p:spTgt spid="57"/>
                                        </p:tgtEl>
                                        <p:attrNameLst>
                                          <p:attrName>ppt_x</p:attrName>
                                        </p:attrNameLst>
                                      </p:cBhvr>
                                      <p:tavLst>
                                        <p:tav tm="0">
                                          <p:val>
                                            <p:strVal val="#ppt_x"/>
                                          </p:val>
                                        </p:tav>
                                        <p:tav tm="100000">
                                          <p:val>
                                            <p:strVal val="#ppt_x"/>
                                          </p:val>
                                        </p:tav>
                                      </p:tavLst>
                                    </p:anim>
                                    <p:anim calcmode="lin" valueType="num">
                                      <p:cBhvr additive="base">
                                        <p:cTn id="66" dur="250" fill="hold"/>
                                        <p:tgtEl>
                                          <p:spTgt spid="57"/>
                                        </p:tgtEl>
                                        <p:attrNameLst>
                                          <p:attrName>ppt_y</p:attrName>
                                        </p:attrNameLst>
                                      </p:cBhvr>
                                      <p:tavLst>
                                        <p:tav tm="0">
                                          <p:val>
                                            <p:strVal val="0-#ppt_h/2"/>
                                          </p:val>
                                        </p:tav>
                                        <p:tav tm="100000">
                                          <p:val>
                                            <p:strVal val="#ppt_y"/>
                                          </p:val>
                                        </p:tav>
                                      </p:tavLst>
                                    </p:anim>
                                  </p:childTnLst>
                                </p:cTn>
                              </p:par>
                              <p:par>
                                <p:cTn id="67" presetID="2" presetClass="entr" presetSubtype="1" fill="hold" nodeType="withEffect">
                                  <p:stCondLst>
                                    <p:cond delay="0"/>
                                  </p:stCondLst>
                                  <p:childTnLst>
                                    <p:set>
                                      <p:cBhvr>
                                        <p:cTn id="68" dur="1" fill="hold">
                                          <p:stCondLst>
                                            <p:cond delay="0"/>
                                          </p:stCondLst>
                                        </p:cTn>
                                        <p:tgtEl>
                                          <p:spTgt spid="62"/>
                                        </p:tgtEl>
                                        <p:attrNameLst>
                                          <p:attrName>style.visibility</p:attrName>
                                        </p:attrNameLst>
                                      </p:cBhvr>
                                      <p:to>
                                        <p:strVal val="visible"/>
                                      </p:to>
                                    </p:set>
                                    <p:anim calcmode="lin" valueType="num">
                                      <p:cBhvr additive="base">
                                        <p:cTn id="69" dur="250" fill="hold"/>
                                        <p:tgtEl>
                                          <p:spTgt spid="62"/>
                                        </p:tgtEl>
                                        <p:attrNameLst>
                                          <p:attrName>ppt_x</p:attrName>
                                        </p:attrNameLst>
                                      </p:cBhvr>
                                      <p:tavLst>
                                        <p:tav tm="0">
                                          <p:val>
                                            <p:strVal val="#ppt_x"/>
                                          </p:val>
                                        </p:tav>
                                        <p:tav tm="100000">
                                          <p:val>
                                            <p:strVal val="#ppt_x"/>
                                          </p:val>
                                        </p:tav>
                                      </p:tavLst>
                                    </p:anim>
                                    <p:anim calcmode="lin" valueType="num">
                                      <p:cBhvr additive="base">
                                        <p:cTn id="70" dur="250" fill="hold"/>
                                        <p:tgtEl>
                                          <p:spTgt spid="62"/>
                                        </p:tgtEl>
                                        <p:attrNameLst>
                                          <p:attrName>ppt_y</p:attrName>
                                        </p:attrNameLst>
                                      </p:cBhvr>
                                      <p:tavLst>
                                        <p:tav tm="0">
                                          <p:val>
                                            <p:strVal val="0-#ppt_h/2"/>
                                          </p:val>
                                        </p:tav>
                                        <p:tav tm="100000">
                                          <p:val>
                                            <p:strVal val="#ppt_y"/>
                                          </p:val>
                                        </p:tav>
                                      </p:tavLst>
                                    </p:anim>
                                  </p:childTnLst>
                                </p:cTn>
                              </p:par>
                              <p:par>
                                <p:cTn id="71" presetID="2" presetClass="entr" presetSubtype="1" fill="hold" nodeType="withEffect">
                                  <p:stCondLst>
                                    <p:cond delay="0"/>
                                  </p:stCondLst>
                                  <p:childTnLst>
                                    <p:set>
                                      <p:cBhvr>
                                        <p:cTn id="72" dur="1" fill="hold">
                                          <p:stCondLst>
                                            <p:cond delay="0"/>
                                          </p:stCondLst>
                                        </p:cTn>
                                        <p:tgtEl>
                                          <p:spTgt spid="71"/>
                                        </p:tgtEl>
                                        <p:attrNameLst>
                                          <p:attrName>style.visibility</p:attrName>
                                        </p:attrNameLst>
                                      </p:cBhvr>
                                      <p:to>
                                        <p:strVal val="visible"/>
                                      </p:to>
                                    </p:set>
                                    <p:anim calcmode="lin" valueType="num">
                                      <p:cBhvr additive="base">
                                        <p:cTn id="73" dur="250" fill="hold"/>
                                        <p:tgtEl>
                                          <p:spTgt spid="71"/>
                                        </p:tgtEl>
                                        <p:attrNameLst>
                                          <p:attrName>ppt_x</p:attrName>
                                        </p:attrNameLst>
                                      </p:cBhvr>
                                      <p:tavLst>
                                        <p:tav tm="0">
                                          <p:val>
                                            <p:strVal val="#ppt_x"/>
                                          </p:val>
                                        </p:tav>
                                        <p:tav tm="100000">
                                          <p:val>
                                            <p:strVal val="#ppt_x"/>
                                          </p:val>
                                        </p:tav>
                                      </p:tavLst>
                                    </p:anim>
                                    <p:anim calcmode="lin" valueType="num">
                                      <p:cBhvr additive="base">
                                        <p:cTn id="74" dur="250" fill="hold"/>
                                        <p:tgtEl>
                                          <p:spTgt spid="71"/>
                                        </p:tgtEl>
                                        <p:attrNameLst>
                                          <p:attrName>ppt_y</p:attrName>
                                        </p:attrNameLst>
                                      </p:cBhvr>
                                      <p:tavLst>
                                        <p:tav tm="0">
                                          <p:val>
                                            <p:strVal val="0-#ppt_h/2"/>
                                          </p:val>
                                        </p:tav>
                                        <p:tav tm="100000">
                                          <p:val>
                                            <p:strVal val="#ppt_y"/>
                                          </p:val>
                                        </p:tav>
                                      </p:tavLst>
                                    </p:anim>
                                  </p:childTnLst>
                                </p:cTn>
                              </p:par>
                              <p:par>
                                <p:cTn id="75" presetID="2" presetClass="entr" presetSubtype="1" fill="hold" nodeType="withEffect">
                                  <p:stCondLst>
                                    <p:cond delay="0"/>
                                  </p:stCondLst>
                                  <p:childTnLst>
                                    <p:set>
                                      <p:cBhvr>
                                        <p:cTn id="76" dur="1" fill="hold">
                                          <p:stCondLst>
                                            <p:cond delay="0"/>
                                          </p:stCondLst>
                                        </p:cTn>
                                        <p:tgtEl>
                                          <p:spTgt spid="76"/>
                                        </p:tgtEl>
                                        <p:attrNameLst>
                                          <p:attrName>style.visibility</p:attrName>
                                        </p:attrNameLst>
                                      </p:cBhvr>
                                      <p:to>
                                        <p:strVal val="visible"/>
                                      </p:to>
                                    </p:set>
                                    <p:anim calcmode="lin" valueType="num">
                                      <p:cBhvr additive="base">
                                        <p:cTn id="77" dur="250" fill="hold"/>
                                        <p:tgtEl>
                                          <p:spTgt spid="76"/>
                                        </p:tgtEl>
                                        <p:attrNameLst>
                                          <p:attrName>ppt_x</p:attrName>
                                        </p:attrNameLst>
                                      </p:cBhvr>
                                      <p:tavLst>
                                        <p:tav tm="0">
                                          <p:val>
                                            <p:strVal val="#ppt_x"/>
                                          </p:val>
                                        </p:tav>
                                        <p:tav tm="100000">
                                          <p:val>
                                            <p:strVal val="#ppt_x"/>
                                          </p:val>
                                        </p:tav>
                                      </p:tavLst>
                                    </p:anim>
                                    <p:anim calcmode="lin" valueType="num">
                                      <p:cBhvr additive="base">
                                        <p:cTn id="78" dur="250" fill="hold"/>
                                        <p:tgtEl>
                                          <p:spTgt spid="76"/>
                                        </p:tgtEl>
                                        <p:attrNameLst>
                                          <p:attrName>ppt_y</p:attrName>
                                        </p:attrNameLst>
                                      </p:cBhvr>
                                      <p:tavLst>
                                        <p:tav tm="0">
                                          <p:val>
                                            <p:strVal val="0-#ppt_h/2"/>
                                          </p:val>
                                        </p:tav>
                                        <p:tav tm="100000">
                                          <p:val>
                                            <p:strVal val="#ppt_y"/>
                                          </p:val>
                                        </p:tav>
                                      </p:tavLst>
                                    </p:anim>
                                  </p:childTnLst>
                                </p:cTn>
                              </p:par>
                              <p:par>
                                <p:cTn id="79" presetID="2" presetClass="entr" presetSubtype="1" fill="hold" nodeType="withEffect">
                                  <p:stCondLst>
                                    <p:cond delay="250"/>
                                  </p:stCondLst>
                                  <p:childTnLst>
                                    <p:set>
                                      <p:cBhvr>
                                        <p:cTn id="80" dur="1" fill="hold">
                                          <p:stCondLst>
                                            <p:cond delay="0"/>
                                          </p:stCondLst>
                                        </p:cTn>
                                        <p:tgtEl>
                                          <p:spTgt spid="63"/>
                                        </p:tgtEl>
                                        <p:attrNameLst>
                                          <p:attrName>style.visibility</p:attrName>
                                        </p:attrNameLst>
                                      </p:cBhvr>
                                      <p:to>
                                        <p:strVal val="visible"/>
                                      </p:to>
                                    </p:set>
                                    <p:anim calcmode="lin" valueType="num">
                                      <p:cBhvr additive="base">
                                        <p:cTn id="81" dur="250" fill="hold"/>
                                        <p:tgtEl>
                                          <p:spTgt spid="63"/>
                                        </p:tgtEl>
                                        <p:attrNameLst>
                                          <p:attrName>ppt_x</p:attrName>
                                        </p:attrNameLst>
                                      </p:cBhvr>
                                      <p:tavLst>
                                        <p:tav tm="0">
                                          <p:val>
                                            <p:strVal val="#ppt_x"/>
                                          </p:val>
                                        </p:tav>
                                        <p:tav tm="100000">
                                          <p:val>
                                            <p:strVal val="#ppt_x"/>
                                          </p:val>
                                        </p:tav>
                                      </p:tavLst>
                                    </p:anim>
                                    <p:anim calcmode="lin" valueType="num">
                                      <p:cBhvr additive="base">
                                        <p:cTn id="82" dur="250" fill="hold"/>
                                        <p:tgtEl>
                                          <p:spTgt spid="63"/>
                                        </p:tgtEl>
                                        <p:attrNameLst>
                                          <p:attrName>ppt_y</p:attrName>
                                        </p:attrNameLst>
                                      </p:cBhvr>
                                      <p:tavLst>
                                        <p:tav tm="0">
                                          <p:val>
                                            <p:strVal val="0-#ppt_h/2"/>
                                          </p:val>
                                        </p:tav>
                                        <p:tav tm="100000">
                                          <p:val>
                                            <p:strVal val="#ppt_y"/>
                                          </p:val>
                                        </p:tav>
                                      </p:tavLst>
                                    </p:anim>
                                  </p:childTnLst>
                                </p:cTn>
                              </p:par>
                              <p:par>
                                <p:cTn id="83" presetID="2" presetClass="entr" presetSubtype="1" fill="hold" nodeType="withEffect">
                                  <p:stCondLst>
                                    <p:cond delay="250"/>
                                  </p:stCondLst>
                                  <p:childTnLst>
                                    <p:set>
                                      <p:cBhvr>
                                        <p:cTn id="84" dur="1" fill="hold">
                                          <p:stCondLst>
                                            <p:cond delay="0"/>
                                          </p:stCondLst>
                                        </p:cTn>
                                        <p:tgtEl>
                                          <p:spTgt spid="72"/>
                                        </p:tgtEl>
                                        <p:attrNameLst>
                                          <p:attrName>style.visibility</p:attrName>
                                        </p:attrNameLst>
                                      </p:cBhvr>
                                      <p:to>
                                        <p:strVal val="visible"/>
                                      </p:to>
                                    </p:set>
                                    <p:anim calcmode="lin" valueType="num">
                                      <p:cBhvr additive="base">
                                        <p:cTn id="85" dur="250" fill="hold"/>
                                        <p:tgtEl>
                                          <p:spTgt spid="72"/>
                                        </p:tgtEl>
                                        <p:attrNameLst>
                                          <p:attrName>ppt_x</p:attrName>
                                        </p:attrNameLst>
                                      </p:cBhvr>
                                      <p:tavLst>
                                        <p:tav tm="0">
                                          <p:val>
                                            <p:strVal val="#ppt_x"/>
                                          </p:val>
                                        </p:tav>
                                        <p:tav tm="100000">
                                          <p:val>
                                            <p:strVal val="#ppt_x"/>
                                          </p:val>
                                        </p:tav>
                                      </p:tavLst>
                                    </p:anim>
                                    <p:anim calcmode="lin" valueType="num">
                                      <p:cBhvr additive="base">
                                        <p:cTn id="86" dur="250" fill="hold"/>
                                        <p:tgtEl>
                                          <p:spTgt spid="72"/>
                                        </p:tgtEl>
                                        <p:attrNameLst>
                                          <p:attrName>ppt_y</p:attrName>
                                        </p:attrNameLst>
                                      </p:cBhvr>
                                      <p:tavLst>
                                        <p:tav tm="0">
                                          <p:val>
                                            <p:strVal val="0-#ppt_h/2"/>
                                          </p:val>
                                        </p:tav>
                                        <p:tav tm="100000">
                                          <p:val>
                                            <p:strVal val="#ppt_y"/>
                                          </p:val>
                                        </p:tav>
                                      </p:tavLst>
                                    </p:anim>
                                  </p:childTnLst>
                                </p:cTn>
                              </p:par>
                              <p:par>
                                <p:cTn id="87" presetID="2" presetClass="entr" presetSubtype="1" fill="hold" nodeType="withEffect">
                                  <p:stCondLst>
                                    <p:cond delay="250"/>
                                  </p:stCondLst>
                                  <p:childTnLst>
                                    <p:set>
                                      <p:cBhvr>
                                        <p:cTn id="88" dur="1" fill="hold">
                                          <p:stCondLst>
                                            <p:cond delay="0"/>
                                          </p:stCondLst>
                                        </p:cTn>
                                        <p:tgtEl>
                                          <p:spTgt spid="79"/>
                                        </p:tgtEl>
                                        <p:attrNameLst>
                                          <p:attrName>style.visibility</p:attrName>
                                        </p:attrNameLst>
                                      </p:cBhvr>
                                      <p:to>
                                        <p:strVal val="visible"/>
                                      </p:to>
                                    </p:set>
                                    <p:anim calcmode="lin" valueType="num">
                                      <p:cBhvr additive="base">
                                        <p:cTn id="89" dur="250" fill="hold"/>
                                        <p:tgtEl>
                                          <p:spTgt spid="79"/>
                                        </p:tgtEl>
                                        <p:attrNameLst>
                                          <p:attrName>ppt_x</p:attrName>
                                        </p:attrNameLst>
                                      </p:cBhvr>
                                      <p:tavLst>
                                        <p:tav tm="0">
                                          <p:val>
                                            <p:strVal val="#ppt_x"/>
                                          </p:val>
                                        </p:tav>
                                        <p:tav tm="100000">
                                          <p:val>
                                            <p:strVal val="#ppt_x"/>
                                          </p:val>
                                        </p:tav>
                                      </p:tavLst>
                                    </p:anim>
                                    <p:anim calcmode="lin" valueType="num">
                                      <p:cBhvr additive="base">
                                        <p:cTn id="90" dur="250" fill="hold"/>
                                        <p:tgtEl>
                                          <p:spTgt spid="79"/>
                                        </p:tgtEl>
                                        <p:attrNameLst>
                                          <p:attrName>ppt_y</p:attrName>
                                        </p:attrNameLst>
                                      </p:cBhvr>
                                      <p:tavLst>
                                        <p:tav tm="0">
                                          <p:val>
                                            <p:strVal val="0-#ppt_h/2"/>
                                          </p:val>
                                        </p:tav>
                                        <p:tav tm="100000">
                                          <p:val>
                                            <p:strVal val="#ppt_y"/>
                                          </p:val>
                                        </p:tav>
                                      </p:tavLst>
                                    </p:anim>
                                  </p:childTnLst>
                                </p:cTn>
                              </p:par>
                              <p:par>
                                <p:cTn id="91" presetID="2" presetClass="entr" presetSubtype="1" fill="hold" nodeType="withEffect">
                                  <p:stCondLst>
                                    <p:cond delay="500"/>
                                  </p:stCondLst>
                                  <p:childTnLst>
                                    <p:set>
                                      <p:cBhvr>
                                        <p:cTn id="92" dur="1" fill="hold">
                                          <p:stCondLst>
                                            <p:cond delay="0"/>
                                          </p:stCondLst>
                                        </p:cTn>
                                        <p:tgtEl>
                                          <p:spTgt spid="64"/>
                                        </p:tgtEl>
                                        <p:attrNameLst>
                                          <p:attrName>style.visibility</p:attrName>
                                        </p:attrNameLst>
                                      </p:cBhvr>
                                      <p:to>
                                        <p:strVal val="visible"/>
                                      </p:to>
                                    </p:set>
                                    <p:anim calcmode="lin" valueType="num">
                                      <p:cBhvr additive="base">
                                        <p:cTn id="93" dur="250" fill="hold"/>
                                        <p:tgtEl>
                                          <p:spTgt spid="64"/>
                                        </p:tgtEl>
                                        <p:attrNameLst>
                                          <p:attrName>ppt_x</p:attrName>
                                        </p:attrNameLst>
                                      </p:cBhvr>
                                      <p:tavLst>
                                        <p:tav tm="0">
                                          <p:val>
                                            <p:strVal val="#ppt_x"/>
                                          </p:val>
                                        </p:tav>
                                        <p:tav tm="100000">
                                          <p:val>
                                            <p:strVal val="#ppt_x"/>
                                          </p:val>
                                        </p:tav>
                                      </p:tavLst>
                                    </p:anim>
                                    <p:anim calcmode="lin" valueType="num">
                                      <p:cBhvr additive="base">
                                        <p:cTn id="94" dur="250" fill="hold"/>
                                        <p:tgtEl>
                                          <p:spTgt spid="64"/>
                                        </p:tgtEl>
                                        <p:attrNameLst>
                                          <p:attrName>ppt_y</p:attrName>
                                        </p:attrNameLst>
                                      </p:cBhvr>
                                      <p:tavLst>
                                        <p:tav tm="0">
                                          <p:val>
                                            <p:strVal val="0-#ppt_h/2"/>
                                          </p:val>
                                        </p:tav>
                                        <p:tav tm="100000">
                                          <p:val>
                                            <p:strVal val="#ppt_y"/>
                                          </p:val>
                                        </p:tav>
                                      </p:tavLst>
                                    </p:anim>
                                  </p:childTnLst>
                                </p:cTn>
                              </p:par>
                              <p:par>
                                <p:cTn id="95" presetID="2" presetClass="entr" presetSubtype="1" fill="hold" nodeType="withEffect">
                                  <p:stCondLst>
                                    <p:cond delay="500"/>
                                  </p:stCondLst>
                                  <p:childTnLst>
                                    <p:set>
                                      <p:cBhvr>
                                        <p:cTn id="96" dur="1" fill="hold">
                                          <p:stCondLst>
                                            <p:cond delay="0"/>
                                          </p:stCondLst>
                                        </p:cTn>
                                        <p:tgtEl>
                                          <p:spTgt spid="80"/>
                                        </p:tgtEl>
                                        <p:attrNameLst>
                                          <p:attrName>style.visibility</p:attrName>
                                        </p:attrNameLst>
                                      </p:cBhvr>
                                      <p:to>
                                        <p:strVal val="visible"/>
                                      </p:to>
                                    </p:set>
                                    <p:anim calcmode="lin" valueType="num">
                                      <p:cBhvr additive="base">
                                        <p:cTn id="97" dur="250" fill="hold"/>
                                        <p:tgtEl>
                                          <p:spTgt spid="80"/>
                                        </p:tgtEl>
                                        <p:attrNameLst>
                                          <p:attrName>ppt_x</p:attrName>
                                        </p:attrNameLst>
                                      </p:cBhvr>
                                      <p:tavLst>
                                        <p:tav tm="0">
                                          <p:val>
                                            <p:strVal val="#ppt_x"/>
                                          </p:val>
                                        </p:tav>
                                        <p:tav tm="100000">
                                          <p:val>
                                            <p:strVal val="#ppt_x"/>
                                          </p:val>
                                        </p:tav>
                                      </p:tavLst>
                                    </p:anim>
                                    <p:anim calcmode="lin" valueType="num">
                                      <p:cBhvr additive="base">
                                        <p:cTn id="98" dur="250" fill="hold"/>
                                        <p:tgtEl>
                                          <p:spTgt spid="80"/>
                                        </p:tgtEl>
                                        <p:attrNameLst>
                                          <p:attrName>ppt_y</p:attrName>
                                        </p:attrNameLst>
                                      </p:cBhvr>
                                      <p:tavLst>
                                        <p:tav tm="0">
                                          <p:val>
                                            <p:strVal val="0-#ppt_h/2"/>
                                          </p:val>
                                        </p:tav>
                                        <p:tav tm="100000">
                                          <p:val>
                                            <p:strVal val="#ppt_y"/>
                                          </p:val>
                                        </p:tav>
                                      </p:tavLst>
                                    </p:anim>
                                  </p:childTnLst>
                                </p:cTn>
                              </p:par>
                              <p:par>
                                <p:cTn id="99" presetID="2" presetClass="entr" presetSubtype="1" fill="hold" nodeType="withEffect">
                                  <p:stCondLst>
                                    <p:cond delay="750"/>
                                  </p:stCondLst>
                                  <p:childTnLst>
                                    <p:set>
                                      <p:cBhvr>
                                        <p:cTn id="100" dur="1" fill="hold">
                                          <p:stCondLst>
                                            <p:cond delay="0"/>
                                          </p:stCondLst>
                                        </p:cTn>
                                        <p:tgtEl>
                                          <p:spTgt spid="65"/>
                                        </p:tgtEl>
                                        <p:attrNameLst>
                                          <p:attrName>style.visibility</p:attrName>
                                        </p:attrNameLst>
                                      </p:cBhvr>
                                      <p:to>
                                        <p:strVal val="visible"/>
                                      </p:to>
                                    </p:set>
                                    <p:anim calcmode="lin" valueType="num">
                                      <p:cBhvr additive="base">
                                        <p:cTn id="101" dur="250" fill="hold"/>
                                        <p:tgtEl>
                                          <p:spTgt spid="65"/>
                                        </p:tgtEl>
                                        <p:attrNameLst>
                                          <p:attrName>ppt_x</p:attrName>
                                        </p:attrNameLst>
                                      </p:cBhvr>
                                      <p:tavLst>
                                        <p:tav tm="0">
                                          <p:val>
                                            <p:strVal val="#ppt_x"/>
                                          </p:val>
                                        </p:tav>
                                        <p:tav tm="100000">
                                          <p:val>
                                            <p:strVal val="#ppt_x"/>
                                          </p:val>
                                        </p:tav>
                                      </p:tavLst>
                                    </p:anim>
                                    <p:anim calcmode="lin" valueType="num">
                                      <p:cBhvr additive="base">
                                        <p:cTn id="102" dur="250" fill="hold"/>
                                        <p:tgtEl>
                                          <p:spTgt spid="65"/>
                                        </p:tgtEl>
                                        <p:attrNameLst>
                                          <p:attrName>ppt_y</p:attrName>
                                        </p:attrNameLst>
                                      </p:cBhvr>
                                      <p:tavLst>
                                        <p:tav tm="0">
                                          <p:val>
                                            <p:strVal val="0-#ppt_h/2"/>
                                          </p:val>
                                        </p:tav>
                                        <p:tav tm="100000">
                                          <p:val>
                                            <p:strVal val="#ppt_y"/>
                                          </p:val>
                                        </p:tav>
                                      </p:tavLst>
                                    </p:anim>
                                  </p:childTnLst>
                                </p:cTn>
                              </p:par>
                            </p:childTnLst>
                          </p:cTn>
                        </p:par>
                      </p:childTnLst>
                    </p:cTn>
                  </p:par>
                </p:childTnLst>
              </p:cTn>
              <p:prevCondLst>
                <p:cond evt="onPrev" delay="0">
                  <p:tgtEl>
                    <p:sldTgt/>
                  </p:tgtEl>
                </p:cond>
              </p:prevCondLst>
              <p:nextCondLst>
                <p:cond evt="onNext" delay="0">
                  <p:tgtEl>
                    <p:sldTgt/>
                  </p:tgtEl>
                </p:cond>
              </p:nextCondLst>
            </p:seq>
            <p:audio>
              <p:cMediaNode vol="100000">
                <p:cTn id="103" fill="hold" display="0">
                  <p:stCondLst>
                    <p:cond delay="indefinite"/>
                  </p:stCondLst>
                  <p:endCondLst>
                    <p:cond evt="onStopAudio" delay="0">
                      <p:tgtEl>
                        <p:sldTgt/>
                      </p:tgtEl>
                    </p:cond>
                  </p:endCondLst>
                </p:cTn>
                <p:tgtEl>
                  <p:spTgt spid="49"/>
                </p:tgtEl>
              </p:cMediaNode>
            </p:audio>
            <p:audio>
              <p:cMediaNode vol="100000">
                <p:cTn id="104" fill="hold" display="0">
                  <p:stCondLst>
                    <p:cond delay="indefinite"/>
                  </p:stCondLst>
                  <p:endCondLst>
                    <p:cond evt="onStopAudio" delay="0">
                      <p:tgtEl>
                        <p:sldTgt/>
                      </p:tgtEl>
                    </p:cond>
                  </p:endCondLst>
                </p:cTn>
                <p:tgtEl>
                  <p:spTgt spid="50"/>
                </p:tgtEl>
              </p:cMediaNode>
            </p:audio>
            <p:audio>
              <p:cMediaNode vol="80000">
                <p:cTn id="105" fill="hold" display="0">
                  <p:stCondLst>
                    <p:cond delay="indefinite"/>
                  </p:stCondLst>
                  <p:endCondLst>
                    <p:cond evt="onStopAudio" delay="0">
                      <p:tgtEl>
                        <p:sldTgt/>
                      </p:tgtEl>
                    </p:cond>
                  </p:endCondLst>
                </p:cTn>
                <p:tgtEl>
                  <p:spTgt spid="4"/>
                </p:tgtEl>
              </p:cMediaNode>
            </p:audio>
            <p:audio>
              <p:cMediaNode vol="80303">
                <p:cTn id="106" fill="hold" display="0">
                  <p:stCondLst>
                    <p:cond delay="indefinite"/>
                  </p:stCondLst>
                  <p:endCondLst>
                    <p:cond evt="onStopAudio" delay="0">
                      <p:tgtEl>
                        <p:sldTgt/>
                      </p:tgtEl>
                    </p:cond>
                    <p:cond evt="onNext" delay="0">
                      <p:tgtEl>
                        <p:sldTgt/>
                      </p:tgtEl>
                    </p:cond>
                  </p:endCondLst>
                </p:cTn>
                <p:tgtEl>
                  <p:spTgt spid="26"/>
                </p:tgtEl>
              </p:cMediaNode>
            </p:audio>
            <p:audio>
              <p:cMediaNode vol="80000">
                <p:cTn id="107" fill="hold" display="0">
                  <p:stCondLst>
                    <p:cond delay="indefinite"/>
                  </p:stCondLst>
                  <p:endCondLst>
                    <p:cond evt="onStopAudio" delay="0">
                      <p:tgtEl>
                        <p:sldTgt/>
                      </p:tgtEl>
                    </p:cond>
                  </p:endCondLst>
                </p:cTn>
                <p:tgtEl>
                  <p:spTgt spid="27"/>
                </p:tgtEl>
              </p:cMediaNode>
            </p:audio>
          </p:childTnLst>
        </p:cTn>
      </p:par>
    </p:tnLst>
  </p:timing>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shade val="51000"/>
                <a:satMod val="130000"/>
              </a:schemeClr>
            </a:gs>
            <a:gs pos="80000">
              <a:schemeClr val="phClr">
                <a:shade val="93000"/>
                <a:satMod val="130000"/>
              </a:schemeClr>
            </a:gs>
            <a:gs pos="100000">
              <a:schemeClr val="phClr">
                <a:shade val="94000"/>
                <a:satMod val="135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extraClrSchemeLst/>
</a:theme>
</file>

<file path=ppt/theme/theme2.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shade val="51000"/>
                <a:satMod val="130000"/>
              </a:schemeClr>
            </a:gs>
            <a:gs pos="80000">
              <a:schemeClr val="phClr">
                <a:shade val="93000"/>
                <a:satMod val="130000"/>
              </a:schemeClr>
            </a:gs>
            <a:gs pos="100000">
              <a:schemeClr val="phClr">
                <a:shade val="94000"/>
                <a:satMod val="135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extraClrSchemeLst/>
</a:theme>
</file>

<file path=docProps/app.xml><?xml version="1.0" encoding="utf-8"?>
<Properties xmlns="http://schemas.openxmlformats.org/officeDocument/2006/extended-properties" xmlns:vt="http://schemas.openxmlformats.org/officeDocument/2006/docPropsVTypes">
  <TotalTime>6015</TotalTime>
  <Words>2680</Words>
  <Application>Microsoft Macintosh PowerPoint</Application>
  <PresentationFormat>사용자 지정</PresentationFormat>
  <Paragraphs>274</Paragraphs>
  <Slides>25</Slides>
  <Notes>25</Notes>
  <HiddenSlides>14</HiddenSlides>
  <MMClips>98</MMClips>
  <ScaleCrop>false</ScaleCrop>
  <HeadingPairs>
    <vt:vector size="6" baseType="variant">
      <vt:variant>
        <vt:lpstr>사용한 글꼴</vt:lpstr>
      </vt:variant>
      <vt:variant>
        <vt:i4>3</vt:i4>
      </vt:variant>
      <vt:variant>
        <vt:lpstr>테마</vt:lpstr>
      </vt:variant>
      <vt:variant>
        <vt:i4>1</vt:i4>
      </vt:variant>
      <vt:variant>
        <vt:lpstr>슬라이드 제목</vt:lpstr>
      </vt:variant>
      <vt:variant>
        <vt:i4>25</vt:i4>
      </vt:variant>
    </vt:vector>
  </HeadingPairs>
  <TitlesOfParts>
    <vt:vector size="29" baseType="lpstr">
      <vt:lpstr>Arial</vt:lpstr>
      <vt:lpstr>Calibri</vt:lpstr>
      <vt:lpstr>Poppins Medium</vt:lpstr>
      <vt:lpstr>Office Theme</vt:lpstr>
      <vt:lpstr>PowerPoint 프레젠테이션</vt:lpstr>
      <vt:lpstr>PowerPoint 프레젠테이션</vt:lpstr>
      <vt:lpstr>PowerPoint 프레젠테이션</vt:lpstr>
      <vt:lpstr>PowerPoint 프레젠테이션</vt:lpstr>
      <vt:lpstr>PowerPoint 프레젠테이션</vt:lpstr>
      <vt:lpstr>PowerPoint 프레젠테이션</vt:lpstr>
      <vt:lpstr>PowerPoint 프레젠테이션</vt:lpstr>
      <vt:lpstr>PowerPoint 프레젠테이션</vt:lpstr>
      <vt:lpstr>PowerPoint 프레젠테이션</vt:lpstr>
      <vt:lpstr>PowerPoint 프레젠테이션</vt:lpstr>
      <vt:lpstr>PowerPoint 프레젠테이션</vt:lpstr>
      <vt:lpstr>PowerPoint 프레젠테이션</vt:lpstr>
      <vt:lpstr>PowerPoint 프레젠테이션</vt:lpstr>
      <vt:lpstr>PowerPoint 프레젠테이션</vt:lpstr>
      <vt:lpstr>PowerPoint 프레젠테이션</vt:lpstr>
      <vt:lpstr>PowerPoint 프레젠테이션</vt:lpstr>
      <vt:lpstr>PowerPoint 프레젠테이션</vt:lpstr>
      <vt:lpstr>PowerPoint 프레젠테이션</vt:lpstr>
      <vt:lpstr>PowerPoint 프레젠테이션</vt:lpstr>
      <vt:lpstr>PowerPoint 프레젠테이션</vt:lpstr>
      <vt:lpstr>PowerPoint 프레젠테이션</vt:lpstr>
      <vt:lpstr>PowerPoint 프레젠테이션</vt:lpstr>
      <vt:lpstr>PowerPoint 프레젠테이션</vt:lpstr>
      <vt:lpstr>PowerPoint 프레젠테이션</vt:lpstr>
      <vt:lpstr>PowerPoint 프레젠테이션</vt:lpstr>
    </vt:vector>
  </TitlesOfParts>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PowerPoint Presentation</dc:title>
  <dc:creator>Adam Zero</dc:creator>
  <cp:lastModifiedBy>Jeeyoung Jeon</cp:lastModifiedBy>
  <cp:revision>263</cp:revision>
  <dcterms:created xsi:type="dcterms:W3CDTF">2006-08-16T00:00:00Z</dcterms:created>
  <dcterms:modified xsi:type="dcterms:W3CDTF">2026-05-07T02:05:42Z</dcterms:modified>
</cp:coreProperties>
</file>