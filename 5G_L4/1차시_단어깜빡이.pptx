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45" r:id="rId73"/>
    <p:sldId id="346" r:id="rId74"/>
    <p:sldId id="347" r:id="rId75"/>
    <p:sldId id="348" r:id="rId76"/>
    <p:sldId id="349" r:id="rId77"/>
    <p:sldId id="350" r:id="rId78"/>
    <p:sldId id="351" r:id="rId79"/>
    <p:sldId id="352" r:id="rId80"/>
    <p:sldId id="353" r:id="rId81"/>
    <p:sldId id="354" r:id="rId82"/>
    <p:sldId id="355" r:id="rId83"/>
    <p:sldId id="356" r:id="rId84"/>
    <p:sldId id="357" r:id="rId85"/>
    <p:sldId id="358" r:id="rId86"/>
    <p:sldId id="359" r:id="rId87"/>
    <p:sldId id="360" r:id="rId88"/>
    <p:sldId id="361" r:id="rId89"/>
    <p:sldId id="362" r:id="rId9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1384" y="296652"/>
            <a:ext cx="9155391" cy="126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/>
              <a:t>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55393"/>
            <a:ext cx="1219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dirty="0"/>
              <a:t>What Time Do You Have Dinner?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get up</a:t>
            </a:r>
          </a:p>
        </p:txBody>
      </p:sp>
      <p:pic>
        <p:nvPicPr>
          <p:cNvPr id="3" name="Picture 2" descr="get_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226" y="1712777"/>
            <a:ext cx="7737547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일어나다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go to school</a:t>
            </a:r>
          </a:p>
        </p:txBody>
      </p:sp>
      <p:pic>
        <p:nvPicPr>
          <p:cNvPr id="3" name="Picture 2" descr="go_to_scho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88" y="1712777"/>
            <a:ext cx="514522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학교에 가다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have a soccer lesson</a:t>
            </a:r>
          </a:p>
        </p:txBody>
      </p:sp>
      <p:pic>
        <p:nvPicPr>
          <p:cNvPr id="3" name="Picture 2" descr="have_a_soccer_les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240" y="1712777"/>
            <a:ext cx="7827519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축구 수업이 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get home</a:t>
            </a:r>
          </a:p>
        </p:txBody>
      </p:sp>
      <p:pic>
        <p:nvPicPr>
          <p:cNvPr id="3" name="Picture 2" descr="get_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985" y="1712777"/>
            <a:ext cx="5512030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집에 오다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have dinner</a:t>
            </a:r>
          </a:p>
        </p:txBody>
      </p:sp>
      <p:pic>
        <p:nvPicPr>
          <p:cNvPr id="3" name="Picture 2" descr="have_di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205" y="1712777"/>
            <a:ext cx="5047590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저녁을 먹다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go to bed</a:t>
            </a:r>
          </a:p>
        </p:txBody>
      </p:sp>
      <p:pic>
        <p:nvPicPr>
          <p:cNvPr id="3" name="Picture 2" descr="go_to_b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617" y="1712777"/>
            <a:ext cx="6142766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잠을 자다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exercise</a:t>
            </a:r>
          </a:p>
        </p:txBody>
      </p:sp>
      <p:pic>
        <p:nvPicPr>
          <p:cNvPr id="3" name="Picture 2" descr="exerc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88" y="1712777"/>
            <a:ext cx="514522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운동하다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walk the dog</a:t>
            </a:r>
          </a:p>
        </p:txBody>
      </p:sp>
      <p:pic>
        <p:nvPicPr>
          <p:cNvPr id="3" name="Picture 2" descr="walk_the_d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88" y="1712777"/>
            <a:ext cx="514522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개를 산책시키다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take a bath</a:t>
            </a:r>
          </a:p>
        </p:txBody>
      </p:sp>
      <p:pic>
        <p:nvPicPr>
          <p:cNvPr id="3" name="Picture 2" descr="take_a_ba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20" y="1712777"/>
            <a:ext cx="7772359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목욕하다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have a guitar lesson</a:t>
            </a:r>
          </a:p>
        </p:txBody>
      </p:sp>
      <p:pic>
        <p:nvPicPr>
          <p:cNvPr id="3" name="Picture 2" descr="have_a_guitar_les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645" y="1712777"/>
            <a:ext cx="3434710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기타 수업이 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have a dance lesson</a:t>
            </a:r>
          </a:p>
        </p:txBody>
      </p:sp>
      <p:pic>
        <p:nvPicPr>
          <p:cNvPr id="3" name="Picture 2" descr="have_a_dance_les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691" y="1712777"/>
            <a:ext cx="7742618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춤 수업이 있다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play basketball</a:t>
            </a:r>
          </a:p>
        </p:txBody>
      </p:sp>
      <p:pic>
        <p:nvPicPr>
          <p:cNvPr id="3" name="Picture 2" descr="play_basketb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926" y="1712777"/>
            <a:ext cx="3430148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농구를 하다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read a book</a:t>
            </a:r>
          </a:p>
        </p:txBody>
      </p:sp>
      <p:pic>
        <p:nvPicPr>
          <p:cNvPr id="3" name="Picture 2" descr="read_a_b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926" y="1712777"/>
            <a:ext cx="3430148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책을 읽다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twenty</a:t>
            </a:r>
          </a:p>
        </p:txBody>
      </p:sp>
      <p:pic>
        <p:nvPicPr>
          <p:cNvPr id="3" name="Picture 2" descr="twen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88" y="1712777"/>
            <a:ext cx="514522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스물 (20)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thirty</a:t>
            </a:r>
          </a:p>
        </p:txBody>
      </p:sp>
      <p:pic>
        <p:nvPicPr>
          <p:cNvPr id="3" name="Picture 2" descr="thir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88" y="1712777"/>
            <a:ext cx="514522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서른 (30)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forty</a:t>
            </a:r>
          </a:p>
        </p:txBody>
      </p:sp>
      <p:pic>
        <p:nvPicPr>
          <p:cNvPr id="3" name="Picture 2" descr="for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88" y="1712777"/>
            <a:ext cx="514522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마흔 (40)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fifty</a:t>
            </a:r>
          </a:p>
        </p:txBody>
      </p:sp>
      <p:pic>
        <p:nvPicPr>
          <p:cNvPr id="3" name="Picture 2" descr="fif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88" y="1712777"/>
            <a:ext cx="514522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쉰 (50)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9380" y="1578499"/>
            <a:ext cx="8224828" cy="3701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EBADAD"/>
                </a:solidFill>
              </a:rPr>
              <a:t>Practice 1-in Korean (한글로)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get up</a:t>
            </a:r>
          </a:p>
        </p:txBody>
      </p:sp>
      <p:pic>
        <p:nvPicPr>
          <p:cNvPr id="3" name="Picture 2" descr="get_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go to school</a:t>
            </a:r>
          </a:p>
        </p:txBody>
      </p:sp>
      <p:pic>
        <p:nvPicPr>
          <p:cNvPr id="3" name="Picture 2" descr="go_to_scho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have a soccer lesson</a:t>
            </a:r>
          </a:p>
        </p:txBody>
      </p:sp>
      <p:pic>
        <p:nvPicPr>
          <p:cNvPr id="3" name="Picture 2" descr="have_a_soccer_les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get home</a:t>
            </a:r>
          </a:p>
        </p:txBody>
      </p:sp>
      <p:pic>
        <p:nvPicPr>
          <p:cNvPr id="3" name="Picture 2" descr="get_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have dinner</a:t>
            </a:r>
          </a:p>
        </p:txBody>
      </p:sp>
      <p:pic>
        <p:nvPicPr>
          <p:cNvPr id="3" name="Picture 2" descr="have_di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go to bed</a:t>
            </a:r>
          </a:p>
        </p:txBody>
      </p:sp>
      <p:pic>
        <p:nvPicPr>
          <p:cNvPr id="3" name="Picture 2" descr="go_to_b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exercise</a:t>
            </a:r>
          </a:p>
        </p:txBody>
      </p:sp>
      <p:pic>
        <p:nvPicPr>
          <p:cNvPr id="3" name="Picture 2" descr="exerc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walk the dog</a:t>
            </a:r>
          </a:p>
        </p:txBody>
      </p:sp>
      <p:pic>
        <p:nvPicPr>
          <p:cNvPr id="3" name="Picture 2" descr="walk_the_d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take a bath</a:t>
            </a:r>
          </a:p>
        </p:txBody>
      </p:sp>
      <p:pic>
        <p:nvPicPr>
          <p:cNvPr id="3" name="Picture 2" descr="take_a_ba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have a guitar lesson</a:t>
            </a:r>
          </a:p>
        </p:txBody>
      </p:sp>
      <p:pic>
        <p:nvPicPr>
          <p:cNvPr id="3" name="Picture 2" descr="have_a_guitar_les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have a dance lesson</a:t>
            </a:r>
          </a:p>
        </p:txBody>
      </p:sp>
      <p:pic>
        <p:nvPicPr>
          <p:cNvPr id="3" name="Picture 2" descr="have_a_dance_les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play basketball</a:t>
            </a:r>
          </a:p>
        </p:txBody>
      </p:sp>
      <p:pic>
        <p:nvPicPr>
          <p:cNvPr id="3" name="Picture 2" descr="play_basketb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read a book</a:t>
            </a:r>
          </a:p>
        </p:txBody>
      </p:sp>
      <p:pic>
        <p:nvPicPr>
          <p:cNvPr id="3" name="Picture 2" descr="read_a_b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twenty</a:t>
            </a:r>
          </a:p>
        </p:txBody>
      </p:sp>
      <p:pic>
        <p:nvPicPr>
          <p:cNvPr id="3" name="Picture 2" descr="twen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thirty</a:t>
            </a:r>
          </a:p>
        </p:txBody>
      </p:sp>
      <p:pic>
        <p:nvPicPr>
          <p:cNvPr id="3" name="Picture 2" descr="thir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forty</a:t>
            </a:r>
          </a:p>
        </p:txBody>
      </p:sp>
      <p:pic>
        <p:nvPicPr>
          <p:cNvPr id="3" name="Picture 2" descr="for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fifty</a:t>
            </a:r>
          </a:p>
        </p:txBody>
      </p:sp>
      <p:pic>
        <p:nvPicPr>
          <p:cNvPr id="3" name="Picture 2" descr="fif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9380" y="1596501"/>
            <a:ext cx="8224828" cy="3664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EBADAD"/>
                </a:solidFill>
              </a:rPr>
              <a:t>Practice 2-in English (영어로)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일어나다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학교에 가다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축구 수업이 있다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집에 오다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저녁을 먹다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잠을 자다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운동하다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개를 산책시키다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목욕하다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기타 수업이 있다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춤 수업이 있다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농구를 하다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책을 읽다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스물 (20)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서른 (30)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마흔 (40)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100"/>
              <a:t>쉰 (50)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95472" y="2500306"/>
            <a:ext cx="8229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 dirty="0">
                <a:solidFill>
                  <a:srgbClr val="EBADAD"/>
                </a:solidFill>
              </a:rPr>
              <a:t>Practice </a:t>
            </a:r>
            <a:r>
              <a:rPr lang="en-US" altLang="ko-KR" sz="6600" b="1" dirty="0">
                <a:solidFill>
                  <a:srgbClr val="EBADAD"/>
                </a:solidFill>
              </a:rPr>
              <a:t>3</a:t>
            </a:r>
            <a:r>
              <a:rPr sz="6600" b="1" dirty="0">
                <a:solidFill>
                  <a:srgbClr val="EBADAD"/>
                </a:solidFill>
              </a:rPr>
              <a:t>-in English (</a:t>
            </a:r>
            <a:r>
              <a:rPr sz="6600" b="1" dirty="0" err="1">
                <a:solidFill>
                  <a:srgbClr val="EBADAD"/>
                </a:solidFill>
              </a:rPr>
              <a:t>영어로</a:t>
            </a:r>
            <a:r>
              <a:rPr sz="6600" b="1" dirty="0">
                <a:solidFill>
                  <a:srgbClr val="EBADAD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et_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_to_scho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ave_a_soccer_les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et_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ave_di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_to_b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erc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alk_the_d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ake_a_ba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ave_a_guitar_les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ave_a_dance_les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y_basketb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ad_a_b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wen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ir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f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95" y="2407973"/>
            <a:ext cx="4868410" cy="25956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192</Words>
  <Application>Microsoft Macintosh PowerPoint</Application>
  <PresentationFormat>와이드스크린</PresentationFormat>
  <Paragraphs>73</Paragraphs>
  <Slides>89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89</vt:i4>
      </vt:variant>
    </vt:vector>
  </HeadingPairs>
  <TitlesOfParts>
    <vt:vector size="92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Jeeyoung Jeon</cp:lastModifiedBy>
  <cp:revision>2</cp:revision>
  <dcterms:created xsi:type="dcterms:W3CDTF">2013-01-27T09:14:16Z</dcterms:created>
  <dcterms:modified xsi:type="dcterms:W3CDTF">2026-04-27T04:11:33Z</dcterms:modified>
  <cp:category/>
</cp:coreProperties>
</file>