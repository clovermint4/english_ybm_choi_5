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1" name="card_201"/>
          <p:cNvSpPr/>
          <p:nvPr/>
        </p:nvSpPr>
        <p:spPr>
          <a:xfrm>
            <a:off x="427680" y="302400"/>
            <a:ext cx="2362932" cy="33831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/>
        </p:txBody>
      </p:sp>
      <p:pic>
        <p:nvPicPr>
          <p:cNvPr id="202" name="Picture 201" descr="get_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97" y="1271164"/>
            <a:ext cx="2173898" cy="1445572"/>
          </a:xfrm>
          <a:prstGeom prst="rect">
            <a:avLst/>
          </a:prstGeom>
        </p:spPr>
      </p:pic>
      <p:sp>
        <p:nvSpPr>
          <p:cNvPr id="202" name="card_202"/>
          <p:cNvSpPr/>
          <p:nvPr/>
        </p:nvSpPr>
        <p:spPr>
          <a:xfrm>
            <a:off x="2918916" y="302400"/>
            <a:ext cx="2362932" cy="33831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/>
        </p:txBody>
      </p:sp>
      <p:pic>
        <p:nvPicPr>
          <p:cNvPr id="203" name="Picture 202" descr="go_to_schoo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433" y="907001"/>
            <a:ext cx="2173898" cy="2173898"/>
          </a:xfrm>
          <a:prstGeom prst="rect">
            <a:avLst/>
          </a:prstGeom>
        </p:spPr>
      </p:pic>
      <p:sp>
        <p:nvSpPr>
          <p:cNvPr id="203" name="card_203"/>
          <p:cNvSpPr/>
          <p:nvPr/>
        </p:nvSpPr>
        <p:spPr>
          <a:xfrm>
            <a:off x="5410152" y="302400"/>
            <a:ext cx="2362932" cy="33831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/>
        </p:txBody>
      </p:sp>
      <p:pic>
        <p:nvPicPr>
          <p:cNvPr id="204" name="Picture 203" descr="get_ho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69" y="979334"/>
            <a:ext cx="2173898" cy="2029232"/>
          </a:xfrm>
          <a:prstGeom prst="rect">
            <a:avLst/>
          </a:prstGeom>
        </p:spPr>
      </p:pic>
      <p:sp>
        <p:nvSpPr>
          <p:cNvPr id="204" name="card_204"/>
          <p:cNvSpPr/>
          <p:nvPr/>
        </p:nvSpPr>
        <p:spPr>
          <a:xfrm>
            <a:off x="7901388" y="302400"/>
            <a:ext cx="2362932" cy="33831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/>
        </p:txBody>
      </p:sp>
      <p:pic>
        <p:nvPicPr>
          <p:cNvPr id="205" name="Picture 204" descr="have_dinn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905" y="885977"/>
            <a:ext cx="2173898" cy="2215946"/>
          </a:xfrm>
          <a:prstGeom prst="rect">
            <a:avLst/>
          </a:prstGeom>
        </p:spPr>
      </p:pic>
      <p:sp>
        <p:nvSpPr>
          <p:cNvPr id="205" name="card_205"/>
          <p:cNvSpPr/>
          <p:nvPr/>
        </p:nvSpPr>
        <p:spPr>
          <a:xfrm>
            <a:off x="427680" y="3874500"/>
            <a:ext cx="2362932" cy="33831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/>
        </p:txBody>
      </p:sp>
      <p:pic>
        <p:nvPicPr>
          <p:cNvPr id="206" name="Picture 205" descr="walk_the_d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197" y="4479101"/>
            <a:ext cx="2173898" cy="2173898"/>
          </a:xfrm>
          <a:prstGeom prst="rect">
            <a:avLst/>
          </a:prstGeom>
        </p:spPr>
      </p:pic>
      <p:sp>
        <p:nvSpPr>
          <p:cNvPr id="206" name="card_206"/>
          <p:cNvSpPr/>
          <p:nvPr/>
        </p:nvSpPr>
        <p:spPr>
          <a:xfrm>
            <a:off x="2918916" y="3874500"/>
            <a:ext cx="2362932" cy="33831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/>
        </p:txBody>
      </p:sp>
      <p:pic>
        <p:nvPicPr>
          <p:cNvPr id="207" name="Picture 206" descr="exerci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3433" y="4479101"/>
            <a:ext cx="2173898" cy="2173898"/>
          </a:xfrm>
          <a:prstGeom prst="rect">
            <a:avLst/>
          </a:prstGeom>
        </p:spPr>
      </p:pic>
      <p:sp>
        <p:nvSpPr>
          <p:cNvPr id="207" name="card_207"/>
          <p:cNvSpPr/>
          <p:nvPr/>
        </p:nvSpPr>
        <p:spPr>
          <a:xfrm>
            <a:off x="5410152" y="3874500"/>
            <a:ext cx="2362932" cy="33831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/>
        </p:txBody>
      </p:sp>
      <p:pic>
        <p:nvPicPr>
          <p:cNvPr id="208" name="Picture 207" descr="go_to_be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4669" y="4655614"/>
            <a:ext cx="2173898" cy="1820871"/>
          </a:xfrm>
          <a:prstGeom prst="rect">
            <a:avLst/>
          </a:prstGeom>
        </p:spPr>
      </p:pic>
      <p:sp>
        <p:nvSpPr>
          <p:cNvPr id="208" name="card_208"/>
          <p:cNvSpPr/>
          <p:nvPr/>
        </p:nvSpPr>
        <p:spPr>
          <a:xfrm>
            <a:off x="7901388" y="3874500"/>
            <a:ext cx="2362932" cy="33831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/>
        </p:txBody>
      </p:sp>
      <p:pic>
        <p:nvPicPr>
          <p:cNvPr id="209" name="Picture 208" descr="read_a_book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8165" y="3969017"/>
            <a:ext cx="2129377" cy="31940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9" name="card_209"/>
          <p:cNvSpPr/>
          <p:nvPr/>
        </p:nvSpPr>
        <p:spPr>
          <a:xfrm>
            <a:off x="427680" y="302400"/>
            <a:ext cx="2362932" cy="3383100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/>
        </p:txBody>
      </p:sp>
      <p:sp>
        <p:nvSpPr>
          <p:cNvPr id="210" name="TextBox 209"/>
          <p:cNvSpPr txBox="1"/>
          <p:nvPr/>
        </p:nvSpPr>
        <p:spPr>
          <a:xfrm>
            <a:off x="427680" y="302400"/>
            <a:ext cx="2362932" cy="3383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1A3A6B"/>
                </a:solidFill>
              </a:rPr>
              <a:t>7:00</a:t>
            </a:r>
          </a:p>
        </p:txBody>
      </p:sp>
      <p:sp>
        <p:nvSpPr>
          <p:cNvPr id="210" name="card_210"/>
          <p:cNvSpPr/>
          <p:nvPr/>
        </p:nvSpPr>
        <p:spPr>
          <a:xfrm>
            <a:off x="2918916" y="302400"/>
            <a:ext cx="2362932" cy="3383100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/>
        </p:txBody>
      </p:sp>
      <p:sp>
        <p:nvSpPr>
          <p:cNvPr id="211" name="TextBox 210"/>
          <p:cNvSpPr txBox="1"/>
          <p:nvPr/>
        </p:nvSpPr>
        <p:spPr>
          <a:xfrm>
            <a:off x="2918916" y="302400"/>
            <a:ext cx="2362932" cy="3383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1A3A6B"/>
                </a:solidFill>
              </a:rPr>
              <a:t>8:00</a:t>
            </a:r>
          </a:p>
        </p:txBody>
      </p:sp>
      <p:sp>
        <p:nvSpPr>
          <p:cNvPr id="211" name="card_211"/>
          <p:cNvSpPr/>
          <p:nvPr/>
        </p:nvSpPr>
        <p:spPr>
          <a:xfrm>
            <a:off x="5410152" y="302400"/>
            <a:ext cx="2362932" cy="3383100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/>
        </p:txBody>
      </p:sp>
      <p:sp>
        <p:nvSpPr>
          <p:cNvPr id="212" name="TextBox 211"/>
          <p:cNvSpPr txBox="1"/>
          <p:nvPr/>
        </p:nvSpPr>
        <p:spPr>
          <a:xfrm>
            <a:off x="5410152" y="302400"/>
            <a:ext cx="2362932" cy="3383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1A3A6B"/>
                </a:solidFill>
              </a:rPr>
              <a:t>6:20</a:t>
            </a:r>
          </a:p>
        </p:txBody>
      </p:sp>
      <p:sp>
        <p:nvSpPr>
          <p:cNvPr id="212" name="card_212"/>
          <p:cNvSpPr/>
          <p:nvPr/>
        </p:nvSpPr>
        <p:spPr>
          <a:xfrm>
            <a:off x="7901388" y="302400"/>
            <a:ext cx="2362932" cy="3383100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/>
        </p:txBody>
      </p:sp>
      <p:sp>
        <p:nvSpPr>
          <p:cNvPr id="213" name="TextBox 212"/>
          <p:cNvSpPr txBox="1"/>
          <p:nvPr/>
        </p:nvSpPr>
        <p:spPr>
          <a:xfrm>
            <a:off x="7901388" y="302400"/>
            <a:ext cx="2362932" cy="3383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1A3A6B"/>
                </a:solidFill>
              </a:rPr>
              <a:t>4:30</a:t>
            </a:r>
          </a:p>
        </p:txBody>
      </p:sp>
      <p:sp>
        <p:nvSpPr>
          <p:cNvPr id="213" name="card_213"/>
          <p:cNvSpPr/>
          <p:nvPr/>
        </p:nvSpPr>
        <p:spPr>
          <a:xfrm>
            <a:off x="427680" y="3874500"/>
            <a:ext cx="2362932" cy="3383100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/>
        </p:txBody>
      </p:sp>
      <p:sp>
        <p:nvSpPr>
          <p:cNvPr id="214" name="TextBox 213"/>
          <p:cNvSpPr txBox="1"/>
          <p:nvPr/>
        </p:nvSpPr>
        <p:spPr>
          <a:xfrm>
            <a:off x="427680" y="3874500"/>
            <a:ext cx="2362932" cy="3383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1A3A6B"/>
                </a:solidFill>
              </a:rPr>
              <a:t>6:00</a:t>
            </a:r>
          </a:p>
        </p:txBody>
      </p:sp>
      <p:sp>
        <p:nvSpPr>
          <p:cNvPr id="214" name="card_214"/>
          <p:cNvSpPr/>
          <p:nvPr/>
        </p:nvSpPr>
        <p:spPr>
          <a:xfrm>
            <a:off x="2918916" y="3874500"/>
            <a:ext cx="2362932" cy="3383100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/>
        </p:txBody>
      </p:sp>
      <p:sp>
        <p:nvSpPr>
          <p:cNvPr id="215" name="TextBox 214"/>
          <p:cNvSpPr txBox="1"/>
          <p:nvPr/>
        </p:nvSpPr>
        <p:spPr>
          <a:xfrm>
            <a:off x="2918916" y="3874500"/>
            <a:ext cx="2362932" cy="3383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1A3A6B"/>
                </a:solidFill>
              </a:rPr>
              <a:t>7:30</a:t>
            </a:r>
          </a:p>
        </p:txBody>
      </p:sp>
      <p:sp>
        <p:nvSpPr>
          <p:cNvPr id="215" name="card_215"/>
          <p:cNvSpPr/>
          <p:nvPr/>
        </p:nvSpPr>
        <p:spPr>
          <a:xfrm>
            <a:off x="5410152" y="3874500"/>
            <a:ext cx="2362932" cy="3383100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/>
        </p:txBody>
      </p:sp>
      <p:sp>
        <p:nvSpPr>
          <p:cNvPr id="216" name="TextBox 215"/>
          <p:cNvSpPr txBox="1"/>
          <p:nvPr/>
        </p:nvSpPr>
        <p:spPr>
          <a:xfrm>
            <a:off x="5410152" y="3874500"/>
            <a:ext cx="2362932" cy="3383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1A3A6B"/>
                </a:solidFill>
              </a:rPr>
              <a:t>9:00</a:t>
            </a:r>
          </a:p>
        </p:txBody>
      </p:sp>
      <p:sp>
        <p:nvSpPr>
          <p:cNvPr id="216" name="card_216"/>
          <p:cNvSpPr/>
          <p:nvPr/>
        </p:nvSpPr>
        <p:spPr>
          <a:xfrm>
            <a:off x="7901388" y="3874500"/>
            <a:ext cx="2362932" cy="3383100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/>
        </p:txBody>
      </p:sp>
      <p:sp>
        <p:nvSpPr>
          <p:cNvPr id="217" name="TextBox 216"/>
          <p:cNvSpPr txBox="1"/>
          <p:nvPr/>
        </p:nvSpPr>
        <p:spPr>
          <a:xfrm>
            <a:off x="7901388" y="3874500"/>
            <a:ext cx="2362932" cy="3383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1A3A6B"/>
                </a:solidFill>
              </a:rPr>
              <a:t>10:40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