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8"/>
  </p:notesMasterIdLst>
  <p:sldIdLst>
    <p:sldId id="266" r:id="rId2"/>
    <p:sldId id="268" r:id="rId3"/>
    <p:sldId id="267" r:id="rId4"/>
    <p:sldId id="263" r:id="rId5"/>
    <p:sldId id="270" r:id="rId6"/>
    <p:sldId id="269" r:id="rId7"/>
  </p:sldIdLst>
  <p:sldSz cx="12192000" cy="6858000"/>
  <p:notesSz cx="6858000" cy="9144000"/>
  <p:embeddedFontLst>
    <p:embeddedFont>
      <p:font typeface="LasVegas Jackpot" pitchFamily="2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2F2F"/>
    <a:srgbClr val="1568B2"/>
    <a:srgbClr val="10508A"/>
    <a:srgbClr val="258FE6"/>
    <a:srgbClr val="F34813"/>
    <a:srgbClr val="91C7F3"/>
    <a:srgbClr val="5DACED"/>
    <a:srgbClr val="FF365A"/>
    <a:srgbClr val="F78663"/>
    <a:srgbClr val="0E43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0272" autoAdjust="0"/>
  </p:normalViewPr>
  <p:slideViewPr>
    <p:cSldViewPr snapToGrid="0">
      <p:cViewPr varScale="1">
        <p:scale>
          <a:sx n="101" d="100"/>
          <a:sy n="101" d="100"/>
        </p:scale>
        <p:origin x="1224" y="20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6AC042-3604-4502-8DA8-EC911713E4B8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5FCADA-EFF2-466F-AAE4-A09444106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161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This template is for educational, non-commercial purposes </a:t>
            </a:r>
            <a:r>
              <a:rPr lang="en-US" sz="1200" i="1" u="sng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only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For more free game templates like this one, visit 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https://www.taysteachingtoolkit.com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5FCADA-EFF2-466F-AAE4-A09444106D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035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TEACHER’S NOTES: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Feel free to edit</a:t>
            </a:r>
            <a:r>
              <a:rPr lang="en-US" baseline="0" dirty="0"/>
              <a:t> the directions to fit your game (</a:t>
            </a:r>
            <a:r>
              <a:rPr lang="en-US" i="1" baseline="0" dirty="0"/>
              <a:t>ex. Say a sentence using the picture to drop your puck.).</a:t>
            </a:r>
            <a:endParaRPr lang="en-US" i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5FCADA-EFF2-466F-AAE4-A09444106D3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81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TEACHER’S NOTES: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Replace the content in the white boxes with</a:t>
            </a:r>
            <a:r>
              <a:rPr lang="en-US" baseline="0" dirty="0"/>
              <a:t> the text or pictures you will use in your actual game.</a:t>
            </a:r>
            <a:endParaRPr lang="en-US" i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5FCADA-EFF2-466F-AAE4-A09444106D3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5338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TEACHER’S NOTES: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If playing</a:t>
            </a:r>
            <a:r>
              <a:rPr lang="en-US" baseline="0" dirty="0"/>
              <a:t> with multiple rounds, you can also add a point feature.</a:t>
            </a:r>
            <a:endParaRPr lang="en-US" i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5FCADA-EFF2-466F-AAE4-A09444106D3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336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TEACHER’S NOTES: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Replace the default text in the</a:t>
            </a:r>
            <a:r>
              <a:rPr lang="en-US" baseline="0" dirty="0"/>
              <a:t> white boxes</a:t>
            </a:r>
            <a:r>
              <a:rPr lang="en-US" dirty="0"/>
              <a:t> with the target</a:t>
            </a:r>
            <a:r>
              <a:rPr lang="en-US" baseline="0" dirty="0"/>
              <a:t> language or vocabulary from your own classes (</a:t>
            </a:r>
            <a:r>
              <a:rPr lang="en-US" i="1" baseline="0" dirty="0"/>
              <a:t>can be images or text</a:t>
            </a:r>
            <a:r>
              <a:rPr lang="en-US" baseline="0" dirty="0"/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Click the yellow or red buttons on the white boxes to drop a puck.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Teams switch off dropping </a:t>
            </a:r>
            <a:r>
              <a:rPr lang="en-US" baseline="0"/>
              <a:t>a puck.</a:t>
            </a:r>
            <a:endParaRPr lang="en-US" baseline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If you make a mistake during the game, click the light blue “X” below the puck to make it disappear.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 clear the board, either click the X’s below each puck one by one or go</a:t>
            </a:r>
            <a:r>
              <a:rPr lang="en-US" baseline="0" dirty="0"/>
              <a:t> back</a:t>
            </a:r>
            <a:r>
              <a:rPr lang="en-US" dirty="0"/>
              <a:t> to the previous slide and return</a:t>
            </a:r>
            <a:r>
              <a:rPr lang="en-US" baseline="0" dirty="0"/>
              <a:t> to this slide (</a:t>
            </a:r>
            <a:r>
              <a:rPr lang="en-US" i="1" baseline="0" dirty="0"/>
              <a:t>click the up arrow then down arrow</a:t>
            </a:r>
            <a:r>
              <a:rPr lang="en-US" baseline="0" dirty="0"/>
              <a:t>).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You can use just</a:t>
            </a:r>
            <a:r>
              <a:rPr lang="en-US" baseline="0" dirty="0"/>
              <a:t> this one slide for the game or make multiple if wanting </a:t>
            </a:r>
            <a:r>
              <a:rPr lang="en-US" dirty="0"/>
              <a:t>to practice additional</a:t>
            </a:r>
            <a:r>
              <a:rPr lang="en-US" baseline="0" dirty="0"/>
              <a:t> vocabulary or sentences (</a:t>
            </a:r>
            <a:r>
              <a:rPr lang="en-US" i="1" baseline="0" dirty="0"/>
              <a:t>click on the slide in the left panel and press </a:t>
            </a:r>
            <a:r>
              <a:rPr lang="en-US" i="1" baseline="0" dirty="0" err="1"/>
              <a:t>Ctrl+D</a:t>
            </a:r>
            <a:r>
              <a:rPr lang="en-US" i="1" baseline="0" dirty="0"/>
              <a:t> to duplicate</a:t>
            </a:r>
            <a:r>
              <a:rPr lang="en-US" baseline="0" dirty="0"/>
              <a:t>).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5FCADA-EFF2-466F-AAE4-A09444106D3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299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E207A-B2AC-413D-948E-65026CD452D3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1A11D-6702-4423-94E4-49B2F56FD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977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E207A-B2AC-413D-948E-65026CD452D3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1A11D-6702-4423-94E4-49B2F56FD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9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E207A-B2AC-413D-948E-65026CD452D3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1A11D-6702-4423-94E4-49B2F56FD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644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E207A-B2AC-413D-948E-65026CD452D3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1A11D-6702-4423-94E4-49B2F56FD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168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E207A-B2AC-413D-948E-65026CD452D3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1A11D-6702-4423-94E4-49B2F56FD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54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E207A-B2AC-413D-948E-65026CD452D3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1A11D-6702-4423-94E4-49B2F56FD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092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E207A-B2AC-413D-948E-65026CD452D3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1A11D-6702-4423-94E4-49B2F56FD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445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E207A-B2AC-413D-948E-65026CD452D3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1A11D-6702-4423-94E4-49B2F56FD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87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E207A-B2AC-413D-948E-65026CD452D3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1A11D-6702-4423-94E4-49B2F56FD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73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E207A-B2AC-413D-948E-65026CD452D3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1A11D-6702-4423-94E4-49B2F56FD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84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E207A-B2AC-413D-948E-65026CD452D3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1A11D-6702-4423-94E4-49B2F56FD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004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FE207A-B2AC-413D-948E-65026CD452D3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71A11D-6702-4423-94E4-49B2F56FD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985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g"/><Relationship Id="rId3" Type="http://schemas.openxmlformats.org/officeDocument/2006/relationships/audio" Target="../media/audio1.wav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jpg"/><Relationship Id="rId14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jpg"/><Relationship Id="rId3" Type="http://schemas.openxmlformats.org/officeDocument/2006/relationships/audio" Target="../media/audio1.wav"/><Relationship Id="rId7" Type="http://schemas.openxmlformats.org/officeDocument/2006/relationships/image" Target="../media/image4.png"/><Relationship Id="rId12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6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11" Type="http://schemas.openxmlformats.org/officeDocument/2006/relationships/image" Target="../media/image8.jpg"/><Relationship Id="rId5" Type="http://schemas.openxmlformats.org/officeDocument/2006/relationships/image" Target="../media/image14.png"/><Relationship Id="rId15" Type="http://schemas.openxmlformats.org/officeDocument/2006/relationships/image" Target="../media/image12.jpg"/><Relationship Id="rId10" Type="http://schemas.openxmlformats.org/officeDocument/2006/relationships/image" Target="../media/image7.jpg"/><Relationship Id="rId4" Type="http://schemas.openxmlformats.org/officeDocument/2006/relationships/image" Target="../media/image3.png"/><Relationship Id="rId9" Type="http://schemas.openxmlformats.org/officeDocument/2006/relationships/image" Target="../media/image6.jpg"/><Relationship Id="rId14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3268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rder"/>
          <p:cNvSpPr/>
          <p:nvPr/>
        </p:nvSpPr>
        <p:spPr>
          <a:xfrm>
            <a:off x="6173490" y="1730214"/>
            <a:ext cx="3376245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0" dirty="0">
                <a:ln w="190500">
                  <a:solidFill>
                    <a:schemeClr val="tx1"/>
                  </a:solidFill>
                </a:ln>
                <a:solidFill>
                  <a:srgbClr val="000000"/>
                </a:solidFill>
                <a:latin typeface="LasVegas Jackpot" pitchFamily="50" charset="0"/>
              </a:rPr>
              <a:t>2 teams</a:t>
            </a:r>
            <a:endParaRPr lang="en-US" dirty="0">
              <a:ln w="190500">
                <a:solidFill>
                  <a:schemeClr val="tx1"/>
                </a:solidFill>
              </a:ln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89322" y="2017060"/>
            <a:ext cx="7813357" cy="29238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1500" dirty="0">
                <a:latin typeface="LasVegas Jackpot" pitchFamily="50" charset="0"/>
              </a:rPr>
              <a:t>There are </a:t>
            </a:r>
            <a:r>
              <a:rPr lang="en-US" sz="11500" dirty="0">
                <a:solidFill>
                  <a:schemeClr val="bg1"/>
                </a:solidFill>
                <a:latin typeface="LasVegas Jackpot" pitchFamily="50" charset="0"/>
              </a:rPr>
              <a:t>2 teams</a:t>
            </a:r>
            <a:r>
              <a:rPr lang="en-US" sz="11500" dirty="0">
                <a:latin typeface="LasVegas Jackpot" pitchFamily="50" charset="0"/>
              </a:rPr>
              <a:t>: </a:t>
            </a:r>
            <a:br>
              <a:rPr lang="en-US" sz="11500" dirty="0">
                <a:latin typeface="LasVegas Jackpot" pitchFamily="50" charset="0"/>
              </a:rPr>
            </a:br>
            <a:r>
              <a:rPr lang="en-US" sz="11500" dirty="0">
                <a:solidFill>
                  <a:schemeClr val="accent5"/>
                </a:solidFill>
                <a:latin typeface="LasVegas Jackpot" pitchFamily="50" charset="0"/>
              </a:rPr>
              <a:t>Yellow </a:t>
            </a:r>
            <a:r>
              <a:rPr lang="en-US" sz="11500" dirty="0">
                <a:latin typeface="LasVegas Jackpot" pitchFamily="50" charset="0"/>
              </a:rPr>
              <a:t>and </a:t>
            </a:r>
            <a:r>
              <a:rPr lang="en-US" sz="11500" dirty="0">
                <a:solidFill>
                  <a:srgbClr val="F34813"/>
                </a:solidFill>
                <a:latin typeface="LasVegas Jackpot" pitchFamily="50" charset="0"/>
              </a:rPr>
              <a:t>Red</a:t>
            </a:r>
          </a:p>
        </p:txBody>
      </p:sp>
    </p:spTree>
    <p:extLst>
      <p:ext uri="{BB962C8B-B14F-4D97-AF65-F5344CB8AC3E}">
        <p14:creationId xmlns:p14="http://schemas.microsoft.com/office/powerpoint/2010/main" val="1079648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rder"/>
          <p:cNvSpPr/>
          <p:nvPr/>
        </p:nvSpPr>
        <p:spPr>
          <a:xfrm>
            <a:off x="1726009" y="3817772"/>
            <a:ext cx="8461006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1500" dirty="0">
                <a:ln w="190500">
                  <a:solidFill>
                    <a:schemeClr val="tx1"/>
                  </a:solidFill>
                </a:ln>
                <a:solidFill>
                  <a:srgbClr val="000000"/>
                </a:solidFill>
                <a:latin typeface="LasVegas Jackpot" pitchFamily="50" charset="0"/>
              </a:rPr>
              <a:t>drop  your puck</a:t>
            </a:r>
            <a:endParaRPr lang="en-US" dirty="0">
              <a:ln w="190500">
                <a:solidFill>
                  <a:schemeClr val="tx1"/>
                </a:solidFill>
              </a:ln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65515" y="1309174"/>
            <a:ext cx="8460970" cy="43396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1500" dirty="0">
                <a:latin typeface="LasVegas Jackpot" pitchFamily="50" charset="0"/>
              </a:rPr>
              <a:t>Say a letter,</a:t>
            </a:r>
            <a:br>
              <a:rPr lang="en-US" sz="11500" dirty="0">
                <a:latin typeface="LasVegas Jackpot" pitchFamily="50" charset="0"/>
              </a:rPr>
            </a:br>
            <a:r>
              <a:rPr lang="en-US" sz="11500" dirty="0">
                <a:latin typeface="LasVegas Jackpot" pitchFamily="50" charset="0"/>
              </a:rPr>
              <a:t>word, or sentence to</a:t>
            </a:r>
            <a:br>
              <a:rPr lang="en-US" sz="11500" dirty="0">
                <a:latin typeface="LasVegas Jackpot" pitchFamily="50" charset="0"/>
              </a:rPr>
            </a:br>
            <a:r>
              <a:rPr lang="en-US" sz="11500" dirty="0">
                <a:solidFill>
                  <a:schemeClr val="bg1"/>
                </a:solidFill>
                <a:latin typeface="LasVegas Jackpot" pitchFamily="50" charset="0"/>
              </a:rPr>
              <a:t>drop  your puck</a:t>
            </a:r>
            <a:r>
              <a:rPr lang="en-US" sz="11500" dirty="0">
                <a:latin typeface="LasVegas Jackpot" pitchFamily="50" charset="0"/>
              </a:rPr>
              <a:t>.</a:t>
            </a:r>
            <a:endParaRPr lang="en-US" sz="11500" dirty="0">
              <a:solidFill>
                <a:schemeClr val="accent6"/>
              </a:solidFill>
              <a:latin typeface="LasVegas Jackpot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509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Yellow Puck 5-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9161" y="4764845"/>
            <a:ext cx="951058" cy="768163"/>
          </a:xfrm>
          <a:prstGeom prst="rect">
            <a:avLst/>
          </a:prstGeom>
        </p:spPr>
      </p:pic>
      <p:pic>
        <p:nvPicPr>
          <p:cNvPr id="3" name="Game Boar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057" y="0"/>
            <a:ext cx="12193057" cy="6858594"/>
          </a:xfrm>
          <a:prstGeom prst="rect">
            <a:avLst/>
          </a:prstGeom>
        </p:spPr>
      </p:pic>
      <p:sp>
        <p:nvSpPr>
          <p:cNvPr id="127" name="Yellow Button 7-1"/>
          <p:cNvSpPr/>
          <p:nvPr/>
        </p:nvSpPr>
        <p:spPr>
          <a:xfrm rot="8578770">
            <a:off x="10880327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d Button 7-1"/>
          <p:cNvSpPr/>
          <p:nvPr/>
        </p:nvSpPr>
        <p:spPr>
          <a:xfrm rot="8578770">
            <a:off x="11286264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Yellow Button 6-1"/>
          <p:cNvSpPr/>
          <p:nvPr/>
        </p:nvSpPr>
        <p:spPr>
          <a:xfrm rot="8578770">
            <a:off x="9163289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d Button 6-1"/>
          <p:cNvSpPr/>
          <p:nvPr/>
        </p:nvSpPr>
        <p:spPr>
          <a:xfrm rot="8578770">
            <a:off x="9569226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Yellow Button 5-1"/>
          <p:cNvSpPr/>
          <p:nvPr/>
        </p:nvSpPr>
        <p:spPr>
          <a:xfrm rot="8578770">
            <a:off x="7437553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d Button 5-1"/>
          <p:cNvSpPr/>
          <p:nvPr/>
        </p:nvSpPr>
        <p:spPr>
          <a:xfrm rot="8578770">
            <a:off x="7843490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Yellow Button 4-1"/>
          <p:cNvSpPr/>
          <p:nvPr/>
        </p:nvSpPr>
        <p:spPr>
          <a:xfrm rot="8578770">
            <a:off x="5711816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d Button 4-1"/>
          <p:cNvSpPr/>
          <p:nvPr/>
        </p:nvSpPr>
        <p:spPr>
          <a:xfrm rot="8578770">
            <a:off x="6117753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Yellow Button 3-1"/>
          <p:cNvSpPr/>
          <p:nvPr/>
        </p:nvSpPr>
        <p:spPr>
          <a:xfrm rot="8578770">
            <a:off x="3986547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d Button 3-1"/>
          <p:cNvSpPr/>
          <p:nvPr/>
        </p:nvSpPr>
        <p:spPr>
          <a:xfrm rot="8578770">
            <a:off x="4392484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Yellow Button 2-1"/>
          <p:cNvSpPr/>
          <p:nvPr/>
        </p:nvSpPr>
        <p:spPr>
          <a:xfrm rot="8578770">
            <a:off x="2260346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d Button 2-1"/>
          <p:cNvSpPr/>
          <p:nvPr/>
        </p:nvSpPr>
        <p:spPr>
          <a:xfrm rot="8578770">
            <a:off x="2666283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Yellow Button 1-1"/>
          <p:cNvSpPr/>
          <p:nvPr/>
        </p:nvSpPr>
        <p:spPr>
          <a:xfrm rot="8578770">
            <a:off x="534610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d Button 1-1"/>
          <p:cNvSpPr/>
          <p:nvPr/>
        </p:nvSpPr>
        <p:spPr>
          <a:xfrm rot="8578770">
            <a:off x="940547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2" descr="영화연출 감독과정 | SFA 서울필름아카데미 | 영화감독되는법 | 프로젝트기반 창작과정">
            <a:extLst>
              <a:ext uri="{FF2B5EF4-FFF2-40B4-BE49-F238E27FC236}">
                <a16:creationId xmlns:a16="http://schemas.microsoft.com/office/drawing/2014/main" id="{1BE48B2C-F6D5-6629-5B8B-FA370A513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18" y="5949618"/>
            <a:ext cx="1403237" cy="93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 1"/>
          <p:cNvSpPr/>
          <p:nvPr/>
        </p:nvSpPr>
        <p:spPr>
          <a:xfrm>
            <a:off x="590385" y="5114759"/>
            <a:ext cx="651377" cy="924773"/>
          </a:xfrm>
          <a:prstGeom prst="downArrow">
            <a:avLst/>
          </a:prstGeom>
          <a:solidFill>
            <a:srgbClr val="92D05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2" descr="디자인과 유망직업] '패션디자이너'가 되려면? &lt; 직업탐색 &lt; 진로 / 직업 &lt; 기사본문 - 에듀진 인터넷 교육신문">
            <a:extLst>
              <a:ext uri="{FF2B5EF4-FFF2-40B4-BE49-F238E27FC236}">
                <a16:creationId xmlns:a16="http://schemas.microsoft.com/office/drawing/2014/main" id="{8BAD0241-FD39-0A95-B7DB-3311C0118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107" y="5912138"/>
            <a:ext cx="1388645" cy="843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4" name="Arrow 2"/>
          <p:cNvSpPr/>
          <p:nvPr/>
        </p:nvSpPr>
        <p:spPr>
          <a:xfrm>
            <a:off x="2306742" y="5114759"/>
            <a:ext cx="651377" cy="924773"/>
          </a:xfrm>
          <a:prstGeom prst="downArrow">
            <a:avLst/>
          </a:prstGeom>
          <a:solidFill>
            <a:srgbClr val="92D05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그림 39" descr="인간의 얼굴, 그림, 만화 영화, 클립아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F25502C-4AAB-A490-BDF5-B9B702625C1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689" y="5953785"/>
            <a:ext cx="1257297" cy="942972"/>
          </a:xfrm>
          <a:prstGeom prst="rect">
            <a:avLst/>
          </a:prstGeom>
        </p:spPr>
      </p:pic>
      <p:sp>
        <p:nvSpPr>
          <p:cNvPr id="237" name="Arrow 3"/>
          <p:cNvSpPr/>
          <p:nvPr/>
        </p:nvSpPr>
        <p:spPr>
          <a:xfrm>
            <a:off x="4036111" y="5114759"/>
            <a:ext cx="651377" cy="924773"/>
          </a:xfrm>
          <a:prstGeom prst="downArrow">
            <a:avLst/>
          </a:prstGeom>
          <a:solidFill>
            <a:srgbClr val="92D05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그림 40" descr="만화 영화, 생일 케이크, 애니메이션, 클립아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7238146-BC63-D0CE-4FBD-EF018C17C6D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599" y="5872162"/>
            <a:ext cx="1445374" cy="1379266"/>
          </a:xfrm>
          <a:prstGeom prst="rect">
            <a:avLst/>
          </a:prstGeom>
        </p:spPr>
      </p:pic>
      <p:sp>
        <p:nvSpPr>
          <p:cNvPr id="240" name="Arrow 4"/>
          <p:cNvSpPr/>
          <p:nvPr/>
        </p:nvSpPr>
        <p:spPr>
          <a:xfrm>
            <a:off x="5764344" y="5114759"/>
            <a:ext cx="651377" cy="924773"/>
          </a:xfrm>
          <a:prstGeom prst="downArrow">
            <a:avLst/>
          </a:prstGeom>
          <a:solidFill>
            <a:srgbClr val="92D05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그림 41" descr="스케치, 그림, 클립아트, 만화 영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7E55111-2B80-670D-D55F-1FBC5276E9D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975" y="5882922"/>
            <a:ext cx="1083959" cy="1273463"/>
          </a:xfrm>
          <a:prstGeom prst="rect">
            <a:avLst/>
          </a:prstGeom>
        </p:spPr>
      </p:pic>
      <p:sp>
        <p:nvSpPr>
          <p:cNvPr id="243" name="Arrow 5"/>
          <p:cNvSpPr/>
          <p:nvPr/>
        </p:nvSpPr>
        <p:spPr>
          <a:xfrm>
            <a:off x="7476452" y="5114759"/>
            <a:ext cx="651377" cy="924773"/>
          </a:xfrm>
          <a:prstGeom prst="downArrow">
            <a:avLst/>
          </a:prstGeom>
          <a:solidFill>
            <a:srgbClr val="92D05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2" descr="TV 하이라이트] “즐거운 그림, 참 쉽죠?” &lt; 대중문화 &lt; 문화 &lt; 기사본문 - 강원도민일보">
            <a:extLst>
              <a:ext uri="{FF2B5EF4-FFF2-40B4-BE49-F238E27FC236}">
                <a16:creationId xmlns:a16="http://schemas.microsoft.com/office/drawing/2014/main" id="{7F54914A-18E8-B592-023D-F15EB4DB2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0423" y="5890069"/>
            <a:ext cx="1009304" cy="897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6" name="Arrow 6"/>
          <p:cNvSpPr/>
          <p:nvPr/>
        </p:nvSpPr>
        <p:spPr>
          <a:xfrm>
            <a:off x="9217176" y="5114759"/>
            <a:ext cx="651377" cy="924773"/>
          </a:xfrm>
          <a:prstGeom prst="downArrow">
            <a:avLst/>
          </a:prstGeom>
          <a:solidFill>
            <a:srgbClr val="92D05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2" descr="올해 세계 최고소득 작가는? '해리포터' 조앤 K. 롤링 - 부산파이낸셜뉴스">
            <a:extLst>
              <a:ext uri="{FF2B5EF4-FFF2-40B4-BE49-F238E27FC236}">
                <a16:creationId xmlns:a16="http://schemas.microsoft.com/office/drawing/2014/main" id="{7C6ACA6D-640B-6525-4E63-D071C933B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3893" y="5885073"/>
            <a:ext cx="1132349" cy="1222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9" name="Arrow 7"/>
          <p:cNvSpPr/>
          <p:nvPr/>
        </p:nvSpPr>
        <p:spPr>
          <a:xfrm>
            <a:off x="10933453" y="5114759"/>
            <a:ext cx="651377" cy="924773"/>
          </a:xfrm>
          <a:prstGeom prst="downArrow">
            <a:avLst/>
          </a:prstGeom>
          <a:solidFill>
            <a:srgbClr val="92D05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" name="TextBox 256"/>
          <p:cNvSpPr txBox="1"/>
          <p:nvPr/>
        </p:nvSpPr>
        <p:spPr>
          <a:xfrm>
            <a:off x="11551922" y="570757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00" b="1">
                <a:solidFill>
                  <a:srgbClr val="E81C1C"/>
                </a:solidFill>
                <a:latin typeface="Arial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10355721"/>
      </p:ext>
    </p:extLst>
  </p:cSld>
  <p:clrMapOvr>
    <a:masterClrMapping/>
  </p:clrMapOvr>
  <p:transition spd="med" advClick="0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23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2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2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1000"/>
                                            <p:tgtEl>
                                              <p:spTgt spid="23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2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2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1000"/>
                                            <p:tgtEl>
                                              <p:spTgt spid="24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2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2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1" dur="1000"/>
                                            <p:tgtEl>
                                              <p:spTgt spid="24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2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2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1000"/>
                                            <p:tgtEl>
                                              <p:spTgt spid="24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7" dur="1000" fill="hold"/>
                                            <p:tgtEl>
                                              <p:spTgt spid="2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1000" fill="hold"/>
                                            <p:tgtEl>
                                              <p:spTgt spid="2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1000"/>
                                            <p:tgtEl>
                                              <p:spTgt spid="24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2" dur="1000" fill="hold"/>
                                            <p:tgtEl>
                                              <p:spTgt spid="2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1000" fill="hold"/>
                                            <p:tgtEl>
                                              <p:spTgt spid="2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xit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2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2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2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4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75" presetID="26" presetClass="emph" presetSubtype="0" repeatCount="3000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6" dur="500" tmFilter="0, 0; .2, .5; .8, .5; 1, 0"/>
                                            <p:tgtEl>
                                              <p:spTgt spid="243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77" dur="250" autoRev="1" fill="hold"/>
                                            <p:tgtEl>
                                              <p:spTgt spid="243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8" fill="hold">
                          <p:stCondLst>
                            <p:cond delay="indefinite"/>
                          </p:stCondLst>
                          <p:childTnLst>
                            <p:par>
                              <p:cTn id="7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0" presetID="10" presetClass="exit" presetSubtype="0" fill="hold" grpId="2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84" presetID="2" presetClass="entr" presetSubtype="1" accel="30000" fill="hold" nodeType="after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86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87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84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 animBg="1"/>
          <p:bldP spid="5" grpId="1" animBg="1"/>
          <p:bldP spid="234" grpId="0" animBg="1"/>
          <p:bldP spid="234" grpId="1" animBg="1"/>
          <p:bldP spid="237" grpId="0" animBg="1"/>
          <p:bldP spid="237" grpId="1" animBg="1"/>
          <p:bldP spid="240" grpId="0" animBg="1"/>
          <p:bldP spid="240" grpId="1" animBg="1"/>
          <p:bldP spid="243" grpId="0" animBg="1"/>
          <p:bldP spid="243" grpId="1" animBg="1"/>
          <p:bldP spid="243" grpId="2" animBg="1"/>
          <p:bldP spid="246" grpId="0" animBg="1"/>
          <p:bldP spid="246" grpId="1" animBg="1"/>
          <p:bldP spid="249" grpId="0" animBg="1"/>
          <p:bldP spid="249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23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2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2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1000"/>
                                            <p:tgtEl>
                                              <p:spTgt spid="23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2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2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1000"/>
                                            <p:tgtEl>
                                              <p:spTgt spid="24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2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2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1" dur="1000"/>
                                            <p:tgtEl>
                                              <p:spTgt spid="24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2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2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1000"/>
                                            <p:tgtEl>
                                              <p:spTgt spid="24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7" dur="1000" fill="hold"/>
                                            <p:tgtEl>
                                              <p:spTgt spid="2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1000" fill="hold"/>
                                            <p:tgtEl>
                                              <p:spTgt spid="2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1000"/>
                                            <p:tgtEl>
                                              <p:spTgt spid="24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2" dur="1000" fill="hold"/>
                                            <p:tgtEl>
                                              <p:spTgt spid="2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1000" fill="hold"/>
                                            <p:tgtEl>
                                              <p:spTgt spid="2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xit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2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2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2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4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75" presetID="26" presetClass="emph" presetSubtype="0" repeatCount="3000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6" dur="500" tmFilter="0, 0; .2, .5; .8, .5; 1, 0"/>
                                            <p:tgtEl>
                                              <p:spTgt spid="243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77" dur="250" autoRev="1" fill="hold"/>
                                            <p:tgtEl>
                                              <p:spTgt spid="243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8" fill="hold">
                          <p:stCondLst>
                            <p:cond delay="indefinite"/>
                          </p:stCondLst>
                          <p:childTnLst>
                            <p:par>
                              <p:cTn id="7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0" presetID="10" presetClass="exit" presetSubtype="0" fill="hold" grpId="2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84" presetID="2" presetClass="entr" presetSubtype="1" accel="3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6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7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84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4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 animBg="1"/>
          <p:bldP spid="5" grpId="1" animBg="1"/>
          <p:bldP spid="234" grpId="0" animBg="1"/>
          <p:bldP spid="234" grpId="1" animBg="1"/>
          <p:bldP spid="237" grpId="0" animBg="1"/>
          <p:bldP spid="237" grpId="1" animBg="1"/>
          <p:bldP spid="240" grpId="0" animBg="1"/>
          <p:bldP spid="240" grpId="1" animBg="1"/>
          <p:bldP spid="243" grpId="0" animBg="1"/>
          <p:bldP spid="243" grpId="1" animBg="1"/>
          <p:bldP spid="243" grpId="2" animBg="1"/>
          <p:bldP spid="246" grpId="0" animBg="1"/>
          <p:bldP spid="246" grpId="1" animBg="1"/>
          <p:bldP spid="249" grpId="0" animBg="1"/>
          <p:bldP spid="249" grpId="1" animBg="1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 Border"/>
          <p:cNvSpPr/>
          <p:nvPr/>
        </p:nvSpPr>
        <p:spPr>
          <a:xfrm>
            <a:off x="2190207" y="1178592"/>
            <a:ext cx="4095993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0" dirty="0">
                <a:ln w="190500">
                  <a:solidFill>
                    <a:schemeClr val="tx1"/>
                  </a:solidFill>
                </a:ln>
                <a:solidFill>
                  <a:srgbClr val="000000"/>
                </a:solidFill>
                <a:latin typeface="LasVegas Jackpot" pitchFamily="50" charset="0"/>
              </a:rPr>
              <a:t>4 in a row</a:t>
            </a:r>
            <a:endParaRPr lang="en-US" dirty="0">
              <a:ln w="190500">
                <a:solidFill>
                  <a:schemeClr val="tx1"/>
                </a:solidFill>
              </a:ln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53645" y="1501264"/>
            <a:ext cx="10884711" cy="150810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1500" dirty="0">
                <a:latin typeface="LasVegas Jackpot" pitchFamily="50" charset="0"/>
              </a:rPr>
              <a:t>Get </a:t>
            </a:r>
            <a:r>
              <a:rPr lang="en-US" sz="11500" dirty="0">
                <a:solidFill>
                  <a:schemeClr val="bg1"/>
                </a:solidFill>
                <a:latin typeface="LasVegas Jackpot" pitchFamily="50" charset="0"/>
              </a:rPr>
              <a:t>4 in a row</a:t>
            </a:r>
            <a:r>
              <a:rPr lang="en-US" sz="11500" dirty="0">
                <a:latin typeface="LasVegas Jackpot" pitchFamily="50" charset="0"/>
              </a:rPr>
              <a:t> and you win!</a:t>
            </a:r>
            <a:endParaRPr lang="en-US" sz="11500" dirty="0">
              <a:solidFill>
                <a:schemeClr val="accent6"/>
              </a:solidFill>
              <a:latin typeface="LasVegas Jackpot" pitchFamily="50" charset="0"/>
            </a:endParaRPr>
          </a:p>
        </p:txBody>
      </p:sp>
      <p:pic>
        <p:nvPicPr>
          <p:cNvPr id="241" name="Exampl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966" y="3040640"/>
            <a:ext cx="11120068" cy="202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38043"/>
      </p:ext>
    </p:extLst>
  </p:cSld>
  <p:clrMapOvr>
    <a:masterClrMapping/>
  </p:clrMapOvr>
  <p:transition spd="slow">
    <p:cover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Red Puck 1-1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6157" y="4764844"/>
            <a:ext cx="951058" cy="768163"/>
          </a:xfrm>
          <a:prstGeom prst="rect">
            <a:avLst/>
          </a:prstGeom>
        </p:spPr>
      </p:pic>
      <p:pic>
        <p:nvPicPr>
          <p:cNvPr id="184" name="Red Puck 2-1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71908" y="4764844"/>
            <a:ext cx="951058" cy="768163"/>
          </a:xfrm>
          <a:prstGeom prst="rect">
            <a:avLst/>
          </a:prstGeom>
        </p:spPr>
      </p:pic>
      <p:pic>
        <p:nvPicPr>
          <p:cNvPr id="185" name="Red Puck 3-1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96347" y="4764844"/>
            <a:ext cx="951058" cy="768163"/>
          </a:xfrm>
          <a:prstGeom prst="rect">
            <a:avLst/>
          </a:prstGeom>
        </p:spPr>
      </p:pic>
      <p:pic>
        <p:nvPicPr>
          <p:cNvPr id="186" name="Red Puck 4-1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21164" y="4764844"/>
            <a:ext cx="951058" cy="768163"/>
          </a:xfrm>
          <a:prstGeom prst="rect">
            <a:avLst/>
          </a:prstGeom>
        </p:spPr>
      </p:pic>
      <p:pic>
        <p:nvPicPr>
          <p:cNvPr id="187" name="Red Puck 5-1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49161" y="4764844"/>
            <a:ext cx="951058" cy="768163"/>
          </a:xfrm>
          <a:prstGeom prst="rect">
            <a:avLst/>
          </a:prstGeom>
        </p:spPr>
      </p:pic>
      <p:pic>
        <p:nvPicPr>
          <p:cNvPr id="188" name="Red Puck 6-1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70129" y="4764844"/>
            <a:ext cx="951058" cy="768163"/>
          </a:xfrm>
          <a:prstGeom prst="rect">
            <a:avLst/>
          </a:prstGeom>
        </p:spPr>
      </p:pic>
      <p:pic>
        <p:nvPicPr>
          <p:cNvPr id="189" name="Red Puck 7-1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98126" y="4764844"/>
            <a:ext cx="951058" cy="768163"/>
          </a:xfrm>
          <a:prstGeom prst="rect">
            <a:avLst/>
          </a:prstGeom>
        </p:spPr>
      </p:pic>
      <p:pic>
        <p:nvPicPr>
          <p:cNvPr id="190" name="Red Puck 1-2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6157" y="3841026"/>
            <a:ext cx="951058" cy="768163"/>
          </a:xfrm>
          <a:prstGeom prst="rect">
            <a:avLst/>
          </a:prstGeom>
        </p:spPr>
      </p:pic>
      <p:pic>
        <p:nvPicPr>
          <p:cNvPr id="191" name="Red Puck 2-2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71908" y="3841026"/>
            <a:ext cx="951058" cy="768163"/>
          </a:xfrm>
          <a:prstGeom prst="rect">
            <a:avLst/>
          </a:prstGeom>
        </p:spPr>
      </p:pic>
      <p:pic>
        <p:nvPicPr>
          <p:cNvPr id="192" name="Red Puck 3-2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96347" y="3841026"/>
            <a:ext cx="951058" cy="768163"/>
          </a:xfrm>
          <a:prstGeom prst="rect">
            <a:avLst/>
          </a:prstGeom>
        </p:spPr>
      </p:pic>
      <p:pic>
        <p:nvPicPr>
          <p:cNvPr id="193" name="Red Puck 4-2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21164" y="3841026"/>
            <a:ext cx="951058" cy="768163"/>
          </a:xfrm>
          <a:prstGeom prst="rect">
            <a:avLst/>
          </a:prstGeom>
        </p:spPr>
      </p:pic>
      <p:pic>
        <p:nvPicPr>
          <p:cNvPr id="194" name="Red Puck 5-2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49161" y="3841026"/>
            <a:ext cx="951058" cy="768163"/>
          </a:xfrm>
          <a:prstGeom prst="rect">
            <a:avLst/>
          </a:prstGeom>
        </p:spPr>
      </p:pic>
      <p:pic>
        <p:nvPicPr>
          <p:cNvPr id="195" name="Red Puck 6-2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70129" y="3841026"/>
            <a:ext cx="951058" cy="768163"/>
          </a:xfrm>
          <a:prstGeom prst="rect">
            <a:avLst/>
          </a:prstGeom>
        </p:spPr>
      </p:pic>
      <p:pic>
        <p:nvPicPr>
          <p:cNvPr id="196" name="Red Puck 7-2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98126" y="3841026"/>
            <a:ext cx="951058" cy="768163"/>
          </a:xfrm>
          <a:prstGeom prst="rect">
            <a:avLst/>
          </a:prstGeom>
        </p:spPr>
      </p:pic>
      <p:pic>
        <p:nvPicPr>
          <p:cNvPr id="197" name="Red Puck 1-3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6157" y="2919522"/>
            <a:ext cx="951058" cy="768163"/>
          </a:xfrm>
          <a:prstGeom prst="rect">
            <a:avLst/>
          </a:prstGeom>
        </p:spPr>
      </p:pic>
      <p:pic>
        <p:nvPicPr>
          <p:cNvPr id="198" name="Red Puck 2-3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71908" y="2919522"/>
            <a:ext cx="951058" cy="768163"/>
          </a:xfrm>
          <a:prstGeom prst="rect">
            <a:avLst/>
          </a:prstGeom>
        </p:spPr>
      </p:pic>
      <p:pic>
        <p:nvPicPr>
          <p:cNvPr id="199" name="Red Puck 3-3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96347" y="2919522"/>
            <a:ext cx="951058" cy="768163"/>
          </a:xfrm>
          <a:prstGeom prst="rect">
            <a:avLst/>
          </a:prstGeom>
        </p:spPr>
      </p:pic>
      <p:pic>
        <p:nvPicPr>
          <p:cNvPr id="200" name="Red Puck 4-3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21164" y="2919522"/>
            <a:ext cx="951058" cy="768163"/>
          </a:xfrm>
          <a:prstGeom prst="rect">
            <a:avLst/>
          </a:prstGeom>
        </p:spPr>
      </p:pic>
      <p:pic>
        <p:nvPicPr>
          <p:cNvPr id="201" name="Red Puck 5-3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49161" y="2919522"/>
            <a:ext cx="951058" cy="768163"/>
          </a:xfrm>
          <a:prstGeom prst="rect">
            <a:avLst/>
          </a:prstGeom>
        </p:spPr>
      </p:pic>
      <p:pic>
        <p:nvPicPr>
          <p:cNvPr id="202" name="Red Puck 6-3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70129" y="2919522"/>
            <a:ext cx="951058" cy="768163"/>
          </a:xfrm>
          <a:prstGeom prst="rect">
            <a:avLst/>
          </a:prstGeom>
        </p:spPr>
      </p:pic>
      <p:pic>
        <p:nvPicPr>
          <p:cNvPr id="203" name="Red Puck 7-3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98126" y="2919522"/>
            <a:ext cx="951058" cy="768163"/>
          </a:xfrm>
          <a:prstGeom prst="rect">
            <a:avLst/>
          </a:prstGeom>
        </p:spPr>
      </p:pic>
      <p:pic>
        <p:nvPicPr>
          <p:cNvPr id="204" name="Red Puck 1-4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6157" y="2011880"/>
            <a:ext cx="951058" cy="768163"/>
          </a:xfrm>
          <a:prstGeom prst="rect">
            <a:avLst/>
          </a:prstGeom>
        </p:spPr>
      </p:pic>
      <p:pic>
        <p:nvPicPr>
          <p:cNvPr id="205" name="Red Puck 2-4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71908" y="2011880"/>
            <a:ext cx="951058" cy="768163"/>
          </a:xfrm>
          <a:prstGeom prst="rect">
            <a:avLst/>
          </a:prstGeom>
        </p:spPr>
      </p:pic>
      <p:pic>
        <p:nvPicPr>
          <p:cNvPr id="206" name="Red Puck 3-4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96347" y="2011880"/>
            <a:ext cx="951058" cy="768163"/>
          </a:xfrm>
          <a:prstGeom prst="rect">
            <a:avLst/>
          </a:prstGeom>
        </p:spPr>
      </p:pic>
      <p:pic>
        <p:nvPicPr>
          <p:cNvPr id="207" name="Red Puck 4-4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21164" y="2011880"/>
            <a:ext cx="951058" cy="768163"/>
          </a:xfrm>
          <a:prstGeom prst="rect">
            <a:avLst/>
          </a:prstGeom>
        </p:spPr>
      </p:pic>
      <p:pic>
        <p:nvPicPr>
          <p:cNvPr id="208" name="Red Puck 5-4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49161" y="2011880"/>
            <a:ext cx="951058" cy="768163"/>
          </a:xfrm>
          <a:prstGeom prst="rect">
            <a:avLst/>
          </a:prstGeom>
        </p:spPr>
      </p:pic>
      <p:pic>
        <p:nvPicPr>
          <p:cNvPr id="209" name="Red Puck 6-4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70129" y="2011880"/>
            <a:ext cx="951058" cy="768163"/>
          </a:xfrm>
          <a:prstGeom prst="rect">
            <a:avLst/>
          </a:prstGeom>
        </p:spPr>
      </p:pic>
      <p:pic>
        <p:nvPicPr>
          <p:cNvPr id="210" name="Red Puck 7-4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98126" y="2011880"/>
            <a:ext cx="951058" cy="768163"/>
          </a:xfrm>
          <a:prstGeom prst="rect">
            <a:avLst/>
          </a:prstGeom>
        </p:spPr>
      </p:pic>
      <p:pic>
        <p:nvPicPr>
          <p:cNvPr id="211" name="Red Puck 1-5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6157" y="1090873"/>
            <a:ext cx="951058" cy="768163"/>
          </a:xfrm>
          <a:prstGeom prst="rect">
            <a:avLst/>
          </a:prstGeom>
        </p:spPr>
      </p:pic>
      <p:pic>
        <p:nvPicPr>
          <p:cNvPr id="212" name="Red Puck 2-5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71908" y="1090873"/>
            <a:ext cx="951058" cy="768163"/>
          </a:xfrm>
          <a:prstGeom prst="rect">
            <a:avLst/>
          </a:prstGeom>
        </p:spPr>
      </p:pic>
      <p:pic>
        <p:nvPicPr>
          <p:cNvPr id="213" name="Red Puck 3-5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96347" y="1090873"/>
            <a:ext cx="951058" cy="768163"/>
          </a:xfrm>
          <a:prstGeom prst="rect">
            <a:avLst/>
          </a:prstGeom>
        </p:spPr>
      </p:pic>
      <p:pic>
        <p:nvPicPr>
          <p:cNvPr id="214" name="Red Puck 4-5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21164" y="1090873"/>
            <a:ext cx="951058" cy="768163"/>
          </a:xfrm>
          <a:prstGeom prst="rect">
            <a:avLst/>
          </a:prstGeom>
        </p:spPr>
      </p:pic>
      <p:pic>
        <p:nvPicPr>
          <p:cNvPr id="215" name="Red Puck 5-5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49161" y="1090873"/>
            <a:ext cx="951058" cy="768163"/>
          </a:xfrm>
          <a:prstGeom prst="rect">
            <a:avLst/>
          </a:prstGeom>
        </p:spPr>
      </p:pic>
      <p:pic>
        <p:nvPicPr>
          <p:cNvPr id="216" name="Red Puck 6-5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70129" y="1090873"/>
            <a:ext cx="951058" cy="768163"/>
          </a:xfrm>
          <a:prstGeom prst="rect">
            <a:avLst/>
          </a:prstGeom>
        </p:spPr>
      </p:pic>
      <p:pic>
        <p:nvPicPr>
          <p:cNvPr id="217" name="Red Puck 7-5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98126" y="1090873"/>
            <a:ext cx="951058" cy="768163"/>
          </a:xfrm>
          <a:prstGeom prst="rect">
            <a:avLst/>
          </a:prstGeom>
        </p:spPr>
      </p:pic>
      <p:pic>
        <p:nvPicPr>
          <p:cNvPr id="218" name="Red Puck 1-6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6157" y="180056"/>
            <a:ext cx="951058" cy="768163"/>
          </a:xfrm>
          <a:prstGeom prst="rect">
            <a:avLst/>
          </a:prstGeom>
        </p:spPr>
      </p:pic>
      <p:pic>
        <p:nvPicPr>
          <p:cNvPr id="219" name="Red Puck 2-6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71908" y="180056"/>
            <a:ext cx="951058" cy="768163"/>
          </a:xfrm>
          <a:prstGeom prst="rect">
            <a:avLst/>
          </a:prstGeom>
        </p:spPr>
      </p:pic>
      <p:pic>
        <p:nvPicPr>
          <p:cNvPr id="220" name="Red Puck 3-6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96347" y="180056"/>
            <a:ext cx="951058" cy="768163"/>
          </a:xfrm>
          <a:prstGeom prst="rect">
            <a:avLst/>
          </a:prstGeom>
        </p:spPr>
      </p:pic>
      <p:pic>
        <p:nvPicPr>
          <p:cNvPr id="221" name="Red Puck 4-6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21164" y="180056"/>
            <a:ext cx="951058" cy="768163"/>
          </a:xfrm>
          <a:prstGeom prst="rect">
            <a:avLst/>
          </a:prstGeom>
        </p:spPr>
      </p:pic>
      <p:pic>
        <p:nvPicPr>
          <p:cNvPr id="222" name="Red Puck 5-6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49161" y="180056"/>
            <a:ext cx="951058" cy="768163"/>
          </a:xfrm>
          <a:prstGeom prst="rect">
            <a:avLst/>
          </a:prstGeom>
        </p:spPr>
      </p:pic>
      <p:pic>
        <p:nvPicPr>
          <p:cNvPr id="223" name="Red Puck 6-6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70129" y="180056"/>
            <a:ext cx="951058" cy="768163"/>
          </a:xfrm>
          <a:prstGeom prst="rect">
            <a:avLst/>
          </a:prstGeom>
        </p:spPr>
      </p:pic>
      <p:pic>
        <p:nvPicPr>
          <p:cNvPr id="224" name="Red Puck 7-6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98126" y="180056"/>
            <a:ext cx="951058" cy="768163"/>
          </a:xfrm>
          <a:prstGeom prst="rect">
            <a:avLst/>
          </a:prstGeom>
        </p:spPr>
      </p:pic>
      <p:pic>
        <p:nvPicPr>
          <p:cNvPr id="30" name="Yellow Puck 1-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643" y="4764845"/>
            <a:ext cx="951058" cy="768163"/>
          </a:xfrm>
          <a:prstGeom prst="rect">
            <a:avLst/>
          </a:prstGeom>
        </p:spPr>
      </p:pic>
      <p:pic>
        <p:nvPicPr>
          <p:cNvPr id="29" name="Yellow Puck 2-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7394" y="4764845"/>
            <a:ext cx="951058" cy="768163"/>
          </a:xfrm>
          <a:prstGeom prst="rect">
            <a:avLst/>
          </a:prstGeom>
        </p:spPr>
      </p:pic>
      <p:pic>
        <p:nvPicPr>
          <p:cNvPr id="28" name="Yellow Puck 3-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3145" y="4764845"/>
            <a:ext cx="951058" cy="768163"/>
          </a:xfrm>
          <a:prstGeom prst="rect">
            <a:avLst/>
          </a:prstGeom>
        </p:spPr>
      </p:pic>
      <p:pic>
        <p:nvPicPr>
          <p:cNvPr id="27" name="Yellow Puck 4-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3410" y="4764845"/>
            <a:ext cx="951058" cy="768163"/>
          </a:xfrm>
          <a:prstGeom prst="rect">
            <a:avLst/>
          </a:prstGeom>
        </p:spPr>
      </p:pic>
      <p:pic>
        <p:nvPicPr>
          <p:cNvPr id="55" name="Yellow Puck 5-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9161" y="4764845"/>
            <a:ext cx="951058" cy="768163"/>
          </a:xfrm>
          <a:prstGeom prst="rect">
            <a:avLst/>
          </a:prstGeom>
        </p:spPr>
      </p:pic>
      <p:pic>
        <p:nvPicPr>
          <p:cNvPr id="31" name="Yellow Puck 6-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0129" y="4779359"/>
            <a:ext cx="951058" cy="768163"/>
          </a:xfrm>
          <a:prstGeom prst="rect">
            <a:avLst/>
          </a:prstGeom>
        </p:spPr>
      </p:pic>
      <p:pic>
        <p:nvPicPr>
          <p:cNvPr id="32" name="Yellow Puck 7-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8126" y="4764845"/>
            <a:ext cx="951058" cy="768163"/>
          </a:xfrm>
          <a:prstGeom prst="rect">
            <a:avLst/>
          </a:prstGeom>
        </p:spPr>
      </p:pic>
      <p:pic>
        <p:nvPicPr>
          <p:cNvPr id="37" name="Yellow Puck 1-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643" y="3842453"/>
            <a:ext cx="951058" cy="768163"/>
          </a:xfrm>
          <a:prstGeom prst="rect">
            <a:avLst/>
          </a:prstGeom>
        </p:spPr>
      </p:pic>
      <p:pic>
        <p:nvPicPr>
          <p:cNvPr id="36" name="Yellow Puck 2-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7394" y="3842453"/>
            <a:ext cx="951058" cy="768163"/>
          </a:xfrm>
          <a:prstGeom prst="rect">
            <a:avLst/>
          </a:prstGeom>
        </p:spPr>
      </p:pic>
      <p:pic>
        <p:nvPicPr>
          <p:cNvPr id="35" name="Yellow Puck 3-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3145" y="3842453"/>
            <a:ext cx="951058" cy="768163"/>
          </a:xfrm>
          <a:prstGeom prst="rect">
            <a:avLst/>
          </a:prstGeom>
        </p:spPr>
      </p:pic>
      <p:pic>
        <p:nvPicPr>
          <p:cNvPr id="34" name="Yellow Puck 4-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3410" y="3842453"/>
            <a:ext cx="951058" cy="768163"/>
          </a:xfrm>
          <a:prstGeom prst="rect">
            <a:avLst/>
          </a:prstGeom>
        </p:spPr>
      </p:pic>
      <p:pic>
        <p:nvPicPr>
          <p:cNvPr id="33" name="Yellow Puck 5-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9161" y="3842453"/>
            <a:ext cx="951058" cy="768163"/>
          </a:xfrm>
          <a:prstGeom prst="rect">
            <a:avLst/>
          </a:prstGeom>
        </p:spPr>
      </p:pic>
      <p:pic>
        <p:nvPicPr>
          <p:cNvPr id="38" name="Yellow Puck 6-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0129" y="3856967"/>
            <a:ext cx="951058" cy="768163"/>
          </a:xfrm>
          <a:prstGeom prst="rect">
            <a:avLst/>
          </a:prstGeom>
        </p:spPr>
      </p:pic>
      <p:pic>
        <p:nvPicPr>
          <p:cNvPr id="39" name="Yellow Puck 7-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8126" y="3842453"/>
            <a:ext cx="951058" cy="768163"/>
          </a:xfrm>
          <a:prstGeom prst="rect">
            <a:avLst/>
          </a:prstGeom>
        </p:spPr>
      </p:pic>
      <p:pic>
        <p:nvPicPr>
          <p:cNvPr id="44" name="Yellow Puck 1-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643" y="2920061"/>
            <a:ext cx="951058" cy="768163"/>
          </a:xfrm>
          <a:prstGeom prst="rect">
            <a:avLst/>
          </a:prstGeom>
        </p:spPr>
      </p:pic>
      <p:pic>
        <p:nvPicPr>
          <p:cNvPr id="43" name="Yellow Puck 2-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7394" y="2920061"/>
            <a:ext cx="951058" cy="768163"/>
          </a:xfrm>
          <a:prstGeom prst="rect">
            <a:avLst/>
          </a:prstGeom>
        </p:spPr>
      </p:pic>
      <p:pic>
        <p:nvPicPr>
          <p:cNvPr id="42" name="Yellow Puck 3-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3145" y="2920061"/>
            <a:ext cx="951058" cy="768163"/>
          </a:xfrm>
          <a:prstGeom prst="rect">
            <a:avLst/>
          </a:prstGeom>
        </p:spPr>
      </p:pic>
      <p:pic>
        <p:nvPicPr>
          <p:cNvPr id="41" name="Yellow Puck 4-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3410" y="2920061"/>
            <a:ext cx="951058" cy="768163"/>
          </a:xfrm>
          <a:prstGeom prst="rect">
            <a:avLst/>
          </a:prstGeom>
        </p:spPr>
      </p:pic>
      <p:pic>
        <p:nvPicPr>
          <p:cNvPr id="40" name="Yellow Puck 5-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9161" y="2920061"/>
            <a:ext cx="951058" cy="768163"/>
          </a:xfrm>
          <a:prstGeom prst="rect">
            <a:avLst/>
          </a:prstGeom>
        </p:spPr>
      </p:pic>
      <p:pic>
        <p:nvPicPr>
          <p:cNvPr id="45" name="Yellow Puck 6-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0129" y="2934575"/>
            <a:ext cx="951058" cy="768163"/>
          </a:xfrm>
          <a:prstGeom prst="rect">
            <a:avLst/>
          </a:prstGeom>
        </p:spPr>
      </p:pic>
      <p:pic>
        <p:nvPicPr>
          <p:cNvPr id="46" name="Yellow Puck 7-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8126" y="2920061"/>
            <a:ext cx="951058" cy="768163"/>
          </a:xfrm>
          <a:prstGeom prst="rect">
            <a:avLst/>
          </a:prstGeom>
        </p:spPr>
      </p:pic>
      <p:pic>
        <p:nvPicPr>
          <p:cNvPr id="51" name="Yellow Puck 1-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643" y="2009244"/>
            <a:ext cx="951058" cy="768163"/>
          </a:xfrm>
          <a:prstGeom prst="rect">
            <a:avLst/>
          </a:prstGeom>
        </p:spPr>
      </p:pic>
      <p:pic>
        <p:nvPicPr>
          <p:cNvPr id="50" name="Yellow Puck 2-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7394" y="2009244"/>
            <a:ext cx="951058" cy="768163"/>
          </a:xfrm>
          <a:prstGeom prst="rect">
            <a:avLst/>
          </a:prstGeom>
        </p:spPr>
      </p:pic>
      <p:pic>
        <p:nvPicPr>
          <p:cNvPr id="49" name="Yellow Puck 3-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3145" y="2009244"/>
            <a:ext cx="951058" cy="768163"/>
          </a:xfrm>
          <a:prstGeom prst="rect">
            <a:avLst/>
          </a:prstGeom>
        </p:spPr>
      </p:pic>
      <p:pic>
        <p:nvPicPr>
          <p:cNvPr id="48" name="Yellow Puck 4-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3410" y="2009244"/>
            <a:ext cx="951058" cy="768163"/>
          </a:xfrm>
          <a:prstGeom prst="rect">
            <a:avLst/>
          </a:prstGeom>
        </p:spPr>
      </p:pic>
      <p:pic>
        <p:nvPicPr>
          <p:cNvPr id="47" name="Yellow Puck 5-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9161" y="2009244"/>
            <a:ext cx="951058" cy="768163"/>
          </a:xfrm>
          <a:prstGeom prst="rect">
            <a:avLst/>
          </a:prstGeom>
        </p:spPr>
      </p:pic>
      <p:pic>
        <p:nvPicPr>
          <p:cNvPr id="52" name="Yellow Puck 6-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0129" y="2023758"/>
            <a:ext cx="951058" cy="768163"/>
          </a:xfrm>
          <a:prstGeom prst="rect">
            <a:avLst/>
          </a:prstGeom>
        </p:spPr>
      </p:pic>
      <p:pic>
        <p:nvPicPr>
          <p:cNvPr id="53" name="Yellow Puck 7-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8126" y="2009244"/>
            <a:ext cx="951058" cy="768163"/>
          </a:xfrm>
          <a:prstGeom prst="rect">
            <a:avLst/>
          </a:prstGeom>
        </p:spPr>
      </p:pic>
      <p:pic>
        <p:nvPicPr>
          <p:cNvPr id="61" name="Yellow Puck 1-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643" y="1090915"/>
            <a:ext cx="951058" cy="768163"/>
          </a:xfrm>
          <a:prstGeom prst="rect">
            <a:avLst/>
          </a:prstGeom>
        </p:spPr>
      </p:pic>
      <p:pic>
        <p:nvPicPr>
          <p:cNvPr id="59" name="Yellow Puck 2-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7394" y="1090915"/>
            <a:ext cx="951058" cy="768163"/>
          </a:xfrm>
          <a:prstGeom prst="rect">
            <a:avLst/>
          </a:prstGeom>
        </p:spPr>
      </p:pic>
      <p:pic>
        <p:nvPicPr>
          <p:cNvPr id="58" name="Yellow Puck 3-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3145" y="1090915"/>
            <a:ext cx="951058" cy="768163"/>
          </a:xfrm>
          <a:prstGeom prst="rect">
            <a:avLst/>
          </a:prstGeom>
        </p:spPr>
      </p:pic>
      <p:pic>
        <p:nvPicPr>
          <p:cNvPr id="57" name="Yellow Puck 4-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3410" y="1090915"/>
            <a:ext cx="951058" cy="768163"/>
          </a:xfrm>
          <a:prstGeom prst="rect">
            <a:avLst/>
          </a:prstGeom>
        </p:spPr>
      </p:pic>
      <p:pic>
        <p:nvPicPr>
          <p:cNvPr id="56" name="Yellow Puck 5-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9161" y="1090915"/>
            <a:ext cx="951058" cy="768163"/>
          </a:xfrm>
          <a:prstGeom prst="rect">
            <a:avLst/>
          </a:prstGeom>
        </p:spPr>
      </p:pic>
      <p:pic>
        <p:nvPicPr>
          <p:cNvPr id="62" name="Yellow Puck 6-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0129" y="1105429"/>
            <a:ext cx="951058" cy="768163"/>
          </a:xfrm>
          <a:prstGeom prst="rect">
            <a:avLst/>
          </a:prstGeom>
        </p:spPr>
      </p:pic>
      <p:pic>
        <p:nvPicPr>
          <p:cNvPr id="63" name="Yellow Puck 7-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8126" y="1090915"/>
            <a:ext cx="951058" cy="768163"/>
          </a:xfrm>
          <a:prstGeom prst="rect">
            <a:avLst/>
          </a:prstGeom>
        </p:spPr>
      </p:pic>
      <p:pic>
        <p:nvPicPr>
          <p:cNvPr id="68" name="Yellow Puck 1-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643" y="180098"/>
            <a:ext cx="951058" cy="768163"/>
          </a:xfrm>
          <a:prstGeom prst="rect">
            <a:avLst/>
          </a:prstGeom>
        </p:spPr>
      </p:pic>
      <p:pic>
        <p:nvPicPr>
          <p:cNvPr id="67" name="Yellow Puck 2-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7394" y="180098"/>
            <a:ext cx="951058" cy="768163"/>
          </a:xfrm>
          <a:prstGeom prst="rect">
            <a:avLst/>
          </a:prstGeom>
        </p:spPr>
      </p:pic>
      <p:pic>
        <p:nvPicPr>
          <p:cNvPr id="66" name="Yellow Puck 3-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3145" y="180098"/>
            <a:ext cx="951058" cy="768163"/>
          </a:xfrm>
          <a:prstGeom prst="rect">
            <a:avLst/>
          </a:prstGeom>
        </p:spPr>
      </p:pic>
      <p:pic>
        <p:nvPicPr>
          <p:cNvPr id="65" name="Yellow Puck 4-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3410" y="180098"/>
            <a:ext cx="951058" cy="768163"/>
          </a:xfrm>
          <a:prstGeom prst="rect">
            <a:avLst/>
          </a:prstGeom>
        </p:spPr>
      </p:pic>
      <p:pic>
        <p:nvPicPr>
          <p:cNvPr id="64" name="Yellow Puck 5-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9161" y="180098"/>
            <a:ext cx="951058" cy="768163"/>
          </a:xfrm>
          <a:prstGeom prst="rect">
            <a:avLst/>
          </a:prstGeom>
        </p:spPr>
      </p:pic>
      <p:pic>
        <p:nvPicPr>
          <p:cNvPr id="69" name="Yellow Puck 6-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0129" y="194612"/>
            <a:ext cx="951058" cy="768163"/>
          </a:xfrm>
          <a:prstGeom prst="rect">
            <a:avLst/>
          </a:prstGeom>
        </p:spPr>
      </p:pic>
      <p:pic>
        <p:nvPicPr>
          <p:cNvPr id="70" name="Yellow Puck 7-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8126" y="180098"/>
            <a:ext cx="951058" cy="768163"/>
          </a:xfrm>
          <a:prstGeom prst="rect">
            <a:avLst/>
          </a:prstGeom>
        </p:spPr>
      </p:pic>
      <p:pic>
        <p:nvPicPr>
          <p:cNvPr id="3" name="Game Boar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057" y="0"/>
            <a:ext cx="12193057" cy="6858594"/>
          </a:xfrm>
          <a:prstGeom prst="rect">
            <a:avLst/>
          </a:prstGeom>
        </p:spPr>
      </p:pic>
      <p:sp>
        <p:nvSpPr>
          <p:cNvPr id="238" name="Yellow Button 7-6"/>
          <p:cNvSpPr/>
          <p:nvPr/>
        </p:nvSpPr>
        <p:spPr>
          <a:xfrm rot="8578770">
            <a:off x="10880326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Red Button 7-6"/>
          <p:cNvSpPr/>
          <p:nvPr/>
        </p:nvSpPr>
        <p:spPr>
          <a:xfrm rot="8578770">
            <a:off x="11286263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Yellow Button 6-6"/>
          <p:cNvSpPr/>
          <p:nvPr/>
        </p:nvSpPr>
        <p:spPr>
          <a:xfrm rot="8578770">
            <a:off x="9163288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Red Button 6-6"/>
          <p:cNvSpPr/>
          <p:nvPr/>
        </p:nvSpPr>
        <p:spPr>
          <a:xfrm rot="8578770">
            <a:off x="9569225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Yellow Button 5-6"/>
          <p:cNvSpPr/>
          <p:nvPr/>
        </p:nvSpPr>
        <p:spPr>
          <a:xfrm rot="8578770">
            <a:off x="7437552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Red Button 5-6"/>
          <p:cNvSpPr/>
          <p:nvPr/>
        </p:nvSpPr>
        <p:spPr>
          <a:xfrm rot="8578770">
            <a:off x="7843489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" name="Yellow Button 4-6"/>
          <p:cNvSpPr/>
          <p:nvPr/>
        </p:nvSpPr>
        <p:spPr>
          <a:xfrm rot="8578770">
            <a:off x="5711815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" name="Red Button 4-6"/>
          <p:cNvSpPr/>
          <p:nvPr/>
        </p:nvSpPr>
        <p:spPr>
          <a:xfrm rot="8578770">
            <a:off x="6117752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" name="Yellow Button 3-6"/>
          <p:cNvSpPr/>
          <p:nvPr/>
        </p:nvSpPr>
        <p:spPr>
          <a:xfrm rot="8578770">
            <a:off x="3986546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" name="Red Button 3-6"/>
          <p:cNvSpPr/>
          <p:nvPr/>
        </p:nvSpPr>
        <p:spPr>
          <a:xfrm rot="8578770">
            <a:off x="4392483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Yellow Button 2-6"/>
          <p:cNvSpPr/>
          <p:nvPr/>
        </p:nvSpPr>
        <p:spPr>
          <a:xfrm rot="8578770">
            <a:off x="2260345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" name="Red Button 2-6"/>
          <p:cNvSpPr/>
          <p:nvPr/>
        </p:nvSpPr>
        <p:spPr>
          <a:xfrm rot="8578770">
            <a:off x="2666282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" name="Yellow Button 1-6"/>
          <p:cNvSpPr/>
          <p:nvPr/>
        </p:nvSpPr>
        <p:spPr>
          <a:xfrm rot="8578770">
            <a:off x="534609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" name="Red Button 1-6"/>
          <p:cNvSpPr/>
          <p:nvPr/>
        </p:nvSpPr>
        <p:spPr>
          <a:xfrm rot="8578770">
            <a:off x="940546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Yellow Button 7-5"/>
          <p:cNvSpPr/>
          <p:nvPr/>
        </p:nvSpPr>
        <p:spPr>
          <a:xfrm rot="8578770">
            <a:off x="10880326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d Button 7-5"/>
          <p:cNvSpPr/>
          <p:nvPr/>
        </p:nvSpPr>
        <p:spPr>
          <a:xfrm rot="8578770">
            <a:off x="11286263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Yellow Button 6-5"/>
          <p:cNvSpPr/>
          <p:nvPr/>
        </p:nvSpPr>
        <p:spPr>
          <a:xfrm rot="8578770">
            <a:off x="9163288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d Button 6-5"/>
          <p:cNvSpPr/>
          <p:nvPr/>
        </p:nvSpPr>
        <p:spPr>
          <a:xfrm rot="8578770">
            <a:off x="9569225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Yellow Button 5-5"/>
          <p:cNvSpPr/>
          <p:nvPr/>
        </p:nvSpPr>
        <p:spPr>
          <a:xfrm rot="8578770">
            <a:off x="7437552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d Button 5-5"/>
          <p:cNvSpPr/>
          <p:nvPr/>
        </p:nvSpPr>
        <p:spPr>
          <a:xfrm rot="8578770">
            <a:off x="7843489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Yellow Button 4-5"/>
          <p:cNvSpPr/>
          <p:nvPr/>
        </p:nvSpPr>
        <p:spPr>
          <a:xfrm rot="8578770">
            <a:off x="5711815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d Button 4-5"/>
          <p:cNvSpPr/>
          <p:nvPr/>
        </p:nvSpPr>
        <p:spPr>
          <a:xfrm rot="8578770">
            <a:off x="6117752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Yellow Button 3-5"/>
          <p:cNvSpPr/>
          <p:nvPr/>
        </p:nvSpPr>
        <p:spPr>
          <a:xfrm rot="8578770">
            <a:off x="3986546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d Button 3-5"/>
          <p:cNvSpPr/>
          <p:nvPr/>
        </p:nvSpPr>
        <p:spPr>
          <a:xfrm rot="8578770">
            <a:off x="4392483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Yellow Button 2-5"/>
          <p:cNvSpPr/>
          <p:nvPr/>
        </p:nvSpPr>
        <p:spPr>
          <a:xfrm rot="8578770">
            <a:off x="2260345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d Button 2-5"/>
          <p:cNvSpPr/>
          <p:nvPr/>
        </p:nvSpPr>
        <p:spPr>
          <a:xfrm rot="8578770">
            <a:off x="2666282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Yellow Button 1-5"/>
          <p:cNvSpPr/>
          <p:nvPr/>
        </p:nvSpPr>
        <p:spPr>
          <a:xfrm rot="8578770">
            <a:off x="534609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d Button 1-5"/>
          <p:cNvSpPr/>
          <p:nvPr/>
        </p:nvSpPr>
        <p:spPr>
          <a:xfrm rot="8578770">
            <a:off x="940546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Yellow Button 7-4"/>
          <p:cNvSpPr/>
          <p:nvPr/>
        </p:nvSpPr>
        <p:spPr>
          <a:xfrm rot="8578770">
            <a:off x="10880326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d Button 7-4"/>
          <p:cNvSpPr/>
          <p:nvPr/>
        </p:nvSpPr>
        <p:spPr>
          <a:xfrm rot="8578770">
            <a:off x="11286263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Yellow Button 6-4"/>
          <p:cNvSpPr/>
          <p:nvPr/>
        </p:nvSpPr>
        <p:spPr>
          <a:xfrm rot="8578770">
            <a:off x="9163288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d Button 6-4"/>
          <p:cNvSpPr/>
          <p:nvPr/>
        </p:nvSpPr>
        <p:spPr>
          <a:xfrm rot="8578770">
            <a:off x="9569225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Yellow Button 5-4"/>
          <p:cNvSpPr/>
          <p:nvPr/>
        </p:nvSpPr>
        <p:spPr>
          <a:xfrm rot="8578770">
            <a:off x="7437552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d Button 5-4"/>
          <p:cNvSpPr/>
          <p:nvPr/>
        </p:nvSpPr>
        <p:spPr>
          <a:xfrm rot="8578770">
            <a:off x="7843489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Yellow Button 4-4"/>
          <p:cNvSpPr/>
          <p:nvPr/>
        </p:nvSpPr>
        <p:spPr>
          <a:xfrm rot="8578770">
            <a:off x="5711815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d Button 4-4"/>
          <p:cNvSpPr/>
          <p:nvPr/>
        </p:nvSpPr>
        <p:spPr>
          <a:xfrm rot="8578770">
            <a:off x="6117752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Yellow Button 3-4"/>
          <p:cNvSpPr/>
          <p:nvPr/>
        </p:nvSpPr>
        <p:spPr>
          <a:xfrm rot="8578770">
            <a:off x="3986546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d Button 3-4"/>
          <p:cNvSpPr/>
          <p:nvPr/>
        </p:nvSpPr>
        <p:spPr>
          <a:xfrm rot="8578770">
            <a:off x="4392483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Yellow Button 2-4"/>
          <p:cNvSpPr/>
          <p:nvPr/>
        </p:nvSpPr>
        <p:spPr>
          <a:xfrm rot="8578770">
            <a:off x="2260345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d Button 2-4"/>
          <p:cNvSpPr/>
          <p:nvPr/>
        </p:nvSpPr>
        <p:spPr>
          <a:xfrm rot="8578770">
            <a:off x="2666282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Yellow Button 1-4"/>
          <p:cNvSpPr/>
          <p:nvPr/>
        </p:nvSpPr>
        <p:spPr>
          <a:xfrm rot="8578770">
            <a:off x="534609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d Button 1-4"/>
          <p:cNvSpPr/>
          <p:nvPr/>
        </p:nvSpPr>
        <p:spPr>
          <a:xfrm rot="8578770">
            <a:off x="940546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Yellow Button 7-3"/>
          <p:cNvSpPr/>
          <p:nvPr/>
        </p:nvSpPr>
        <p:spPr>
          <a:xfrm rot="8578770">
            <a:off x="10880326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d Button 7-3"/>
          <p:cNvSpPr/>
          <p:nvPr/>
        </p:nvSpPr>
        <p:spPr>
          <a:xfrm rot="8578770">
            <a:off x="11286263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Yellow Button 6-3"/>
          <p:cNvSpPr/>
          <p:nvPr/>
        </p:nvSpPr>
        <p:spPr>
          <a:xfrm rot="8578770">
            <a:off x="9163288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d Button 6-3"/>
          <p:cNvSpPr/>
          <p:nvPr/>
        </p:nvSpPr>
        <p:spPr>
          <a:xfrm rot="8578770">
            <a:off x="9569225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Yellow Button 5-3"/>
          <p:cNvSpPr/>
          <p:nvPr/>
        </p:nvSpPr>
        <p:spPr>
          <a:xfrm rot="8578770">
            <a:off x="7437552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d Button 5-3"/>
          <p:cNvSpPr/>
          <p:nvPr/>
        </p:nvSpPr>
        <p:spPr>
          <a:xfrm rot="8578770">
            <a:off x="7843489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Yellow Button 4-3"/>
          <p:cNvSpPr/>
          <p:nvPr/>
        </p:nvSpPr>
        <p:spPr>
          <a:xfrm rot="8578770">
            <a:off x="5711815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d Button 4-3"/>
          <p:cNvSpPr/>
          <p:nvPr/>
        </p:nvSpPr>
        <p:spPr>
          <a:xfrm rot="8578770">
            <a:off x="6117752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Yellow Button 3-3"/>
          <p:cNvSpPr/>
          <p:nvPr/>
        </p:nvSpPr>
        <p:spPr>
          <a:xfrm rot="8578770">
            <a:off x="3986546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d Button 3-3"/>
          <p:cNvSpPr/>
          <p:nvPr/>
        </p:nvSpPr>
        <p:spPr>
          <a:xfrm rot="8578770">
            <a:off x="4392483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Yellow Button 2-3"/>
          <p:cNvSpPr/>
          <p:nvPr/>
        </p:nvSpPr>
        <p:spPr>
          <a:xfrm rot="8578770">
            <a:off x="2260345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d Button 2-3"/>
          <p:cNvSpPr/>
          <p:nvPr/>
        </p:nvSpPr>
        <p:spPr>
          <a:xfrm rot="8578770">
            <a:off x="2666282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Yellow Button 1-3"/>
          <p:cNvSpPr/>
          <p:nvPr/>
        </p:nvSpPr>
        <p:spPr>
          <a:xfrm rot="8578770">
            <a:off x="534609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d Button 1-3"/>
          <p:cNvSpPr/>
          <p:nvPr/>
        </p:nvSpPr>
        <p:spPr>
          <a:xfrm rot="8578770">
            <a:off x="940546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Yellow Button 7-2"/>
          <p:cNvSpPr/>
          <p:nvPr/>
        </p:nvSpPr>
        <p:spPr>
          <a:xfrm rot="8578770">
            <a:off x="10880327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d Button 7-2"/>
          <p:cNvSpPr/>
          <p:nvPr/>
        </p:nvSpPr>
        <p:spPr>
          <a:xfrm rot="8578770">
            <a:off x="11286264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Yellow Button 6-2"/>
          <p:cNvSpPr/>
          <p:nvPr/>
        </p:nvSpPr>
        <p:spPr>
          <a:xfrm rot="8578770">
            <a:off x="9163289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d Button 6-2"/>
          <p:cNvSpPr/>
          <p:nvPr/>
        </p:nvSpPr>
        <p:spPr>
          <a:xfrm rot="8578770">
            <a:off x="9569226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Yellow Button 5-2"/>
          <p:cNvSpPr/>
          <p:nvPr/>
        </p:nvSpPr>
        <p:spPr>
          <a:xfrm rot="8578770">
            <a:off x="7437553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d Button 5-2"/>
          <p:cNvSpPr/>
          <p:nvPr/>
        </p:nvSpPr>
        <p:spPr>
          <a:xfrm rot="8578770">
            <a:off x="7843490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Yellow Button 4-2"/>
          <p:cNvSpPr/>
          <p:nvPr/>
        </p:nvSpPr>
        <p:spPr>
          <a:xfrm rot="8578770">
            <a:off x="5711816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d Button 4-2"/>
          <p:cNvSpPr/>
          <p:nvPr/>
        </p:nvSpPr>
        <p:spPr>
          <a:xfrm rot="8578770">
            <a:off x="6117753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Yellow Button 3-2"/>
          <p:cNvSpPr/>
          <p:nvPr/>
        </p:nvSpPr>
        <p:spPr>
          <a:xfrm rot="8578770">
            <a:off x="3986547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d Button 3-2"/>
          <p:cNvSpPr/>
          <p:nvPr/>
        </p:nvSpPr>
        <p:spPr>
          <a:xfrm rot="8578770">
            <a:off x="4392484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Yellow Button 2-2"/>
          <p:cNvSpPr/>
          <p:nvPr/>
        </p:nvSpPr>
        <p:spPr>
          <a:xfrm rot="8578770">
            <a:off x="2260346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d Button 2-2"/>
          <p:cNvSpPr/>
          <p:nvPr/>
        </p:nvSpPr>
        <p:spPr>
          <a:xfrm rot="8578770">
            <a:off x="2666283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Yellow Button 1-2"/>
          <p:cNvSpPr/>
          <p:nvPr/>
        </p:nvSpPr>
        <p:spPr>
          <a:xfrm rot="8578770">
            <a:off x="534610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d Button 1-2"/>
          <p:cNvSpPr/>
          <p:nvPr/>
        </p:nvSpPr>
        <p:spPr>
          <a:xfrm rot="8578770">
            <a:off x="940547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Yellow Button 7-1"/>
          <p:cNvSpPr/>
          <p:nvPr/>
        </p:nvSpPr>
        <p:spPr>
          <a:xfrm rot="8578770">
            <a:off x="10880327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d Button 7-1"/>
          <p:cNvSpPr/>
          <p:nvPr/>
        </p:nvSpPr>
        <p:spPr>
          <a:xfrm rot="8578770">
            <a:off x="11286264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Yellow Button 6-1"/>
          <p:cNvSpPr/>
          <p:nvPr/>
        </p:nvSpPr>
        <p:spPr>
          <a:xfrm rot="8578770">
            <a:off x="9163289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d Button 6-1"/>
          <p:cNvSpPr/>
          <p:nvPr/>
        </p:nvSpPr>
        <p:spPr>
          <a:xfrm rot="8578770">
            <a:off x="9569226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Yellow Button 5-1"/>
          <p:cNvSpPr/>
          <p:nvPr/>
        </p:nvSpPr>
        <p:spPr>
          <a:xfrm rot="8578770">
            <a:off x="7437553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d Button 5-1"/>
          <p:cNvSpPr/>
          <p:nvPr/>
        </p:nvSpPr>
        <p:spPr>
          <a:xfrm rot="8578770">
            <a:off x="7843490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Yellow Button 4-1"/>
          <p:cNvSpPr/>
          <p:nvPr/>
        </p:nvSpPr>
        <p:spPr>
          <a:xfrm rot="8578770">
            <a:off x="5711816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d Button 4-1"/>
          <p:cNvSpPr/>
          <p:nvPr/>
        </p:nvSpPr>
        <p:spPr>
          <a:xfrm rot="8578770">
            <a:off x="6117753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Yellow Button 3-1"/>
          <p:cNvSpPr/>
          <p:nvPr/>
        </p:nvSpPr>
        <p:spPr>
          <a:xfrm rot="8578770">
            <a:off x="3986547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d Button 3-1"/>
          <p:cNvSpPr/>
          <p:nvPr/>
        </p:nvSpPr>
        <p:spPr>
          <a:xfrm rot="8578770">
            <a:off x="4392484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Yellow Button 2-1"/>
          <p:cNvSpPr/>
          <p:nvPr/>
        </p:nvSpPr>
        <p:spPr>
          <a:xfrm rot="8578770">
            <a:off x="2260346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d Button 2-1"/>
          <p:cNvSpPr/>
          <p:nvPr/>
        </p:nvSpPr>
        <p:spPr>
          <a:xfrm rot="8578770">
            <a:off x="2666283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Yellow Button 1-1"/>
          <p:cNvSpPr/>
          <p:nvPr/>
        </p:nvSpPr>
        <p:spPr>
          <a:xfrm rot="8578770">
            <a:off x="534610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d Button 1-1"/>
          <p:cNvSpPr/>
          <p:nvPr/>
        </p:nvSpPr>
        <p:spPr>
          <a:xfrm rot="8578770">
            <a:off x="940547" y="5681586"/>
            <a:ext cx="350497" cy="350497"/>
          </a:xfrm>
          <a:prstGeom prst="chord">
            <a:avLst>
              <a:gd name="adj1" fmla="val 2700000"/>
              <a:gd name="adj2" fmla="val 12597475"/>
            </a:avLst>
          </a:prstGeom>
          <a:solidFill>
            <a:srgbClr val="F34813"/>
          </a:solidFill>
          <a:ln w="38100">
            <a:solidFill>
              <a:srgbClr val="F786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Undo 1-6"/>
          <p:cNvSpPr/>
          <p:nvPr/>
        </p:nvSpPr>
        <p:spPr>
          <a:xfrm rot="18900000">
            <a:off x="878845" y="903117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Undo 2-6"/>
          <p:cNvSpPr/>
          <p:nvPr/>
        </p:nvSpPr>
        <p:spPr>
          <a:xfrm rot="18900000">
            <a:off x="2610053" y="903117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Undo 3-6"/>
          <p:cNvSpPr/>
          <p:nvPr/>
        </p:nvSpPr>
        <p:spPr>
          <a:xfrm rot="18900000">
            <a:off x="4336674" y="903117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Undo 4-6"/>
          <p:cNvSpPr/>
          <p:nvPr/>
        </p:nvSpPr>
        <p:spPr>
          <a:xfrm rot="18900000">
            <a:off x="6078709" y="903117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Undo 5-6"/>
          <p:cNvSpPr/>
          <p:nvPr/>
        </p:nvSpPr>
        <p:spPr>
          <a:xfrm rot="18900000">
            <a:off x="7806201" y="903117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Undo 6-6"/>
          <p:cNvSpPr/>
          <p:nvPr/>
        </p:nvSpPr>
        <p:spPr>
          <a:xfrm rot="18900000">
            <a:off x="9531648" y="903117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Undo 7-6"/>
          <p:cNvSpPr/>
          <p:nvPr/>
        </p:nvSpPr>
        <p:spPr>
          <a:xfrm rot="18900000">
            <a:off x="11260477" y="903117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Undo 1-5"/>
          <p:cNvSpPr/>
          <p:nvPr/>
        </p:nvSpPr>
        <p:spPr>
          <a:xfrm rot="18900000">
            <a:off x="878845" y="1822340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Undo 2-5"/>
          <p:cNvSpPr/>
          <p:nvPr/>
        </p:nvSpPr>
        <p:spPr>
          <a:xfrm rot="18900000">
            <a:off x="2610053" y="1822340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Undo 3-5"/>
          <p:cNvSpPr/>
          <p:nvPr/>
        </p:nvSpPr>
        <p:spPr>
          <a:xfrm rot="18900000">
            <a:off x="4336674" y="1822340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Undo 4-5"/>
          <p:cNvSpPr/>
          <p:nvPr/>
        </p:nvSpPr>
        <p:spPr>
          <a:xfrm rot="18900000">
            <a:off x="6078709" y="1822340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Undo 5-5"/>
          <p:cNvSpPr/>
          <p:nvPr/>
        </p:nvSpPr>
        <p:spPr>
          <a:xfrm rot="18900000">
            <a:off x="7806201" y="1822340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Undo 6-5"/>
          <p:cNvSpPr/>
          <p:nvPr/>
        </p:nvSpPr>
        <p:spPr>
          <a:xfrm rot="18900000">
            <a:off x="9531648" y="1822340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Undo 7-5"/>
          <p:cNvSpPr/>
          <p:nvPr/>
        </p:nvSpPr>
        <p:spPr>
          <a:xfrm rot="18900000">
            <a:off x="11260477" y="1822340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Undo 1-4"/>
          <p:cNvSpPr/>
          <p:nvPr/>
        </p:nvSpPr>
        <p:spPr>
          <a:xfrm rot="18900000">
            <a:off x="878845" y="2736985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Undo 2-4"/>
          <p:cNvSpPr/>
          <p:nvPr/>
        </p:nvSpPr>
        <p:spPr>
          <a:xfrm rot="18900000">
            <a:off x="2610053" y="2736985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Undo 3-4"/>
          <p:cNvSpPr/>
          <p:nvPr/>
        </p:nvSpPr>
        <p:spPr>
          <a:xfrm rot="18900000">
            <a:off x="4336674" y="2736985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Undo 4-4"/>
          <p:cNvSpPr/>
          <p:nvPr/>
        </p:nvSpPr>
        <p:spPr>
          <a:xfrm rot="18900000">
            <a:off x="6078709" y="2736985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Undo 5-4"/>
          <p:cNvSpPr/>
          <p:nvPr/>
        </p:nvSpPr>
        <p:spPr>
          <a:xfrm rot="18900000">
            <a:off x="7806201" y="2736985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Undo 6-4"/>
          <p:cNvSpPr/>
          <p:nvPr/>
        </p:nvSpPr>
        <p:spPr>
          <a:xfrm rot="18900000">
            <a:off x="9531648" y="2736985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Undo 7-4"/>
          <p:cNvSpPr/>
          <p:nvPr/>
        </p:nvSpPr>
        <p:spPr>
          <a:xfrm rot="18900000">
            <a:off x="11260477" y="2736985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Undo 1-3"/>
          <p:cNvSpPr/>
          <p:nvPr/>
        </p:nvSpPr>
        <p:spPr>
          <a:xfrm rot="18900000">
            <a:off x="878845" y="3653974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Undo 2-3"/>
          <p:cNvSpPr/>
          <p:nvPr/>
        </p:nvSpPr>
        <p:spPr>
          <a:xfrm rot="18900000">
            <a:off x="2610053" y="3653974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Undo 3-3"/>
          <p:cNvSpPr/>
          <p:nvPr/>
        </p:nvSpPr>
        <p:spPr>
          <a:xfrm rot="18900000">
            <a:off x="4336674" y="3653974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Undo 4-3"/>
          <p:cNvSpPr/>
          <p:nvPr/>
        </p:nvSpPr>
        <p:spPr>
          <a:xfrm rot="18900000">
            <a:off x="6078709" y="3653974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Undo 5-3"/>
          <p:cNvSpPr/>
          <p:nvPr/>
        </p:nvSpPr>
        <p:spPr>
          <a:xfrm rot="18900000">
            <a:off x="7806201" y="3653974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Undo 6-3"/>
          <p:cNvSpPr/>
          <p:nvPr/>
        </p:nvSpPr>
        <p:spPr>
          <a:xfrm rot="18900000">
            <a:off x="9531648" y="3653974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Undo 7-3"/>
          <p:cNvSpPr/>
          <p:nvPr/>
        </p:nvSpPr>
        <p:spPr>
          <a:xfrm rot="18900000">
            <a:off x="11260477" y="3653974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Undo 1-2"/>
          <p:cNvSpPr/>
          <p:nvPr/>
        </p:nvSpPr>
        <p:spPr>
          <a:xfrm rot="18900000">
            <a:off x="878845" y="4568735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Undo 2-2"/>
          <p:cNvSpPr/>
          <p:nvPr/>
        </p:nvSpPr>
        <p:spPr>
          <a:xfrm rot="18900000">
            <a:off x="2610053" y="4568735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Undo 3-2"/>
          <p:cNvSpPr/>
          <p:nvPr/>
        </p:nvSpPr>
        <p:spPr>
          <a:xfrm rot="18900000">
            <a:off x="4336674" y="4568735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Undo 4-2"/>
          <p:cNvSpPr/>
          <p:nvPr/>
        </p:nvSpPr>
        <p:spPr>
          <a:xfrm rot="18900000">
            <a:off x="6078709" y="4568735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Undo 5-2"/>
          <p:cNvSpPr/>
          <p:nvPr/>
        </p:nvSpPr>
        <p:spPr>
          <a:xfrm rot="18900000">
            <a:off x="7806201" y="4568735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Undo 6-2"/>
          <p:cNvSpPr/>
          <p:nvPr/>
        </p:nvSpPr>
        <p:spPr>
          <a:xfrm rot="18900000">
            <a:off x="9531648" y="4568735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Undo 7-2"/>
          <p:cNvSpPr/>
          <p:nvPr/>
        </p:nvSpPr>
        <p:spPr>
          <a:xfrm rot="18900000">
            <a:off x="11260477" y="4568735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Undo 1-1"/>
          <p:cNvSpPr/>
          <p:nvPr/>
        </p:nvSpPr>
        <p:spPr>
          <a:xfrm rot="18900000">
            <a:off x="878845" y="5485657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Undo 2-1"/>
          <p:cNvSpPr/>
          <p:nvPr/>
        </p:nvSpPr>
        <p:spPr>
          <a:xfrm rot="18900000">
            <a:off x="2610053" y="5485657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Undo 3-1"/>
          <p:cNvSpPr/>
          <p:nvPr/>
        </p:nvSpPr>
        <p:spPr>
          <a:xfrm rot="18900000">
            <a:off x="4336674" y="5485657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Undo 4-1"/>
          <p:cNvSpPr/>
          <p:nvPr/>
        </p:nvSpPr>
        <p:spPr>
          <a:xfrm rot="18900000">
            <a:off x="6078709" y="5485657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Undo 5-1"/>
          <p:cNvSpPr/>
          <p:nvPr/>
        </p:nvSpPr>
        <p:spPr>
          <a:xfrm rot="18900000">
            <a:off x="7806201" y="5485657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Undo 6-1"/>
          <p:cNvSpPr/>
          <p:nvPr/>
        </p:nvSpPr>
        <p:spPr>
          <a:xfrm rot="18900000">
            <a:off x="9531648" y="5485657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Undo 7-1"/>
          <p:cNvSpPr/>
          <p:nvPr/>
        </p:nvSpPr>
        <p:spPr>
          <a:xfrm rot="18900000">
            <a:off x="11260477" y="5485657"/>
            <a:ext cx="67414" cy="67414"/>
          </a:xfrm>
          <a:prstGeom prst="plus">
            <a:avLst>
              <a:gd name="adj" fmla="val 38446"/>
            </a:avLst>
          </a:prstGeom>
          <a:solidFill>
            <a:srgbClr val="91C7F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2" name="Picture 2" descr="영화연출 감독과정 | SFA 서울필름아카데미 | 영화감독되는법 | 프로젝트기반 창작과정">
            <a:extLst>
              <a:ext uri="{FF2B5EF4-FFF2-40B4-BE49-F238E27FC236}">
                <a16:creationId xmlns:a16="http://schemas.microsoft.com/office/drawing/2014/main" id="{1BE48B2C-F6D5-6629-5B8B-FA370A513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88" y="5951246"/>
            <a:ext cx="1120561" cy="747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Picture 2" descr="디자인과 유망직업] '패션디자이너'가 되려면? &lt; 직업탐색 &lt; 진로 / 직업 &lt; 기사본문 - 에듀진 인터넷 교육신문">
            <a:extLst>
              <a:ext uri="{FF2B5EF4-FFF2-40B4-BE49-F238E27FC236}">
                <a16:creationId xmlns:a16="http://schemas.microsoft.com/office/drawing/2014/main" id="{8BAD0241-FD39-0A95-B7DB-3311C0118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238" y="5895102"/>
            <a:ext cx="1108908" cy="673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그림 233" descr="인간의 얼굴, 그림, 만화 영화, 클립아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F25502C-4AAB-A490-BDF5-B9B702625C1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360" y="5956789"/>
            <a:ext cx="1004020" cy="753014"/>
          </a:xfrm>
          <a:prstGeom prst="rect">
            <a:avLst/>
          </a:prstGeom>
        </p:spPr>
      </p:pic>
      <p:pic>
        <p:nvPicPr>
          <p:cNvPr id="237" name="그림 236" descr="만화 영화, 생일 케이크, 애니메이션, 클립아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7238146-BC63-D0CE-4FBD-EF018C17C6D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5157" y="5963056"/>
            <a:ext cx="1154209" cy="1101418"/>
          </a:xfrm>
          <a:prstGeom prst="rect">
            <a:avLst/>
          </a:prstGeom>
        </p:spPr>
      </p:pic>
      <p:pic>
        <p:nvPicPr>
          <p:cNvPr id="240" name="그림 239" descr="스케치, 그림, 클립아트, 만화 영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7E55111-2B80-670D-D55F-1FBC5276E9D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1728" y="5952502"/>
            <a:ext cx="865600" cy="1016929"/>
          </a:xfrm>
          <a:prstGeom prst="rect">
            <a:avLst/>
          </a:prstGeom>
        </p:spPr>
      </p:pic>
      <p:pic>
        <p:nvPicPr>
          <p:cNvPr id="243" name="Picture 2" descr="TV 하이라이트] “즐거운 그림, 참 쉽죠?” &lt; 대중문화 &lt; 문화 &lt; 기사본문 - 강원도민일보">
            <a:extLst>
              <a:ext uri="{FF2B5EF4-FFF2-40B4-BE49-F238E27FC236}">
                <a16:creationId xmlns:a16="http://schemas.microsoft.com/office/drawing/2014/main" id="{7F54914A-18E8-B592-023D-F15EB4DB2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6137" y="5883971"/>
            <a:ext cx="805984" cy="716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Picture 2" descr="올해 세계 최고소득 작가는? '해리포터' 조앤 K. 롤링 - 부산파이낸셜뉴스">
            <a:extLst>
              <a:ext uri="{FF2B5EF4-FFF2-40B4-BE49-F238E27FC236}">
                <a16:creationId xmlns:a16="http://schemas.microsoft.com/office/drawing/2014/main" id="{7C6ACA6D-640B-6525-4E63-D071C933B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4394" y="5944473"/>
            <a:ext cx="904242" cy="976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96" name="TextBox 1495"/>
          <p:cNvSpPr txBox="1"/>
          <p:nvPr/>
        </p:nvSpPr>
        <p:spPr>
          <a:xfrm>
            <a:off x="11551922" y="570757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00" b="1">
                <a:solidFill>
                  <a:srgbClr val="E81C1C"/>
                </a:solidFill>
                <a:latin typeface="Arial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1282645"/>
      </p:ext>
    </p:extLst>
  </p:cSld>
  <p:clrMapOvr>
    <a:masterClrMapping/>
  </p:clrMapOvr>
  <p:transition spd="med" advClick="0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19" restart="whenNotActive" fill="hold" evtFilter="cancelBubble" nodeType="interactiveSeq">
                    <p:stCondLst>
                      <p:cond evt="onClick" delay="0">
                        <p:tgtEl>
                          <p:spTgt spid="13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20" fill="hold">
                          <p:stCondLst>
                            <p:cond delay="0"/>
                          </p:stCondLst>
                          <p:childTnLst>
                            <p:par>
                              <p:cTn id="2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2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24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25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22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26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39"/>
                      </p:tgtEl>
                    </p:cond>
                  </p:nextCondLst>
                </p:seq>
                <p:seq concurrent="1" nextAc="seek">
                  <p:cTn id="30" restart="whenNotActive" fill="hold" evtFilter="cancelBubble" nodeType="interactiveSeq">
                    <p:stCondLst>
                      <p:cond evt="onClick" delay="0">
                        <p:tgtEl>
                          <p:spTgt spid="13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1" fill="hold">
                          <p:stCondLst>
                            <p:cond delay="0"/>
                          </p:stCondLst>
                          <p:childTnLst>
                            <p:par>
                              <p:cTn id="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3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35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36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33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37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9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37"/>
                      </p:tgtEl>
                    </p:cond>
                  </p:nextCondLst>
                </p:seq>
                <p:seq concurrent="1" nextAc="seek">
                  <p:cTn id="41" restart="whenNotActive" fill="hold" evtFilter="cancelBubble" nodeType="interactiveSeq">
                    <p:stCondLst>
                      <p:cond evt="onClick" delay="0">
                        <p:tgtEl>
                          <p:spTgt spid="13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2" fill="hold">
                          <p:stCondLst>
                            <p:cond delay="0"/>
                          </p:stCondLst>
                          <p:childTnLst>
                            <p:par>
                              <p:cTn id="4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4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46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47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44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48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35"/>
                      </p:tgtEl>
                    </p:cond>
                  </p:nextCondLst>
                </p:seq>
                <p:seq concurrent="1" nextAc="seek">
                  <p:cTn id="52" restart="whenNotActive" fill="hold" evtFilter="cancelBubble" nodeType="interactiveSeq">
                    <p:stCondLst>
                      <p:cond evt="onClick" delay="0">
                        <p:tgtEl>
                          <p:spTgt spid="13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53" fill="hold">
                          <p:stCondLst>
                            <p:cond delay="0"/>
                          </p:stCondLst>
                          <p:childTnLst>
                            <p:par>
                              <p:cTn id="5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5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57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5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55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59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1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33"/>
                      </p:tgtEl>
                    </p:cond>
                  </p:nextCondLst>
                </p:seq>
                <p:seq concurrent="1" nextAc="seek">
                  <p:cTn id="63" restart="whenNotActive" fill="hold" evtFilter="cancelBubble" nodeType="interactiveSeq">
                    <p:stCondLst>
                      <p:cond evt="onClick" delay="0">
                        <p:tgtEl>
                          <p:spTgt spid="13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4" fill="hold">
                          <p:stCondLst>
                            <p:cond delay="0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68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69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66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70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2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31"/>
                      </p:tgtEl>
                    </p:cond>
                  </p:nextCondLst>
                </p:seq>
                <p:seq concurrent="1" nextAc="seek">
                  <p:cTn id="74" restart="whenNotActive" fill="hold" evtFilter="cancelBubble" nodeType="interactiveSeq">
                    <p:stCondLst>
                      <p:cond evt="onClick" delay="0">
                        <p:tgtEl>
                          <p:spTgt spid="12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5" fill="hold">
                          <p:stCondLst>
                            <p:cond delay="0"/>
                          </p:stCondLst>
                          <p:childTnLst>
                            <p:par>
                              <p:cTn id="7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7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79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80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77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81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29"/>
                      </p:tgtEl>
                    </p:cond>
                  </p:nextCondLst>
                </p:seq>
                <p:seq concurrent="1" nextAc="seek">
                  <p:cTn id="85" restart="whenNotActive" fill="hold" evtFilter="cancelBubble" nodeType="interactiveSeq">
                    <p:stCondLst>
                      <p:cond evt="onClick" delay="0">
                        <p:tgtEl>
                          <p:spTgt spid="12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6" fill="hold">
                          <p:stCondLst>
                            <p:cond delay="0"/>
                          </p:stCondLst>
                          <p:childTnLst>
                            <p:par>
                              <p:cTn id="8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8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90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91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88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92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4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27"/>
                      </p:tgtEl>
                    </p:cond>
                  </p:nextCondLst>
                </p:seq>
                <p:seq concurrent="1" nextAc="seek">
                  <p:cTn id="96" restart="whenNotActive" fill="hold" evtFilter="cancelBubble" nodeType="interactiveSeq">
                    <p:stCondLst>
                      <p:cond evt="onClick" delay="0">
                        <p:tgtEl>
                          <p:spTgt spid="12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7" fill="hold">
                          <p:stCondLst>
                            <p:cond delay="0"/>
                          </p:stCondLst>
                          <p:childTnLst>
                            <p:par>
                              <p:cTn id="9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9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101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10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99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103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5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25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Click" delay="0">
                        <p:tgtEl>
                          <p:spTgt spid="12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112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113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110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114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23"/>
                      </p:tgtEl>
                    </p:cond>
                  </p:nextCondLst>
                </p:seq>
                <p:seq concurrent="1" nextAc="seek">
                  <p:cTn id="118" restart="whenNotActive" fill="hold" evtFilter="cancelBubble" nodeType="interactiveSeq">
                    <p:stCondLst>
                      <p:cond evt="onClick" delay="0">
                        <p:tgtEl>
                          <p:spTgt spid="12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19" fill="hold">
                          <p:stCondLst>
                            <p:cond delay="0"/>
                          </p:stCondLst>
                          <p:childTnLst>
                            <p:par>
                              <p:cTn id="1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123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124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121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125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7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21"/>
                      </p:tgtEl>
                    </p:cond>
                  </p:nextCondLst>
                </p:seq>
                <p:seq concurrent="1" nextAc="seek">
                  <p:cTn id="129" restart="whenNotActive" fill="hold" evtFilter="cancelBubble" nodeType="interactiveSeq">
                    <p:stCondLst>
                      <p:cond evt="onClick" delay="0">
                        <p:tgtEl>
                          <p:spTgt spid="11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0" fill="hold">
                          <p:stCondLst>
                            <p:cond delay="0"/>
                          </p:stCondLst>
                          <p:childTnLst>
                            <p:par>
                              <p:cTn id="13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2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134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13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132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136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8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19"/>
                      </p:tgtEl>
                    </p:cond>
                  </p:nextCondLst>
                </p:seq>
                <p:seq concurrent="1" nextAc="seek">
                  <p:cTn id="140" restart="whenNotActive" fill="hold" evtFilter="cancelBubble" nodeType="interactiveSeq">
                    <p:stCondLst>
                      <p:cond evt="onClick" delay="0">
                        <p:tgtEl>
                          <p:spTgt spid="11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41" fill="hold">
                          <p:stCondLst>
                            <p:cond delay="0"/>
                          </p:stCondLst>
                          <p:childTnLst>
                            <p:par>
                              <p:cTn id="1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3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145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14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143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147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9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17"/>
                      </p:tgtEl>
                    </p:cond>
                  </p:nextCondLst>
                </p:seq>
                <p:seq concurrent="1" nextAc="seek">
                  <p:cTn id="151" restart="whenNotActive" fill="hold" evtFilter="cancelBubble" nodeType="interactiveSeq">
                    <p:stCondLst>
                      <p:cond evt="onClick" delay="0">
                        <p:tgtEl>
                          <p:spTgt spid="11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52" fill="hold">
                          <p:stCondLst>
                            <p:cond delay="0"/>
                          </p:stCondLst>
                          <p:childTnLst>
                            <p:par>
                              <p:cTn id="15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4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156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157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154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158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0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15"/>
                      </p:tgtEl>
                    </p:cond>
                  </p:nextCondLst>
                </p:seq>
                <p:seq concurrent="1" nextAc="seek">
                  <p:cTn id="162" restart="whenNotActive" fill="hold" evtFilter="cancelBubble" nodeType="interactiveSeq">
                    <p:stCondLst>
                      <p:cond evt="onClick" delay="0">
                        <p:tgtEl>
                          <p:spTgt spid="11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63" fill="hold">
                          <p:stCondLst>
                            <p:cond delay="0"/>
                          </p:stCondLst>
                          <p:childTnLst>
                            <p:par>
                              <p:cTn id="16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5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167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168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165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169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1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13"/>
                      </p:tgtEl>
                    </p:cond>
                  </p:nextCondLst>
                </p:seq>
                <p:seq concurrent="1" nextAc="seek">
                  <p:cTn id="173" restart="whenNotActive" fill="hold" evtFilter="cancelBubble" nodeType="interactiveSeq">
                    <p:stCondLst>
                      <p:cond evt="onClick" delay="0">
                        <p:tgtEl>
                          <p:spTgt spid="11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74" fill="hold">
                          <p:stCondLst>
                            <p:cond delay="0"/>
                          </p:stCondLst>
                          <p:childTnLst>
                            <p:par>
                              <p:cTn id="1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6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178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179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176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180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2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11"/>
                      </p:tgtEl>
                    </p:cond>
                  </p:nextCondLst>
                </p:seq>
                <p:seq concurrent="1" nextAc="seek">
                  <p:cTn id="184" restart="whenNotActive" fill="hold" evtFilter="cancelBubble" nodeType="interactiveSeq">
                    <p:stCondLst>
                      <p:cond evt="onClick" delay="0">
                        <p:tgtEl>
                          <p:spTgt spid="10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85" fill="hold">
                          <p:stCondLst>
                            <p:cond delay="0"/>
                          </p:stCondLst>
                          <p:childTnLst>
                            <p:par>
                              <p:cTn id="18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87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189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190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187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191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3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9"/>
                      </p:tgtEl>
                    </p:cond>
                  </p:nextCondLst>
                </p:seq>
                <p:seq concurrent="1" nextAc="seek">
                  <p:cTn id="195" restart="whenNotActive" fill="hold" evtFilter="cancelBubble" nodeType="interactiveSeq">
                    <p:stCondLst>
                      <p:cond evt="onClick" delay="0">
                        <p:tgtEl>
                          <p:spTgt spid="10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96" fill="hold">
                          <p:stCondLst>
                            <p:cond delay="0"/>
                          </p:stCondLst>
                          <p:childTnLst>
                            <p:par>
                              <p:cTn id="19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8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200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201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198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202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4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7"/>
                      </p:tgtEl>
                    </p:cond>
                  </p:nextCondLst>
                </p:seq>
                <p:seq concurrent="1" nextAc="seek">
                  <p:cTn id="206" restart="whenNotActive" fill="hold" evtFilter="cancelBubble" nodeType="interactiveSeq">
                    <p:stCondLst>
                      <p:cond evt="onClick" delay="0">
                        <p:tgtEl>
                          <p:spTgt spid="10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207" fill="hold">
                          <p:stCondLst>
                            <p:cond delay="0"/>
                          </p:stCondLst>
                          <p:childTnLst>
                            <p:par>
                              <p:cTn id="20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09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211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212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209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213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5"/>
                      </p:tgtEl>
                    </p:cond>
                  </p:nextCondLst>
                </p:seq>
                <p:seq concurrent="1" nextAc="seek">
                  <p:cTn id="217" restart="whenNotActive" fill="hold" evtFilter="cancelBubble" nodeType="interactiveSeq">
                    <p:stCondLst>
                      <p:cond evt="onClick" delay="0">
                        <p:tgtEl>
                          <p:spTgt spid="10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218" fill="hold">
                          <p:stCondLst>
                            <p:cond delay="0"/>
                          </p:stCondLst>
                          <p:childTnLst>
                            <p:par>
                              <p:cTn id="21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20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222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223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220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224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6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3"/>
                      </p:tgtEl>
                    </p:cond>
                  </p:nextCondLst>
                </p:seq>
                <p:seq concurrent="1" nextAc="seek">
                  <p:cTn id="228" restart="whenNotActive" fill="hold" evtFilter="cancelBubble" nodeType="interactiveSeq">
                    <p:stCondLst>
                      <p:cond evt="onClick" delay="0">
                        <p:tgtEl>
                          <p:spTgt spid="10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229" fill="hold">
                          <p:stCondLst>
                            <p:cond delay="0"/>
                          </p:stCondLst>
                          <p:childTnLst>
                            <p:par>
                              <p:cTn id="2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1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233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234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231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235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7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1"/>
                      </p:tgtEl>
                    </p:cond>
                  </p:nextCondLst>
                </p:seq>
                <p:seq concurrent="1" nextAc="seek">
                  <p:cTn id="239" restart="whenNotActive" fill="hold" evtFilter="cancelBubble" nodeType="interactiveSeq">
                    <p:stCondLst>
                      <p:cond evt="onClick" delay="0">
                        <p:tgtEl>
                          <p:spTgt spid="9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240" fill="hold">
                          <p:stCondLst>
                            <p:cond delay="0"/>
                          </p:stCondLst>
                          <p:childTnLst>
                            <p:par>
                              <p:cTn id="24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42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244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245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242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246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8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99"/>
                      </p:tgtEl>
                    </p:cond>
                  </p:nextCondLst>
                </p:seq>
                <p:seq concurrent="1" nextAc="seek">
                  <p:cTn id="250" restart="whenNotActive" fill="hold" evtFilter="cancelBubble" nodeType="interactiveSeq">
                    <p:stCondLst>
                      <p:cond evt="onClick" delay="0">
                        <p:tgtEl>
                          <p:spTgt spid="9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251" fill="hold">
                          <p:stCondLst>
                            <p:cond delay="0"/>
                          </p:stCondLst>
                          <p:childTnLst>
                            <p:par>
                              <p:cTn id="25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53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255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256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253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257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9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97"/>
                      </p:tgtEl>
                    </p:cond>
                  </p:nextCondLst>
                </p:seq>
                <p:seq concurrent="1" nextAc="seek">
                  <p:cTn id="261" restart="whenNotActive" fill="hold" evtFilter="cancelBubble" nodeType="interactiveSeq">
                    <p:stCondLst>
                      <p:cond evt="onClick" delay="0">
                        <p:tgtEl>
                          <p:spTgt spid="9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262" fill="hold">
                          <p:stCondLst>
                            <p:cond delay="0"/>
                          </p:stCondLst>
                          <p:childTnLst>
                            <p:par>
                              <p:cTn id="26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64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266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267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264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268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70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95"/>
                      </p:tgtEl>
                    </p:cond>
                  </p:nextCondLst>
                </p:seq>
                <p:seq concurrent="1" nextAc="seek">
                  <p:cTn id="272" restart="whenNotActive" fill="hold" evtFilter="cancelBubble" nodeType="interactiveSeq">
                    <p:stCondLst>
                      <p:cond evt="onClick" delay="0">
                        <p:tgtEl>
                          <p:spTgt spid="9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273" fill="hold">
                          <p:stCondLst>
                            <p:cond delay="0"/>
                          </p:stCondLst>
                          <p:childTnLst>
                            <p:par>
                              <p:cTn id="27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75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277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278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275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279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1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93"/>
                      </p:tgtEl>
                    </p:cond>
                  </p:nextCondLst>
                </p:seq>
                <p:seq concurrent="1" nextAc="seek">
                  <p:cTn id="283" restart="whenNotActive" fill="hold" evtFilter="cancelBubble" nodeType="interactiveSeq">
                    <p:stCondLst>
                      <p:cond evt="onClick" delay="0">
                        <p:tgtEl>
                          <p:spTgt spid="9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284" fill="hold">
                          <p:stCondLst>
                            <p:cond delay="0"/>
                          </p:stCondLst>
                          <p:childTnLst>
                            <p:par>
                              <p:cTn id="2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86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288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289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286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290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2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91"/>
                      </p:tgtEl>
                    </p:cond>
                  </p:nextCondLst>
                </p:seq>
                <p:seq concurrent="1" nextAc="seek">
                  <p:cTn id="294" restart="whenNotActive" fill="hold" evtFilter="cancelBubble" nodeType="interactiveSeq">
                    <p:stCondLst>
                      <p:cond evt="onClick" delay="0">
                        <p:tgtEl>
                          <p:spTgt spid="8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295" fill="hold">
                          <p:stCondLst>
                            <p:cond delay="0"/>
                          </p:stCondLst>
                          <p:childTnLst>
                            <p:par>
                              <p:cTn id="29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97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299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300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297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301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03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89"/>
                      </p:tgtEl>
                    </p:cond>
                  </p:nextCondLst>
                </p:seq>
                <p:seq concurrent="1" nextAc="seek">
                  <p:cTn id="305" restart="whenNotActive" fill="hold" evtFilter="cancelBubble" nodeType="interactiveSeq">
                    <p:stCondLst>
                      <p:cond evt="onClick" delay="0">
                        <p:tgtEl>
                          <p:spTgt spid="8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06" fill="hold">
                          <p:stCondLst>
                            <p:cond delay="0"/>
                          </p:stCondLst>
                          <p:childTnLst>
                            <p:par>
                              <p:cTn id="30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08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310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311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308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312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4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87"/>
                      </p:tgtEl>
                    </p:cond>
                  </p:nextCondLst>
                </p:seq>
                <p:seq concurrent="1" nextAc="seek">
                  <p:cTn id="316" restart="whenNotActive" fill="hold" evtFilter="cancelBubble" nodeType="interactiveSeq">
                    <p:stCondLst>
                      <p:cond evt="onClick" delay="0">
                        <p:tgtEl>
                          <p:spTgt spid="8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17" fill="hold">
                          <p:stCondLst>
                            <p:cond delay="0"/>
                          </p:stCondLst>
                          <p:childTnLst>
                            <p:par>
                              <p:cTn id="3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19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321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322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319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323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5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85"/>
                      </p:tgtEl>
                    </p:cond>
                  </p:nextCondLst>
                </p:seq>
                <p:seq concurrent="1" nextAc="seek">
                  <p:cTn id="327" restart="whenNotActive" fill="hold" evtFilter="cancelBubble" nodeType="interactiveSeq">
                    <p:stCondLst>
                      <p:cond evt="onClick" delay="0">
                        <p:tgtEl>
                          <p:spTgt spid="8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28" fill="hold">
                          <p:stCondLst>
                            <p:cond delay="0"/>
                          </p:stCondLst>
                          <p:childTnLst>
                            <p:par>
                              <p:cTn id="32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30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332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333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330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334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36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83"/>
                      </p:tgtEl>
                    </p:cond>
                  </p:nextCondLst>
                </p:seq>
                <p:seq concurrent="1" nextAc="seek">
                  <p:cTn id="338" restart="whenNotActive" fill="hold" evtFilter="cancelBubble" nodeType="interactiveSeq">
                    <p:stCondLst>
                      <p:cond evt="onClick" delay="0">
                        <p:tgtEl>
                          <p:spTgt spid="8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39" fill="hold">
                          <p:stCondLst>
                            <p:cond delay="0"/>
                          </p:stCondLst>
                          <p:childTnLst>
                            <p:par>
                              <p:cTn id="3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41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343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344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341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345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47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81"/>
                      </p:tgtEl>
                    </p:cond>
                  </p:nextCondLst>
                </p:seq>
                <p:seq concurrent="1" nextAc="seek">
                  <p:cTn id="349" restart="whenNotActive" fill="hold" evtFilter="cancelBubble" nodeType="interactiveSeq">
                    <p:stCondLst>
                      <p:cond evt="onClick" delay="0">
                        <p:tgtEl>
                          <p:spTgt spid="7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50" fill="hold">
                          <p:stCondLst>
                            <p:cond delay="0"/>
                          </p:stCondLst>
                          <p:childTnLst>
                            <p:par>
                              <p:cTn id="35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52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354" dur="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355" dur="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352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356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8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79"/>
                      </p:tgtEl>
                    </p:cond>
                  </p:nextCondLst>
                </p:seq>
                <p:seq concurrent="1" nextAc="seek">
                  <p:cTn id="360" restart="whenNotActive" fill="hold" evtFilter="cancelBubble" nodeType="interactiveSeq">
                    <p:stCondLst>
                      <p:cond evt="onClick" delay="0">
                        <p:tgtEl>
                          <p:spTgt spid="7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61" fill="hold">
                          <p:stCondLst>
                            <p:cond delay="0"/>
                          </p:stCondLst>
                          <p:childTnLst>
                            <p:par>
                              <p:cTn id="36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63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365" dur="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366" dur="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363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367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69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77"/>
                      </p:tgtEl>
                    </p:cond>
                  </p:nextCondLst>
                </p:seq>
                <p:seq concurrent="1" nextAc="seek">
                  <p:cTn id="371" restart="whenNotActive" fill="hold" evtFilter="cancelBubble" nodeType="interactiveSeq">
                    <p:stCondLst>
                      <p:cond evt="onClick" delay="0">
                        <p:tgtEl>
                          <p:spTgt spid="7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72" fill="hold">
                          <p:stCondLst>
                            <p:cond delay="0"/>
                          </p:stCondLst>
                          <p:childTnLst>
                            <p:par>
                              <p:cTn id="3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74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376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377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374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378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0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75"/>
                      </p:tgtEl>
                    </p:cond>
                  </p:nextCondLst>
                </p:seq>
                <p:seq concurrent="1" nextAc="seek">
                  <p:cTn id="382" restart="whenNotActive" fill="hold" evtFilter="cancelBubble" nodeType="interactiveSeq">
                    <p:stCondLst>
                      <p:cond evt="onClick" delay="0">
                        <p:tgtEl>
                          <p:spTgt spid="7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83" fill="hold">
                          <p:stCondLst>
                            <p:cond delay="0"/>
                          </p:stCondLst>
                          <p:childTnLst>
                            <p:par>
                              <p:cTn id="38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85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387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388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385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389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91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73"/>
                      </p:tgtEl>
                    </p:cond>
                  </p:nextCondLst>
                </p:seq>
                <p:seq concurrent="1" nextAc="seek">
                  <p:cTn id="393" restart="whenNotActive" fill="hold" evtFilter="cancelBubble" nodeType="interactiveSeq">
                    <p:stCondLst>
                      <p:cond evt="onClick" delay="0">
                        <p:tgtEl>
                          <p:spTgt spid="7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94" fill="hold">
                          <p:stCondLst>
                            <p:cond delay="0"/>
                          </p:stCondLst>
                          <p:childTnLst>
                            <p:par>
                              <p:cTn id="3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6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398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39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396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400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02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71"/>
                      </p:tgtEl>
                    </p:cond>
                  </p:nextCondLst>
                </p:seq>
                <p:seq concurrent="1" nextAc="seek">
                  <p:cTn id="404" restart="whenNotActive" fill="hold" evtFilter="cancelBubble" nodeType="interactiveSeq">
                    <p:stCondLst>
                      <p:cond evt="onClick" delay="0">
                        <p:tgtEl>
                          <p:spTgt spid="25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05" fill="hold">
                          <p:stCondLst>
                            <p:cond delay="0"/>
                          </p:stCondLst>
                          <p:childTnLst>
                            <p:par>
                              <p:cTn id="40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07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409" dur="5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410" dur="5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407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411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3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53"/>
                      </p:tgtEl>
                    </p:cond>
                  </p:nextCondLst>
                </p:seq>
                <p:seq concurrent="1" nextAc="seek">
                  <p:cTn id="415" restart="whenNotActive" fill="hold" evtFilter="cancelBubble" nodeType="interactiveSeq">
                    <p:stCondLst>
                      <p:cond evt="onClick" delay="0">
                        <p:tgtEl>
                          <p:spTgt spid="25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16" fill="hold">
                          <p:stCondLst>
                            <p:cond delay="0"/>
                          </p:stCondLst>
                          <p:childTnLst>
                            <p:par>
                              <p:cTn id="41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8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420" dur="5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421" dur="5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418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422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24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50"/>
                      </p:tgtEl>
                    </p:cond>
                  </p:nextCondLst>
                </p:seq>
                <p:seq concurrent="1" nextAc="seek">
                  <p:cTn id="426" restart="whenNotActive" fill="hold" evtFilter="cancelBubble" nodeType="interactiveSeq">
                    <p:stCondLst>
                      <p:cond evt="onClick" delay="0">
                        <p:tgtEl>
                          <p:spTgt spid="24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27" fill="hold">
                          <p:stCondLst>
                            <p:cond delay="0"/>
                          </p:stCondLst>
                          <p:childTnLst>
                            <p:par>
                              <p:cTn id="42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29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431" dur="5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432" dur="5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429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433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5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47"/>
                      </p:tgtEl>
                    </p:cond>
                  </p:nextCondLst>
                </p:seq>
                <p:seq concurrent="1" nextAc="seek">
                  <p:cTn id="437" restart="whenNotActive" fill="hold" evtFilter="cancelBubble" nodeType="interactiveSeq">
                    <p:stCondLst>
                      <p:cond evt="onClick" delay="0">
                        <p:tgtEl>
                          <p:spTgt spid="24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38" fill="hold">
                          <p:stCondLst>
                            <p:cond delay="0"/>
                          </p:stCondLst>
                          <p:childTnLst>
                            <p:par>
                              <p:cTn id="43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40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442" dur="5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443" dur="5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440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444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6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44"/>
                      </p:tgtEl>
                    </p:cond>
                  </p:nextCondLst>
                </p:seq>
                <p:seq concurrent="1" nextAc="seek">
                  <p:cTn id="448" restart="whenNotActive" fill="hold" evtFilter="cancelBubble" nodeType="interactiveSeq">
                    <p:stCondLst>
                      <p:cond evt="onClick" delay="0">
                        <p:tgtEl>
                          <p:spTgt spid="24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49" fill="hold">
                          <p:stCondLst>
                            <p:cond delay="0"/>
                          </p:stCondLst>
                          <p:childTnLst>
                            <p:par>
                              <p:cTn id="4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51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453" dur="5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454" dur="5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451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455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57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41"/>
                      </p:tgtEl>
                    </p:cond>
                  </p:nextCondLst>
                </p:seq>
                <p:seq concurrent="1" nextAc="seek">
                  <p:cTn id="459" restart="whenNotActive" fill="hold" evtFilter="cancelBubble" nodeType="interactiveSeq">
                    <p:stCondLst>
                      <p:cond evt="onClick" delay="0">
                        <p:tgtEl>
                          <p:spTgt spid="23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60" fill="hold">
                          <p:stCondLst>
                            <p:cond delay="0"/>
                          </p:stCondLst>
                          <p:childTnLst>
                            <p:par>
                              <p:cTn id="46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2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464" dur="5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465" dur="5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462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466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68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35"/>
                      </p:tgtEl>
                    </p:cond>
                  </p:nextCondLst>
                </p:seq>
                <p:seq concurrent="1" nextAc="seek">
                  <p:cTn id="470" restart="whenNotActive" fill="hold" evtFilter="cancelBubble" nodeType="interactiveSeq">
                    <p:stCondLst>
                      <p:cond evt="onClick" delay="0">
                        <p:tgtEl>
                          <p:spTgt spid="23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71" fill="hold">
                          <p:stCondLst>
                            <p:cond delay="0"/>
                          </p:stCondLst>
                          <p:childTnLst>
                            <p:par>
                              <p:cTn id="47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73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475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476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473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477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9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38"/>
                      </p:tgtEl>
                    </p:cond>
                  </p:nextCondLst>
                </p:seq>
                <p:seq concurrent="1" nextAc="seek">
                  <p:cTn id="481" restart="whenNotActive" fill="hold" evtFilter="cancelBubble" nodeType="interactiveSeq">
                    <p:stCondLst>
                      <p:cond evt="onClick" delay="0">
                        <p:tgtEl>
                          <p:spTgt spid="14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82" fill="hold">
                          <p:stCondLst>
                            <p:cond delay="0"/>
                          </p:stCondLst>
                          <p:childTnLst>
                            <p:par>
                              <p:cTn id="48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84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486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487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484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488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0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40"/>
                      </p:tgtEl>
                    </p:cond>
                  </p:nextCondLst>
                </p:seq>
                <p:seq concurrent="1" nextAc="seek">
                  <p:cTn id="492" restart="whenNotActive" fill="hold" evtFilter="cancelBubble" nodeType="interactiveSeq">
                    <p:stCondLst>
                      <p:cond evt="onClick" delay="0">
                        <p:tgtEl>
                          <p:spTgt spid="13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93" fill="hold">
                          <p:stCondLst>
                            <p:cond delay="0"/>
                          </p:stCondLst>
                          <p:childTnLst>
                            <p:par>
                              <p:cTn id="49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95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497" dur="500" fill="hold"/>
                                            <p:tgtEl>
                                              <p:spTgt spid="1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498" dur="500" fill="hold"/>
                                            <p:tgtEl>
                                              <p:spTgt spid="1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495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499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1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38"/>
                      </p:tgtEl>
                    </p:cond>
                  </p:nextCondLst>
                </p:seq>
                <p:seq concurrent="1" nextAc="seek">
                  <p:cTn id="503" restart="whenNotActive" fill="hold" evtFilter="cancelBubble" nodeType="interactiveSeq">
                    <p:stCondLst>
                      <p:cond evt="onClick" delay="0">
                        <p:tgtEl>
                          <p:spTgt spid="13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504" fill="hold">
                          <p:stCondLst>
                            <p:cond delay="0"/>
                          </p:stCondLst>
                          <p:childTnLst>
                            <p:par>
                              <p:cTn id="50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06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508" dur="500" fill="hold"/>
                                            <p:tgtEl>
                                              <p:spTgt spid="18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509" dur="500" fill="hold"/>
                                            <p:tgtEl>
                                              <p:spTgt spid="18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506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510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12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36"/>
                      </p:tgtEl>
                    </p:cond>
                  </p:nextCondLst>
                </p:seq>
                <p:seq concurrent="1" nextAc="seek">
                  <p:cTn id="514" restart="whenNotActive" fill="hold" evtFilter="cancelBubble" nodeType="interactiveSeq">
                    <p:stCondLst>
                      <p:cond evt="onClick" delay="0">
                        <p:tgtEl>
                          <p:spTgt spid="13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515" fill="hold">
                          <p:stCondLst>
                            <p:cond delay="0"/>
                          </p:stCondLst>
                          <p:childTnLst>
                            <p:par>
                              <p:cTn id="5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7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519" dur="500" fill="hold"/>
                                            <p:tgtEl>
                                              <p:spTgt spid="18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520" dur="500" fill="hold"/>
                                            <p:tgtEl>
                                              <p:spTgt spid="18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517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521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23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34"/>
                      </p:tgtEl>
                    </p:cond>
                  </p:nextCondLst>
                </p:seq>
                <p:seq concurrent="1" nextAc="seek">
                  <p:cTn id="525" restart="whenNotActive" fill="hold" evtFilter="cancelBubble" nodeType="interactiveSeq">
                    <p:stCondLst>
                      <p:cond evt="onClick" delay="0">
                        <p:tgtEl>
                          <p:spTgt spid="13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526" fill="hold">
                          <p:stCondLst>
                            <p:cond delay="0"/>
                          </p:stCondLst>
                          <p:childTnLst>
                            <p:par>
                              <p:cTn id="5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28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530" dur="500" fill="hold"/>
                                            <p:tgtEl>
                                              <p:spTgt spid="18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531" dur="500" fill="hold"/>
                                            <p:tgtEl>
                                              <p:spTgt spid="18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528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532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4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32"/>
                      </p:tgtEl>
                    </p:cond>
                  </p:nextCondLst>
                </p:seq>
                <p:seq concurrent="1" nextAc="seek">
                  <p:cTn id="536" restart="whenNotActive" fill="hold" evtFilter="cancelBubble" nodeType="interactiveSeq">
                    <p:stCondLst>
                      <p:cond evt="onClick" delay="0">
                        <p:tgtEl>
                          <p:spTgt spid="13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537" fill="hold">
                          <p:stCondLst>
                            <p:cond delay="0"/>
                          </p:stCondLst>
                          <p:childTnLst>
                            <p:par>
                              <p:cTn id="5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39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541" dur="500" fill="hold"/>
                                            <p:tgtEl>
                                              <p:spTgt spid="18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542" dur="500" fill="hold"/>
                                            <p:tgtEl>
                                              <p:spTgt spid="18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539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543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45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30"/>
                      </p:tgtEl>
                    </p:cond>
                  </p:nextCondLst>
                </p:seq>
                <p:seq concurrent="1" nextAc="seek">
                  <p:cTn id="547" restart="whenNotActive" fill="hold" evtFilter="cancelBubble" nodeType="interactiveSeq">
                    <p:stCondLst>
                      <p:cond evt="onClick" delay="0">
                        <p:tgtEl>
                          <p:spTgt spid="12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548" fill="hold">
                          <p:stCondLst>
                            <p:cond delay="0"/>
                          </p:stCondLst>
                          <p:childTnLst>
                            <p:par>
                              <p:cTn id="54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50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552" dur="500" fill="hold"/>
                                            <p:tgtEl>
                                              <p:spTgt spid="1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553" dur="500" fill="hold"/>
                                            <p:tgtEl>
                                              <p:spTgt spid="1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550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554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56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28"/>
                      </p:tgtEl>
                    </p:cond>
                  </p:nextCondLst>
                </p:seq>
                <p:seq concurrent="1" nextAc="seek">
                  <p:cTn id="558" restart="whenNotActive" fill="hold" evtFilter="cancelBubble" nodeType="interactiveSeq">
                    <p:stCondLst>
                      <p:cond evt="onClick" delay="0">
                        <p:tgtEl>
                          <p:spTgt spid="12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559" fill="hold">
                          <p:stCondLst>
                            <p:cond delay="0"/>
                          </p:stCondLst>
                          <p:childTnLst>
                            <p:par>
                              <p:cTn id="5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1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563" dur="500" fill="hold"/>
                                            <p:tgtEl>
                                              <p:spTgt spid="1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564" dur="500" fill="hold"/>
                                            <p:tgtEl>
                                              <p:spTgt spid="1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561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565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7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26"/>
                      </p:tgtEl>
                    </p:cond>
                  </p:nextCondLst>
                </p:seq>
                <p:seq concurrent="1" nextAc="seek">
                  <p:cTn id="569" restart="whenNotActive" fill="hold" evtFilter="cancelBubble" nodeType="interactiveSeq">
                    <p:stCondLst>
                      <p:cond evt="onClick" delay="0">
                        <p:tgtEl>
                          <p:spTgt spid="12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570" fill="hold">
                          <p:stCondLst>
                            <p:cond delay="0"/>
                          </p:stCondLst>
                          <p:childTnLst>
                            <p:par>
                              <p:cTn id="57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72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574" dur="500" fill="hold"/>
                                            <p:tgtEl>
                                              <p:spTgt spid="1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575" dur="500" fill="hold"/>
                                            <p:tgtEl>
                                              <p:spTgt spid="19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572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576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78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24"/>
                      </p:tgtEl>
                    </p:cond>
                  </p:nextCondLst>
                </p:seq>
                <p:seq concurrent="1" nextAc="seek">
                  <p:cTn id="580" restart="whenNotActive" fill="hold" evtFilter="cancelBubble" nodeType="interactiveSeq">
                    <p:stCondLst>
                      <p:cond evt="onClick" delay="0">
                        <p:tgtEl>
                          <p:spTgt spid="12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581" fill="hold">
                          <p:stCondLst>
                            <p:cond delay="0"/>
                          </p:stCondLst>
                          <p:childTnLst>
                            <p:par>
                              <p:cTn id="58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83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585" dur="500" fill="hold"/>
                                            <p:tgtEl>
                                              <p:spTgt spid="1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586" dur="500" fill="hold"/>
                                            <p:tgtEl>
                                              <p:spTgt spid="1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583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587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89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22"/>
                      </p:tgtEl>
                    </p:cond>
                  </p:nextCondLst>
                </p:seq>
                <p:seq concurrent="1" nextAc="seek">
                  <p:cTn id="591" restart="whenNotActive" fill="hold" evtFilter="cancelBubble" nodeType="interactiveSeq">
                    <p:stCondLst>
                      <p:cond evt="onClick" delay="0">
                        <p:tgtEl>
                          <p:spTgt spid="12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592" fill="hold">
                          <p:stCondLst>
                            <p:cond delay="0"/>
                          </p:stCondLst>
                          <p:childTnLst>
                            <p:par>
                              <p:cTn id="59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94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596" dur="500" fill="hold"/>
                                            <p:tgtEl>
                                              <p:spTgt spid="19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597" dur="500" fill="hold"/>
                                            <p:tgtEl>
                                              <p:spTgt spid="19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594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598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00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20"/>
                      </p:tgtEl>
                    </p:cond>
                  </p:nextCondLst>
                </p:seq>
                <p:seq concurrent="1" nextAc="seek">
                  <p:cTn id="602" restart="whenNotActive" fill="hold" evtFilter="cancelBubble" nodeType="interactiveSeq">
                    <p:stCondLst>
                      <p:cond evt="onClick" delay="0">
                        <p:tgtEl>
                          <p:spTgt spid="11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03" fill="hold">
                          <p:stCondLst>
                            <p:cond delay="0"/>
                          </p:stCondLst>
                          <p:childTnLst>
                            <p:par>
                              <p:cTn id="60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05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607" dur="500" fill="hold"/>
                                            <p:tgtEl>
                                              <p:spTgt spid="19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608" dur="500" fill="hold"/>
                                            <p:tgtEl>
                                              <p:spTgt spid="19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605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609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11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18"/>
                      </p:tgtEl>
                    </p:cond>
                  </p:nextCondLst>
                </p:seq>
                <p:seq concurrent="1" nextAc="seek">
                  <p:cTn id="613" restart="whenNotActive" fill="hold" evtFilter="cancelBubble" nodeType="interactiveSeq">
                    <p:stCondLst>
                      <p:cond evt="onClick" delay="0">
                        <p:tgtEl>
                          <p:spTgt spid="11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14" fill="hold">
                          <p:stCondLst>
                            <p:cond delay="0"/>
                          </p:stCondLst>
                          <p:childTnLst>
                            <p:par>
                              <p:cTn id="6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6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618" dur="500" fill="hold"/>
                                            <p:tgtEl>
                                              <p:spTgt spid="19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619" dur="500" fill="hold"/>
                                            <p:tgtEl>
                                              <p:spTgt spid="19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616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620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2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16"/>
                      </p:tgtEl>
                    </p:cond>
                  </p:nextCondLst>
                </p:seq>
                <p:seq concurrent="1" nextAc="seek">
                  <p:cTn id="624" restart="whenNotActive" fill="hold" evtFilter="cancelBubble" nodeType="interactiveSeq">
                    <p:stCondLst>
                      <p:cond evt="onClick" delay="0">
                        <p:tgtEl>
                          <p:spTgt spid="11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25" fill="hold">
                          <p:stCondLst>
                            <p:cond delay="0"/>
                          </p:stCondLst>
                          <p:childTnLst>
                            <p:par>
                              <p:cTn id="62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27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629" dur="500" fill="hold"/>
                                            <p:tgtEl>
                                              <p:spTgt spid="19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630" dur="500" fill="hold"/>
                                            <p:tgtEl>
                                              <p:spTgt spid="19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627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631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33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14"/>
                      </p:tgtEl>
                    </p:cond>
                  </p:nextCondLst>
                </p:seq>
                <p:seq concurrent="1" nextAc="seek">
                  <p:cTn id="635" restart="whenNotActive" fill="hold" evtFilter="cancelBubble" nodeType="interactiveSeq">
                    <p:stCondLst>
                      <p:cond evt="onClick" delay="0">
                        <p:tgtEl>
                          <p:spTgt spid="11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36" fill="hold">
                          <p:stCondLst>
                            <p:cond delay="0"/>
                          </p:stCondLst>
                          <p:childTnLst>
                            <p:par>
                              <p:cTn id="63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38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640" dur="500" fill="hold"/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641" dur="500" fill="hold"/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638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642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4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12"/>
                      </p:tgtEl>
                    </p:cond>
                  </p:nextCondLst>
                </p:seq>
                <p:seq concurrent="1" nextAc="seek">
                  <p:cTn id="646" restart="whenNotActive" fill="hold" evtFilter="cancelBubble" nodeType="interactiveSeq">
                    <p:stCondLst>
                      <p:cond evt="onClick" delay="0">
                        <p:tgtEl>
                          <p:spTgt spid="11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47" fill="hold">
                          <p:stCondLst>
                            <p:cond delay="0"/>
                          </p:stCondLst>
                          <p:childTnLst>
                            <p:par>
                              <p:cTn id="64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49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651" dur="500" fill="hold"/>
                                            <p:tgtEl>
                                              <p:spTgt spid="19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652" dur="500" fill="hold"/>
                                            <p:tgtEl>
                                              <p:spTgt spid="19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649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653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5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10"/>
                      </p:tgtEl>
                    </p:cond>
                  </p:nextCondLst>
                </p:seq>
                <p:seq concurrent="1" nextAc="seek">
                  <p:cTn id="657" restart="whenNotActive" fill="hold" evtFilter="cancelBubble" nodeType="interactiveSeq">
                    <p:stCondLst>
                      <p:cond evt="onClick" delay="0">
                        <p:tgtEl>
                          <p:spTgt spid="10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58" fill="hold">
                          <p:stCondLst>
                            <p:cond delay="0"/>
                          </p:stCondLst>
                          <p:childTnLst>
                            <p:par>
                              <p:cTn id="65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0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662" dur="500" fill="hold"/>
                                            <p:tgtEl>
                                              <p:spTgt spid="19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663" dur="500" fill="hold"/>
                                            <p:tgtEl>
                                              <p:spTgt spid="19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660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664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66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8"/>
                      </p:tgtEl>
                    </p:cond>
                  </p:nextCondLst>
                </p:seq>
                <p:seq concurrent="1" nextAc="seek">
                  <p:cTn id="668" restart="whenNotActive" fill="hold" evtFilter="cancelBubble" nodeType="interactiveSeq">
                    <p:stCondLst>
                      <p:cond evt="onClick" delay="0">
                        <p:tgtEl>
                          <p:spTgt spid="10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69" fill="hold">
                          <p:stCondLst>
                            <p:cond delay="0"/>
                          </p:stCondLst>
                          <p:childTnLst>
                            <p:par>
                              <p:cTn id="6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71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673" dur="500" fill="hold"/>
                                            <p:tgtEl>
                                              <p:spTgt spid="20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674" dur="500" fill="hold"/>
                                            <p:tgtEl>
                                              <p:spTgt spid="20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671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675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77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6"/>
                      </p:tgtEl>
                    </p:cond>
                  </p:nextCondLst>
                </p:seq>
                <p:seq concurrent="1" nextAc="seek">
                  <p:cTn id="679" restart="whenNotActive" fill="hold" evtFilter="cancelBubble" nodeType="interactiveSeq">
                    <p:stCondLst>
                      <p:cond evt="onClick" delay="0">
                        <p:tgtEl>
                          <p:spTgt spid="10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80" fill="hold">
                          <p:stCondLst>
                            <p:cond delay="0"/>
                          </p:stCondLst>
                          <p:childTnLst>
                            <p:par>
                              <p:cTn id="68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82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684" dur="500" fill="hold"/>
                                            <p:tgtEl>
                                              <p:spTgt spid="20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685" dur="500" fill="hold"/>
                                            <p:tgtEl>
                                              <p:spTgt spid="20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682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686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8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4"/>
                      </p:tgtEl>
                    </p:cond>
                  </p:nextCondLst>
                </p:seq>
                <p:seq concurrent="1" nextAc="seek">
                  <p:cTn id="690" restart="whenNotActive" fill="hold" evtFilter="cancelBubble" nodeType="interactiveSeq">
                    <p:stCondLst>
                      <p:cond evt="onClick" delay="0">
                        <p:tgtEl>
                          <p:spTgt spid="10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91" fill="hold">
                          <p:stCondLst>
                            <p:cond delay="0"/>
                          </p:stCondLst>
                          <p:childTnLst>
                            <p:par>
                              <p:cTn id="69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93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695" dur="500" fill="hold"/>
                                            <p:tgtEl>
                                              <p:spTgt spid="20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696" dur="500" fill="hold"/>
                                            <p:tgtEl>
                                              <p:spTgt spid="20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693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697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99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2"/>
                      </p:tgtEl>
                    </p:cond>
                  </p:nextCondLst>
                </p:seq>
                <p:seq concurrent="1" nextAc="seek">
                  <p:cTn id="701" restart="whenNotActive" fill="hold" evtFilter="cancelBubble" nodeType="interactiveSeq">
                    <p:stCondLst>
                      <p:cond evt="onClick" delay="0">
                        <p:tgtEl>
                          <p:spTgt spid="10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02" fill="hold">
                          <p:stCondLst>
                            <p:cond delay="0"/>
                          </p:stCondLst>
                          <p:childTnLst>
                            <p:par>
                              <p:cTn id="70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04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706" dur="500" fill="hold"/>
                                            <p:tgtEl>
                                              <p:spTgt spid="20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707" dur="500" fill="hold"/>
                                            <p:tgtEl>
                                              <p:spTgt spid="20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704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708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0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0"/>
                      </p:tgtEl>
                    </p:cond>
                  </p:nextCondLst>
                </p:seq>
                <p:seq concurrent="1" nextAc="seek">
                  <p:cTn id="712" restart="whenNotActive" fill="hold" evtFilter="cancelBubble" nodeType="interactiveSeq">
                    <p:stCondLst>
                      <p:cond evt="onClick" delay="0">
                        <p:tgtEl>
                          <p:spTgt spid="9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13" fill="hold">
                          <p:stCondLst>
                            <p:cond delay="0"/>
                          </p:stCondLst>
                          <p:childTnLst>
                            <p:par>
                              <p:cTn id="7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5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717" dur="500" fill="hold"/>
                                            <p:tgtEl>
                                              <p:spTgt spid="20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718" dur="500" fill="hold"/>
                                            <p:tgtEl>
                                              <p:spTgt spid="20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715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719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21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98"/>
                      </p:tgtEl>
                    </p:cond>
                  </p:nextCondLst>
                </p:seq>
                <p:seq concurrent="1" nextAc="seek">
                  <p:cTn id="723" restart="whenNotActive" fill="hold" evtFilter="cancelBubble" nodeType="interactiveSeq">
                    <p:stCondLst>
                      <p:cond evt="onClick" delay="0">
                        <p:tgtEl>
                          <p:spTgt spid="9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24" fill="hold">
                          <p:stCondLst>
                            <p:cond delay="0"/>
                          </p:stCondLst>
                          <p:childTnLst>
                            <p:par>
                              <p:cTn id="7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26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728" dur="500" fill="hold"/>
                                            <p:tgtEl>
                                              <p:spTgt spid="20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729" dur="500" fill="hold"/>
                                            <p:tgtEl>
                                              <p:spTgt spid="20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726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730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32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96"/>
                      </p:tgtEl>
                    </p:cond>
                  </p:nextCondLst>
                </p:seq>
                <p:seq concurrent="1" nextAc="seek">
                  <p:cTn id="734" restart="whenNotActive" fill="hold" evtFilter="cancelBubble" nodeType="interactiveSeq">
                    <p:stCondLst>
                      <p:cond evt="onClick" delay="0">
                        <p:tgtEl>
                          <p:spTgt spid="9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35" fill="hold">
                          <p:stCondLst>
                            <p:cond delay="0"/>
                          </p:stCondLst>
                          <p:childTnLst>
                            <p:par>
                              <p:cTn id="73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37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739" dur="500" fill="hold"/>
                                            <p:tgtEl>
                                              <p:spTgt spid="20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740" dur="500" fill="hold"/>
                                            <p:tgtEl>
                                              <p:spTgt spid="20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737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741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3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94"/>
                      </p:tgtEl>
                    </p:cond>
                  </p:nextCondLst>
                </p:seq>
                <p:seq concurrent="1" nextAc="seek">
                  <p:cTn id="745" restart="whenNotActive" fill="hold" evtFilter="cancelBubble" nodeType="interactiveSeq">
                    <p:stCondLst>
                      <p:cond evt="onClick" delay="0">
                        <p:tgtEl>
                          <p:spTgt spid="9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46" fill="hold">
                          <p:stCondLst>
                            <p:cond delay="0"/>
                          </p:stCondLst>
                          <p:childTnLst>
                            <p:par>
                              <p:cTn id="74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8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750" dur="500" fill="hold"/>
                                            <p:tgtEl>
                                              <p:spTgt spid="20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751" dur="500" fill="hold"/>
                                            <p:tgtEl>
                                              <p:spTgt spid="20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748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752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54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92"/>
                      </p:tgtEl>
                    </p:cond>
                  </p:nextCondLst>
                </p:seq>
                <p:seq concurrent="1" nextAc="seek">
                  <p:cTn id="756" restart="whenNotActive" fill="hold" evtFilter="cancelBubble" nodeType="interactiveSeq">
                    <p:stCondLst>
                      <p:cond evt="onClick" delay="0">
                        <p:tgtEl>
                          <p:spTgt spid="9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57" fill="hold">
                          <p:stCondLst>
                            <p:cond delay="0"/>
                          </p:stCondLst>
                          <p:childTnLst>
                            <p:par>
                              <p:cTn id="75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59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761" dur="500" fill="hold"/>
                                            <p:tgtEl>
                                              <p:spTgt spid="20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762" dur="500" fill="hold"/>
                                            <p:tgtEl>
                                              <p:spTgt spid="20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759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763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65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90"/>
                      </p:tgtEl>
                    </p:cond>
                  </p:nextCondLst>
                </p:seq>
                <p:seq concurrent="1" nextAc="seek">
                  <p:cTn id="767" restart="whenNotActive" fill="hold" evtFilter="cancelBubble" nodeType="interactiveSeq">
                    <p:stCondLst>
                      <p:cond evt="onClick" delay="0">
                        <p:tgtEl>
                          <p:spTgt spid="8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68" fill="hold">
                          <p:stCondLst>
                            <p:cond delay="0"/>
                          </p:stCondLst>
                          <p:childTnLst>
                            <p:par>
                              <p:cTn id="76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70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772" dur="500" fill="hold"/>
                                            <p:tgtEl>
                                              <p:spTgt spid="20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773" dur="500" fill="hold"/>
                                            <p:tgtEl>
                                              <p:spTgt spid="20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770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774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6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88"/>
                      </p:tgtEl>
                    </p:cond>
                  </p:nextCondLst>
                </p:seq>
                <p:seq concurrent="1" nextAc="seek">
                  <p:cTn id="778" restart="whenNotActive" fill="hold" evtFilter="cancelBubble" nodeType="interactiveSeq">
                    <p:stCondLst>
                      <p:cond evt="onClick" delay="0">
                        <p:tgtEl>
                          <p:spTgt spid="8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79" fill="hold">
                          <p:stCondLst>
                            <p:cond delay="0"/>
                          </p:stCondLst>
                          <p:childTnLst>
                            <p:par>
                              <p:cTn id="7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81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783" dur="500" fill="hold"/>
                                            <p:tgtEl>
                                              <p:spTgt spid="2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784" dur="500" fill="hold"/>
                                            <p:tgtEl>
                                              <p:spTgt spid="2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781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785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87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86"/>
                      </p:tgtEl>
                    </p:cond>
                  </p:nextCondLst>
                </p:seq>
                <p:seq concurrent="1" nextAc="seek">
                  <p:cTn id="789" restart="whenNotActive" fill="hold" evtFilter="cancelBubble" nodeType="interactiveSeq">
                    <p:stCondLst>
                      <p:cond evt="onClick" delay="0">
                        <p:tgtEl>
                          <p:spTgt spid="8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90" fill="hold">
                          <p:stCondLst>
                            <p:cond delay="0"/>
                          </p:stCondLst>
                          <p:childTnLst>
                            <p:par>
                              <p:cTn id="79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92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794" dur="500" fill="hold"/>
                                            <p:tgtEl>
                                              <p:spTgt spid="2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795" dur="500" fill="hold"/>
                                            <p:tgtEl>
                                              <p:spTgt spid="2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792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796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98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84"/>
                      </p:tgtEl>
                    </p:cond>
                  </p:nextCondLst>
                </p:seq>
                <p:seq concurrent="1" nextAc="seek">
                  <p:cTn id="800" restart="whenNotActive" fill="hold" evtFilter="cancelBubble" nodeType="interactiveSeq">
                    <p:stCondLst>
                      <p:cond evt="onClick" delay="0">
                        <p:tgtEl>
                          <p:spTgt spid="8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01" fill="hold">
                          <p:stCondLst>
                            <p:cond delay="0"/>
                          </p:stCondLst>
                          <p:childTnLst>
                            <p:par>
                              <p:cTn id="80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03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805" dur="500" fill="hold"/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806" dur="500" fill="hold"/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803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807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9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82"/>
                      </p:tgtEl>
                    </p:cond>
                  </p:nextCondLst>
                </p:seq>
                <p:seq concurrent="1" nextAc="seek">
                  <p:cTn id="811" restart="whenNotActive" fill="hold" evtFilter="cancelBubble" nodeType="interactiveSeq">
                    <p:stCondLst>
                      <p:cond evt="onClick" delay="0">
                        <p:tgtEl>
                          <p:spTgt spid="8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12" fill="hold">
                          <p:stCondLst>
                            <p:cond delay="0"/>
                          </p:stCondLst>
                          <p:childTnLst>
                            <p:par>
                              <p:cTn id="81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4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816" dur="500" fill="hold"/>
                                            <p:tgtEl>
                                              <p:spTgt spid="2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817" dur="500" fill="hold"/>
                                            <p:tgtEl>
                                              <p:spTgt spid="2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814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818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20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80"/>
                      </p:tgtEl>
                    </p:cond>
                  </p:nextCondLst>
                </p:seq>
                <p:seq concurrent="1" nextAc="seek">
                  <p:cTn id="822" restart="whenNotActive" fill="hold" evtFilter="cancelBubble" nodeType="interactiveSeq">
                    <p:stCondLst>
                      <p:cond evt="onClick" delay="0">
                        <p:tgtEl>
                          <p:spTgt spid="7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23" fill="hold">
                          <p:stCondLst>
                            <p:cond delay="0"/>
                          </p:stCondLst>
                          <p:childTnLst>
                            <p:par>
                              <p:cTn id="82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25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827" dur="500" fill="hold"/>
                                            <p:tgtEl>
                                              <p:spTgt spid="2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828" dur="500" fill="hold"/>
                                            <p:tgtEl>
                                              <p:spTgt spid="2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825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829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1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78"/>
                      </p:tgtEl>
                    </p:cond>
                  </p:nextCondLst>
                </p:seq>
                <p:seq concurrent="1" nextAc="seek">
                  <p:cTn id="833" restart="whenNotActive" fill="hold" evtFilter="cancelBubble" nodeType="interactiveSeq">
                    <p:stCondLst>
                      <p:cond evt="onClick" delay="0">
                        <p:tgtEl>
                          <p:spTgt spid="7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34" fill="hold">
                          <p:stCondLst>
                            <p:cond delay="0"/>
                          </p:stCondLst>
                          <p:childTnLst>
                            <p:par>
                              <p:cTn id="8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36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838" dur="500" fill="hold"/>
                                            <p:tgtEl>
                                              <p:spTgt spid="2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839" dur="500" fill="hold"/>
                                            <p:tgtEl>
                                              <p:spTgt spid="2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836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840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42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76"/>
                      </p:tgtEl>
                    </p:cond>
                  </p:nextCondLst>
                </p:seq>
                <p:seq concurrent="1" nextAc="seek">
                  <p:cTn id="844" restart="whenNotActive" fill="hold" evtFilter="cancelBubble" nodeType="interactiveSeq">
                    <p:stCondLst>
                      <p:cond evt="onClick" delay="0">
                        <p:tgtEl>
                          <p:spTgt spid="7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45" fill="hold">
                          <p:stCondLst>
                            <p:cond delay="0"/>
                          </p:stCondLst>
                          <p:childTnLst>
                            <p:par>
                              <p:cTn id="84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47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849" dur="500" fill="hold"/>
                                            <p:tgtEl>
                                              <p:spTgt spid="2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850" dur="500" fill="hold"/>
                                            <p:tgtEl>
                                              <p:spTgt spid="2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847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851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53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74"/>
                      </p:tgtEl>
                    </p:cond>
                  </p:nextCondLst>
                </p:seq>
                <p:seq concurrent="1" nextAc="seek">
                  <p:cTn id="855" restart="whenNotActive" fill="hold" evtFilter="cancelBubble" nodeType="interactiveSeq">
                    <p:stCondLst>
                      <p:cond evt="onClick" delay="0">
                        <p:tgtEl>
                          <p:spTgt spid="7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56" fill="hold">
                          <p:stCondLst>
                            <p:cond delay="0"/>
                          </p:stCondLst>
                          <p:childTnLst>
                            <p:par>
                              <p:cTn id="85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58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860" dur="500" fill="hold"/>
                                            <p:tgtEl>
                                              <p:spTgt spid="2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861" dur="500" fill="hold"/>
                                            <p:tgtEl>
                                              <p:spTgt spid="2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858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862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4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72"/>
                      </p:tgtEl>
                    </p:cond>
                  </p:nextCondLst>
                </p:seq>
                <p:seq concurrent="1" nextAc="seek">
                  <p:cTn id="866" restart="whenNotActive" fill="hold" evtFilter="cancelBubble" nodeType="interactiveSeq">
                    <p:stCondLst>
                      <p:cond evt="onClick" delay="0">
                        <p:tgtEl>
                          <p:spTgt spid="25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67" fill="hold">
                          <p:stCondLst>
                            <p:cond delay="0"/>
                          </p:stCondLst>
                          <p:childTnLst>
                            <p:par>
                              <p:cTn id="86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9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871" dur="500" fill="hold"/>
                                            <p:tgtEl>
                                              <p:spTgt spid="2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872" dur="500" fill="hold"/>
                                            <p:tgtEl>
                                              <p:spTgt spid="2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869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873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75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54"/>
                      </p:tgtEl>
                    </p:cond>
                  </p:nextCondLst>
                </p:seq>
                <p:seq concurrent="1" nextAc="seek">
                  <p:cTn id="877" restart="whenNotActive" fill="hold" evtFilter="cancelBubble" nodeType="interactiveSeq">
                    <p:stCondLst>
                      <p:cond evt="onClick" delay="0">
                        <p:tgtEl>
                          <p:spTgt spid="25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78" fill="hold">
                          <p:stCondLst>
                            <p:cond delay="0"/>
                          </p:stCondLst>
                          <p:childTnLst>
                            <p:par>
                              <p:cTn id="87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80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882" dur="500" fill="hold"/>
                                            <p:tgtEl>
                                              <p:spTgt spid="2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883" dur="500" fill="hold"/>
                                            <p:tgtEl>
                                              <p:spTgt spid="2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880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884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86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51"/>
                      </p:tgtEl>
                    </p:cond>
                  </p:nextCondLst>
                </p:seq>
                <p:seq concurrent="1" nextAc="seek">
                  <p:cTn id="888" restart="whenNotActive" fill="hold" evtFilter="cancelBubble" nodeType="interactiveSeq">
                    <p:stCondLst>
                      <p:cond evt="onClick" delay="0">
                        <p:tgtEl>
                          <p:spTgt spid="24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89" fill="hold">
                          <p:stCondLst>
                            <p:cond delay="0"/>
                          </p:stCondLst>
                          <p:childTnLst>
                            <p:par>
                              <p:cTn id="8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91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893" dur="500" fill="hold"/>
                                            <p:tgtEl>
                                              <p:spTgt spid="2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894" dur="500" fill="hold"/>
                                            <p:tgtEl>
                                              <p:spTgt spid="2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891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895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7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48"/>
                      </p:tgtEl>
                    </p:cond>
                  </p:nextCondLst>
                </p:seq>
                <p:seq concurrent="1" nextAc="seek">
                  <p:cTn id="899" restart="whenNotActive" fill="hold" evtFilter="cancelBubble" nodeType="interactiveSeq">
                    <p:stCondLst>
                      <p:cond evt="onClick" delay="0">
                        <p:tgtEl>
                          <p:spTgt spid="24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00" fill="hold">
                          <p:stCondLst>
                            <p:cond delay="0"/>
                          </p:stCondLst>
                          <p:childTnLst>
                            <p:par>
                              <p:cTn id="90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02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904" dur="500" fill="hold"/>
                                            <p:tgtEl>
                                              <p:spTgt spid="2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905" dur="500" fill="hold"/>
                                            <p:tgtEl>
                                              <p:spTgt spid="2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902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906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08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45"/>
                      </p:tgtEl>
                    </p:cond>
                  </p:nextCondLst>
                </p:seq>
                <p:seq concurrent="1" nextAc="seek">
                  <p:cTn id="910" restart="whenNotActive" fill="hold" evtFilter="cancelBubble" nodeType="interactiveSeq">
                    <p:stCondLst>
                      <p:cond evt="onClick" delay="0">
                        <p:tgtEl>
                          <p:spTgt spid="24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11" fill="hold">
                          <p:stCondLst>
                            <p:cond delay="0"/>
                          </p:stCondLst>
                          <p:childTnLst>
                            <p:par>
                              <p:cTn id="9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3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915" dur="500" fill="hold"/>
                                            <p:tgtEl>
                                              <p:spTgt spid="2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916" dur="500" fill="hold"/>
                                            <p:tgtEl>
                                              <p:spTgt spid="2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913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917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19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42"/>
                      </p:tgtEl>
                    </p:cond>
                  </p:nextCondLst>
                </p:seq>
                <p:seq concurrent="1" nextAc="seek">
                  <p:cTn id="921" restart="whenNotActive" fill="hold" evtFilter="cancelBubble" nodeType="interactiveSeq">
                    <p:stCondLst>
                      <p:cond evt="onClick" delay="0">
                        <p:tgtEl>
                          <p:spTgt spid="23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22" fill="hold">
                          <p:stCondLst>
                            <p:cond delay="0"/>
                          </p:stCondLst>
                          <p:childTnLst>
                            <p:par>
                              <p:cTn id="9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24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926" dur="500" fill="hold"/>
                                            <p:tgtEl>
                                              <p:spTgt spid="2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927" dur="500" fill="hold"/>
                                            <p:tgtEl>
                                              <p:spTgt spid="2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924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928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30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36"/>
                      </p:tgtEl>
                    </p:cond>
                  </p:nextCondLst>
                </p:seq>
                <p:seq concurrent="1" nextAc="seek">
                  <p:cTn id="932" restart="whenNotActive" fill="hold" evtFilter="cancelBubble" nodeType="interactiveSeq">
                    <p:stCondLst>
                      <p:cond evt="onClick" delay="0">
                        <p:tgtEl>
                          <p:spTgt spid="23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33" fill="hold">
                          <p:stCondLst>
                            <p:cond delay="0"/>
                          </p:stCondLst>
                          <p:childTnLst>
                            <p:par>
                              <p:cTn id="93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35" presetID="2" presetClass="entr" presetSubtype="1" accel="30000" fill="hold" nodeType="click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937" dur="500" fill="hold"/>
                                            <p:tgtEl>
                                              <p:spTgt spid="2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938" dur="500" fill="hold"/>
                                            <p:tgtEl>
                                              <p:spTgt spid="2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935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939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41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39"/>
                      </p:tgtEl>
                    </p:cond>
                  </p:nextCondLst>
                </p:seq>
                <p:seq concurrent="1" nextAc="seek">
                  <p:cTn id="943" restart="whenNotActive" fill="hold" evtFilter="cancelBubble" nodeType="interactiveSeq">
                    <p:stCondLst>
                      <p:cond evt="onClick" delay="0">
                        <p:tgtEl>
                          <p:spTgt spid="17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44" fill="hold">
                          <p:stCondLst>
                            <p:cond delay="0"/>
                          </p:stCondLst>
                          <p:childTnLst>
                            <p:par>
                              <p:cTn id="9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46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48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51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5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54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76"/>
                      </p:tgtEl>
                    </p:cond>
                  </p:nextCondLst>
                </p:seq>
                <p:seq concurrent="1" nextAc="seek">
                  <p:cTn id="956" restart="whenNotActive" fill="hold" evtFilter="cancelBubble" nodeType="interactiveSeq">
                    <p:stCondLst>
                      <p:cond evt="onClick" delay="0">
                        <p:tgtEl>
                          <p:spTgt spid="17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57" fill="hold">
                          <p:stCondLst>
                            <p:cond delay="0"/>
                          </p:stCondLst>
                          <p:childTnLst>
                            <p:par>
                              <p:cTn id="95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59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61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6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6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66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7" dur="500"/>
                                            <p:tgtEl>
                                              <p:spTgt spid="18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6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77"/>
                      </p:tgtEl>
                    </p:cond>
                  </p:nextCondLst>
                </p:seq>
                <p:seq concurrent="1" nextAc="seek">
                  <p:cTn id="969" restart="whenNotActive" fill="hold" evtFilter="cancelBubble" nodeType="interactiveSeq">
                    <p:stCondLst>
                      <p:cond evt="onClick" delay="0">
                        <p:tgtEl>
                          <p:spTgt spid="17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70" fill="hold">
                          <p:stCondLst>
                            <p:cond delay="0"/>
                          </p:stCondLst>
                          <p:childTnLst>
                            <p:par>
                              <p:cTn id="97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72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74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76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77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79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80" dur="500"/>
                                            <p:tgtEl>
                                              <p:spTgt spid="18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8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78"/>
                      </p:tgtEl>
                    </p:cond>
                  </p:nextCondLst>
                </p:seq>
                <p:seq concurrent="1" nextAc="seek">
                  <p:cTn id="982" restart="whenNotActive" fill="hold" evtFilter="cancelBubble" nodeType="interactiveSeq">
                    <p:stCondLst>
                      <p:cond evt="onClick" delay="0">
                        <p:tgtEl>
                          <p:spTgt spid="17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83" fill="hold">
                          <p:stCondLst>
                            <p:cond delay="0"/>
                          </p:stCondLst>
                          <p:childTnLst>
                            <p:par>
                              <p:cTn id="98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85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7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9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0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9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3" dur="500"/>
                                            <p:tgtEl>
                                              <p:spTgt spid="18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79"/>
                      </p:tgtEl>
                    </p:cond>
                  </p:nextCondLst>
                </p:seq>
                <p:seq concurrent="1" nextAc="seek">
                  <p:cTn id="995" restart="whenNotActive" fill="hold" evtFilter="cancelBubble" nodeType="interactiveSeq">
                    <p:stCondLst>
                      <p:cond evt="onClick" delay="0">
                        <p:tgtEl>
                          <p:spTgt spid="18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96" fill="hold">
                          <p:stCondLst>
                            <p:cond delay="0"/>
                          </p:stCondLst>
                          <p:childTnLst>
                            <p:par>
                              <p:cTn id="99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98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00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0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03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0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06" dur="500"/>
                                            <p:tgtEl>
                                              <p:spTgt spid="18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80"/>
                      </p:tgtEl>
                    </p:cond>
                  </p:nextCondLst>
                </p:seq>
                <p:seq concurrent="1" nextAc="seek">
                  <p:cTn id="1008" restart="whenNotActive" fill="hold" evtFilter="cancelBubble" nodeType="interactiveSeq">
                    <p:stCondLst>
                      <p:cond evt="onClick" delay="0">
                        <p:tgtEl>
                          <p:spTgt spid="18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09" fill="hold">
                          <p:stCondLst>
                            <p:cond delay="0"/>
                          </p:stCondLst>
                          <p:childTnLst>
                            <p:par>
                              <p:cTn id="10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1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3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1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1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8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19" dur="500"/>
                                            <p:tgtEl>
                                              <p:spTgt spid="18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81"/>
                      </p:tgtEl>
                    </p:cond>
                  </p:nextCondLst>
                </p:seq>
                <p:seq concurrent="1" nextAc="seek">
                  <p:cTn id="1021" restart="whenNotActive" fill="hold" evtFilter="cancelBubble" nodeType="interactiveSeq">
                    <p:stCondLst>
                      <p:cond evt="onClick" delay="0">
                        <p:tgtEl>
                          <p:spTgt spid="18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22" fill="hold">
                          <p:stCondLst>
                            <p:cond delay="0"/>
                          </p:stCondLst>
                          <p:childTnLst>
                            <p:par>
                              <p:cTn id="10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24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26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28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29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3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31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32" dur="500"/>
                                            <p:tgtEl>
                                              <p:spTgt spid="18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3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82"/>
                      </p:tgtEl>
                    </p:cond>
                  </p:nextCondLst>
                </p:seq>
                <p:seq concurrent="1" nextAc="seek">
                  <p:cTn id="1034" restart="whenNotActive" fill="hold" evtFilter="cancelBubble" nodeType="interactiveSeq">
                    <p:stCondLst>
                      <p:cond evt="onClick" delay="0">
                        <p:tgtEl>
                          <p:spTgt spid="17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35" fill="hold">
                          <p:stCondLst>
                            <p:cond delay="0"/>
                          </p:stCondLst>
                          <p:childTnLst>
                            <p:par>
                              <p:cTn id="103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37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39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41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42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4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44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45" dur="500"/>
                                            <p:tgtEl>
                                              <p:spTgt spid="19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4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75"/>
                      </p:tgtEl>
                    </p:cond>
                  </p:nextCondLst>
                </p:seq>
                <p:seq concurrent="1" nextAc="seek">
                  <p:cTn id="1047" restart="whenNotActive" fill="hold" evtFilter="cancelBubble" nodeType="interactiveSeq">
                    <p:stCondLst>
                      <p:cond evt="onClick" delay="0">
                        <p:tgtEl>
                          <p:spTgt spid="17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48" fill="hold">
                          <p:stCondLst>
                            <p:cond delay="0"/>
                          </p:stCondLst>
                          <p:childTnLst>
                            <p:par>
                              <p:cTn id="104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50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52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54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55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5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57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58" dur="500"/>
                                            <p:tgtEl>
                                              <p:spTgt spid="19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5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74"/>
                      </p:tgtEl>
                    </p:cond>
                  </p:nextCondLst>
                </p:seq>
                <p:seq concurrent="1" nextAc="seek">
                  <p:cTn id="1060" restart="whenNotActive" fill="hold" evtFilter="cancelBubble" nodeType="interactiveSeq">
                    <p:stCondLst>
                      <p:cond evt="onClick" delay="0">
                        <p:tgtEl>
                          <p:spTgt spid="17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61" fill="hold">
                          <p:stCondLst>
                            <p:cond delay="0"/>
                          </p:stCondLst>
                          <p:childTnLst>
                            <p:par>
                              <p:cTn id="106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63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65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67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6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7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71" dur="500"/>
                                            <p:tgtEl>
                                              <p:spTgt spid="19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7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73"/>
                      </p:tgtEl>
                    </p:cond>
                  </p:nextCondLst>
                </p:seq>
                <p:seq concurrent="1" nextAc="seek">
                  <p:cTn id="1073" restart="whenNotActive" fill="hold" evtFilter="cancelBubble" nodeType="interactiveSeq">
                    <p:stCondLst>
                      <p:cond evt="onClick" delay="0">
                        <p:tgtEl>
                          <p:spTgt spid="17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74" fill="hold">
                          <p:stCondLst>
                            <p:cond delay="0"/>
                          </p:stCondLst>
                          <p:childTnLst>
                            <p:par>
                              <p:cTn id="10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76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78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8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81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8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84" dur="500"/>
                                            <p:tgtEl>
                                              <p:spTgt spid="19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72"/>
                      </p:tgtEl>
                    </p:cond>
                  </p:nextCondLst>
                </p:seq>
                <p:seq concurrent="1" nextAc="seek">
                  <p:cTn id="1086" restart="whenNotActive" fill="hold" evtFilter="cancelBubble" nodeType="interactiveSeq">
                    <p:stCondLst>
                      <p:cond evt="onClick" delay="0">
                        <p:tgtEl>
                          <p:spTgt spid="17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7" fill="hold">
                          <p:stCondLst>
                            <p:cond delay="0"/>
                          </p:stCondLst>
                          <p:childTnLst>
                            <p:par>
                              <p:cTn id="108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89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91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9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94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9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96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97" dur="500"/>
                                            <p:tgtEl>
                                              <p:spTgt spid="19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9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71"/>
                      </p:tgtEl>
                    </p:cond>
                  </p:nextCondLst>
                </p:seq>
                <p:seq concurrent="1" nextAc="seek">
                  <p:cTn id="1099" restart="whenNotActive" fill="hold" evtFilter="cancelBubble" nodeType="interactiveSeq">
                    <p:stCondLst>
                      <p:cond evt="onClick" delay="0">
                        <p:tgtEl>
                          <p:spTgt spid="17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100" fill="hold">
                          <p:stCondLst>
                            <p:cond delay="0"/>
                          </p:stCondLst>
                          <p:childTnLst>
                            <p:par>
                              <p:cTn id="110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2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04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06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07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0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09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10" dur="500"/>
                                            <p:tgtEl>
                                              <p:spTgt spid="19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1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70"/>
                      </p:tgtEl>
                    </p:cond>
                  </p:nextCondLst>
                </p:seq>
                <p:seq concurrent="1" nextAc="seek">
                  <p:cTn id="1112" restart="whenNotActive" fill="hold" evtFilter="cancelBubble" nodeType="interactiveSeq">
                    <p:stCondLst>
                      <p:cond evt="onClick" delay="0">
                        <p:tgtEl>
                          <p:spTgt spid="16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113" fill="hold">
                          <p:stCondLst>
                            <p:cond delay="0"/>
                          </p:stCondLst>
                          <p:childTnLst>
                            <p:par>
                              <p:cTn id="11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15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17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19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20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2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2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23" dur="500"/>
                                            <p:tgtEl>
                                              <p:spTgt spid="19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2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69"/>
                      </p:tgtEl>
                    </p:cond>
                  </p:nextCondLst>
                </p:seq>
                <p:seq concurrent="1" nextAc="seek">
                  <p:cTn id="1125" restart="whenNotActive" fill="hold" evtFilter="cancelBubble" nodeType="interactiveSeq">
                    <p:stCondLst>
                      <p:cond evt="onClick" delay="0">
                        <p:tgtEl>
                          <p:spTgt spid="16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126" fill="hold">
                          <p:stCondLst>
                            <p:cond delay="0"/>
                          </p:stCondLst>
                          <p:childTnLst>
                            <p:par>
                              <p:cTn id="1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28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30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3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33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3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36" dur="500"/>
                                            <p:tgtEl>
                                              <p:spTgt spid="20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68"/>
                      </p:tgtEl>
                    </p:cond>
                  </p:nextCondLst>
                </p:seq>
                <p:seq concurrent="1" nextAc="seek">
                  <p:cTn id="1138" restart="whenNotActive" fill="hold" evtFilter="cancelBubble" nodeType="interactiveSeq">
                    <p:stCondLst>
                      <p:cond evt="onClick" delay="0">
                        <p:tgtEl>
                          <p:spTgt spid="16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139" fill="hold">
                          <p:stCondLst>
                            <p:cond delay="0"/>
                          </p:stCondLst>
                          <p:childTnLst>
                            <p:par>
                              <p:cTn id="11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41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43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4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6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4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48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9" dur="500"/>
                                            <p:tgtEl>
                                              <p:spTgt spid="20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67"/>
                      </p:tgtEl>
                    </p:cond>
                  </p:nextCondLst>
                </p:seq>
                <p:seq concurrent="1" nextAc="seek">
                  <p:cTn id="1151" restart="whenNotActive" fill="hold" evtFilter="cancelBubble" nodeType="interactiveSeq">
                    <p:stCondLst>
                      <p:cond evt="onClick" delay="0">
                        <p:tgtEl>
                          <p:spTgt spid="16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152" fill="hold">
                          <p:stCondLst>
                            <p:cond delay="0"/>
                          </p:stCondLst>
                          <p:childTnLst>
                            <p:par>
                              <p:cTn id="115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54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56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58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59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6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1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62" dur="500"/>
                                            <p:tgtEl>
                                              <p:spTgt spid="20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6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66"/>
                      </p:tgtEl>
                    </p:cond>
                  </p:nextCondLst>
                </p:seq>
                <p:seq concurrent="1" nextAc="seek">
                  <p:cTn id="1164" restart="whenNotActive" fill="hold" evtFilter="cancelBubble" nodeType="interactiveSeq">
                    <p:stCondLst>
                      <p:cond evt="onClick" delay="0">
                        <p:tgtEl>
                          <p:spTgt spid="16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165" fill="hold">
                          <p:stCondLst>
                            <p:cond delay="0"/>
                          </p:stCondLst>
                          <p:childTnLst>
                            <p:par>
                              <p:cTn id="116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67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9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71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2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74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5" dur="500"/>
                                            <p:tgtEl>
                                              <p:spTgt spid="20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65"/>
                      </p:tgtEl>
                    </p:cond>
                  </p:nextCondLst>
                </p:seq>
                <p:seq concurrent="1" nextAc="seek">
                  <p:cTn id="1177" restart="whenNotActive" fill="hold" evtFilter="cancelBubble" nodeType="interactiveSeq">
                    <p:stCondLst>
                      <p:cond evt="onClick" delay="0">
                        <p:tgtEl>
                          <p:spTgt spid="16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178" fill="hold">
                          <p:stCondLst>
                            <p:cond delay="0"/>
                          </p:stCondLst>
                          <p:childTnLst>
                            <p:par>
                              <p:cTn id="117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80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82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84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85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87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88" dur="500"/>
                                            <p:tgtEl>
                                              <p:spTgt spid="19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64"/>
                      </p:tgtEl>
                    </p:cond>
                  </p:nextCondLst>
                </p:seq>
                <p:seq concurrent="1" nextAc="seek">
                  <p:cTn id="1190" restart="whenNotActive" fill="hold" evtFilter="cancelBubble" nodeType="interactiveSeq">
                    <p:stCondLst>
                      <p:cond evt="onClick" delay="0">
                        <p:tgtEl>
                          <p:spTgt spid="16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191" fill="hold">
                          <p:stCondLst>
                            <p:cond delay="0"/>
                          </p:stCondLst>
                          <p:childTnLst>
                            <p:par>
                              <p:cTn id="119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93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5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7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98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9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0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01" dur="500"/>
                                            <p:tgtEl>
                                              <p:spTgt spid="19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0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63"/>
                      </p:tgtEl>
                    </p:cond>
                  </p:nextCondLst>
                </p:seq>
                <p:seq concurrent="1" nextAc="seek">
                  <p:cTn id="1203" restart="whenNotActive" fill="hold" evtFilter="cancelBubble" nodeType="interactiveSeq">
                    <p:stCondLst>
                      <p:cond evt="onClick" delay="0">
                        <p:tgtEl>
                          <p:spTgt spid="16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04" fill="hold">
                          <p:stCondLst>
                            <p:cond delay="0"/>
                          </p:stCondLst>
                          <p:childTnLst>
                            <p:par>
                              <p:cTn id="120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06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08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1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11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1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1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14" dur="500"/>
                                            <p:tgtEl>
                                              <p:spTgt spid="19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1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62"/>
                      </p:tgtEl>
                    </p:cond>
                  </p:nextCondLst>
                </p:seq>
                <p:seq concurrent="1" nextAc="seek">
                  <p:cTn id="1216" restart="whenNotActive" fill="hold" evtFilter="cancelBubble" nodeType="interactiveSeq">
                    <p:stCondLst>
                      <p:cond evt="onClick" delay="0">
                        <p:tgtEl>
                          <p:spTgt spid="16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17" fill="hold">
                          <p:stCondLst>
                            <p:cond delay="0"/>
                          </p:stCondLst>
                          <p:childTnLst>
                            <p:par>
                              <p:cTn id="12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9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21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2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24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26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27" dur="500"/>
                                            <p:tgtEl>
                                              <p:spTgt spid="21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61"/>
                      </p:tgtEl>
                    </p:cond>
                  </p:nextCondLst>
                </p:seq>
                <p:seq concurrent="1" nextAc="seek">
                  <p:cTn id="1229" restart="whenNotActive" fill="hold" evtFilter="cancelBubble" nodeType="interactiveSeq">
                    <p:stCondLst>
                      <p:cond evt="onClick" delay="0">
                        <p:tgtEl>
                          <p:spTgt spid="16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30" fill="hold">
                          <p:stCondLst>
                            <p:cond delay="0"/>
                          </p:stCondLst>
                          <p:childTnLst>
                            <p:par>
                              <p:cTn id="123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32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34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36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37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3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39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40" dur="500"/>
                                            <p:tgtEl>
                                              <p:spTgt spid="20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4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60"/>
                      </p:tgtEl>
                    </p:cond>
                  </p:nextCondLst>
                </p:seq>
                <p:seq concurrent="1" nextAc="seek">
                  <p:cTn id="1242" restart="whenNotActive" fill="hold" evtFilter="cancelBubble" nodeType="interactiveSeq">
                    <p:stCondLst>
                      <p:cond evt="onClick" delay="0">
                        <p:tgtEl>
                          <p:spTgt spid="15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43" fill="hold">
                          <p:stCondLst>
                            <p:cond delay="0"/>
                          </p:stCondLst>
                          <p:childTnLst>
                            <p:par>
                              <p:cTn id="12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45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47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49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50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5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5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53" dur="500"/>
                                            <p:tgtEl>
                                              <p:spTgt spid="20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5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59"/>
                      </p:tgtEl>
                    </p:cond>
                  </p:nextCondLst>
                </p:seq>
                <p:seq concurrent="1" nextAc="seek">
                  <p:cTn id="1255" restart="whenNotActive" fill="hold" evtFilter="cancelBubble" nodeType="interactiveSeq">
                    <p:stCondLst>
                      <p:cond evt="onClick" delay="0">
                        <p:tgtEl>
                          <p:spTgt spid="15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56" fill="hold">
                          <p:stCondLst>
                            <p:cond delay="0"/>
                          </p:stCondLst>
                          <p:childTnLst>
                            <p:par>
                              <p:cTn id="125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58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60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6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63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6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66" dur="500"/>
                                            <p:tgtEl>
                                              <p:spTgt spid="20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57"/>
                      </p:tgtEl>
                    </p:cond>
                  </p:nextCondLst>
                </p:seq>
                <p:seq concurrent="1" nextAc="seek">
                  <p:cTn id="1268" restart="whenNotActive" fill="hold" evtFilter="cancelBubble" nodeType="interactiveSeq">
                    <p:stCondLst>
                      <p:cond evt="onClick" delay="0">
                        <p:tgtEl>
                          <p:spTgt spid="15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9" fill="hold">
                          <p:stCondLst>
                            <p:cond delay="0"/>
                          </p:stCondLst>
                          <p:childTnLst>
                            <p:par>
                              <p:cTn id="12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71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73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7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76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7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78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79" dur="500"/>
                                            <p:tgtEl>
                                              <p:spTgt spid="20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8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58"/>
                      </p:tgtEl>
                    </p:cond>
                  </p:nextCondLst>
                </p:seq>
                <p:seq concurrent="1" nextAc="seek">
                  <p:cTn id="1281" restart="whenNotActive" fill="hold" evtFilter="cancelBubble" nodeType="interactiveSeq">
                    <p:stCondLst>
                      <p:cond evt="onClick" delay="0">
                        <p:tgtEl>
                          <p:spTgt spid="15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82" fill="hold">
                          <p:stCondLst>
                            <p:cond delay="0"/>
                          </p:stCondLst>
                          <p:childTnLst>
                            <p:par>
                              <p:cTn id="128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4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86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88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89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9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91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2" dur="500"/>
                                            <p:tgtEl>
                                              <p:spTgt spid="20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9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56"/>
                      </p:tgtEl>
                    </p:cond>
                  </p:nextCondLst>
                </p:seq>
                <p:seq concurrent="1" nextAc="seek">
                  <p:cTn id="1294" restart="whenNotActive" fill="hold" evtFilter="cancelBubble" nodeType="interactiveSeq">
                    <p:stCondLst>
                      <p:cond evt="onClick" delay="0">
                        <p:tgtEl>
                          <p:spTgt spid="15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95" fill="hold">
                          <p:stCondLst>
                            <p:cond delay="0"/>
                          </p:stCondLst>
                          <p:childTnLst>
                            <p:par>
                              <p:cTn id="129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97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99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01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02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04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05" dur="500"/>
                                            <p:tgtEl>
                                              <p:spTgt spid="20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55"/>
                      </p:tgtEl>
                    </p:cond>
                  </p:nextCondLst>
                </p:seq>
                <p:seq concurrent="1" nextAc="seek">
                  <p:cTn id="1307" restart="whenNotActive" fill="hold" evtFilter="cancelBubble" nodeType="interactiveSeq">
                    <p:stCondLst>
                      <p:cond evt="onClick" delay="0">
                        <p:tgtEl>
                          <p:spTgt spid="15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08" fill="hold">
                          <p:stCondLst>
                            <p:cond delay="0"/>
                          </p:stCondLst>
                          <p:childTnLst>
                            <p:par>
                              <p:cTn id="13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10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2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4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15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7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18" dur="500"/>
                                            <p:tgtEl>
                                              <p:spTgt spid="2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54"/>
                      </p:tgtEl>
                    </p:cond>
                  </p:nextCondLst>
                </p:seq>
                <p:seq concurrent="1" nextAc="seek">
                  <p:cTn id="1320" restart="whenNotActive" fill="hold" evtFilter="cancelBubble" nodeType="interactiveSeq">
                    <p:stCondLst>
                      <p:cond evt="onClick" delay="0">
                        <p:tgtEl>
                          <p:spTgt spid="15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21" fill="hold">
                          <p:stCondLst>
                            <p:cond delay="0"/>
                          </p:stCondLst>
                          <p:childTnLst>
                            <p:par>
                              <p:cTn id="13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23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25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27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8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2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3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31" dur="500"/>
                                            <p:tgtEl>
                                              <p:spTgt spid="21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53"/>
                      </p:tgtEl>
                    </p:cond>
                  </p:nextCondLst>
                </p:seq>
                <p:seq concurrent="1" nextAc="seek">
                  <p:cTn id="1333" restart="whenNotActive" fill="hold" evtFilter="cancelBubble" nodeType="interactiveSeq">
                    <p:stCondLst>
                      <p:cond evt="onClick" delay="0">
                        <p:tgtEl>
                          <p:spTgt spid="15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34" fill="hold">
                          <p:stCondLst>
                            <p:cond delay="0"/>
                          </p:stCondLst>
                          <p:childTnLst>
                            <p:par>
                              <p:cTn id="13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36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38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41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4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44" dur="500"/>
                                            <p:tgtEl>
                                              <p:spTgt spid="2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4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52"/>
                      </p:tgtEl>
                    </p:cond>
                  </p:nextCondLst>
                </p:seq>
                <p:seq concurrent="1" nextAc="seek">
                  <p:cTn id="1346" restart="whenNotActive" fill="hold" evtFilter="cancelBubble" nodeType="interactiveSeq">
                    <p:stCondLst>
                      <p:cond evt="onClick" delay="0">
                        <p:tgtEl>
                          <p:spTgt spid="15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47" fill="hold">
                          <p:stCondLst>
                            <p:cond delay="0"/>
                          </p:stCondLst>
                          <p:childTnLst>
                            <p:par>
                              <p:cTn id="134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49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51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5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4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56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7" dur="500"/>
                                            <p:tgtEl>
                                              <p:spTgt spid="2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51"/>
                      </p:tgtEl>
                    </p:cond>
                  </p:nextCondLst>
                </p:seq>
                <p:seq concurrent="1" nextAc="seek">
                  <p:cTn id="1359" restart="whenNotActive" fill="hold" evtFilter="cancelBubble" nodeType="interactiveSeq">
                    <p:stCondLst>
                      <p:cond evt="onClick" delay="0">
                        <p:tgtEl>
                          <p:spTgt spid="15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60" fill="hold">
                          <p:stCondLst>
                            <p:cond delay="0"/>
                          </p:stCondLst>
                          <p:childTnLst>
                            <p:par>
                              <p:cTn id="136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62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64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66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67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69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70" dur="500"/>
                                            <p:tgtEl>
                                              <p:spTgt spid="21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7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50"/>
                      </p:tgtEl>
                    </p:cond>
                  </p:nextCondLst>
                </p:seq>
                <p:seq concurrent="1" nextAc="seek">
                  <p:cTn id="1372" restart="whenNotActive" fill="hold" evtFilter="cancelBubble" nodeType="interactiveSeq">
                    <p:stCondLst>
                      <p:cond evt="onClick" delay="0">
                        <p:tgtEl>
                          <p:spTgt spid="14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73" fill="hold">
                          <p:stCondLst>
                            <p:cond delay="0"/>
                          </p:stCondLst>
                          <p:childTnLst>
                            <p:par>
                              <p:cTn id="137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75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7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9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80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8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8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83" dur="500"/>
                                            <p:tgtEl>
                                              <p:spTgt spid="21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8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49"/>
                      </p:tgtEl>
                    </p:cond>
                  </p:nextCondLst>
                </p:seq>
                <p:seq concurrent="1" nextAc="seek">
                  <p:cTn id="1385" restart="whenNotActive" fill="hold" evtFilter="cancelBubble" nodeType="interactiveSeq">
                    <p:stCondLst>
                      <p:cond evt="onClick" delay="0">
                        <p:tgtEl>
                          <p:spTgt spid="14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86" fill="hold">
                          <p:stCondLst>
                            <p:cond delay="0"/>
                          </p:stCondLst>
                          <p:childTnLst>
                            <p:par>
                              <p:cTn id="138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88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90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9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93" dur="5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9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96" dur="500"/>
                                            <p:tgtEl>
                                              <p:spTgt spid="21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48"/>
                      </p:tgtEl>
                    </p:cond>
                  </p:nextCondLst>
                </p:seq>
                <p:seq concurrent="1" nextAc="seek">
                  <p:cTn id="1398" restart="whenNotActive" fill="hold" evtFilter="cancelBubble" nodeType="interactiveSeq">
                    <p:stCondLst>
                      <p:cond evt="onClick" delay="0">
                        <p:tgtEl>
                          <p:spTgt spid="14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99" fill="hold">
                          <p:stCondLst>
                            <p:cond delay="0"/>
                          </p:stCondLst>
                          <p:childTnLst>
                            <p:par>
                              <p:cTn id="14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01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03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0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06" dur="500"/>
                                            <p:tgtEl>
                                              <p:spTgt spid="7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0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08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09" dur="500"/>
                                            <p:tgtEl>
                                              <p:spTgt spid="2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1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47"/>
                      </p:tgtEl>
                    </p:cond>
                  </p:nextCondLst>
                </p:seq>
                <p:seq concurrent="1" nextAc="seek">
                  <p:cTn id="1411" restart="whenNotActive" fill="hold" evtFilter="cancelBubble" nodeType="interactiveSeq">
                    <p:stCondLst>
                      <p:cond evt="onClick" delay="0">
                        <p:tgtEl>
                          <p:spTgt spid="14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412" fill="hold">
                          <p:stCondLst>
                            <p:cond delay="0"/>
                          </p:stCondLst>
                          <p:childTnLst>
                            <p:par>
                              <p:cTn id="141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14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16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18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19" dur="500"/>
                                            <p:tgtEl>
                                              <p:spTgt spid="6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21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22" dur="500"/>
                                            <p:tgtEl>
                                              <p:spTgt spid="22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2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46"/>
                      </p:tgtEl>
                    </p:cond>
                  </p:nextCondLst>
                </p:seq>
                <p:seq concurrent="1" nextAc="seek">
                  <p:cTn id="1424" restart="whenNotActive" fill="hold" evtFilter="cancelBubble" nodeType="interactiveSeq">
                    <p:stCondLst>
                      <p:cond evt="onClick" delay="0">
                        <p:tgtEl>
                          <p:spTgt spid="14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425" fill="hold">
                          <p:stCondLst>
                            <p:cond delay="0"/>
                          </p:stCondLst>
                          <p:childTnLst>
                            <p:par>
                              <p:cTn id="142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27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29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31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32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3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34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35" dur="500"/>
                                            <p:tgtEl>
                                              <p:spTgt spid="2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3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45"/>
                      </p:tgtEl>
                    </p:cond>
                  </p:nextCondLst>
                </p:seq>
                <p:seq concurrent="1" nextAc="seek">
                  <p:cTn id="1437" restart="whenNotActive" fill="hold" evtFilter="cancelBubble" nodeType="interactiveSeq">
                    <p:stCondLst>
                      <p:cond evt="onClick" delay="0">
                        <p:tgtEl>
                          <p:spTgt spid="14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438" fill="hold">
                          <p:stCondLst>
                            <p:cond delay="0"/>
                          </p:stCondLst>
                          <p:childTnLst>
                            <p:par>
                              <p:cTn id="143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40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42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44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45" dur="5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4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47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48" dur="500"/>
                                            <p:tgtEl>
                                              <p:spTgt spid="22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44"/>
                      </p:tgtEl>
                    </p:cond>
                  </p:nextCondLst>
                </p:seq>
                <p:seq concurrent="1" nextAc="seek">
                  <p:cTn id="1450" restart="whenNotActive" fill="hold" evtFilter="cancelBubble" nodeType="interactiveSeq">
                    <p:stCondLst>
                      <p:cond evt="onClick" delay="0">
                        <p:tgtEl>
                          <p:spTgt spid="14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451" fill="hold">
                          <p:stCondLst>
                            <p:cond delay="0"/>
                          </p:stCondLst>
                          <p:childTnLst>
                            <p:par>
                              <p:cTn id="145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53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55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57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58" dur="5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5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6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61" dur="500"/>
                                            <p:tgtEl>
                                              <p:spTgt spid="22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6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43"/>
                      </p:tgtEl>
                    </p:cond>
                  </p:nextCondLst>
                </p:seq>
                <p:seq concurrent="1" nextAc="seek">
                  <p:cTn id="1463" restart="whenNotActive" fill="hold" evtFilter="cancelBubble" nodeType="interactiveSeq">
                    <p:stCondLst>
                      <p:cond evt="onClick" delay="0">
                        <p:tgtEl>
                          <p:spTgt spid="14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464" fill="hold">
                          <p:stCondLst>
                            <p:cond delay="0"/>
                          </p:stCondLst>
                          <p:childTnLst>
                            <p:par>
                              <p:cTn id="14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66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68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7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71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7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7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74" dur="500"/>
                                            <p:tgtEl>
                                              <p:spTgt spid="21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7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42"/>
                      </p:tgtEl>
                    </p:cond>
                  </p:nextCondLst>
                </p:seq>
                <p:seq concurrent="1" nextAc="seek">
                  <p:cTn id="1476" restart="whenNotActive" fill="hold" evtFilter="cancelBubble" nodeType="interactiveSeq">
                    <p:stCondLst>
                      <p:cond evt="onClick" delay="0">
                        <p:tgtEl>
                          <p:spTgt spid="14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477" fill="hold">
                          <p:stCondLst>
                            <p:cond delay="0"/>
                          </p:stCondLst>
                          <p:childTnLst>
                            <p:par>
                              <p:cTn id="147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79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81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8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84" dur="500"/>
                                            <p:tgtEl>
                                              <p:spTgt spid="6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86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87" dur="500"/>
                                            <p:tgtEl>
                                              <p:spTgt spid="2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41"/>
                      </p:tgtEl>
                    </p:cond>
                  </p:nextCondLst>
                </p:seq>
              </p:childTnLst>
            </p:cTn>
          </p:par>
        </p:tnLst>
        <p:bldLst>
          <p:bldP spid="238" grpId="0" animBg="1"/>
          <p:bldP spid="238" grpId="1" animBg="1"/>
          <p:bldP spid="238" grpId="2" animBg="1"/>
          <p:bldP spid="239" grpId="0" animBg="1"/>
          <p:bldP spid="239" grpId="1" animBg="1"/>
          <p:bldP spid="239" grpId="2" animBg="1"/>
          <p:bldP spid="235" grpId="0" animBg="1"/>
          <p:bldP spid="235" grpId="1" animBg="1"/>
          <p:bldP spid="235" grpId="2" animBg="1"/>
          <p:bldP spid="236" grpId="0" animBg="1"/>
          <p:bldP spid="236" grpId="1" animBg="1"/>
          <p:bldP spid="236" grpId="2" animBg="1"/>
          <p:bldP spid="241" grpId="0" animBg="1"/>
          <p:bldP spid="241" grpId="1" animBg="1"/>
          <p:bldP spid="241" grpId="2" animBg="1"/>
          <p:bldP spid="242" grpId="0" animBg="1"/>
          <p:bldP spid="242" grpId="1" animBg="1"/>
          <p:bldP spid="242" grpId="2" animBg="1"/>
          <p:bldP spid="244" grpId="0" animBg="1"/>
          <p:bldP spid="244" grpId="1" animBg="1"/>
          <p:bldP spid="244" grpId="2" animBg="1"/>
          <p:bldP spid="245" grpId="0" animBg="1"/>
          <p:bldP spid="245" grpId="1" animBg="1"/>
          <p:bldP spid="245" grpId="2" animBg="1"/>
          <p:bldP spid="247" grpId="0" animBg="1"/>
          <p:bldP spid="247" grpId="1" animBg="1"/>
          <p:bldP spid="247" grpId="2" animBg="1"/>
          <p:bldP spid="248" grpId="0" animBg="1"/>
          <p:bldP spid="248" grpId="1" animBg="1"/>
          <p:bldP spid="248" grpId="2" animBg="1"/>
          <p:bldP spid="250" grpId="0" animBg="1"/>
          <p:bldP spid="250" grpId="1" animBg="1"/>
          <p:bldP spid="250" grpId="2" animBg="1"/>
          <p:bldP spid="251" grpId="0" animBg="1"/>
          <p:bldP spid="251" grpId="1" animBg="1"/>
          <p:bldP spid="251" grpId="2" animBg="1"/>
          <p:bldP spid="253" grpId="0" animBg="1"/>
          <p:bldP spid="253" grpId="1" animBg="1"/>
          <p:bldP spid="253" grpId="2" animBg="1"/>
          <p:bldP spid="254" grpId="0" animBg="1"/>
          <p:bldP spid="254" grpId="1" animBg="1"/>
          <p:bldP spid="254" grpId="2" animBg="1"/>
          <p:bldP spid="71" grpId="0" animBg="1"/>
          <p:bldP spid="71" grpId="1" animBg="1"/>
          <p:bldP spid="71" grpId="2" animBg="1"/>
          <p:bldP spid="72" grpId="0" animBg="1"/>
          <p:bldP spid="72" grpId="1" animBg="1"/>
          <p:bldP spid="72" grpId="2" animBg="1"/>
          <p:bldP spid="73" grpId="0" animBg="1"/>
          <p:bldP spid="73" grpId="1" animBg="1"/>
          <p:bldP spid="73" grpId="2" animBg="1"/>
          <p:bldP spid="74" grpId="0" animBg="1"/>
          <p:bldP spid="74" grpId="1" animBg="1"/>
          <p:bldP spid="74" grpId="2" animBg="1"/>
          <p:bldP spid="75" grpId="0" animBg="1"/>
          <p:bldP spid="75" grpId="1" animBg="1"/>
          <p:bldP spid="75" grpId="2" animBg="1"/>
          <p:bldP spid="76" grpId="0" animBg="1"/>
          <p:bldP spid="76" grpId="1" animBg="1"/>
          <p:bldP spid="76" grpId="2" animBg="1"/>
          <p:bldP spid="77" grpId="0" animBg="1"/>
          <p:bldP spid="77" grpId="1" animBg="1"/>
          <p:bldP spid="77" grpId="2" animBg="1"/>
          <p:bldP spid="78" grpId="0" animBg="1"/>
          <p:bldP spid="78" grpId="1" animBg="1"/>
          <p:bldP spid="78" grpId="2" animBg="1"/>
          <p:bldP spid="79" grpId="0" animBg="1"/>
          <p:bldP spid="79" grpId="1" animBg="1"/>
          <p:bldP spid="79" grpId="2" animBg="1"/>
          <p:bldP spid="80" grpId="0" animBg="1"/>
          <p:bldP spid="80" grpId="1" animBg="1"/>
          <p:bldP spid="80" grpId="2" animBg="1"/>
          <p:bldP spid="81" grpId="0" animBg="1"/>
          <p:bldP spid="81" grpId="1" animBg="1"/>
          <p:bldP spid="81" grpId="2" animBg="1"/>
          <p:bldP spid="82" grpId="0" animBg="1"/>
          <p:bldP spid="82" grpId="1" animBg="1"/>
          <p:bldP spid="82" grpId="2" animBg="1"/>
          <p:bldP spid="83" grpId="0" animBg="1"/>
          <p:bldP spid="83" grpId="1" animBg="1"/>
          <p:bldP spid="83" grpId="2" animBg="1"/>
          <p:bldP spid="84" grpId="0" animBg="1"/>
          <p:bldP spid="84" grpId="1" animBg="1"/>
          <p:bldP spid="84" grpId="2" animBg="1"/>
          <p:bldP spid="85" grpId="0" animBg="1"/>
          <p:bldP spid="85" grpId="1" animBg="1"/>
          <p:bldP spid="85" grpId="2" animBg="1"/>
          <p:bldP spid="86" grpId="0" animBg="1"/>
          <p:bldP spid="86" grpId="1" animBg="1"/>
          <p:bldP spid="86" grpId="2" animBg="1"/>
          <p:bldP spid="87" grpId="0" animBg="1"/>
          <p:bldP spid="87" grpId="1" animBg="1"/>
          <p:bldP spid="87" grpId="2" animBg="1"/>
          <p:bldP spid="88" grpId="0" animBg="1"/>
          <p:bldP spid="88" grpId="1" animBg="1"/>
          <p:bldP spid="88" grpId="2" animBg="1"/>
          <p:bldP spid="89" grpId="0" animBg="1"/>
          <p:bldP spid="89" grpId="1" animBg="1"/>
          <p:bldP spid="89" grpId="2" animBg="1"/>
          <p:bldP spid="90" grpId="0" animBg="1"/>
          <p:bldP spid="90" grpId="1" animBg="1"/>
          <p:bldP spid="90" grpId="2" animBg="1"/>
          <p:bldP spid="91" grpId="0" animBg="1"/>
          <p:bldP spid="91" grpId="1" animBg="1"/>
          <p:bldP spid="91" grpId="2" animBg="1"/>
          <p:bldP spid="92" grpId="0" animBg="1"/>
          <p:bldP spid="92" grpId="1" animBg="1"/>
          <p:bldP spid="92" grpId="2" animBg="1"/>
          <p:bldP spid="93" grpId="0" animBg="1"/>
          <p:bldP spid="93" grpId="1" animBg="1"/>
          <p:bldP spid="93" grpId="2" animBg="1"/>
          <p:bldP spid="94" grpId="0" animBg="1"/>
          <p:bldP spid="94" grpId="1" animBg="1"/>
          <p:bldP spid="94" grpId="2" animBg="1"/>
          <p:bldP spid="95" grpId="0" animBg="1"/>
          <p:bldP spid="95" grpId="1" animBg="1"/>
          <p:bldP spid="95" grpId="2" animBg="1"/>
          <p:bldP spid="96" grpId="0" animBg="1"/>
          <p:bldP spid="96" grpId="1" animBg="1"/>
          <p:bldP spid="96" grpId="2" animBg="1"/>
          <p:bldP spid="97" grpId="0" animBg="1"/>
          <p:bldP spid="97" grpId="1" animBg="1"/>
          <p:bldP spid="97" grpId="2" animBg="1"/>
          <p:bldP spid="98" grpId="0" animBg="1"/>
          <p:bldP spid="98" grpId="1" animBg="1"/>
          <p:bldP spid="98" grpId="2" animBg="1"/>
          <p:bldP spid="99" grpId="0" animBg="1"/>
          <p:bldP spid="99" grpId="1" animBg="1"/>
          <p:bldP spid="99" grpId="2" animBg="1"/>
          <p:bldP spid="100" grpId="0" animBg="1"/>
          <p:bldP spid="100" grpId="1" animBg="1"/>
          <p:bldP spid="100" grpId="2" animBg="1"/>
          <p:bldP spid="101" grpId="0" animBg="1"/>
          <p:bldP spid="101" grpId="1" animBg="1"/>
          <p:bldP spid="101" grpId="2" animBg="1"/>
          <p:bldP spid="102" grpId="0" animBg="1"/>
          <p:bldP spid="102" grpId="1" animBg="1"/>
          <p:bldP spid="102" grpId="2" animBg="1"/>
          <p:bldP spid="103" grpId="0" animBg="1"/>
          <p:bldP spid="103" grpId="1" animBg="1"/>
          <p:bldP spid="103" grpId="2" animBg="1"/>
          <p:bldP spid="104" grpId="0" animBg="1"/>
          <p:bldP spid="104" grpId="1" animBg="1"/>
          <p:bldP spid="104" grpId="2" animBg="1"/>
          <p:bldP spid="105" grpId="0" animBg="1"/>
          <p:bldP spid="105" grpId="1" animBg="1"/>
          <p:bldP spid="105" grpId="2" animBg="1"/>
          <p:bldP spid="106" grpId="0" animBg="1"/>
          <p:bldP spid="106" grpId="1" animBg="1"/>
          <p:bldP spid="106" grpId="2" animBg="1"/>
          <p:bldP spid="107" grpId="0" animBg="1"/>
          <p:bldP spid="107" grpId="1" animBg="1"/>
          <p:bldP spid="107" grpId="2" animBg="1"/>
          <p:bldP spid="108" grpId="0" animBg="1"/>
          <p:bldP spid="108" grpId="1" animBg="1"/>
          <p:bldP spid="108" grpId="2" animBg="1"/>
          <p:bldP spid="109" grpId="0" animBg="1"/>
          <p:bldP spid="109" grpId="1" animBg="1"/>
          <p:bldP spid="109" grpId="2" animBg="1"/>
          <p:bldP spid="110" grpId="0" animBg="1"/>
          <p:bldP spid="110" grpId="1" animBg="1"/>
          <p:bldP spid="110" grpId="2" animBg="1"/>
          <p:bldP spid="111" grpId="0" animBg="1"/>
          <p:bldP spid="111" grpId="1" animBg="1"/>
          <p:bldP spid="111" grpId="2" animBg="1"/>
          <p:bldP spid="112" grpId="0" animBg="1"/>
          <p:bldP spid="112" grpId="1" animBg="1"/>
          <p:bldP spid="112" grpId="2" animBg="1"/>
          <p:bldP spid="113" grpId="0" animBg="1"/>
          <p:bldP spid="113" grpId="1" animBg="1"/>
          <p:bldP spid="113" grpId="2" animBg="1"/>
          <p:bldP spid="114" grpId="0" animBg="1"/>
          <p:bldP spid="114" grpId="1" animBg="1"/>
          <p:bldP spid="114" grpId="2" animBg="1"/>
          <p:bldP spid="115" grpId="0" animBg="1"/>
          <p:bldP spid="115" grpId="1" animBg="1"/>
          <p:bldP spid="115" grpId="2" animBg="1"/>
          <p:bldP spid="116" grpId="0" animBg="1"/>
          <p:bldP spid="116" grpId="1" animBg="1"/>
          <p:bldP spid="116" grpId="2" animBg="1"/>
          <p:bldP spid="117" grpId="0" animBg="1"/>
          <p:bldP spid="117" grpId="1" animBg="1"/>
          <p:bldP spid="117" grpId="2" animBg="1"/>
          <p:bldP spid="118" grpId="0" animBg="1"/>
          <p:bldP spid="118" grpId="1" animBg="1"/>
          <p:bldP spid="118" grpId="2" animBg="1"/>
          <p:bldP spid="119" grpId="0" animBg="1"/>
          <p:bldP spid="119" grpId="1" animBg="1"/>
          <p:bldP spid="119" grpId="2" animBg="1"/>
          <p:bldP spid="120" grpId="0" animBg="1"/>
          <p:bldP spid="120" grpId="1" animBg="1"/>
          <p:bldP spid="120" grpId="2" animBg="1"/>
          <p:bldP spid="121" grpId="0" animBg="1"/>
          <p:bldP spid="121" grpId="1" animBg="1"/>
          <p:bldP spid="121" grpId="2" animBg="1"/>
          <p:bldP spid="122" grpId="0" animBg="1"/>
          <p:bldP spid="122" grpId="1" animBg="1"/>
          <p:bldP spid="122" grpId="2" animBg="1"/>
          <p:bldP spid="123" grpId="0" animBg="1"/>
          <p:bldP spid="123" grpId="1" animBg="1"/>
          <p:bldP spid="123" grpId="2" animBg="1"/>
          <p:bldP spid="124" grpId="0" animBg="1"/>
          <p:bldP spid="124" grpId="1" animBg="1"/>
          <p:bldP spid="124" grpId="2" animBg="1"/>
          <p:bldP spid="125" grpId="0" animBg="1"/>
          <p:bldP spid="125" grpId="1" animBg="1"/>
          <p:bldP spid="125" grpId="2" animBg="1"/>
          <p:bldP spid="126" grpId="0" animBg="1"/>
          <p:bldP spid="126" grpId="1" animBg="1"/>
          <p:bldP spid="126" grpId="2" animBg="1"/>
          <p:bldP spid="127" grpId="0" animBg="1"/>
          <p:bldP spid="127" grpId="1" animBg="1"/>
          <p:bldP spid="127" grpId="2" animBg="1"/>
          <p:bldP spid="128" grpId="0" animBg="1"/>
          <p:bldP spid="128" grpId="1" animBg="1"/>
          <p:bldP spid="128" grpId="2" animBg="1"/>
          <p:bldP spid="129" grpId="0" animBg="1"/>
          <p:bldP spid="129" grpId="1" animBg="1"/>
          <p:bldP spid="129" grpId="2" animBg="1"/>
          <p:bldP spid="130" grpId="0" animBg="1"/>
          <p:bldP spid="130" grpId="1" animBg="1"/>
          <p:bldP spid="130" grpId="2" animBg="1"/>
          <p:bldP spid="131" grpId="0" animBg="1"/>
          <p:bldP spid="131" grpId="1" animBg="1"/>
          <p:bldP spid="131" grpId="2" animBg="1"/>
          <p:bldP spid="132" grpId="0" animBg="1"/>
          <p:bldP spid="132" grpId="1" animBg="1"/>
          <p:bldP spid="132" grpId="2" animBg="1"/>
          <p:bldP spid="133" grpId="0" animBg="1"/>
          <p:bldP spid="133" grpId="1" animBg="1"/>
          <p:bldP spid="133" grpId="2" animBg="1"/>
          <p:bldP spid="134" grpId="0" animBg="1"/>
          <p:bldP spid="134" grpId="1" animBg="1"/>
          <p:bldP spid="134" grpId="2" animBg="1"/>
          <p:bldP spid="135" grpId="0" animBg="1"/>
          <p:bldP spid="135" grpId="1" animBg="1"/>
          <p:bldP spid="135" grpId="2" animBg="1"/>
          <p:bldP spid="136" grpId="0" animBg="1"/>
          <p:bldP spid="136" grpId="1" animBg="1"/>
          <p:bldP spid="136" grpId="2" animBg="1"/>
          <p:bldP spid="137" grpId="0" animBg="1"/>
          <p:bldP spid="137" grpId="1" animBg="1"/>
          <p:bldP spid="137" grpId="2" animBg="1"/>
          <p:bldP spid="138" grpId="0" animBg="1"/>
          <p:bldP spid="138" grpId="1" animBg="1"/>
          <p:bldP spid="138" grpId="2" animBg="1"/>
          <p:bldP spid="139" grpId="0" animBg="1"/>
          <p:bldP spid="139" grpId="1" animBg="1"/>
          <p:bldP spid="139" grpId="2" animBg="1"/>
          <p:bldP spid="140" grpId="0" animBg="1"/>
          <p:bldP spid="140" grpId="1" animBg="1"/>
          <p:bldP spid="140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19" restart="whenNotActive" fill="hold" evtFilter="cancelBubble" nodeType="interactiveSeq">
                    <p:stCondLst>
                      <p:cond evt="onClick" delay="0">
                        <p:tgtEl>
                          <p:spTgt spid="13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20" fill="hold">
                          <p:stCondLst>
                            <p:cond delay="0"/>
                          </p:stCondLst>
                          <p:childTnLst>
                            <p:par>
                              <p:cTn id="2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2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22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26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39"/>
                      </p:tgtEl>
                    </p:cond>
                  </p:nextCondLst>
                </p:seq>
                <p:seq concurrent="1" nextAc="seek">
                  <p:cTn id="30" restart="whenNotActive" fill="hold" evtFilter="cancelBubble" nodeType="interactiveSeq">
                    <p:stCondLst>
                      <p:cond evt="onClick" delay="0">
                        <p:tgtEl>
                          <p:spTgt spid="13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1" fill="hold">
                          <p:stCondLst>
                            <p:cond delay="0"/>
                          </p:stCondLst>
                          <p:childTnLst>
                            <p:par>
                              <p:cTn id="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3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33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37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9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37"/>
                      </p:tgtEl>
                    </p:cond>
                  </p:nextCondLst>
                </p:seq>
                <p:seq concurrent="1" nextAc="seek">
                  <p:cTn id="41" restart="whenNotActive" fill="hold" evtFilter="cancelBubble" nodeType="interactiveSeq">
                    <p:stCondLst>
                      <p:cond evt="onClick" delay="0">
                        <p:tgtEl>
                          <p:spTgt spid="13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2" fill="hold">
                          <p:stCondLst>
                            <p:cond delay="0"/>
                          </p:stCondLst>
                          <p:childTnLst>
                            <p:par>
                              <p:cTn id="4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4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6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7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44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48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35"/>
                      </p:tgtEl>
                    </p:cond>
                  </p:nextCondLst>
                </p:seq>
                <p:seq concurrent="1" nextAc="seek">
                  <p:cTn id="52" restart="whenNotActive" fill="hold" evtFilter="cancelBubble" nodeType="interactiveSeq">
                    <p:stCondLst>
                      <p:cond evt="onClick" delay="0">
                        <p:tgtEl>
                          <p:spTgt spid="13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53" fill="hold">
                          <p:stCondLst>
                            <p:cond delay="0"/>
                          </p:stCondLst>
                          <p:childTnLst>
                            <p:par>
                              <p:cTn id="5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5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55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59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1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33"/>
                      </p:tgtEl>
                    </p:cond>
                  </p:nextCondLst>
                </p:seq>
                <p:seq concurrent="1" nextAc="seek">
                  <p:cTn id="63" restart="whenNotActive" fill="hold" evtFilter="cancelBubble" nodeType="interactiveSeq">
                    <p:stCondLst>
                      <p:cond evt="onClick" delay="0">
                        <p:tgtEl>
                          <p:spTgt spid="13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4" fill="hold">
                          <p:stCondLst>
                            <p:cond delay="0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8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9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66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70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2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31"/>
                      </p:tgtEl>
                    </p:cond>
                  </p:nextCondLst>
                </p:seq>
                <p:seq concurrent="1" nextAc="seek">
                  <p:cTn id="74" restart="whenNotActive" fill="hold" evtFilter="cancelBubble" nodeType="interactiveSeq">
                    <p:stCondLst>
                      <p:cond evt="onClick" delay="0">
                        <p:tgtEl>
                          <p:spTgt spid="12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5" fill="hold">
                          <p:stCondLst>
                            <p:cond delay="0"/>
                          </p:stCondLst>
                          <p:childTnLst>
                            <p:par>
                              <p:cTn id="7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7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9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0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77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81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29"/>
                      </p:tgtEl>
                    </p:cond>
                  </p:nextCondLst>
                </p:seq>
                <p:seq concurrent="1" nextAc="seek">
                  <p:cTn id="85" restart="whenNotActive" fill="hold" evtFilter="cancelBubble" nodeType="interactiveSeq">
                    <p:stCondLst>
                      <p:cond evt="onClick" delay="0">
                        <p:tgtEl>
                          <p:spTgt spid="12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6" fill="hold">
                          <p:stCondLst>
                            <p:cond delay="0"/>
                          </p:stCondLst>
                          <p:childTnLst>
                            <p:par>
                              <p:cTn id="8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8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0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1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88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92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4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27"/>
                      </p:tgtEl>
                    </p:cond>
                  </p:nextCondLst>
                </p:seq>
                <p:seq concurrent="1" nextAc="seek">
                  <p:cTn id="96" restart="whenNotActive" fill="hold" evtFilter="cancelBubble" nodeType="interactiveSeq">
                    <p:stCondLst>
                      <p:cond evt="onClick" delay="0">
                        <p:tgtEl>
                          <p:spTgt spid="12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7" fill="hold">
                          <p:stCondLst>
                            <p:cond delay="0"/>
                          </p:stCondLst>
                          <p:childTnLst>
                            <p:par>
                              <p:cTn id="9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9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1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99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103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5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25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Click" delay="0">
                        <p:tgtEl>
                          <p:spTgt spid="12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2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3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110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114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23"/>
                      </p:tgtEl>
                    </p:cond>
                  </p:nextCondLst>
                </p:seq>
                <p:seq concurrent="1" nextAc="seek">
                  <p:cTn id="118" restart="whenNotActive" fill="hold" evtFilter="cancelBubble" nodeType="interactiveSeq">
                    <p:stCondLst>
                      <p:cond evt="onClick" delay="0">
                        <p:tgtEl>
                          <p:spTgt spid="12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19" fill="hold">
                          <p:stCondLst>
                            <p:cond delay="0"/>
                          </p:stCondLst>
                          <p:childTnLst>
                            <p:par>
                              <p:cTn id="1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3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4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121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125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7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21"/>
                      </p:tgtEl>
                    </p:cond>
                  </p:nextCondLst>
                </p:seq>
                <p:seq concurrent="1" nextAc="seek">
                  <p:cTn id="129" restart="whenNotActive" fill="hold" evtFilter="cancelBubble" nodeType="interactiveSeq">
                    <p:stCondLst>
                      <p:cond evt="onClick" delay="0">
                        <p:tgtEl>
                          <p:spTgt spid="11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0" fill="hold">
                          <p:stCondLst>
                            <p:cond delay="0"/>
                          </p:stCondLst>
                          <p:childTnLst>
                            <p:par>
                              <p:cTn id="13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2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4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132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136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8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19"/>
                      </p:tgtEl>
                    </p:cond>
                  </p:nextCondLst>
                </p:seq>
                <p:seq concurrent="1" nextAc="seek">
                  <p:cTn id="140" restart="whenNotActive" fill="hold" evtFilter="cancelBubble" nodeType="interactiveSeq">
                    <p:stCondLst>
                      <p:cond evt="onClick" delay="0">
                        <p:tgtEl>
                          <p:spTgt spid="11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41" fill="hold">
                          <p:stCondLst>
                            <p:cond delay="0"/>
                          </p:stCondLst>
                          <p:childTnLst>
                            <p:par>
                              <p:cTn id="1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3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5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143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147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9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17"/>
                      </p:tgtEl>
                    </p:cond>
                  </p:nextCondLst>
                </p:seq>
                <p:seq concurrent="1" nextAc="seek">
                  <p:cTn id="151" restart="whenNotActive" fill="hold" evtFilter="cancelBubble" nodeType="interactiveSeq">
                    <p:stCondLst>
                      <p:cond evt="onClick" delay="0">
                        <p:tgtEl>
                          <p:spTgt spid="11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52" fill="hold">
                          <p:stCondLst>
                            <p:cond delay="0"/>
                          </p:stCondLst>
                          <p:childTnLst>
                            <p:par>
                              <p:cTn id="15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4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6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7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154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158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0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15"/>
                      </p:tgtEl>
                    </p:cond>
                  </p:nextCondLst>
                </p:seq>
                <p:seq concurrent="1" nextAc="seek">
                  <p:cTn id="162" restart="whenNotActive" fill="hold" evtFilter="cancelBubble" nodeType="interactiveSeq">
                    <p:stCondLst>
                      <p:cond evt="onClick" delay="0">
                        <p:tgtEl>
                          <p:spTgt spid="11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63" fill="hold">
                          <p:stCondLst>
                            <p:cond delay="0"/>
                          </p:stCondLst>
                          <p:childTnLst>
                            <p:par>
                              <p:cTn id="16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5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7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8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165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169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1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13"/>
                      </p:tgtEl>
                    </p:cond>
                  </p:nextCondLst>
                </p:seq>
                <p:seq concurrent="1" nextAc="seek">
                  <p:cTn id="173" restart="whenNotActive" fill="hold" evtFilter="cancelBubble" nodeType="interactiveSeq">
                    <p:stCondLst>
                      <p:cond evt="onClick" delay="0">
                        <p:tgtEl>
                          <p:spTgt spid="11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74" fill="hold">
                          <p:stCondLst>
                            <p:cond delay="0"/>
                          </p:stCondLst>
                          <p:childTnLst>
                            <p:par>
                              <p:cTn id="1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6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8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9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176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180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2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11"/>
                      </p:tgtEl>
                    </p:cond>
                  </p:nextCondLst>
                </p:seq>
                <p:seq concurrent="1" nextAc="seek">
                  <p:cTn id="184" restart="whenNotActive" fill="hold" evtFilter="cancelBubble" nodeType="interactiveSeq">
                    <p:stCondLst>
                      <p:cond evt="onClick" delay="0">
                        <p:tgtEl>
                          <p:spTgt spid="10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85" fill="hold">
                          <p:stCondLst>
                            <p:cond delay="0"/>
                          </p:stCondLst>
                          <p:childTnLst>
                            <p:par>
                              <p:cTn id="18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87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9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0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187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191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3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9"/>
                      </p:tgtEl>
                    </p:cond>
                  </p:nextCondLst>
                </p:seq>
                <p:seq concurrent="1" nextAc="seek">
                  <p:cTn id="195" restart="whenNotActive" fill="hold" evtFilter="cancelBubble" nodeType="interactiveSeq">
                    <p:stCondLst>
                      <p:cond evt="onClick" delay="0">
                        <p:tgtEl>
                          <p:spTgt spid="10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96" fill="hold">
                          <p:stCondLst>
                            <p:cond delay="0"/>
                          </p:stCondLst>
                          <p:childTnLst>
                            <p:par>
                              <p:cTn id="19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8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0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1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198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202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4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7"/>
                      </p:tgtEl>
                    </p:cond>
                  </p:nextCondLst>
                </p:seq>
                <p:seq concurrent="1" nextAc="seek">
                  <p:cTn id="206" restart="whenNotActive" fill="hold" evtFilter="cancelBubble" nodeType="interactiveSeq">
                    <p:stCondLst>
                      <p:cond evt="onClick" delay="0">
                        <p:tgtEl>
                          <p:spTgt spid="10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207" fill="hold">
                          <p:stCondLst>
                            <p:cond delay="0"/>
                          </p:stCondLst>
                          <p:childTnLst>
                            <p:par>
                              <p:cTn id="20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09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1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2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209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213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5"/>
                      </p:tgtEl>
                    </p:cond>
                  </p:nextCondLst>
                </p:seq>
                <p:seq concurrent="1" nextAc="seek">
                  <p:cTn id="217" restart="whenNotActive" fill="hold" evtFilter="cancelBubble" nodeType="interactiveSeq">
                    <p:stCondLst>
                      <p:cond evt="onClick" delay="0">
                        <p:tgtEl>
                          <p:spTgt spid="10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218" fill="hold">
                          <p:stCondLst>
                            <p:cond delay="0"/>
                          </p:stCondLst>
                          <p:childTnLst>
                            <p:par>
                              <p:cTn id="21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20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2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3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220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224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6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3"/>
                      </p:tgtEl>
                    </p:cond>
                  </p:nextCondLst>
                </p:seq>
                <p:seq concurrent="1" nextAc="seek">
                  <p:cTn id="228" restart="whenNotActive" fill="hold" evtFilter="cancelBubble" nodeType="interactiveSeq">
                    <p:stCondLst>
                      <p:cond evt="onClick" delay="0">
                        <p:tgtEl>
                          <p:spTgt spid="10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229" fill="hold">
                          <p:stCondLst>
                            <p:cond delay="0"/>
                          </p:stCondLst>
                          <p:childTnLst>
                            <p:par>
                              <p:cTn id="2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1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3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4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231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235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7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1"/>
                      </p:tgtEl>
                    </p:cond>
                  </p:nextCondLst>
                </p:seq>
                <p:seq concurrent="1" nextAc="seek">
                  <p:cTn id="239" restart="whenNotActive" fill="hold" evtFilter="cancelBubble" nodeType="interactiveSeq">
                    <p:stCondLst>
                      <p:cond evt="onClick" delay="0">
                        <p:tgtEl>
                          <p:spTgt spid="9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240" fill="hold">
                          <p:stCondLst>
                            <p:cond delay="0"/>
                          </p:stCondLst>
                          <p:childTnLst>
                            <p:par>
                              <p:cTn id="24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42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4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5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242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246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8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99"/>
                      </p:tgtEl>
                    </p:cond>
                  </p:nextCondLst>
                </p:seq>
                <p:seq concurrent="1" nextAc="seek">
                  <p:cTn id="250" restart="whenNotActive" fill="hold" evtFilter="cancelBubble" nodeType="interactiveSeq">
                    <p:stCondLst>
                      <p:cond evt="onClick" delay="0">
                        <p:tgtEl>
                          <p:spTgt spid="9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251" fill="hold">
                          <p:stCondLst>
                            <p:cond delay="0"/>
                          </p:stCondLst>
                          <p:childTnLst>
                            <p:par>
                              <p:cTn id="25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53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5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6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253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257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9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97"/>
                      </p:tgtEl>
                    </p:cond>
                  </p:nextCondLst>
                </p:seq>
                <p:seq concurrent="1" nextAc="seek">
                  <p:cTn id="261" restart="whenNotActive" fill="hold" evtFilter="cancelBubble" nodeType="interactiveSeq">
                    <p:stCondLst>
                      <p:cond evt="onClick" delay="0">
                        <p:tgtEl>
                          <p:spTgt spid="9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262" fill="hold">
                          <p:stCondLst>
                            <p:cond delay="0"/>
                          </p:stCondLst>
                          <p:childTnLst>
                            <p:par>
                              <p:cTn id="26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64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6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7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264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268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70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95"/>
                      </p:tgtEl>
                    </p:cond>
                  </p:nextCondLst>
                </p:seq>
                <p:seq concurrent="1" nextAc="seek">
                  <p:cTn id="272" restart="whenNotActive" fill="hold" evtFilter="cancelBubble" nodeType="interactiveSeq">
                    <p:stCondLst>
                      <p:cond evt="onClick" delay="0">
                        <p:tgtEl>
                          <p:spTgt spid="9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273" fill="hold">
                          <p:stCondLst>
                            <p:cond delay="0"/>
                          </p:stCondLst>
                          <p:childTnLst>
                            <p:par>
                              <p:cTn id="27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75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7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8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275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279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1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93"/>
                      </p:tgtEl>
                    </p:cond>
                  </p:nextCondLst>
                </p:seq>
                <p:seq concurrent="1" nextAc="seek">
                  <p:cTn id="283" restart="whenNotActive" fill="hold" evtFilter="cancelBubble" nodeType="interactiveSeq">
                    <p:stCondLst>
                      <p:cond evt="onClick" delay="0">
                        <p:tgtEl>
                          <p:spTgt spid="9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284" fill="hold">
                          <p:stCondLst>
                            <p:cond delay="0"/>
                          </p:stCondLst>
                          <p:childTnLst>
                            <p:par>
                              <p:cTn id="2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86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8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9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286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290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2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91"/>
                      </p:tgtEl>
                    </p:cond>
                  </p:nextCondLst>
                </p:seq>
                <p:seq concurrent="1" nextAc="seek">
                  <p:cTn id="294" restart="whenNotActive" fill="hold" evtFilter="cancelBubble" nodeType="interactiveSeq">
                    <p:stCondLst>
                      <p:cond evt="onClick" delay="0">
                        <p:tgtEl>
                          <p:spTgt spid="8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295" fill="hold">
                          <p:stCondLst>
                            <p:cond delay="0"/>
                          </p:stCondLst>
                          <p:childTnLst>
                            <p:par>
                              <p:cTn id="29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97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9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0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297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301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03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89"/>
                      </p:tgtEl>
                    </p:cond>
                  </p:nextCondLst>
                </p:seq>
                <p:seq concurrent="1" nextAc="seek">
                  <p:cTn id="305" restart="whenNotActive" fill="hold" evtFilter="cancelBubble" nodeType="interactiveSeq">
                    <p:stCondLst>
                      <p:cond evt="onClick" delay="0">
                        <p:tgtEl>
                          <p:spTgt spid="8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06" fill="hold">
                          <p:stCondLst>
                            <p:cond delay="0"/>
                          </p:stCondLst>
                          <p:childTnLst>
                            <p:par>
                              <p:cTn id="30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08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0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1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308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312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4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87"/>
                      </p:tgtEl>
                    </p:cond>
                  </p:nextCondLst>
                </p:seq>
                <p:seq concurrent="1" nextAc="seek">
                  <p:cTn id="316" restart="whenNotActive" fill="hold" evtFilter="cancelBubble" nodeType="interactiveSeq">
                    <p:stCondLst>
                      <p:cond evt="onClick" delay="0">
                        <p:tgtEl>
                          <p:spTgt spid="8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17" fill="hold">
                          <p:stCondLst>
                            <p:cond delay="0"/>
                          </p:stCondLst>
                          <p:childTnLst>
                            <p:par>
                              <p:cTn id="3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19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1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2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319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323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5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85"/>
                      </p:tgtEl>
                    </p:cond>
                  </p:nextCondLst>
                </p:seq>
                <p:seq concurrent="1" nextAc="seek">
                  <p:cTn id="327" restart="whenNotActive" fill="hold" evtFilter="cancelBubble" nodeType="interactiveSeq">
                    <p:stCondLst>
                      <p:cond evt="onClick" delay="0">
                        <p:tgtEl>
                          <p:spTgt spid="8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28" fill="hold">
                          <p:stCondLst>
                            <p:cond delay="0"/>
                          </p:stCondLst>
                          <p:childTnLst>
                            <p:par>
                              <p:cTn id="32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30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2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3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330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334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36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83"/>
                      </p:tgtEl>
                    </p:cond>
                  </p:nextCondLst>
                </p:seq>
                <p:seq concurrent="1" nextAc="seek">
                  <p:cTn id="338" restart="whenNotActive" fill="hold" evtFilter="cancelBubble" nodeType="interactiveSeq">
                    <p:stCondLst>
                      <p:cond evt="onClick" delay="0">
                        <p:tgtEl>
                          <p:spTgt spid="8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39" fill="hold">
                          <p:stCondLst>
                            <p:cond delay="0"/>
                          </p:stCondLst>
                          <p:childTnLst>
                            <p:par>
                              <p:cTn id="3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41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43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4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341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345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47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81"/>
                      </p:tgtEl>
                    </p:cond>
                  </p:nextCondLst>
                </p:seq>
                <p:seq concurrent="1" nextAc="seek">
                  <p:cTn id="349" restart="whenNotActive" fill="hold" evtFilter="cancelBubble" nodeType="interactiveSeq">
                    <p:stCondLst>
                      <p:cond evt="onClick" delay="0">
                        <p:tgtEl>
                          <p:spTgt spid="7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50" fill="hold">
                          <p:stCondLst>
                            <p:cond delay="0"/>
                          </p:stCondLst>
                          <p:childTnLst>
                            <p:par>
                              <p:cTn id="35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52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4" dur="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55" dur="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352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356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8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79"/>
                      </p:tgtEl>
                    </p:cond>
                  </p:nextCondLst>
                </p:seq>
                <p:seq concurrent="1" nextAc="seek">
                  <p:cTn id="360" restart="whenNotActive" fill="hold" evtFilter="cancelBubble" nodeType="interactiveSeq">
                    <p:stCondLst>
                      <p:cond evt="onClick" delay="0">
                        <p:tgtEl>
                          <p:spTgt spid="7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61" fill="hold">
                          <p:stCondLst>
                            <p:cond delay="0"/>
                          </p:stCondLst>
                          <p:childTnLst>
                            <p:par>
                              <p:cTn id="36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63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5" dur="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6" dur="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363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367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69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77"/>
                      </p:tgtEl>
                    </p:cond>
                  </p:nextCondLst>
                </p:seq>
                <p:seq concurrent="1" nextAc="seek">
                  <p:cTn id="371" restart="whenNotActive" fill="hold" evtFilter="cancelBubble" nodeType="interactiveSeq">
                    <p:stCondLst>
                      <p:cond evt="onClick" delay="0">
                        <p:tgtEl>
                          <p:spTgt spid="7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72" fill="hold">
                          <p:stCondLst>
                            <p:cond delay="0"/>
                          </p:stCondLst>
                          <p:childTnLst>
                            <p:par>
                              <p:cTn id="3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74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6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7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374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378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0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75"/>
                      </p:tgtEl>
                    </p:cond>
                  </p:nextCondLst>
                </p:seq>
                <p:seq concurrent="1" nextAc="seek">
                  <p:cTn id="382" restart="whenNotActive" fill="hold" evtFilter="cancelBubble" nodeType="interactiveSeq">
                    <p:stCondLst>
                      <p:cond evt="onClick" delay="0">
                        <p:tgtEl>
                          <p:spTgt spid="7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83" fill="hold">
                          <p:stCondLst>
                            <p:cond delay="0"/>
                          </p:stCondLst>
                          <p:childTnLst>
                            <p:par>
                              <p:cTn id="38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85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7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8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385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389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91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73"/>
                      </p:tgtEl>
                    </p:cond>
                  </p:nextCondLst>
                </p:seq>
                <p:seq concurrent="1" nextAc="seek">
                  <p:cTn id="393" restart="whenNotActive" fill="hold" evtFilter="cancelBubble" nodeType="interactiveSeq">
                    <p:stCondLst>
                      <p:cond evt="onClick" delay="0">
                        <p:tgtEl>
                          <p:spTgt spid="7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94" fill="hold">
                          <p:stCondLst>
                            <p:cond delay="0"/>
                          </p:stCondLst>
                          <p:childTnLst>
                            <p:par>
                              <p:cTn id="3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6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8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396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400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02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71"/>
                      </p:tgtEl>
                    </p:cond>
                  </p:nextCondLst>
                </p:seq>
                <p:seq concurrent="1" nextAc="seek">
                  <p:cTn id="404" restart="whenNotActive" fill="hold" evtFilter="cancelBubble" nodeType="interactiveSeq">
                    <p:stCondLst>
                      <p:cond evt="onClick" delay="0">
                        <p:tgtEl>
                          <p:spTgt spid="25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05" fill="hold">
                          <p:stCondLst>
                            <p:cond delay="0"/>
                          </p:stCondLst>
                          <p:childTnLst>
                            <p:par>
                              <p:cTn id="40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07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09" dur="5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10" dur="5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407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411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3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53"/>
                      </p:tgtEl>
                    </p:cond>
                  </p:nextCondLst>
                </p:seq>
                <p:seq concurrent="1" nextAc="seek">
                  <p:cTn id="415" restart="whenNotActive" fill="hold" evtFilter="cancelBubble" nodeType="interactiveSeq">
                    <p:stCondLst>
                      <p:cond evt="onClick" delay="0">
                        <p:tgtEl>
                          <p:spTgt spid="25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16" fill="hold">
                          <p:stCondLst>
                            <p:cond delay="0"/>
                          </p:stCondLst>
                          <p:childTnLst>
                            <p:par>
                              <p:cTn id="41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8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0" dur="5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21" dur="5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418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422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24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50"/>
                      </p:tgtEl>
                    </p:cond>
                  </p:nextCondLst>
                </p:seq>
                <p:seq concurrent="1" nextAc="seek">
                  <p:cTn id="426" restart="whenNotActive" fill="hold" evtFilter="cancelBubble" nodeType="interactiveSeq">
                    <p:stCondLst>
                      <p:cond evt="onClick" delay="0">
                        <p:tgtEl>
                          <p:spTgt spid="24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27" fill="hold">
                          <p:stCondLst>
                            <p:cond delay="0"/>
                          </p:stCondLst>
                          <p:childTnLst>
                            <p:par>
                              <p:cTn id="42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29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1" dur="5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2" dur="5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429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433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5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47"/>
                      </p:tgtEl>
                    </p:cond>
                  </p:nextCondLst>
                </p:seq>
                <p:seq concurrent="1" nextAc="seek">
                  <p:cTn id="437" restart="whenNotActive" fill="hold" evtFilter="cancelBubble" nodeType="interactiveSeq">
                    <p:stCondLst>
                      <p:cond evt="onClick" delay="0">
                        <p:tgtEl>
                          <p:spTgt spid="24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38" fill="hold">
                          <p:stCondLst>
                            <p:cond delay="0"/>
                          </p:stCondLst>
                          <p:childTnLst>
                            <p:par>
                              <p:cTn id="43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40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42" dur="5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3" dur="5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440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444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6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44"/>
                      </p:tgtEl>
                    </p:cond>
                  </p:nextCondLst>
                </p:seq>
                <p:seq concurrent="1" nextAc="seek">
                  <p:cTn id="448" restart="whenNotActive" fill="hold" evtFilter="cancelBubble" nodeType="interactiveSeq">
                    <p:stCondLst>
                      <p:cond evt="onClick" delay="0">
                        <p:tgtEl>
                          <p:spTgt spid="24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49" fill="hold">
                          <p:stCondLst>
                            <p:cond delay="0"/>
                          </p:stCondLst>
                          <p:childTnLst>
                            <p:par>
                              <p:cTn id="4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51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53" dur="5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54" dur="5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451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455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57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41"/>
                      </p:tgtEl>
                    </p:cond>
                  </p:nextCondLst>
                </p:seq>
                <p:seq concurrent="1" nextAc="seek">
                  <p:cTn id="459" restart="whenNotActive" fill="hold" evtFilter="cancelBubble" nodeType="interactiveSeq">
                    <p:stCondLst>
                      <p:cond evt="onClick" delay="0">
                        <p:tgtEl>
                          <p:spTgt spid="23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60" fill="hold">
                          <p:stCondLst>
                            <p:cond delay="0"/>
                          </p:stCondLst>
                          <p:childTnLst>
                            <p:par>
                              <p:cTn id="46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2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64" dur="5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65" dur="5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462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466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68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35"/>
                      </p:tgtEl>
                    </p:cond>
                  </p:nextCondLst>
                </p:seq>
                <p:seq concurrent="1" nextAc="seek">
                  <p:cTn id="470" restart="whenNotActive" fill="hold" evtFilter="cancelBubble" nodeType="interactiveSeq">
                    <p:stCondLst>
                      <p:cond evt="onClick" delay="0">
                        <p:tgtEl>
                          <p:spTgt spid="23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71" fill="hold">
                          <p:stCondLst>
                            <p:cond delay="0"/>
                          </p:stCondLst>
                          <p:childTnLst>
                            <p:par>
                              <p:cTn id="47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73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5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76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473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477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9" presetID="1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38"/>
                      </p:tgtEl>
                    </p:cond>
                  </p:nextCondLst>
                </p:seq>
                <p:seq concurrent="1" nextAc="seek">
                  <p:cTn id="481" restart="whenNotActive" fill="hold" evtFilter="cancelBubble" nodeType="interactiveSeq">
                    <p:stCondLst>
                      <p:cond evt="onClick" delay="0">
                        <p:tgtEl>
                          <p:spTgt spid="14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82" fill="hold">
                          <p:stCondLst>
                            <p:cond delay="0"/>
                          </p:stCondLst>
                          <p:childTnLst>
                            <p:par>
                              <p:cTn id="48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84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86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7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484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488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0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40"/>
                      </p:tgtEl>
                    </p:cond>
                  </p:nextCondLst>
                </p:seq>
                <p:seq concurrent="1" nextAc="seek">
                  <p:cTn id="492" restart="whenNotActive" fill="hold" evtFilter="cancelBubble" nodeType="interactiveSeq">
                    <p:stCondLst>
                      <p:cond evt="onClick" delay="0">
                        <p:tgtEl>
                          <p:spTgt spid="13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93" fill="hold">
                          <p:stCondLst>
                            <p:cond delay="0"/>
                          </p:stCondLst>
                          <p:childTnLst>
                            <p:par>
                              <p:cTn id="49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95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7" dur="500" fill="hold"/>
                                            <p:tgtEl>
                                              <p:spTgt spid="1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8" dur="500" fill="hold"/>
                                            <p:tgtEl>
                                              <p:spTgt spid="1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495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499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1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38"/>
                      </p:tgtEl>
                    </p:cond>
                  </p:nextCondLst>
                </p:seq>
                <p:seq concurrent="1" nextAc="seek">
                  <p:cTn id="503" restart="whenNotActive" fill="hold" evtFilter="cancelBubble" nodeType="interactiveSeq">
                    <p:stCondLst>
                      <p:cond evt="onClick" delay="0">
                        <p:tgtEl>
                          <p:spTgt spid="13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504" fill="hold">
                          <p:stCondLst>
                            <p:cond delay="0"/>
                          </p:stCondLst>
                          <p:childTnLst>
                            <p:par>
                              <p:cTn id="50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06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08" dur="500" fill="hold"/>
                                            <p:tgtEl>
                                              <p:spTgt spid="18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9" dur="500" fill="hold"/>
                                            <p:tgtEl>
                                              <p:spTgt spid="18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506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510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12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36"/>
                      </p:tgtEl>
                    </p:cond>
                  </p:nextCondLst>
                </p:seq>
                <p:seq concurrent="1" nextAc="seek">
                  <p:cTn id="514" restart="whenNotActive" fill="hold" evtFilter="cancelBubble" nodeType="interactiveSeq">
                    <p:stCondLst>
                      <p:cond evt="onClick" delay="0">
                        <p:tgtEl>
                          <p:spTgt spid="13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515" fill="hold">
                          <p:stCondLst>
                            <p:cond delay="0"/>
                          </p:stCondLst>
                          <p:childTnLst>
                            <p:par>
                              <p:cTn id="5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7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9" dur="500" fill="hold"/>
                                            <p:tgtEl>
                                              <p:spTgt spid="18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0" dur="500" fill="hold"/>
                                            <p:tgtEl>
                                              <p:spTgt spid="18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517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521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23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34"/>
                      </p:tgtEl>
                    </p:cond>
                  </p:nextCondLst>
                </p:seq>
                <p:seq concurrent="1" nextAc="seek">
                  <p:cTn id="525" restart="whenNotActive" fill="hold" evtFilter="cancelBubble" nodeType="interactiveSeq">
                    <p:stCondLst>
                      <p:cond evt="onClick" delay="0">
                        <p:tgtEl>
                          <p:spTgt spid="13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526" fill="hold">
                          <p:stCondLst>
                            <p:cond delay="0"/>
                          </p:stCondLst>
                          <p:childTnLst>
                            <p:par>
                              <p:cTn id="5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28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30" dur="500" fill="hold"/>
                                            <p:tgtEl>
                                              <p:spTgt spid="18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31" dur="500" fill="hold"/>
                                            <p:tgtEl>
                                              <p:spTgt spid="18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528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532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4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32"/>
                      </p:tgtEl>
                    </p:cond>
                  </p:nextCondLst>
                </p:seq>
                <p:seq concurrent="1" nextAc="seek">
                  <p:cTn id="536" restart="whenNotActive" fill="hold" evtFilter="cancelBubble" nodeType="interactiveSeq">
                    <p:stCondLst>
                      <p:cond evt="onClick" delay="0">
                        <p:tgtEl>
                          <p:spTgt spid="13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537" fill="hold">
                          <p:stCondLst>
                            <p:cond delay="0"/>
                          </p:stCondLst>
                          <p:childTnLst>
                            <p:par>
                              <p:cTn id="5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39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41" dur="500" fill="hold"/>
                                            <p:tgtEl>
                                              <p:spTgt spid="18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2" dur="500" fill="hold"/>
                                            <p:tgtEl>
                                              <p:spTgt spid="18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539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543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45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30"/>
                      </p:tgtEl>
                    </p:cond>
                  </p:nextCondLst>
                </p:seq>
                <p:seq concurrent="1" nextAc="seek">
                  <p:cTn id="547" restart="whenNotActive" fill="hold" evtFilter="cancelBubble" nodeType="interactiveSeq">
                    <p:stCondLst>
                      <p:cond evt="onClick" delay="0">
                        <p:tgtEl>
                          <p:spTgt spid="12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548" fill="hold">
                          <p:stCondLst>
                            <p:cond delay="0"/>
                          </p:stCondLst>
                          <p:childTnLst>
                            <p:par>
                              <p:cTn id="54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50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2" dur="500" fill="hold"/>
                                            <p:tgtEl>
                                              <p:spTgt spid="1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53" dur="500" fill="hold"/>
                                            <p:tgtEl>
                                              <p:spTgt spid="1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550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554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56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28"/>
                      </p:tgtEl>
                    </p:cond>
                  </p:nextCondLst>
                </p:seq>
                <p:seq concurrent="1" nextAc="seek">
                  <p:cTn id="558" restart="whenNotActive" fill="hold" evtFilter="cancelBubble" nodeType="interactiveSeq">
                    <p:stCondLst>
                      <p:cond evt="onClick" delay="0">
                        <p:tgtEl>
                          <p:spTgt spid="12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559" fill="hold">
                          <p:stCondLst>
                            <p:cond delay="0"/>
                          </p:stCondLst>
                          <p:childTnLst>
                            <p:par>
                              <p:cTn id="5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1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63" dur="500" fill="hold"/>
                                            <p:tgtEl>
                                              <p:spTgt spid="1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4" dur="500" fill="hold"/>
                                            <p:tgtEl>
                                              <p:spTgt spid="1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561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565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7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26"/>
                      </p:tgtEl>
                    </p:cond>
                  </p:nextCondLst>
                </p:seq>
                <p:seq concurrent="1" nextAc="seek">
                  <p:cTn id="569" restart="whenNotActive" fill="hold" evtFilter="cancelBubble" nodeType="interactiveSeq">
                    <p:stCondLst>
                      <p:cond evt="onClick" delay="0">
                        <p:tgtEl>
                          <p:spTgt spid="12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570" fill="hold">
                          <p:stCondLst>
                            <p:cond delay="0"/>
                          </p:stCondLst>
                          <p:childTnLst>
                            <p:par>
                              <p:cTn id="57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72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4" dur="500" fill="hold"/>
                                            <p:tgtEl>
                                              <p:spTgt spid="1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75" dur="500" fill="hold"/>
                                            <p:tgtEl>
                                              <p:spTgt spid="19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572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576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78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24"/>
                      </p:tgtEl>
                    </p:cond>
                  </p:nextCondLst>
                </p:seq>
                <p:seq concurrent="1" nextAc="seek">
                  <p:cTn id="580" restart="whenNotActive" fill="hold" evtFilter="cancelBubble" nodeType="interactiveSeq">
                    <p:stCondLst>
                      <p:cond evt="onClick" delay="0">
                        <p:tgtEl>
                          <p:spTgt spid="12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581" fill="hold">
                          <p:stCondLst>
                            <p:cond delay="0"/>
                          </p:stCondLst>
                          <p:childTnLst>
                            <p:par>
                              <p:cTn id="58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83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85" dur="500" fill="hold"/>
                                            <p:tgtEl>
                                              <p:spTgt spid="1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6" dur="500" fill="hold"/>
                                            <p:tgtEl>
                                              <p:spTgt spid="1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583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587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89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22"/>
                      </p:tgtEl>
                    </p:cond>
                  </p:nextCondLst>
                </p:seq>
                <p:seq concurrent="1" nextAc="seek">
                  <p:cTn id="591" restart="whenNotActive" fill="hold" evtFilter="cancelBubble" nodeType="interactiveSeq">
                    <p:stCondLst>
                      <p:cond evt="onClick" delay="0">
                        <p:tgtEl>
                          <p:spTgt spid="12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592" fill="hold">
                          <p:stCondLst>
                            <p:cond delay="0"/>
                          </p:stCondLst>
                          <p:childTnLst>
                            <p:par>
                              <p:cTn id="59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94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96" dur="500" fill="hold"/>
                                            <p:tgtEl>
                                              <p:spTgt spid="19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7" dur="500" fill="hold"/>
                                            <p:tgtEl>
                                              <p:spTgt spid="19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594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598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00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20"/>
                      </p:tgtEl>
                    </p:cond>
                  </p:nextCondLst>
                </p:seq>
                <p:seq concurrent="1" nextAc="seek">
                  <p:cTn id="602" restart="whenNotActive" fill="hold" evtFilter="cancelBubble" nodeType="interactiveSeq">
                    <p:stCondLst>
                      <p:cond evt="onClick" delay="0">
                        <p:tgtEl>
                          <p:spTgt spid="11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03" fill="hold">
                          <p:stCondLst>
                            <p:cond delay="0"/>
                          </p:stCondLst>
                          <p:childTnLst>
                            <p:par>
                              <p:cTn id="60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05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07" dur="500" fill="hold"/>
                                            <p:tgtEl>
                                              <p:spTgt spid="19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08" dur="500" fill="hold"/>
                                            <p:tgtEl>
                                              <p:spTgt spid="19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605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609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11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18"/>
                      </p:tgtEl>
                    </p:cond>
                  </p:nextCondLst>
                </p:seq>
                <p:seq concurrent="1" nextAc="seek">
                  <p:cTn id="613" restart="whenNotActive" fill="hold" evtFilter="cancelBubble" nodeType="interactiveSeq">
                    <p:stCondLst>
                      <p:cond evt="onClick" delay="0">
                        <p:tgtEl>
                          <p:spTgt spid="11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14" fill="hold">
                          <p:stCondLst>
                            <p:cond delay="0"/>
                          </p:stCondLst>
                          <p:childTnLst>
                            <p:par>
                              <p:cTn id="6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6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8" dur="500" fill="hold"/>
                                            <p:tgtEl>
                                              <p:spTgt spid="19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19" dur="500" fill="hold"/>
                                            <p:tgtEl>
                                              <p:spTgt spid="19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616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620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2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16"/>
                      </p:tgtEl>
                    </p:cond>
                  </p:nextCondLst>
                </p:seq>
                <p:seq concurrent="1" nextAc="seek">
                  <p:cTn id="624" restart="whenNotActive" fill="hold" evtFilter="cancelBubble" nodeType="interactiveSeq">
                    <p:stCondLst>
                      <p:cond evt="onClick" delay="0">
                        <p:tgtEl>
                          <p:spTgt spid="11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25" fill="hold">
                          <p:stCondLst>
                            <p:cond delay="0"/>
                          </p:stCondLst>
                          <p:childTnLst>
                            <p:par>
                              <p:cTn id="62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27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29" dur="500" fill="hold"/>
                                            <p:tgtEl>
                                              <p:spTgt spid="19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30" dur="500" fill="hold"/>
                                            <p:tgtEl>
                                              <p:spTgt spid="19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627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631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33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14"/>
                      </p:tgtEl>
                    </p:cond>
                  </p:nextCondLst>
                </p:seq>
                <p:seq concurrent="1" nextAc="seek">
                  <p:cTn id="635" restart="whenNotActive" fill="hold" evtFilter="cancelBubble" nodeType="interactiveSeq">
                    <p:stCondLst>
                      <p:cond evt="onClick" delay="0">
                        <p:tgtEl>
                          <p:spTgt spid="11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36" fill="hold">
                          <p:stCondLst>
                            <p:cond delay="0"/>
                          </p:stCondLst>
                          <p:childTnLst>
                            <p:par>
                              <p:cTn id="63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38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40" dur="500" fill="hold"/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1" dur="500" fill="hold"/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638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642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4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12"/>
                      </p:tgtEl>
                    </p:cond>
                  </p:nextCondLst>
                </p:seq>
                <p:seq concurrent="1" nextAc="seek">
                  <p:cTn id="646" restart="whenNotActive" fill="hold" evtFilter="cancelBubble" nodeType="interactiveSeq">
                    <p:stCondLst>
                      <p:cond evt="onClick" delay="0">
                        <p:tgtEl>
                          <p:spTgt spid="11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47" fill="hold">
                          <p:stCondLst>
                            <p:cond delay="0"/>
                          </p:stCondLst>
                          <p:childTnLst>
                            <p:par>
                              <p:cTn id="64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49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51" dur="500" fill="hold"/>
                                            <p:tgtEl>
                                              <p:spTgt spid="19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52" dur="500" fill="hold"/>
                                            <p:tgtEl>
                                              <p:spTgt spid="19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649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653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5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10"/>
                      </p:tgtEl>
                    </p:cond>
                  </p:nextCondLst>
                </p:seq>
                <p:seq concurrent="1" nextAc="seek">
                  <p:cTn id="657" restart="whenNotActive" fill="hold" evtFilter="cancelBubble" nodeType="interactiveSeq">
                    <p:stCondLst>
                      <p:cond evt="onClick" delay="0">
                        <p:tgtEl>
                          <p:spTgt spid="10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58" fill="hold">
                          <p:stCondLst>
                            <p:cond delay="0"/>
                          </p:stCondLst>
                          <p:childTnLst>
                            <p:par>
                              <p:cTn id="65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0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62" dur="500" fill="hold"/>
                                            <p:tgtEl>
                                              <p:spTgt spid="19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63" dur="500" fill="hold"/>
                                            <p:tgtEl>
                                              <p:spTgt spid="19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660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664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66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8"/>
                      </p:tgtEl>
                    </p:cond>
                  </p:nextCondLst>
                </p:seq>
                <p:seq concurrent="1" nextAc="seek">
                  <p:cTn id="668" restart="whenNotActive" fill="hold" evtFilter="cancelBubble" nodeType="interactiveSeq">
                    <p:stCondLst>
                      <p:cond evt="onClick" delay="0">
                        <p:tgtEl>
                          <p:spTgt spid="10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69" fill="hold">
                          <p:stCondLst>
                            <p:cond delay="0"/>
                          </p:stCondLst>
                          <p:childTnLst>
                            <p:par>
                              <p:cTn id="6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71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3" dur="500" fill="hold"/>
                                            <p:tgtEl>
                                              <p:spTgt spid="20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74" dur="500" fill="hold"/>
                                            <p:tgtEl>
                                              <p:spTgt spid="20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671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675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77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6"/>
                      </p:tgtEl>
                    </p:cond>
                  </p:nextCondLst>
                </p:seq>
                <p:seq concurrent="1" nextAc="seek">
                  <p:cTn id="679" restart="whenNotActive" fill="hold" evtFilter="cancelBubble" nodeType="interactiveSeq">
                    <p:stCondLst>
                      <p:cond evt="onClick" delay="0">
                        <p:tgtEl>
                          <p:spTgt spid="10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80" fill="hold">
                          <p:stCondLst>
                            <p:cond delay="0"/>
                          </p:stCondLst>
                          <p:childTnLst>
                            <p:par>
                              <p:cTn id="68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82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84" dur="500" fill="hold"/>
                                            <p:tgtEl>
                                              <p:spTgt spid="20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5" dur="500" fill="hold"/>
                                            <p:tgtEl>
                                              <p:spTgt spid="20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682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686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8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4"/>
                      </p:tgtEl>
                    </p:cond>
                  </p:nextCondLst>
                </p:seq>
                <p:seq concurrent="1" nextAc="seek">
                  <p:cTn id="690" restart="whenNotActive" fill="hold" evtFilter="cancelBubble" nodeType="interactiveSeq">
                    <p:stCondLst>
                      <p:cond evt="onClick" delay="0">
                        <p:tgtEl>
                          <p:spTgt spid="10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91" fill="hold">
                          <p:stCondLst>
                            <p:cond delay="0"/>
                          </p:stCondLst>
                          <p:childTnLst>
                            <p:par>
                              <p:cTn id="69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93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95" dur="500" fill="hold"/>
                                            <p:tgtEl>
                                              <p:spTgt spid="20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96" dur="500" fill="hold"/>
                                            <p:tgtEl>
                                              <p:spTgt spid="20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693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697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99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2"/>
                      </p:tgtEl>
                    </p:cond>
                  </p:nextCondLst>
                </p:seq>
                <p:seq concurrent="1" nextAc="seek">
                  <p:cTn id="701" restart="whenNotActive" fill="hold" evtFilter="cancelBubble" nodeType="interactiveSeq">
                    <p:stCondLst>
                      <p:cond evt="onClick" delay="0">
                        <p:tgtEl>
                          <p:spTgt spid="10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02" fill="hold">
                          <p:stCondLst>
                            <p:cond delay="0"/>
                          </p:stCondLst>
                          <p:childTnLst>
                            <p:par>
                              <p:cTn id="70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04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06" dur="500" fill="hold"/>
                                            <p:tgtEl>
                                              <p:spTgt spid="20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07" dur="500" fill="hold"/>
                                            <p:tgtEl>
                                              <p:spTgt spid="20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704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708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0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0"/>
                      </p:tgtEl>
                    </p:cond>
                  </p:nextCondLst>
                </p:seq>
                <p:seq concurrent="1" nextAc="seek">
                  <p:cTn id="712" restart="whenNotActive" fill="hold" evtFilter="cancelBubble" nodeType="interactiveSeq">
                    <p:stCondLst>
                      <p:cond evt="onClick" delay="0">
                        <p:tgtEl>
                          <p:spTgt spid="9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13" fill="hold">
                          <p:stCondLst>
                            <p:cond delay="0"/>
                          </p:stCondLst>
                          <p:childTnLst>
                            <p:par>
                              <p:cTn id="7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5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17" dur="500" fill="hold"/>
                                            <p:tgtEl>
                                              <p:spTgt spid="20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18" dur="500" fill="hold"/>
                                            <p:tgtEl>
                                              <p:spTgt spid="20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715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719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21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98"/>
                      </p:tgtEl>
                    </p:cond>
                  </p:nextCondLst>
                </p:seq>
                <p:seq concurrent="1" nextAc="seek">
                  <p:cTn id="723" restart="whenNotActive" fill="hold" evtFilter="cancelBubble" nodeType="interactiveSeq">
                    <p:stCondLst>
                      <p:cond evt="onClick" delay="0">
                        <p:tgtEl>
                          <p:spTgt spid="9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24" fill="hold">
                          <p:stCondLst>
                            <p:cond delay="0"/>
                          </p:stCondLst>
                          <p:childTnLst>
                            <p:par>
                              <p:cTn id="7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26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28" dur="500" fill="hold"/>
                                            <p:tgtEl>
                                              <p:spTgt spid="20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29" dur="500" fill="hold"/>
                                            <p:tgtEl>
                                              <p:spTgt spid="20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726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730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32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96"/>
                      </p:tgtEl>
                    </p:cond>
                  </p:nextCondLst>
                </p:seq>
                <p:seq concurrent="1" nextAc="seek">
                  <p:cTn id="734" restart="whenNotActive" fill="hold" evtFilter="cancelBubble" nodeType="interactiveSeq">
                    <p:stCondLst>
                      <p:cond evt="onClick" delay="0">
                        <p:tgtEl>
                          <p:spTgt spid="9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35" fill="hold">
                          <p:stCondLst>
                            <p:cond delay="0"/>
                          </p:stCondLst>
                          <p:childTnLst>
                            <p:par>
                              <p:cTn id="73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37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39" dur="500" fill="hold"/>
                                            <p:tgtEl>
                                              <p:spTgt spid="20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0" dur="500" fill="hold"/>
                                            <p:tgtEl>
                                              <p:spTgt spid="20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737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741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3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94"/>
                      </p:tgtEl>
                    </p:cond>
                  </p:nextCondLst>
                </p:seq>
                <p:seq concurrent="1" nextAc="seek">
                  <p:cTn id="745" restart="whenNotActive" fill="hold" evtFilter="cancelBubble" nodeType="interactiveSeq">
                    <p:stCondLst>
                      <p:cond evt="onClick" delay="0">
                        <p:tgtEl>
                          <p:spTgt spid="9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46" fill="hold">
                          <p:stCondLst>
                            <p:cond delay="0"/>
                          </p:stCondLst>
                          <p:childTnLst>
                            <p:par>
                              <p:cTn id="74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8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50" dur="500" fill="hold"/>
                                            <p:tgtEl>
                                              <p:spTgt spid="20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51" dur="500" fill="hold"/>
                                            <p:tgtEl>
                                              <p:spTgt spid="20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748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752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54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92"/>
                      </p:tgtEl>
                    </p:cond>
                  </p:nextCondLst>
                </p:seq>
                <p:seq concurrent="1" nextAc="seek">
                  <p:cTn id="756" restart="whenNotActive" fill="hold" evtFilter="cancelBubble" nodeType="interactiveSeq">
                    <p:stCondLst>
                      <p:cond evt="onClick" delay="0">
                        <p:tgtEl>
                          <p:spTgt spid="9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57" fill="hold">
                          <p:stCondLst>
                            <p:cond delay="0"/>
                          </p:stCondLst>
                          <p:childTnLst>
                            <p:par>
                              <p:cTn id="75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59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61" dur="500" fill="hold"/>
                                            <p:tgtEl>
                                              <p:spTgt spid="20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62" dur="500" fill="hold"/>
                                            <p:tgtEl>
                                              <p:spTgt spid="20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759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763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65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90"/>
                      </p:tgtEl>
                    </p:cond>
                  </p:nextCondLst>
                </p:seq>
                <p:seq concurrent="1" nextAc="seek">
                  <p:cTn id="767" restart="whenNotActive" fill="hold" evtFilter="cancelBubble" nodeType="interactiveSeq">
                    <p:stCondLst>
                      <p:cond evt="onClick" delay="0">
                        <p:tgtEl>
                          <p:spTgt spid="8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68" fill="hold">
                          <p:stCondLst>
                            <p:cond delay="0"/>
                          </p:stCondLst>
                          <p:childTnLst>
                            <p:par>
                              <p:cTn id="76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70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72" dur="500" fill="hold"/>
                                            <p:tgtEl>
                                              <p:spTgt spid="20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73" dur="500" fill="hold"/>
                                            <p:tgtEl>
                                              <p:spTgt spid="20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770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774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6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88"/>
                      </p:tgtEl>
                    </p:cond>
                  </p:nextCondLst>
                </p:seq>
                <p:seq concurrent="1" nextAc="seek">
                  <p:cTn id="778" restart="whenNotActive" fill="hold" evtFilter="cancelBubble" nodeType="interactiveSeq">
                    <p:stCondLst>
                      <p:cond evt="onClick" delay="0">
                        <p:tgtEl>
                          <p:spTgt spid="8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79" fill="hold">
                          <p:stCondLst>
                            <p:cond delay="0"/>
                          </p:stCondLst>
                          <p:childTnLst>
                            <p:par>
                              <p:cTn id="7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81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83" dur="500" fill="hold"/>
                                            <p:tgtEl>
                                              <p:spTgt spid="2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84" dur="500" fill="hold"/>
                                            <p:tgtEl>
                                              <p:spTgt spid="2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781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785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87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86"/>
                      </p:tgtEl>
                    </p:cond>
                  </p:nextCondLst>
                </p:seq>
                <p:seq concurrent="1" nextAc="seek">
                  <p:cTn id="789" restart="whenNotActive" fill="hold" evtFilter="cancelBubble" nodeType="interactiveSeq">
                    <p:stCondLst>
                      <p:cond evt="onClick" delay="0">
                        <p:tgtEl>
                          <p:spTgt spid="8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90" fill="hold">
                          <p:stCondLst>
                            <p:cond delay="0"/>
                          </p:stCondLst>
                          <p:childTnLst>
                            <p:par>
                              <p:cTn id="79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92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94" dur="500" fill="hold"/>
                                            <p:tgtEl>
                                              <p:spTgt spid="2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95" dur="500" fill="hold"/>
                                            <p:tgtEl>
                                              <p:spTgt spid="2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792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796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98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84"/>
                      </p:tgtEl>
                    </p:cond>
                  </p:nextCondLst>
                </p:seq>
                <p:seq concurrent="1" nextAc="seek">
                  <p:cTn id="800" restart="whenNotActive" fill="hold" evtFilter="cancelBubble" nodeType="interactiveSeq">
                    <p:stCondLst>
                      <p:cond evt="onClick" delay="0">
                        <p:tgtEl>
                          <p:spTgt spid="8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01" fill="hold">
                          <p:stCondLst>
                            <p:cond delay="0"/>
                          </p:stCondLst>
                          <p:childTnLst>
                            <p:par>
                              <p:cTn id="80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03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05" dur="500" fill="hold"/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06" dur="500" fill="hold"/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803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807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9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82"/>
                      </p:tgtEl>
                    </p:cond>
                  </p:nextCondLst>
                </p:seq>
                <p:seq concurrent="1" nextAc="seek">
                  <p:cTn id="811" restart="whenNotActive" fill="hold" evtFilter="cancelBubble" nodeType="interactiveSeq">
                    <p:stCondLst>
                      <p:cond evt="onClick" delay="0">
                        <p:tgtEl>
                          <p:spTgt spid="8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12" fill="hold">
                          <p:stCondLst>
                            <p:cond delay="0"/>
                          </p:stCondLst>
                          <p:childTnLst>
                            <p:par>
                              <p:cTn id="81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4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16" dur="500" fill="hold"/>
                                            <p:tgtEl>
                                              <p:spTgt spid="2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17" dur="500" fill="hold"/>
                                            <p:tgtEl>
                                              <p:spTgt spid="2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814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818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20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80"/>
                      </p:tgtEl>
                    </p:cond>
                  </p:nextCondLst>
                </p:seq>
                <p:seq concurrent="1" nextAc="seek">
                  <p:cTn id="822" restart="whenNotActive" fill="hold" evtFilter="cancelBubble" nodeType="interactiveSeq">
                    <p:stCondLst>
                      <p:cond evt="onClick" delay="0">
                        <p:tgtEl>
                          <p:spTgt spid="7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23" fill="hold">
                          <p:stCondLst>
                            <p:cond delay="0"/>
                          </p:stCondLst>
                          <p:childTnLst>
                            <p:par>
                              <p:cTn id="82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25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27" dur="500" fill="hold"/>
                                            <p:tgtEl>
                                              <p:spTgt spid="2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28" dur="500" fill="hold"/>
                                            <p:tgtEl>
                                              <p:spTgt spid="2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825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829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1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78"/>
                      </p:tgtEl>
                    </p:cond>
                  </p:nextCondLst>
                </p:seq>
                <p:seq concurrent="1" nextAc="seek">
                  <p:cTn id="833" restart="whenNotActive" fill="hold" evtFilter="cancelBubble" nodeType="interactiveSeq">
                    <p:stCondLst>
                      <p:cond evt="onClick" delay="0">
                        <p:tgtEl>
                          <p:spTgt spid="7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34" fill="hold">
                          <p:stCondLst>
                            <p:cond delay="0"/>
                          </p:stCondLst>
                          <p:childTnLst>
                            <p:par>
                              <p:cTn id="8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36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38" dur="500" fill="hold"/>
                                            <p:tgtEl>
                                              <p:spTgt spid="2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39" dur="500" fill="hold"/>
                                            <p:tgtEl>
                                              <p:spTgt spid="2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836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840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42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76"/>
                      </p:tgtEl>
                    </p:cond>
                  </p:nextCondLst>
                </p:seq>
                <p:seq concurrent="1" nextAc="seek">
                  <p:cTn id="844" restart="whenNotActive" fill="hold" evtFilter="cancelBubble" nodeType="interactiveSeq">
                    <p:stCondLst>
                      <p:cond evt="onClick" delay="0">
                        <p:tgtEl>
                          <p:spTgt spid="7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45" fill="hold">
                          <p:stCondLst>
                            <p:cond delay="0"/>
                          </p:stCondLst>
                          <p:childTnLst>
                            <p:par>
                              <p:cTn id="84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47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49" dur="500" fill="hold"/>
                                            <p:tgtEl>
                                              <p:spTgt spid="2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50" dur="500" fill="hold"/>
                                            <p:tgtEl>
                                              <p:spTgt spid="2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847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851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53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74"/>
                      </p:tgtEl>
                    </p:cond>
                  </p:nextCondLst>
                </p:seq>
                <p:seq concurrent="1" nextAc="seek">
                  <p:cTn id="855" restart="whenNotActive" fill="hold" evtFilter="cancelBubble" nodeType="interactiveSeq">
                    <p:stCondLst>
                      <p:cond evt="onClick" delay="0">
                        <p:tgtEl>
                          <p:spTgt spid="7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56" fill="hold">
                          <p:stCondLst>
                            <p:cond delay="0"/>
                          </p:stCondLst>
                          <p:childTnLst>
                            <p:par>
                              <p:cTn id="85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58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60" dur="500" fill="hold"/>
                                            <p:tgtEl>
                                              <p:spTgt spid="2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61" dur="500" fill="hold"/>
                                            <p:tgtEl>
                                              <p:spTgt spid="2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858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862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4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72"/>
                      </p:tgtEl>
                    </p:cond>
                  </p:nextCondLst>
                </p:seq>
                <p:seq concurrent="1" nextAc="seek">
                  <p:cTn id="866" restart="whenNotActive" fill="hold" evtFilter="cancelBubble" nodeType="interactiveSeq">
                    <p:stCondLst>
                      <p:cond evt="onClick" delay="0">
                        <p:tgtEl>
                          <p:spTgt spid="25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67" fill="hold">
                          <p:stCondLst>
                            <p:cond delay="0"/>
                          </p:stCondLst>
                          <p:childTnLst>
                            <p:par>
                              <p:cTn id="86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9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1" dur="500" fill="hold"/>
                                            <p:tgtEl>
                                              <p:spTgt spid="2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72" dur="500" fill="hold"/>
                                            <p:tgtEl>
                                              <p:spTgt spid="2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869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873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75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54"/>
                      </p:tgtEl>
                    </p:cond>
                  </p:nextCondLst>
                </p:seq>
                <p:seq concurrent="1" nextAc="seek">
                  <p:cTn id="877" restart="whenNotActive" fill="hold" evtFilter="cancelBubble" nodeType="interactiveSeq">
                    <p:stCondLst>
                      <p:cond evt="onClick" delay="0">
                        <p:tgtEl>
                          <p:spTgt spid="25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78" fill="hold">
                          <p:stCondLst>
                            <p:cond delay="0"/>
                          </p:stCondLst>
                          <p:childTnLst>
                            <p:par>
                              <p:cTn id="87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80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82" dur="500" fill="hold"/>
                                            <p:tgtEl>
                                              <p:spTgt spid="2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83" dur="500" fill="hold"/>
                                            <p:tgtEl>
                                              <p:spTgt spid="2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880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884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86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51"/>
                      </p:tgtEl>
                    </p:cond>
                  </p:nextCondLst>
                </p:seq>
                <p:seq concurrent="1" nextAc="seek">
                  <p:cTn id="888" restart="whenNotActive" fill="hold" evtFilter="cancelBubble" nodeType="interactiveSeq">
                    <p:stCondLst>
                      <p:cond evt="onClick" delay="0">
                        <p:tgtEl>
                          <p:spTgt spid="24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89" fill="hold">
                          <p:stCondLst>
                            <p:cond delay="0"/>
                          </p:stCondLst>
                          <p:childTnLst>
                            <p:par>
                              <p:cTn id="8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91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93" dur="500" fill="hold"/>
                                            <p:tgtEl>
                                              <p:spTgt spid="2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94" dur="500" fill="hold"/>
                                            <p:tgtEl>
                                              <p:spTgt spid="2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891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895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7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48"/>
                      </p:tgtEl>
                    </p:cond>
                  </p:nextCondLst>
                </p:seq>
                <p:seq concurrent="1" nextAc="seek">
                  <p:cTn id="899" restart="whenNotActive" fill="hold" evtFilter="cancelBubble" nodeType="interactiveSeq">
                    <p:stCondLst>
                      <p:cond evt="onClick" delay="0">
                        <p:tgtEl>
                          <p:spTgt spid="24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00" fill="hold">
                          <p:stCondLst>
                            <p:cond delay="0"/>
                          </p:stCondLst>
                          <p:childTnLst>
                            <p:par>
                              <p:cTn id="90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02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04" dur="500" fill="hold"/>
                                            <p:tgtEl>
                                              <p:spTgt spid="2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05" dur="500" fill="hold"/>
                                            <p:tgtEl>
                                              <p:spTgt spid="2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902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906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08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45"/>
                      </p:tgtEl>
                    </p:cond>
                  </p:nextCondLst>
                </p:seq>
                <p:seq concurrent="1" nextAc="seek">
                  <p:cTn id="910" restart="whenNotActive" fill="hold" evtFilter="cancelBubble" nodeType="interactiveSeq">
                    <p:stCondLst>
                      <p:cond evt="onClick" delay="0">
                        <p:tgtEl>
                          <p:spTgt spid="24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11" fill="hold">
                          <p:stCondLst>
                            <p:cond delay="0"/>
                          </p:stCondLst>
                          <p:childTnLst>
                            <p:par>
                              <p:cTn id="9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3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15" dur="500" fill="hold"/>
                                            <p:tgtEl>
                                              <p:spTgt spid="2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16" dur="500" fill="hold"/>
                                            <p:tgtEl>
                                              <p:spTgt spid="2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913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917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19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42"/>
                      </p:tgtEl>
                    </p:cond>
                  </p:nextCondLst>
                </p:seq>
                <p:seq concurrent="1" nextAc="seek">
                  <p:cTn id="921" restart="whenNotActive" fill="hold" evtFilter="cancelBubble" nodeType="interactiveSeq">
                    <p:stCondLst>
                      <p:cond evt="onClick" delay="0">
                        <p:tgtEl>
                          <p:spTgt spid="23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22" fill="hold">
                          <p:stCondLst>
                            <p:cond delay="0"/>
                          </p:stCondLst>
                          <p:childTnLst>
                            <p:par>
                              <p:cTn id="9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24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26" dur="500" fill="hold"/>
                                            <p:tgtEl>
                                              <p:spTgt spid="2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27" dur="500" fill="hold"/>
                                            <p:tgtEl>
                                              <p:spTgt spid="2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924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928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30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36"/>
                      </p:tgtEl>
                    </p:cond>
                  </p:nextCondLst>
                </p:seq>
                <p:seq concurrent="1" nextAc="seek">
                  <p:cTn id="932" restart="whenNotActive" fill="hold" evtFilter="cancelBubble" nodeType="interactiveSeq">
                    <p:stCondLst>
                      <p:cond evt="onClick" delay="0">
                        <p:tgtEl>
                          <p:spTgt spid="23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33" fill="hold">
                          <p:stCondLst>
                            <p:cond delay="0"/>
                          </p:stCondLst>
                          <p:childTnLst>
                            <p:par>
                              <p:cTn id="93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35" presetID="2" presetClass="entr" presetSubtype="1" accel="3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37" dur="500" fill="hold"/>
                                            <p:tgtEl>
                                              <p:spTgt spid="2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38" dur="500" fill="hold"/>
                                            <p:tgtEl>
                                              <p:spTgt spid="2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935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Connect 4 SFX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939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41" presetID="1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39"/>
                      </p:tgtEl>
                    </p:cond>
                  </p:nextCondLst>
                </p:seq>
                <p:seq concurrent="1" nextAc="seek">
                  <p:cTn id="943" restart="whenNotActive" fill="hold" evtFilter="cancelBubble" nodeType="interactiveSeq">
                    <p:stCondLst>
                      <p:cond evt="onClick" delay="0">
                        <p:tgtEl>
                          <p:spTgt spid="17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44" fill="hold">
                          <p:stCondLst>
                            <p:cond delay="0"/>
                          </p:stCondLst>
                          <p:childTnLst>
                            <p:par>
                              <p:cTn id="9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46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48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51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5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54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76"/>
                      </p:tgtEl>
                    </p:cond>
                  </p:nextCondLst>
                </p:seq>
                <p:seq concurrent="1" nextAc="seek">
                  <p:cTn id="956" restart="whenNotActive" fill="hold" evtFilter="cancelBubble" nodeType="interactiveSeq">
                    <p:stCondLst>
                      <p:cond evt="onClick" delay="0">
                        <p:tgtEl>
                          <p:spTgt spid="17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57" fill="hold">
                          <p:stCondLst>
                            <p:cond delay="0"/>
                          </p:stCondLst>
                          <p:childTnLst>
                            <p:par>
                              <p:cTn id="95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59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61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6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6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66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7" dur="500"/>
                                            <p:tgtEl>
                                              <p:spTgt spid="18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6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77"/>
                      </p:tgtEl>
                    </p:cond>
                  </p:nextCondLst>
                </p:seq>
                <p:seq concurrent="1" nextAc="seek">
                  <p:cTn id="969" restart="whenNotActive" fill="hold" evtFilter="cancelBubble" nodeType="interactiveSeq">
                    <p:stCondLst>
                      <p:cond evt="onClick" delay="0">
                        <p:tgtEl>
                          <p:spTgt spid="17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70" fill="hold">
                          <p:stCondLst>
                            <p:cond delay="0"/>
                          </p:stCondLst>
                          <p:childTnLst>
                            <p:par>
                              <p:cTn id="97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72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74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76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77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79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80" dur="500"/>
                                            <p:tgtEl>
                                              <p:spTgt spid="18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8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78"/>
                      </p:tgtEl>
                    </p:cond>
                  </p:nextCondLst>
                </p:seq>
                <p:seq concurrent="1" nextAc="seek">
                  <p:cTn id="982" restart="whenNotActive" fill="hold" evtFilter="cancelBubble" nodeType="interactiveSeq">
                    <p:stCondLst>
                      <p:cond evt="onClick" delay="0">
                        <p:tgtEl>
                          <p:spTgt spid="17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83" fill="hold">
                          <p:stCondLst>
                            <p:cond delay="0"/>
                          </p:stCondLst>
                          <p:childTnLst>
                            <p:par>
                              <p:cTn id="98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85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7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9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0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9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3" dur="500"/>
                                            <p:tgtEl>
                                              <p:spTgt spid="18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79"/>
                      </p:tgtEl>
                    </p:cond>
                  </p:nextCondLst>
                </p:seq>
                <p:seq concurrent="1" nextAc="seek">
                  <p:cTn id="995" restart="whenNotActive" fill="hold" evtFilter="cancelBubble" nodeType="interactiveSeq">
                    <p:stCondLst>
                      <p:cond evt="onClick" delay="0">
                        <p:tgtEl>
                          <p:spTgt spid="18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96" fill="hold">
                          <p:stCondLst>
                            <p:cond delay="0"/>
                          </p:stCondLst>
                          <p:childTnLst>
                            <p:par>
                              <p:cTn id="99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98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00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0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03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0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06" dur="500"/>
                                            <p:tgtEl>
                                              <p:spTgt spid="18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80"/>
                      </p:tgtEl>
                    </p:cond>
                  </p:nextCondLst>
                </p:seq>
                <p:seq concurrent="1" nextAc="seek">
                  <p:cTn id="1008" restart="whenNotActive" fill="hold" evtFilter="cancelBubble" nodeType="interactiveSeq">
                    <p:stCondLst>
                      <p:cond evt="onClick" delay="0">
                        <p:tgtEl>
                          <p:spTgt spid="18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09" fill="hold">
                          <p:stCondLst>
                            <p:cond delay="0"/>
                          </p:stCondLst>
                          <p:childTnLst>
                            <p:par>
                              <p:cTn id="10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1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3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1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1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8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19" dur="500"/>
                                            <p:tgtEl>
                                              <p:spTgt spid="18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81"/>
                      </p:tgtEl>
                    </p:cond>
                  </p:nextCondLst>
                </p:seq>
                <p:seq concurrent="1" nextAc="seek">
                  <p:cTn id="1021" restart="whenNotActive" fill="hold" evtFilter="cancelBubble" nodeType="interactiveSeq">
                    <p:stCondLst>
                      <p:cond evt="onClick" delay="0">
                        <p:tgtEl>
                          <p:spTgt spid="18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22" fill="hold">
                          <p:stCondLst>
                            <p:cond delay="0"/>
                          </p:stCondLst>
                          <p:childTnLst>
                            <p:par>
                              <p:cTn id="10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24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26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28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29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3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31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32" dur="500"/>
                                            <p:tgtEl>
                                              <p:spTgt spid="18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3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82"/>
                      </p:tgtEl>
                    </p:cond>
                  </p:nextCondLst>
                </p:seq>
                <p:seq concurrent="1" nextAc="seek">
                  <p:cTn id="1034" restart="whenNotActive" fill="hold" evtFilter="cancelBubble" nodeType="interactiveSeq">
                    <p:stCondLst>
                      <p:cond evt="onClick" delay="0">
                        <p:tgtEl>
                          <p:spTgt spid="17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35" fill="hold">
                          <p:stCondLst>
                            <p:cond delay="0"/>
                          </p:stCondLst>
                          <p:childTnLst>
                            <p:par>
                              <p:cTn id="103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37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39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41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42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4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44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45" dur="500"/>
                                            <p:tgtEl>
                                              <p:spTgt spid="19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4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75"/>
                      </p:tgtEl>
                    </p:cond>
                  </p:nextCondLst>
                </p:seq>
                <p:seq concurrent="1" nextAc="seek">
                  <p:cTn id="1047" restart="whenNotActive" fill="hold" evtFilter="cancelBubble" nodeType="interactiveSeq">
                    <p:stCondLst>
                      <p:cond evt="onClick" delay="0">
                        <p:tgtEl>
                          <p:spTgt spid="17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48" fill="hold">
                          <p:stCondLst>
                            <p:cond delay="0"/>
                          </p:stCondLst>
                          <p:childTnLst>
                            <p:par>
                              <p:cTn id="104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50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52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54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55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5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57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58" dur="500"/>
                                            <p:tgtEl>
                                              <p:spTgt spid="19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5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74"/>
                      </p:tgtEl>
                    </p:cond>
                  </p:nextCondLst>
                </p:seq>
                <p:seq concurrent="1" nextAc="seek">
                  <p:cTn id="1060" restart="whenNotActive" fill="hold" evtFilter="cancelBubble" nodeType="interactiveSeq">
                    <p:stCondLst>
                      <p:cond evt="onClick" delay="0">
                        <p:tgtEl>
                          <p:spTgt spid="17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61" fill="hold">
                          <p:stCondLst>
                            <p:cond delay="0"/>
                          </p:stCondLst>
                          <p:childTnLst>
                            <p:par>
                              <p:cTn id="106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63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65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67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6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7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71" dur="500"/>
                                            <p:tgtEl>
                                              <p:spTgt spid="19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7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73"/>
                      </p:tgtEl>
                    </p:cond>
                  </p:nextCondLst>
                </p:seq>
                <p:seq concurrent="1" nextAc="seek">
                  <p:cTn id="1073" restart="whenNotActive" fill="hold" evtFilter="cancelBubble" nodeType="interactiveSeq">
                    <p:stCondLst>
                      <p:cond evt="onClick" delay="0">
                        <p:tgtEl>
                          <p:spTgt spid="17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74" fill="hold">
                          <p:stCondLst>
                            <p:cond delay="0"/>
                          </p:stCondLst>
                          <p:childTnLst>
                            <p:par>
                              <p:cTn id="10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76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78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8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81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8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84" dur="500"/>
                                            <p:tgtEl>
                                              <p:spTgt spid="19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72"/>
                      </p:tgtEl>
                    </p:cond>
                  </p:nextCondLst>
                </p:seq>
                <p:seq concurrent="1" nextAc="seek">
                  <p:cTn id="1086" restart="whenNotActive" fill="hold" evtFilter="cancelBubble" nodeType="interactiveSeq">
                    <p:stCondLst>
                      <p:cond evt="onClick" delay="0">
                        <p:tgtEl>
                          <p:spTgt spid="17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7" fill="hold">
                          <p:stCondLst>
                            <p:cond delay="0"/>
                          </p:stCondLst>
                          <p:childTnLst>
                            <p:par>
                              <p:cTn id="108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89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91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9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94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9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96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97" dur="500"/>
                                            <p:tgtEl>
                                              <p:spTgt spid="19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9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71"/>
                      </p:tgtEl>
                    </p:cond>
                  </p:nextCondLst>
                </p:seq>
                <p:seq concurrent="1" nextAc="seek">
                  <p:cTn id="1099" restart="whenNotActive" fill="hold" evtFilter="cancelBubble" nodeType="interactiveSeq">
                    <p:stCondLst>
                      <p:cond evt="onClick" delay="0">
                        <p:tgtEl>
                          <p:spTgt spid="17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100" fill="hold">
                          <p:stCondLst>
                            <p:cond delay="0"/>
                          </p:stCondLst>
                          <p:childTnLst>
                            <p:par>
                              <p:cTn id="110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2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04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06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07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0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09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10" dur="500"/>
                                            <p:tgtEl>
                                              <p:spTgt spid="19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1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70"/>
                      </p:tgtEl>
                    </p:cond>
                  </p:nextCondLst>
                </p:seq>
                <p:seq concurrent="1" nextAc="seek">
                  <p:cTn id="1112" restart="whenNotActive" fill="hold" evtFilter="cancelBubble" nodeType="interactiveSeq">
                    <p:stCondLst>
                      <p:cond evt="onClick" delay="0">
                        <p:tgtEl>
                          <p:spTgt spid="16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113" fill="hold">
                          <p:stCondLst>
                            <p:cond delay="0"/>
                          </p:stCondLst>
                          <p:childTnLst>
                            <p:par>
                              <p:cTn id="11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15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17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19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20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2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2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23" dur="500"/>
                                            <p:tgtEl>
                                              <p:spTgt spid="19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2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69"/>
                      </p:tgtEl>
                    </p:cond>
                  </p:nextCondLst>
                </p:seq>
                <p:seq concurrent="1" nextAc="seek">
                  <p:cTn id="1125" restart="whenNotActive" fill="hold" evtFilter="cancelBubble" nodeType="interactiveSeq">
                    <p:stCondLst>
                      <p:cond evt="onClick" delay="0">
                        <p:tgtEl>
                          <p:spTgt spid="16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126" fill="hold">
                          <p:stCondLst>
                            <p:cond delay="0"/>
                          </p:stCondLst>
                          <p:childTnLst>
                            <p:par>
                              <p:cTn id="1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28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30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3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33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3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36" dur="500"/>
                                            <p:tgtEl>
                                              <p:spTgt spid="20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68"/>
                      </p:tgtEl>
                    </p:cond>
                  </p:nextCondLst>
                </p:seq>
                <p:seq concurrent="1" nextAc="seek">
                  <p:cTn id="1138" restart="whenNotActive" fill="hold" evtFilter="cancelBubble" nodeType="interactiveSeq">
                    <p:stCondLst>
                      <p:cond evt="onClick" delay="0">
                        <p:tgtEl>
                          <p:spTgt spid="16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139" fill="hold">
                          <p:stCondLst>
                            <p:cond delay="0"/>
                          </p:stCondLst>
                          <p:childTnLst>
                            <p:par>
                              <p:cTn id="11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41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43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4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6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4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48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9" dur="500"/>
                                            <p:tgtEl>
                                              <p:spTgt spid="20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67"/>
                      </p:tgtEl>
                    </p:cond>
                  </p:nextCondLst>
                </p:seq>
                <p:seq concurrent="1" nextAc="seek">
                  <p:cTn id="1151" restart="whenNotActive" fill="hold" evtFilter="cancelBubble" nodeType="interactiveSeq">
                    <p:stCondLst>
                      <p:cond evt="onClick" delay="0">
                        <p:tgtEl>
                          <p:spTgt spid="16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152" fill="hold">
                          <p:stCondLst>
                            <p:cond delay="0"/>
                          </p:stCondLst>
                          <p:childTnLst>
                            <p:par>
                              <p:cTn id="115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54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56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58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59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6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1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62" dur="500"/>
                                            <p:tgtEl>
                                              <p:spTgt spid="20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6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66"/>
                      </p:tgtEl>
                    </p:cond>
                  </p:nextCondLst>
                </p:seq>
                <p:seq concurrent="1" nextAc="seek">
                  <p:cTn id="1164" restart="whenNotActive" fill="hold" evtFilter="cancelBubble" nodeType="interactiveSeq">
                    <p:stCondLst>
                      <p:cond evt="onClick" delay="0">
                        <p:tgtEl>
                          <p:spTgt spid="16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165" fill="hold">
                          <p:stCondLst>
                            <p:cond delay="0"/>
                          </p:stCondLst>
                          <p:childTnLst>
                            <p:par>
                              <p:cTn id="116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67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9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71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2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74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5" dur="500"/>
                                            <p:tgtEl>
                                              <p:spTgt spid="20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65"/>
                      </p:tgtEl>
                    </p:cond>
                  </p:nextCondLst>
                </p:seq>
                <p:seq concurrent="1" nextAc="seek">
                  <p:cTn id="1177" restart="whenNotActive" fill="hold" evtFilter="cancelBubble" nodeType="interactiveSeq">
                    <p:stCondLst>
                      <p:cond evt="onClick" delay="0">
                        <p:tgtEl>
                          <p:spTgt spid="16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178" fill="hold">
                          <p:stCondLst>
                            <p:cond delay="0"/>
                          </p:stCondLst>
                          <p:childTnLst>
                            <p:par>
                              <p:cTn id="117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80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82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84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85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87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88" dur="500"/>
                                            <p:tgtEl>
                                              <p:spTgt spid="19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64"/>
                      </p:tgtEl>
                    </p:cond>
                  </p:nextCondLst>
                </p:seq>
                <p:seq concurrent="1" nextAc="seek">
                  <p:cTn id="1190" restart="whenNotActive" fill="hold" evtFilter="cancelBubble" nodeType="interactiveSeq">
                    <p:stCondLst>
                      <p:cond evt="onClick" delay="0">
                        <p:tgtEl>
                          <p:spTgt spid="16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191" fill="hold">
                          <p:stCondLst>
                            <p:cond delay="0"/>
                          </p:stCondLst>
                          <p:childTnLst>
                            <p:par>
                              <p:cTn id="119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93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5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7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98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9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0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01" dur="500"/>
                                            <p:tgtEl>
                                              <p:spTgt spid="19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0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63"/>
                      </p:tgtEl>
                    </p:cond>
                  </p:nextCondLst>
                </p:seq>
                <p:seq concurrent="1" nextAc="seek">
                  <p:cTn id="1203" restart="whenNotActive" fill="hold" evtFilter="cancelBubble" nodeType="interactiveSeq">
                    <p:stCondLst>
                      <p:cond evt="onClick" delay="0">
                        <p:tgtEl>
                          <p:spTgt spid="16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04" fill="hold">
                          <p:stCondLst>
                            <p:cond delay="0"/>
                          </p:stCondLst>
                          <p:childTnLst>
                            <p:par>
                              <p:cTn id="120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06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08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1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11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1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1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14" dur="500"/>
                                            <p:tgtEl>
                                              <p:spTgt spid="19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1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62"/>
                      </p:tgtEl>
                    </p:cond>
                  </p:nextCondLst>
                </p:seq>
                <p:seq concurrent="1" nextAc="seek">
                  <p:cTn id="1216" restart="whenNotActive" fill="hold" evtFilter="cancelBubble" nodeType="interactiveSeq">
                    <p:stCondLst>
                      <p:cond evt="onClick" delay="0">
                        <p:tgtEl>
                          <p:spTgt spid="16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17" fill="hold">
                          <p:stCondLst>
                            <p:cond delay="0"/>
                          </p:stCondLst>
                          <p:childTnLst>
                            <p:par>
                              <p:cTn id="12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9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21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2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24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26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27" dur="500"/>
                                            <p:tgtEl>
                                              <p:spTgt spid="21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61"/>
                      </p:tgtEl>
                    </p:cond>
                  </p:nextCondLst>
                </p:seq>
                <p:seq concurrent="1" nextAc="seek">
                  <p:cTn id="1229" restart="whenNotActive" fill="hold" evtFilter="cancelBubble" nodeType="interactiveSeq">
                    <p:stCondLst>
                      <p:cond evt="onClick" delay="0">
                        <p:tgtEl>
                          <p:spTgt spid="16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30" fill="hold">
                          <p:stCondLst>
                            <p:cond delay="0"/>
                          </p:stCondLst>
                          <p:childTnLst>
                            <p:par>
                              <p:cTn id="123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32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34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36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37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3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39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40" dur="500"/>
                                            <p:tgtEl>
                                              <p:spTgt spid="20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4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60"/>
                      </p:tgtEl>
                    </p:cond>
                  </p:nextCondLst>
                </p:seq>
                <p:seq concurrent="1" nextAc="seek">
                  <p:cTn id="1242" restart="whenNotActive" fill="hold" evtFilter="cancelBubble" nodeType="interactiveSeq">
                    <p:stCondLst>
                      <p:cond evt="onClick" delay="0">
                        <p:tgtEl>
                          <p:spTgt spid="15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43" fill="hold">
                          <p:stCondLst>
                            <p:cond delay="0"/>
                          </p:stCondLst>
                          <p:childTnLst>
                            <p:par>
                              <p:cTn id="12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45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47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49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50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5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5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53" dur="500"/>
                                            <p:tgtEl>
                                              <p:spTgt spid="20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5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59"/>
                      </p:tgtEl>
                    </p:cond>
                  </p:nextCondLst>
                </p:seq>
                <p:seq concurrent="1" nextAc="seek">
                  <p:cTn id="1255" restart="whenNotActive" fill="hold" evtFilter="cancelBubble" nodeType="interactiveSeq">
                    <p:stCondLst>
                      <p:cond evt="onClick" delay="0">
                        <p:tgtEl>
                          <p:spTgt spid="15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56" fill="hold">
                          <p:stCondLst>
                            <p:cond delay="0"/>
                          </p:stCondLst>
                          <p:childTnLst>
                            <p:par>
                              <p:cTn id="125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58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60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6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63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6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66" dur="500"/>
                                            <p:tgtEl>
                                              <p:spTgt spid="20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57"/>
                      </p:tgtEl>
                    </p:cond>
                  </p:nextCondLst>
                </p:seq>
                <p:seq concurrent="1" nextAc="seek">
                  <p:cTn id="1268" restart="whenNotActive" fill="hold" evtFilter="cancelBubble" nodeType="interactiveSeq">
                    <p:stCondLst>
                      <p:cond evt="onClick" delay="0">
                        <p:tgtEl>
                          <p:spTgt spid="15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9" fill="hold">
                          <p:stCondLst>
                            <p:cond delay="0"/>
                          </p:stCondLst>
                          <p:childTnLst>
                            <p:par>
                              <p:cTn id="12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71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73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7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76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7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78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79" dur="500"/>
                                            <p:tgtEl>
                                              <p:spTgt spid="20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8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58"/>
                      </p:tgtEl>
                    </p:cond>
                  </p:nextCondLst>
                </p:seq>
                <p:seq concurrent="1" nextAc="seek">
                  <p:cTn id="1281" restart="whenNotActive" fill="hold" evtFilter="cancelBubble" nodeType="interactiveSeq">
                    <p:stCondLst>
                      <p:cond evt="onClick" delay="0">
                        <p:tgtEl>
                          <p:spTgt spid="15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82" fill="hold">
                          <p:stCondLst>
                            <p:cond delay="0"/>
                          </p:stCondLst>
                          <p:childTnLst>
                            <p:par>
                              <p:cTn id="128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4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86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88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89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9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91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2" dur="500"/>
                                            <p:tgtEl>
                                              <p:spTgt spid="20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9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56"/>
                      </p:tgtEl>
                    </p:cond>
                  </p:nextCondLst>
                </p:seq>
                <p:seq concurrent="1" nextAc="seek">
                  <p:cTn id="1294" restart="whenNotActive" fill="hold" evtFilter="cancelBubble" nodeType="interactiveSeq">
                    <p:stCondLst>
                      <p:cond evt="onClick" delay="0">
                        <p:tgtEl>
                          <p:spTgt spid="15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95" fill="hold">
                          <p:stCondLst>
                            <p:cond delay="0"/>
                          </p:stCondLst>
                          <p:childTnLst>
                            <p:par>
                              <p:cTn id="129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97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99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01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02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04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05" dur="500"/>
                                            <p:tgtEl>
                                              <p:spTgt spid="20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55"/>
                      </p:tgtEl>
                    </p:cond>
                  </p:nextCondLst>
                </p:seq>
                <p:seq concurrent="1" nextAc="seek">
                  <p:cTn id="1307" restart="whenNotActive" fill="hold" evtFilter="cancelBubble" nodeType="interactiveSeq">
                    <p:stCondLst>
                      <p:cond evt="onClick" delay="0">
                        <p:tgtEl>
                          <p:spTgt spid="15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08" fill="hold">
                          <p:stCondLst>
                            <p:cond delay="0"/>
                          </p:stCondLst>
                          <p:childTnLst>
                            <p:par>
                              <p:cTn id="13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10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2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4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15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7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18" dur="500"/>
                                            <p:tgtEl>
                                              <p:spTgt spid="2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54"/>
                      </p:tgtEl>
                    </p:cond>
                  </p:nextCondLst>
                </p:seq>
                <p:seq concurrent="1" nextAc="seek">
                  <p:cTn id="1320" restart="whenNotActive" fill="hold" evtFilter="cancelBubble" nodeType="interactiveSeq">
                    <p:stCondLst>
                      <p:cond evt="onClick" delay="0">
                        <p:tgtEl>
                          <p:spTgt spid="15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21" fill="hold">
                          <p:stCondLst>
                            <p:cond delay="0"/>
                          </p:stCondLst>
                          <p:childTnLst>
                            <p:par>
                              <p:cTn id="13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23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25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27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8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2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3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31" dur="500"/>
                                            <p:tgtEl>
                                              <p:spTgt spid="21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53"/>
                      </p:tgtEl>
                    </p:cond>
                  </p:nextCondLst>
                </p:seq>
                <p:seq concurrent="1" nextAc="seek">
                  <p:cTn id="1333" restart="whenNotActive" fill="hold" evtFilter="cancelBubble" nodeType="interactiveSeq">
                    <p:stCondLst>
                      <p:cond evt="onClick" delay="0">
                        <p:tgtEl>
                          <p:spTgt spid="15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34" fill="hold">
                          <p:stCondLst>
                            <p:cond delay="0"/>
                          </p:stCondLst>
                          <p:childTnLst>
                            <p:par>
                              <p:cTn id="13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36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38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41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4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44" dur="500"/>
                                            <p:tgtEl>
                                              <p:spTgt spid="2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4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52"/>
                      </p:tgtEl>
                    </p:cond>
                  </p:nextCondLst>
                </p:seq>
                <p:seq concurrent="1" nextAc="seek">
                  <p:cTn id="1346" restart="whenNotActive" fill="hold" evtFilter="cancelBubble" nodeType="interactiveSeq">
                    <p:stCondLst>
                      <p:cond evt="onClick" delay="0">
                        <p:tgtEl>
                          <p:spTgt spid="15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47" fill="hold">
                          <p:stCondLst>
                            <p:cond delay="0"/>
                          </p:stCondLst>
                          <p:childTnLst>
                            <p:par>
                              <p:cTn id="134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49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51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5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4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56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7" dur="500"/>
                                            <p:tgtEl>
                                              <p:spTgt spid="2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51"/>
                      </p:tgtEl>
                    </p:cond>
                  </p:nextCondLst>
                </p:seq>
                <p:seq concurrent="1" nextAc="seek">
                  <p:cTn id="1359" restart="whenNotActive" fill="hold" evtFilter="cancelBubble" nodeType="interactiveSeq">
                    <p:stCondLst>
                      <p:cond evt="onClick" delay="0">
                        <p:tgtEl>
                          <p:spTgt spid="15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60" fill="hold">
                          <p:stCondLst>
                            <p:cond delay="0"/>
                          </p:stCondLst>
                          <p:childTnLst>
                            <p:par>
                              <p:cTn id="136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62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64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66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67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69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70" dur="500"/>
                                            <p:tgtEl>
                                              <p:spTgt spid="21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7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50"/>
                      </p:tgtEl>
                    </p:cond>
                  </p:nextCondLst>
                </p:seq>
                <p:seq concurrent="1" nextAc="seek">
                  <p:cTn id="1372" restart="whenNotActive" fill="hold" evtFilter="cancelBubble" nodeType="interactiveSeq">
                    <p:stCondLst>
                      <p:cond evt="onClick" delay="0">
                        <p:tgtEl>
                          <p:spTgt spid="14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73" fill="hold">
                          <p:stCondLst>
                            <p:cond delay="0"/>
                          </p:stCondLst>
                          <p:childTnLst>
                            <p:par>
                              <p:cTn id="137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75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7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9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80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8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8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83" dur="500"/>
                                            <p:tgtEl>
                                              <p:spTgt spid="21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8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49"/>
                      </p:tgtEl>
                    </p:cond>
                  </p:nextCondLst>
                </p:seq>
                <p:seq concurrent="1" nextAc="seek">
                  <p:cTn id="1385" restart="whenNotActive" fill="hold" evtFilter="cancelBubble" nodeType="interactiveSeq">
                    <p:stCondLst>
                      <p:cond evt="onClick" delay="0">
                        <p:tgtEl>
                          <p:spTgt spid="14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86" fill="hold">
                          <p:stCondLst>
                            <p:cond delay="0"/>
                          </p:stCondLst>
                          <p:childTnLst>
                            <p:par>
                              <p:cTn id="138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88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90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9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93" dur="5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9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96" dur="500"/>
                                            <p:tgtEl>
                                              <p:spTgt spid="21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48"/>
                      </p:tgtEl>
                    </p:cond>
                  </p:nextCondLst>
                </p:seq>
                <p:seq concurrent="1" nextAc="seek">
                  <p:cTn id="1398" restart="whenNotActive" fill="hold" evtFilter="cancelBubble" nodeType="interactiveSeq">
                    <p:stCondLst>
                      <p:cond evt="onClick" delay="0">
                        <p:tgtEl>
                          <p:spTgt spid="14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99" fill="hold">
                          <p:stCondLst>
                            <p:cond delay="0"/>
                          </p:stCondLst>
                          <p:childTnLst>
                            <p:par>
                              <p:cTn id="14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01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03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0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06" dur="500"/>
                                            <p:tgtEl>
                                              <p:spTgt spid="7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0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08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09" dur="500"/>
                                            <p:tgtEl>
                                              <p:spTgt spid="2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1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47"/>
                      </p:tgtEl>
                    </p:cond>
                  </p:nextCondLst>
                </p:seq>
                <p:seq concurrent="1" nextAc="seek">
                  <p:cTn id="1411" restart="whenNotActive" fill="hold" evtFilter="cancelBubble" nodeType="interactiveSeq">
                    <p:stCondLst>
                      <p:cond evt="onClick" delay="0">
                        <p:tgtEl>
                          <p:spTgt spid="14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412" fill="hold">
                          <p:stCondLst>
                            <p:cond delay="0"/>
                          </p:stCondLst>
                          <p:childTnLst>
                            <p:par>
                              <p:cTn id="141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14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16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18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19" dur="500"/>
                                            <p:tgtEl>
                                              <p:spTgt spid="6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21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22" dur="500"/>
                                            <p:tgtEl>
                                              <p:spTgt spid="22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2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46"/>
                      </p:tgtEl>
                    </p:cond>
                  </p:nextCondLst>
                </p:seq>
                <p:seq concurrent="1" nextAc="seek">
                  <p:cTn id="1424" restart="whenNotActive" fill="hold" evtFilter="cancelBubble" nodeType="interactiveSeq">
                    <p:stCondLst>
                      <p:cond evt="onClick" delay="0">
                        <p:tgtEl>
                          <p:spTgt spid="14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425" fill="hold">
                          <p:stCondLst>
                            <p:cond delay="0"/>
                          </p:stCondLst>
                          <p:childTnLst>
                            <p:par>
                              <p:cTn id="142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27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29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31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32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3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34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35" dur="500"/>
                                            <p:tgtEl>
                                              <p:spTgt spid="2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3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45"/>
                      </p:tgtEl>
                    </p:cond>
                  </p:nextCondLst>
                </p:seq>
                <p:seq concurrent="1" nextAc="seek">
                  <p:cTn id="1437" restart="whenNotActive" fill="hold" evtFilter="cancelBubble" nodeType="interactiveSeq">
                    <p:stCondLst>
                      <p:cond evt="onClick" delay="0">
                        <p:tgtEl>
                          <p:spTgt spid="14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438" fill="hold">
                          <p:stCondLst>
                            <p:cond delay="0"/>
                          </p:stCondLst>
                          <p:childTnLst>
                            <p:par>
                              <p:cTn id="143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40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42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44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45" dur="5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4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47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48" dur="500"/>
                                            <p:tgtEl>
                                              <p:spTgt spid="22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44"/>
                      </p:tgtEl>
                    </p:cond>
                  </p:nextCondLst>
                </p:seq>
                <p:seq concurrent="1" nextAc="seek">
                  <p:cTn id="1450" restart="whenNotActive" fill="hold" evtFilter="cancelBubble" nodeType="interactiveSeq">
                    <p:stCondLst>
                      <p:cond evt="onClick" delay="0">
                        <p:tgtEl>
                          <p:spTgt spid="14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451" fill="hold">
                          <p:stCondLst>
                            <p:cond delay="0"/>
                          </p:stCondLst>
                          <p:childTnLst>
                            <p:par>
                              <p:cTn id="145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53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55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57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58" dur="5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5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6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61" dur="500"/>
                                            <p:tgtEl>
                                              <p:spTgt spid="22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6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43"/>
                      </p:tgtEl>
                    </p:cond>
                  </p:nextCondLst>
                </p:seq>
                <p:seq concurrent="1" nextAc="seek">
                  <p:cTn id="1463" restart="whenNotActive" fill="hold" evtFilter="cancelBubble" nodeType="interactiveSeq">
                    <p:stCondLst>
                      <p:cond evt="onClick" delay="0">
                        <p:tgtEl>
                          <p:spTgt spid="14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464" fill="hold">
                          <p:stCondLst>
                            <p:cond delay="0"/>
                          </p:stCondLst>
                          <p:childTnLst>
                            <p:par>
                              <p:cTn id="14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66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68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7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71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7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7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74" dur="500"/>
                                            <p:tgtEl>
                                              <p:spTgt spid="21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7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42"/>
                      </p:tgtEl>
                    </p:cond>
                  </p:nextCondLst>
                </p:seq>
                <p:seq concurrent="1" nextAc="seek">
                  <p:cTn id="1476" restart="whenNotActive" fill="hold" evtFilter="cancelBubble" nodeType="interactiveSeq">
                    <p:stCondLst>
                      <p:cond evt="onClick" delay="0">
                        <p:tgtEl>
                          <p:spTgt spid="14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477" fill="hold">
                          <p:stCondLst>
                            <p:cond delay="0"/>
                          </p:stCondLst>
                          <p:childTnLst>
                            <p:par>
                              <p:cTn id="147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79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81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8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84" dur="500"/>
                                            <p:tgtEl>
                                              <p:spTgt spid="6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86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87" dur="500"/>
                                            <p:tgtEl>
                                              <p:spTgt spid="2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41"/>
                      </p:tgtEl>
                    </p:cond>
                  </p:nextCondLst>
                </p:seq>
              </p:childTnLst>
            </p:cTn>
          </p:par>
        </p:tnLst>
        <p:bldLst>
          <p:bldP spid="238" grpId="0" animBg="1"/>
          <p:bldP spid="238" grpId="1" animBg="1"/>
          <p:bldP spid="238" grpId="2" animBg="1"/>
          <p:bldP spid="239" grpId="0" animBg="1"/>
          <p:bldP spid="239" grpId="1" animBg="1"/>
          <p:bldP spid="239" grpId="2" animBg="1"/>
          <p:bldP spid="235" grpId="0" animBg="1"/>
          <p:bldP spid="235" grpId="1" animBg="1"/>
          <p:bldP spid="235" grpId="2" animBg="1"/>
          <p:bldP spid="236" grpId="0" animBg="1"/>
          <p:bldP spid="236" grpId="1" animBg="1"/>
          <p:bldP spid="236" grpId="2" animBg="1"/>
          <p:bldP spid="241" grpId="0" animBg="1"/>
          <p:bldP spid="241" grpId="1" animBg="1"/>
          <p:bldP spid="241" grpId="2" animBg="1"/>
          <p:bldP spid="242" grpId="0" animBg="1"/>
          <p:bldP spid="242" grpId="1" animBg="1"/>
          <p:bldP spid="242" grpId="2" animBg="1"/>
          <p:bldP spid="244" grpId="0" animBg="1"/>
          <p:bldP spid="244" grpId="1" animBg="1"/>
          <p:bldP spid="244" grpId="2" animBg="1"/>
          <p:bldP spid="245" grpId="0" animBg="1"/>
          <p:bldP spid="245" grpId="1" animBg="1"/>
          <p:bldP spid="245" grpId="2" animBg="1"/>
          <p:bldP spid="247" grpId="0" animBg="1"/>
          <p:bldP spid="247" grpId="1" animBg="1"/>
          <p:bldP spid="247" grpId="2" animBg="1"/>
          <p:bldP spid="248" grpId="0" animBg="1"/>
          <p:bldP spid="248" grpId="1" animBg="1"/>
          <p:bldP spid="248" grpId="2" animBg="1"/>
          <p:bldP spid="250" grpId="0" animBg="1"/>
          <p:bldP spid="250" grpId="1" animBg="1"/>
          <p:bldP spid="250" grpId="2" animBg="1"/>
          <p:bldP spid="251" grpId="0" animBg="1"/>
          <p:bldP spid="251" grpId="1" animBg="1"/>
          <p:bldP spid="251" grpId="2" animBg="1"/>
          <p:bldP spid="253" grpId="0" animBg="1"/>
          <p:bldP spid="253" grpId="1" animBg="1"/>
          <p:bldP spid="253" grpId="2" animBg="1"/>
          <p:bldP spid="254" grpId="0" animBg="1"/>
          <p:bldP spid="254" grpId="1" animBg="1"/>
          <p:bldP spid="254" grpId="2" animBg="1"/>
          <p:bldP spid="71" grpId="0" animBg="1"/>
          <p:bldP spid="71" grpId="1" animBg="1"/>
          <p:bldP spid="71" grpId="2" animBg="1"/>
          <p:bldP spid="72" grpId="0" animBg="1"/>
          <p:bldP spid="72" grpId="1" animBg="1"/>
          <p:bldP spid="72" grpId="2" animBg="1"/>
          <p:bldP spid="73" grpId="0" animBg="1"/>
          <p:bldP spid="73" grpId="1" animBg="1"/>
          <p:bldP spid="73" grpId="2" animBg="1"/>
          <p:bldP spid="74" grpId="0" animBg="1"/>
          <p:bldP spid="74" grpId="1" animBg="1"/>
          <p:bldP spid="74" grpId="2" animBg="1"/>
          <p:bldP spid="75" grpId="0" animBg="1"/>
          <p:bldP spid="75" grpId="1" animBg="1"/>
          <p:bldP spid="75" grpId="2" animBg="1"/>
          <p:bldP spid="76" grpId="0" animBg="1"/>
          <p:bldP spid="76" grpId="1" animBg="1"/>
          <p:bldP spid="76" grpId="2" animBg="1"/>
          <p:bldP spid="77" grpId="0" animBg="1"/>
          <p:bldP spid="77" grpId="1" animBg="1"/>
          <p:bldP spid="77" grpId="2" animBg="1"/>
          <p:bldP spid="78" grpId="0" animBg="1"/>
          <p:bldP spid="78" grpId="1" animBg="1"/>
          <p:bldP spid="78" grpId="2" animBg="1"/>
          <p:bldP spid="79" grpId="0" animBg="1"/>
          <p:bldP spid="79" grpId="1" animBg="1"/>
          <p:bldP spid="79" grpId="2" animBg="1"/>
          <p:bldP spid="80" grpId="0" animBg="1"/>
          <p:bldP spid="80" grpId="1" animBg="1"/>
          <p:bldP spid="80" grpId="2" animBg="1"/>
          <p:bldP spid="81" grpId="0" animBg="1"/>
          <p:bldP spid="81" grpId="1" animBg="1"/>
          <p:bldP spid="81" grpId="2" animBg="1"/>
          <p:bldP spid="82" grpId="0" animBg="1"/>
          <p:bldP spid="82" grpId="1" animBg="1"/>
          <p:bldP spid="82" grpId="2" animBg="1"/>
          <p:bldP spid="83" grpId="0" animBg="1"/>
          <p:bldP spid="83" grpId="1" animBg="1"/>
          <p:bldP spid="83" grpId="2" animBg="1"/>
          <p:bldP spid="84" grpId="0" animBg="1"/>
          <p:bldP spid="84" grpId="1" animBg="1"/>
          <p:bldP spid="84" grpId="2" animBg="1"/>
          <p:bldP spid="85" grpId="0" animBg="1"/>
          <p:bldP spid="85" grpId="1" animBg="1"/>
          <p:bldP spid="85" grpId="2" animBg="1"/>
          <p:bldP spid="86" grpId="0" animBg="1"/>
          <p:bldP spid="86" grpId="1" animBg="1"/>
          <p:bldP spid="86" grpId="2" animBg="1"/>
          <p:bldP spid="87" grpId="0" animBg="1"/>
          <p:bldP spid="87" grpId="1" animBg="1"/>
          <p:bldP spid="87" grpId="2" animBg="1"/>
          <p:bldP spid="88" grpId="0" animBg="1"/>
          <p:bldP spid="88" grpId="1" animBg="1"/>
          <p:bldP spid="88" grpId="2" animBg="1"/>
          <p:bldP spid="89" grpId="0" animBg="1"/>
          <p:bldP spid="89" grpId="1" animBg="1"/>
          <p:bldP spid="89" grpId="2" animBg="1"/>
          <p:bldP spid="90" grpId="0" animBg="1"/>
          <p:bldP spid="90" grpId="1" animBg="1"/>
          <p:bldP spid="90" grpId="2" animBg="1"/>
          <p:bldP spid="91" grpId="0" animBg="1"/>
          <p:bldP spid="91" grpId="1" animBg="1"/>
          <p:bldP spid="91" grpId="2" animBg="1"/>
          <p:bldP spid="92" grpId="0" animBg="1"/>
          <p:bldP spid="92" grpId="1" animBg="1"/>
          <p:bldP spid="92" grpId="2" animBg="1"/>
          <p:bldP spid="93" grpId="0" animBg="1"/>
          <p:bldP spid="93" grpId="1" animBg="1"/>
          <p:bldP spid="93" grpId="2" animBg="1"/>
          <p:bldP spid="94" grpId="0" animBg="1"/>
          <p:bldP spid="94" grpId="1" animBg="1"/>
          <p:bldP spid="94" grpId="2" animBg="1"/>
          <p:bldP spid="95" grpId="0" animBg="1"/>
          <p:bldP spid="95" grpId="1" animBg="1"/>
          <p:bldP spid="95" grpId="2" animBg="1"/>
          <p:bldP spid="96" grpId="0" animBg="1"/>
          <p:bldP spid="96" grpId="1" animBg="1"/>
          <p:bldP spid="96" grpId="2" animBg="1"/>
          <p:bldP spid="97" grpId="0" animBg="1"/>
          <p:bldP spid="97" grpId="1" animBg="1"/>
          <p:bldP spid="97" grpId="2" animBg="1"/>
          <p:bldP spid="98" grpId="0" animBg="1"/>
          <p:bldP spid="98" grpId="1" animBg="1"/>
          <p:bldP spid="98" grpId="2" animBg="1"/>
          <p:bldP spid="99" grpId="0" animBg="1"/>
          <p:bldP spid="99" grpId="1" animBg="1"/>
          <p:bldP spid="99" grpId="2" animBg="1"/>
          <p:bldP spid="100" grpId="0" animBg="1"/>
          <p:bldP spid="100" grpId="1" animBg="1"/>
          <p:bldP spid="100" grpId="2" animBg="1"/>
          <p:bldP spid="101" grpId="0" animBg="1"/>
          <p:bldP spid="101" grpId="1" animBg="1"/>
          <p:bldP spid="101" grpId="2" animBg="1"/>
          <p:bldP spid="102" grpId="0" animBg="1"/>
          <p:bldP spid="102" grpId="1" animBg="1"/>
          <p:bldP spid="102" grpId="2" animBg="1"/>
          <p:bldP spid="103" grpId="0" animBg="1"/>
          <p:bldP spid="103" grpId="1" animBg="1"/>
          <p:bldP spid="103" grpId="2" animBg="1"/>
          <p:bldP spid="104" grpId="0" animBg="1"/>
          <p:bldP spid="104" grpId="1" animBg="1"/>
          <p:bldP spid="104" grpId="2" animBg="1"/>
          <p:bldP spid="105" grpId="0" animBg="1"/>
          <p:bldP spid="105" grpId="1" animBg="1"/>
          <p:bldP spid="105" grpId="2" animBg="1"/>
          <p:bldP spid="106" grpId="0" animBg="1"/>
          <p:bldP spid="106" grpId="1" animBg="1"/>
          <p:bldP spid="106" grpId="2" animBg="1"/>
          <p:bldP spid="107" grpId="0" animBg="1"/>
          <p:bldP spid="107" grpId="1" animBg="1"/>
          <p:bldP spid="107" grpId="2" animBg="1"/>
          <p:bldP spid="108" grpId="0" animBg="1"/>
          <p:bldP spid="108" grpId="1" animBg="1"/>
          <p:bldP spid="108" grpId="2" animBg="1"/>
          <p:bldP spid="109" grpId="0" animBg="1"/>
          <p:bldP spid="109" grpId="1" animBg="1"/>
          <p:bldP spid="109" grpId="2" animBg="1"/>
          <p:bldP spid="110" grpId="0" animBg="1"/>
          <p:bldP spid="110" grpId="1" animBg="1"/>
          <p:bldP spid="110" grpId="2" animBg="1"/>
          <p:bldP spid="111" grpId="0" animBg="1"/>
          <p:bldP spid="111" grpId="1" animBg="1"/>
          <p:bldP spid="111" grpId="2" animBg="1"/>
          <p:bldP spid="112" grpId="0" animBg="1"/>
          <p:bldP spid="112" grpId="1" animBg="1"/>
          <p:bldP spid="112" grpId="2" animBg="1"/>
          <p:bldP spid="113" grpId="0" animBg="1"/>
          <p:bldP spid="113" grpId="1" animBg="1"/>
          <p:bldP spid="113" grpId="2" animBg="1"/>
          <p:bldP spid="114" grpId="0" animBg="1"/>
          <p:bldP spid="114" grpId="1" animBg="1"/>
          <p:bldP spid="114" grpId="2" animBg="1"/>
          <p:bldP spid="115" grpId="0" animBg="1"/>
          <p:bldP spid="115" grpId="1" animBg="1"/>
          <p:bldP spid="115" grpId="2" animBg="1"/>
          <p:bldP spid="116" grpId="0" animBg="1"/>
          <p:bldP spid="116" grpId="1" animBg="1"/>
          <p:bldP spid="116" grpId="2" animBg="1"/>
          <p:bldP spid="117" grpId="0" animBg="1"/>
          <p:bldP spid="117" grpId="1" animBg="1"/>
          <p:bldP spid="117" grpId="2" animBg="1"/>
          <p:bldP spid="118" grpId="0" animBg="1"/>
          <p:bldP spid="118" grpId="1" animBg="1"/>
          <p:bldP spid="118" grpId="2" animBg="1"/>
          <p:bldP spid="119" grpId="0" animBg="1"/>
          <p:bldP spid="119" grpId="1" animBg="1"/>
          <p:bldP spid="119" grpId="2" animBg="1"/>
          <p:bldP spid="120" grpId="0" animBg="1"/>
          <p:bldP spid="120" grpId="1" animBg="1"/>
          <p:bldP spid="120" grpId="2" animBg="1"/>
          <p:bldP spid="121" grpId="0" animBg="1"/>
          <p:bldP spid="121" grpId="1" animBg="1"/>
          <p:bldP spid="121" grpId="2" animBg="1"/>
          <p:bldP spid="122" grpId="0" animBg="1"/>
          <p:bldP spid="122" grpId="1" animBg="1"/>
          <p:bldP spid="122" grpId="2" animBg="1"/>
          <p:bldP spid="123" grpId="0" animBg="1"/>
          <p:bldP spid="123" grpId="1" animBg="1"/>
          <p:bldP spid="123" grpId="2" animBg="1"/>
          <p:bldP spid="124" grpId="0" animBg="1"/>
          <p:bldP spid="124" grpId="1" animBg="1"/>
          <p:bldP spid="124" grpId="2" animBg="1"/>
          <p:bldP spid="125" grpId="0" animBg="1"/>
          <p:bldP spid="125" grpId="1" animBg="1"/>
          <p:bldP spid="125" grpId="2" animBg="1"/>
          <p:bldP spid="126" grpId="0" animBg="1"/>
          <p:bldP spid="126" grpId="1" animBg="1"/>
          <p:bldP spid="126" grpId="2" animBg="1"/>
          <p:bldP spid="127" grpId="0" animBg="1"/>
          <p:bldP spid="127" grpId="1" animBg="1"/>
          <p:bldP spid="127" grpId="2" animBg="1"/>
          <p:bldP spid="128" grpId="0" animBg="1"/>
          <p:bldP spid="128" grpId="1" animBg="1"/>
          <p:bldP spid="128" grpId="2" animBg="1"/>
          <p:bldP spid="129" grpId="0" animBg="1"/>
          <p:bldP spid="129" grpId="1" animBg="1"/>
          <p:bldP spid="129" grpId="2" animBg="1"/>
          <p:bldP spid="130" grpId="0" animBg="1"/>
          <p:bldP spid="130" grpId="1" animBg="1"/>
          <p:bldP spid="130" grpId="2" animBg="1"/>
          <p:bldP spid="131" grpId="0" animBg="1"/>
          <p:bldP spid="131" grpId="1" animBg="1"/>
          <p:bldP spid="131" grpId="2" animBg="1"/>
          <p:bldP spid="132" grpId="0" animBg="1"/>
          <p:bldP spid="132" grpId="1" animBg="1"/>
          <p:bldP spid="132" grpId="2" animBg="1"/>
          <p:bldP spid="133" grpId="0" animBg="1"/>
          <p:bldP spid="133" grpId="1" animBg="1"/>
          <p:bldP spid="133" grpId="2" animBg="1"/>
          <p:bldP spid="134" grpId="0" animBg="1"/>
          <p:bldP spid="134" grpId="1" animBg="1"/>
          <p:bldP spid="134" grpId="2" animBg="1"/>
          <p:bldP spid="135" grpId="0" animBg="1"/>
          <p:bldP spid="135" grpId="1" animBg="1"/>
          <p:bldP spid="135" grpId="2" animBg="1"/>
          <p:bldP spid="136" grpId="0" animBg="1"/>
          <p:bldP spid="136" grpId="1" animBg="1"/>
          <p:bldP spid="136" grpId="2" animBg="1"/>
          <p:bldP spid="137" grpId="0" animBg="1"/>
          <p:bldP spid="137" grpId="1" animBg="1"/>
          <p:bldP spid="137" grpId="2" animBg="1"/>
          <p:bldP spid="138" grpId="0" animBg="1"/>
          <p:bldP spid="138" grpId="1" animBg="1"/>
          <p:bldP spid="138" grpId="2" animBg="1"/>
          <p:bldP spid="139" grpId="0" animBg="1"/>
          <p:bldP spid="139" grpId="1" animBg="1"/>
          <p:bldP spid="139" grpId="2" animBg="1"/>
          <p:bldP spid="140" grpId="0" animBg="1"/>
          <p:bldP spid="140" grpId="1" animBg="1"/>
          <p:bldP spid="140" grpId="2" animBg="1"/>
        </p:bldLst>
      </p:timing>
    </mc:Fallback>
  </mc:AlternateContent>
</p:sld>
</file>

<file path=ppt/theme/theme1.xml><?xml version="1.0" encoding="utf-8"?>
<a:theme xmlns:a="http://schemas.openxmlformats.org/drawingml/2006/main" name="Office 테마">
  <a:themeElements>
    <a:clrScheme name="움직이는 텍스트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1185</TotalTime>
  <Words>291</Words>
  <Application>Microsoft Macintosh PowerPoint</Application>
  <PresentationFormat>와이드스크린</PresentationFormat>
  <Paragraphs>27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Calibri Light</vt:lpstr>
      <vt:lpstr>Arial</vt:lpstr>
      <vt:lpstr>LasVegas Jackpot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Jeeyoung Jeon</cp:lastModifiedBy>
  <cp:revision>117</cp:revision>
  <dcterms:created xsi:type="dcterms:W3CDTF">2021-11-30T05:54:22Z</dcterms:created>
  <dcterms:modified xsi:type="dcterms:W3CDTF">2026-06-25T13:07:47Z</dcterms:modified>
</cp:coreProperties>
</file>