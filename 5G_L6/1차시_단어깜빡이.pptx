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296652"/>
            <a:ext cx="9155391" cy="126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dirty="0"/>
              <a:t>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56000"/>
            <a:ext cx="12192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dirty="0"/>
              <a:t>What Will You Do This Summer?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a science camp</a:t>
            </a:r>
          </a:p>
        </p:txBody>
      </p:sp>
      <p:pic>
        <p:nvPicPr>
          <p:cNvPr id="3" name="Picture 2" descr="go_to_a_science_ca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2098326"/>
            <a:ext cx="11592000" cy="43741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과학 캠프에 가다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the beach</a:t>
            </a:r>
          </a:p>
        </p:txBody>
      </p:sp>
      <p:pic>
        <p:nvPicPr>
          <p:cNvPr id="3" name="Picture 2" descr="go_to_the_be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201" y="1712777"/>
            <a:ext cx="865159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해변에 가다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the library</a:t>
            </a:r>
          </a:p>
        </p:txBody>
      </p:sp>
      <p:pic>
        <p:nvPicPr>
          <p:cNvPr id="3" name="Picture 2" descr="go_to_the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15" y="1712777"/>
            <a:ext cx="791057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도서관에 가다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read many books</a:t>
            </a:r>
          </a:p>
        </p:txBody>
      </p:sp>
      <p:pic>
        <p:nvPicPr>
          <p:cNvPr id="3" name="Picture 2" descr="read_many_boo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939" y="1712777"/>
            <a:ext cx="681212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많은 책을 읽다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visit my cousin</a:t>
            </a:r>
          </a:p>
        </p:txBody>
      </p:sp>
      <p:pic>
        <p:nvPicPr>
          <p:cNvPr id="3" name="Picture 2" descr="visit_my_cous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225" y="1712777"/>
            <a:ext cx="5595549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사촌을 방문하다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make a robot</a:t>
            </a:r>
          </a:p>
        </p:txBody>
      </p:sp>
      <p:pic>
        <p:nvPicPr>
          <p:cNvPr id="3" name="Picture 2" descr="make_a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82" y="1712777"/>
            <a:ext cx="7705035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로봇을 만들다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pick up trash</a:t>
            </a:r>
          </a:p>
        </p:txBody>
      </p:sp>
      <p:pic>
        <p:nvPicPr>
          <p:cNvPr id="3" name="Picture 2" descr="pick_up_tr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91" y="1712777"/>
            <a:ext cx="7712418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쓰레기를 줍다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save energy</a:t>
            </a:r>
          </a:p>
        </p:txBody>
      </p:sp>
      <p:pic>
        <p:nvPicPr>
          <p:cNvPr id="3" name="Picture 2" descr="save_ener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19" y="1712777"/>
            <a:ext cx="847056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에너지를 절약하다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turn off the lights</a:t>
            </a:r>
          </a:p>
        </p:txBody>
      </p:sp>
      <p:pic>
        <p:nvPicPr>
          <p:cNvPr id="3" name="Picture 2" descr="turn_off_the_ligh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851" y="1712777"/>
            <a:ext cx="686029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불을 끄다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use less plastic</a:t>
            </a:r>
          </a:p>
        </p:txBody>
      </p:sp>
      <p:pic>
        <p:nvPicPr>
          <p:cNvPr id="3" name="Picture 2" descr="use_less_plas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83" y="1712777"/>
            <a:ext cx="539183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플라스틱을 덜 사용하다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save water</a:t>
            </a:r>
          </a:p>
        </p:txBody>
      </p:sp>
      <p:pic>
        <p:nvPicPr>
          <p:cNvPr id="3" name="Picture 2" descr="save_wa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218" y="1712777"/>
            <a:ext cx="437956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물을 절약하다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ride a bike</a:t>
            </a:r>
          </a:p>
        </p:txBody>
      </p:sp>
      <p:pic>
        <p:nvPicPr>
          <p:cNvPr id="3" name="Picture 2" descr="ride_a_b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3" y="1712777"/>
            <a:ext cx="578431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자전거를 타다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9380" y="1578499"/>
            <a:ext cx="8224828" cy="370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EBADAD"/>
                </a:solidFill>
              </a:rPr>
              <a:t>Practice 1-in Korean (한글로)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a science camp</a:t>
            </a:r>
          </a:p>
        </p:txBody>
      </p:sp>
      <p:pic>
        <p:nvPicPr>
          <p:cNvPr id="3" name="Picture 2" descr="go_to_a_science_ca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2098326"/>
            <a:ext cx="11592000" cy="43741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the beach</a:t>
            </a:r>
          </a:p>
        </p:txBody>
      </p:sp>
      <p:pic>
        <p:nvPicPr>
          <p:cNvPr id="3" name="Picture 2" descr="go_to_the_be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201" y="1712777"/>
            <a:ext cx="865159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the library</a:t>
            </a:r>
          </a:p>
        </p:txBody>
      </p:sp>
      <p:pic>
        <p:nvPicPr>
          <p:cNvPr id="3" name="Picture 2" descr="go_to_the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15" y="1712777"/>
            <a:ext cx="791057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read many books</a:t>
            </a:r>
          </a:p>
        </p:txBody>
      </p:sp>
      <p:pic>
        <p:nvPicPr>
          <p:cNvPr id="3" name="Picture 2" descr="read_many_boo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939" y="1712777"/>
            <a:ext cx="681212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visit my cousin</a:t>
            </a:r>
          </a:p>
        </p:txBody>
      </p:sp>
      <p:pic>
        <p:nvPicPr>
          <p:cNvPr id="3" name="Picture 2" descr="visit_my_cous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225" y="1712777"/>
            <a:ext cx="5595549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make a robot</a:t>
            </a:r>
          </a:p>
        </p:txBody>
      </p:sp>
      <p:pic>
        <p:nvPicPr>
          <p:cNvPr id="3" name="Picture 2" descr="make_a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82" y="1712777"/>
            <a:ext cx="7705035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pick up trash</a:t>
            </a:r>
          </a:p>
        </p:txBody>
      </p:sp>
      <p:pic>
        <p:nvPicPr>
          <p:cNvPr id="3" name="Picture 2" descr="pick_up_tr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91" y="1712777"/>
            <a:ext cx="7712418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save energy</a:t>
            </a:r>
          </a:p>
        </p:txBody>
      </p:sp>
      <p:pic>
        <p:nvPicPr>
          <p:cNvPr id="3" name="Picture 2" descr="save_ener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19" y="1712777"/>
            <a:ext cx="847056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turn off the lights</a:t>
            </a:r>
          </a:p>
        </p:txBody>
      </p:sp>
      <p:pic>
        <p:nvPicPr>
          <p:cNvPr id="3" name="Picture 2" descr="turn_off_the_ligh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851" y="1712777"/>
            <a:ext cx="686029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use less plastic</a:t>
            </a:r>
          </a:p>
        </p:txBody>
      </p:sp>
      <p:pic>
        <p:nvPicPr>
          <p:cNvPr id="3" name="Picture 2" descr="use_less_plas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83" y="1712777"/>
            <a:ext cx="539183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save water</a:t>
            </a:r>
          </a:p>
        </p:txBody>
      </p:sp>
      <p:pic>
        <p:nvPicPr>
          <p:cNvPr id="3" name="Picture 2" descr="save_wa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218" y="1712777"/>
            <a:ext cx="437956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ride a bike</a:t>
            </a:r>
          </a:p>
        </p:txBody>
      </p:sp>
      <p:pic>
        <p:nvPicPr>
          <p:cNvPr id="3" name="Picture 2" descr="ride_a_b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3" y="1712777"/>
            <a:ext cx="578431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9380" y="1596501"/>
            <a:ext cx="8224828" cy="366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EBADAD"/>
                </a:solidFill>
              </a:rPr>
              <a:t>Practice 2-in English (영어로)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과학 캠프에 가다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해변에 가다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도서관에 가다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많은 책을 읽다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사촌을 방문하다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로봇을 만들다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쓰레기를 줍다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에너지를 절약하다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불을 끄다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플라스틱을 덜 사용하다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물을 절약하다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자전거를 타다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5472" y="2500306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 dirty="0">
                <a:solidFill>
                  <a:srgbClr val="EBADAD"/>
                </a:solidFill>
              </a:rPr>
              <a:t>Practice </a:t>
            </a:r>
            <a:r>
              <a:rPr lang="en-US" sz="6600" b="1" dirty="0">
                <a:solidFill>
                  <a:srgbClr val="EBADAD"/>
                </a:solidFill>
              </a:rPr>
              <a:t>3</a:t>
            </a:r>
            <a:r>
              <a:rPr sz="6600" b="1" dirty="0">
                <a:solidFill>
                  <a:srgbClr val="EBADAD"/>
                </a:solidFill>
              </a:rPr>
              <a:t>-in English (</a:t>
            </a:r>
            <a:r>
              <a:rPr sz="6600" b="1" dirty="0" err="1">
                <a:solidFill>
                  <a:srgbClr val="EBADAD"/>
                </a:solidFill>
              </a:rPr>
              <a:t>영어로</a:t>
            </a:r>
            <a:r>
              <a:rPr sz="6600" b="1" dirty="0">
                <a:solidFill>
                  <a:srgbClr val="EBADAD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_to_a_science_ca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2098326"/>
            <a:ext cx="11592000" cy="437412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_to_the_be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201" y="1712777"/>
            <a:ext cx="865159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_to_the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15" y="1712777"/>
            <a:ext cx="791057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ad_many_boo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939" y="1712777"/>
            <a:ext cx="681212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it_my_cous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225" y="1712777"/>
            <a:ext cx="5595549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ke_a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82" y="1712777"/>
            <a:ext cx="7705035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k_up_tr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91" y="1712777"/>
            <a:ext cx="7712418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_ener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19" y="1712777"/>
            <a:ext cx="847056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rn_off_the_ligh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851" y="1712777"/>
            <a:ext cx="686029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e_less_plas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83" y="1712777"/>
            <a:ext cx="539183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_wa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218" y="1712777"/>
            <a:ext cx="437956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ide_a_b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3" y="1712777"/>
            <a:ext cx="5784313" cy="51452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</Words>
  <Application>Microsoft Macintosh PowerPoint</Application>
  <PresentationFormat>와이드스크린</PresentationFormat>
  <Paragraphs>53</Paragraphs>
  <Slides>64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Jeeyoung Jeon</cp:lastModifiedBy>
  <cp:revision>2</cp:revision>
  <dcterms:created xsi:type="dcterms:W3CDTF">2013-01-27T09:14:16Z</dcterms:created>
  <dcterms:modified xsi:type="dcterms:W3CDTF">2026-06-17T02:17:07Z</dcterms:modified>
  <cp:category/>
</cp:coreProperties>
</file>