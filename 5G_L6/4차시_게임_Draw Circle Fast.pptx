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1198000">
            <a:off x="1362359" y="415545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Aharoni"/>
              </a:rPr>
              <a:t>What will you do this summer?</a:t>
            </a:r>
          </a:p>
        </p:txBody>
      </p:sp>
      <p:sp>
        <p:nvSpPr>
          <p:cNvPr id="3" name="TextBox 2"/>
          <p:cNvSpPr txBox="1"/>
          <p:nvPr/>
        </p:nvSpPr>
        <p:spPr>
          <a:xfrm rot="306000">
            <a:off x="6994593" y="370132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venir Next LT Pro"/>
              </a:rPr>
              <a:t>I will visit my grandpa.</a:t>
            </a:r>
          </a:p>
        </p:txBody>
      </p:sp>
      <p:sp>
        <p:nvSpPr>
          <p:cNvPr id="4" name="TextBox 3"/>
          <p:cNvSpPr txBox="1"/>
          <p:nvPr/>
        </p:nvSpPr>
        <p:spPr>
          <a:xfrm rot="20448000">
            <a:off x="248742" y="1430786"/>
            <a:ext cx="20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dirty="0">
                <a:solidFill>
                  <a:srgbClr val="000000"/>
                </a:solidFill>
                <a:latin typeface="Aldhabi"/>
              </a:rPr>
              <a:t>I love him.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586" y="2211078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dirty="0">
                <a:solidFill>
                  <a:srgbClr val="000000"/>
                </a:solidFill>
                <a:latin typeface="Aharoni"/>
              </a:rPr>
              <a:t>I will go to a music camp.</a:t>
            </a:r>
          </a:p>
        </p:txBody>
      </p:sp>
      <p:sp>
        <p:nvSpPr>
          <p:cNvPr id="6" name="TextBox 5"/>
          <p:cNvSpPr txBox="1"/>
          <p:nvPr/>
        </p:nvSpPr>
        <p:spPr>
          <a:xfrm rot="864000">
            <a:off x="150000" y="4320000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venir Next LT Pro"/>
              </a:rPr>
              <a:t>I like singing songs.</a:t>
            </a:r>
          </a:p>
        </p:txBody>
      </p:sp>
      <p:sp>
        <p:nvSpPr>
          <p:cNvPr id="7" name="TextBox 6"/>
          <p:cNvSpPr txBox="1"/>
          <p:nvPr/>
        </p:nvSpPr>
        <p:spPr>
          <a:xfrm rot="21384000">
            <a:off x="1951350" y="3758665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Aharoni"/>
              </a:rPr>
              <a:t>I will go to a party.</a:t>
            </a:r>
          </a:p>
        </p:txBody>
      </p:sp>
      <p:sp>
        <p:nvSpPr>
          <p:cNvPr id="8" name="TextBox 7"/>
          <p:cNvSpPr txBox="1"/>
          <p:nvPr/>
        </p:nvSpPr>
        <p:spPr>
          <a:xfrm rot="480000">
            <a:off x="5192908" y="1022060"/>
            <a:ext cx="43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 dirty="0">
                <a:solidFill>
                  <a:srgbClr val="000000"/>
                </a:solidFill>
                <a:latin typeface="Aldhabi"/>
              </a:rPr>
              <a:t>I will sing and dance with my friends.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950000"/>
            <a:ext cx="5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haroni"/>
              </a:rPr>
              <a:t>I will go to the beach and swim with my animal friends.</a:t>
            </a:r>
          </a:p>
        </p:txBody>
      </p:sp>
      <p:sp>
        <p:nvSpPr>
          <p:cNvPr id="10" name="TextBox 9"/>
          <p:cNvSpPr txBox="1"/>
          <p:nvPr/>
        </p:nvSpPr>
        <p:spPr>
          <a:xfrm rot="20766000">
            <a:off x="31219" y="2427608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dirty="0">
                <a:solidFill>
                  <a:srgbClr val="000000"/>
                </a:solidFill>
                <a:latin typeface="Avenir Next LT Pro"/>
              </a:rPr>
              <a:t>How about you, Snow White?</a:t>
            </a:r>
          </a:p>
        </p:txBody>
      </p:sp>
      <p:sp>
        <p:nvSpPr>
          <p:cNvPr id="11" name="TextBox 10"/>
          <p:cNvSpPr txBox="1"/>
          <p:nvPr/>
        </p:nvSpPr>
        <p:spPr>
          <a:xfrm rot="678000">
            <a:off x="7375574" y="3562141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0000"/>
                </a:solidFill>
                <a:latin typeface="Aharoni"/>
              </a:rPr>
              <a:t>I will make apple juice.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8600" y="6132000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Aldhabi"/>
              </a:rPr>
              <a:t>Apples are my favorite food.</a:t>
            </a:r>
          </a:p>
        </p:txBody>
      </p:sp>
      <p:sp>
        <p:nvSpPr>
          <p:cNvPr id="13" name="TextBox 12"/>
          <p:cNvSpPr txBox="1"/>
          <p:nvPr/>
        </p:nvSpPr>
        <p:spPr>
          <a:xfrm rot="20982000">
            <a:off x="5400000" y="4750000"/>
            <a:ext cx="43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haroni"/>
              </a:rPr>
              <a:t>What will you do this summer, Jenny?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586" y="5417798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dirty="0">
                <a:solidFill>
                  <a:srgbClr val="000000"/>
                </a:solidFill>
                <a:latin typeface="Avenir Next LT Pro"/>
              </a:rPr>
              <a:t>I will read many books.</a:t>
            </a:r>
          </a:p>
        </p:txBody>
      </p:sp>
      <p:sp>
        <p:nvSpPr>
          <p:cNvPr id="15" name="TextBox 14"/>
          <p:cNvSpPr txBox="1"/>
          <p:nvPr/>
        </p:nvSpPr>
        <p:spPr>
          <a:xfrm rot="300000">
            <a:off x="631219" y="5639081"/>
            <a:ext cx="20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dirty="0">
                <a:solidFill>
                  <a:srgbClr val="000000"/>
                </a:solidFill>
                <a:latin typeface="Aharoni"/>
              </a:rPr>
              <a:t>That sounds great!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1198000">
            <a:off x="1362359" y="415545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Aharoni"/>
              </a:rPr>
              <a:t>What will you do this summer?</a:t>
            </a:r>
          </a:p>
        </p:txBody>
      </p:sp>
      <p:sp>
        <p:nvSpPr>
          <p:cNvPr id="3" name="TextBox 2"/>
          <p:cNvSpPr txBox="1"/>
          <p:nvPr/>
        </p:nvSpPr>
        <p:spPr>
          <a:xfrm rot="306000">
            <a:off x="6994593" y="370132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venir Next LT Pro"/>
              </a:rPr>
              <a:t>I will visit my grandpa.</a:t>
            </a:r>
          </a:p>
        </p:txBody>
      </p:sp>
      <p:sp>
        <p:nvSpPr>
          <p:cNvPr id="4" name="TextBox 3"/>
          <p:cNvSpPr txBox="1"/>
          <p:nvPr/>
        </p:nvSpPr>
        <p:spPr>
          <a:xfrm rot="20448000">
            <a:off x="248742" y="1430786"/>
            <a:ext cx="20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dirty="0">
                <a:solidFill>
                  <a:srgbClr val="000000"/>
                </a:solidFill>
                <a:latin typeface="Aldhabi"/>
              </a:rPr>
              <a:t>I love him.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586" y="2211078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dirty="0">
                <a:solidFill>
                  <a:srgbClr val="000000"/>
                </a:solidFill>
                <a:latin typeface="Aharoni"/>
              </a:rPr>
              <a:t>I will go to a music camp.</a:t>
            </a:r>
          </a:p>
        </p:txBody>
      </p:sp>
      <p:sp>
        <p:nvSpPr>
          <p:cNvPr id="6" name="TextBox 5"/>
          <p:cNvSpPr txBox="1"/>
          <p:nvPr/>
        </p:nvSpPr>
        <p:spPr>
          <a:xfrm rot="864000">
            <a:off x="150000" y="4320000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venir Next LT Pro"/>
              </a:rPr>
              <a:t>I like singing songs.</a:t>
            </a:r>
          </a:p>
        </p:txBody>
      </p:sp>
      <p:sp>
        <p:nvSpPr>
          <p:cNvPr id="7" name="TextBox 6"/>
          <p:cNvSpPr txBox="1"/>
          <p:nvPr/>
        </p:nvSpPr>
        <p:spPr>
          <a:xfrm rot="21384000">
            <a:off x="1951350" y="3758665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Aharoni"/>
              </a:rPr>
              <a:t>I will go to a party.</a:t>
            </a:r>
          </a:p>
        </p:txBody>
      </p:sp>
      <p:sp>
        <p:nvSpPr>
          <p:cNvPr id="8" name="TextBox 7"/>
          <p:cNvSpPr txBox="1"/>
          <p:nvPr/>
        </p:nvSpPr>
        <p:spPr>
          <a:xfrm rot="480000">
            <a:off x="5192908" y="1022060"/>
            <a:ext cx="43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 dirty="0">
                <a:solidFill>
                  <a:srgbClr val="000000"/>
                </a:solidFill>
                <a:latin typeface="Aldhabi"/>
              </a:rPr>
              <a:t>I will sing and dance with my friends.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950000"/>
            <a:ext cx="5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haroni"/>
              </a:rPr>
              <a:t>I will go to the beach and swim with my animal friends.</a:t>
            </a:r>
          </a:p>
        </p:txBody>
      </p:sp>
      <p:sp>
        <p:nvSpPr>
          <p:cNvPr id="10" name="TextBox 9"/>
          <p:cNvSpPr txBox="1"/>
          <p:nvPr/>
        </p:nvSpPr>
        <p:spPr>
          <a:xfrm rot="20766000">
            <a:off x="31219" y="2427608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dirty="0">
                <a:solidFill>
                  <a:srgbClr val="000000"/>
                </a:solidFill>
                <a:latin typeface="Avenir Next LT Pro"/>
              </a:rPr>
              <a:t>How about you, Snow White?</a:t>
            </a:r>
          </a:p>
        </p:txBody>
      </p:sp>
      <p:sp>
        <p:nvSpPr>
          <p:cNvPr id="11" name="TextBox 10"/>
          <p:cNvSpPr txBox="1"/>
          <p:nvPr/>
        </p:nvSpPr>
        <p:spPr>
          <a:xfrm rot="678000">
            <a:off x="7375574" y="3562141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0000"/>
                </a:solidFill>
                <a:latin typeface="Aharoni"/>
              </a:rPr>
              <a:t>I will make apple juice.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8600" y="6132000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Aldhabi"/>
              </a:rPr>
              <a:t>Apples are my favorite food.</a:t>
            </a:r>
          </a:p>
        </p:txBody>
      </p:sp>
      <p:sp>
        <p:nvSpPr>
          <p:cNvPr id="13" name="TextBox 12"/>
          <p:cNvSpPr txBox="1"/>
          <p:nvPr/>
        </p:nvSpPr>
        <p:spPr>
          <a:xfrm rot="20982000">
            <a:off x="5400000" y="4750000"/>
            <a:ext cx="43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haroni"/>
              </a:rPr>
              <a:t>What will you do this summer, Jenny?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586" y="5417798"/>
            <a:ext cx="32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dirty="0">
                <a:solidFill>
                  <a:srgbClr val="000000"/>
                </a:solidFill>
                <a:latin typeface="Avenir Next LT Pro"/>
              </a:rPr>
              <a:t>I will read many books.</a:t>
            </a:r>
          </a:p>
        </p:txBody>
      </p:sp>
      <p:sp>
        <p:nvSpPr>
          <p:cNvPr id="15" name="TextBox 14"/>
          <p:cNvSpPr txBox="1"/>
          <p:nvPr/>
        </p:nvSpPr>
        <p:spPr>
          <a:xfrm rot="300000">
            <a:off x="631219" y="5639081"/>
            <a:ext cx="20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dirty="0">
                <a:solidFill>
                  <a:srgbClr val="000000"/>
                </a:solidFill>
                <a:latin typeface="Aharoni"/>
              </a:rPr>
              <a:t>That sounds great!</a:t>
            </a:r>
          </a:p>
        </p:txBody>
      </p:sp>
    </p:spTree>
    <p:extLst>
      <p:ext uri="{BB962C8B-B14F-4D97-AF65-F5344CB8AC3E}">
        <p14:creationId xmlns:p14="http://schemas.microsoft.com/office/powerpoint/2010/main" val="386389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</Words>
  <Application>Microsoft Macintosh PowerPoint</Application>
  <PresentationFormat>와이드스크린</PresentationFormat>
  <Paragraphs>28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Aharoni</vt:lpstr>
      <vt:lpstr>Aldhabi</vt:lpstr>
      <vt:lpstr>Arial</vt:lpstr>
      <vt:lpstr>Avenir Next LT Pro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Jeeyoung Jeon</cp:lastModifiedBy>
  <cp:revision>2</cp:revision>
  <dcterms:created xsi:type="dcterms:W3CDTF">2013-01-27T09:14:16Z</dcterms:created>
  <dcterms:modified xsi:type="dcterms:W3CDTF">2026-06-28T09:51:58Z</dcterms:modified>
  <cp:category/>
</cp:coreProperties>
</file>