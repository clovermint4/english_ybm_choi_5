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3"/>
  </p:notesMasterIdLst>
  <p:sldIdLst>
    <p:sldId id="260" r:id="rId2"/>
    <p:sldId id="261" r:id="rId3"/>
    <p:sldId id="262" r:id="rId4"/>
    <p:sldId id="263" r:id="rId5"/>
    <p:sldId id="281" r:id="rId6"/>
    <p:sldId id="274" r:id="rId7"/>
    <p:sldId id="259" r:id="rId8"/>
    <p:sldId id="265" r:id="rId9"/>
    <p:sldId id="275" r:id="rId10"/>
    <p:sldId id="266" r:id="rId11"/>
    <p:sldId id="305" r:id="rId12"/>
    <p:sldId id="276" r:id="rId13"/>
    <p:sldId id="280" r:id="rId14"/>
    <p:sldId id="306" r:id="rId15"/>
    <p:sldId id="277" r:id="rId16"/>
    <p:sldId id="270" r:id="rId17"/>
    <p:sldId id="271" r:id="rId18"/>
    <p:sldId id="278" r:id="rId19"/>
    <p:sldId id="272" r:id="rId20"/>
    <p:sldId id="273" r:id="rId21"/>
    <p:sldId id="264" r:id="rId22"/>
  </p:sldIdLst>
  <p:sldSz cx="12192000" cy="6858000"/>
  <p:notesSz cx="6858000" cy="9144000"/>
  <p:embeddedFontLst>
    <p:embeddedFont>
      <p:font typeface="Consolas" panose="020B0609020204030204" pitchFamily="49" charset="0"/>
      <p:regular r:id="rId24"/>
      <p:bold r:id="rId25"/>
      <p:italic r:id="rId26"/>
      <p:boldItalic r:id="rId27"/>
    </p:embeddedFont>
    <p:embeddedFont>
      <p:font typeface="Rockwell Extra Bold" panose="02060603020205020403" pitchFamily="18" charset="0"/>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stening Version" id="{ED3E6475-FF46-5747-B285-963D7DB9D4E7}">
          <p14:sldIdLst>
            <p14:sldId id="260"/>
            <p14:sldId id="261"/>
            <p14:sldId id="262"/>
            <p14:sldId id="263"/>
            <p14:sldId id="281"/>
            <p14:sldId id="274"/>
            <p14:sldId id="259"/>
            <p14:sldId id="265"/>
            <p14:sldId id="275"/>
            <p14:sldId id="266"/>
            <p14:sldId id="305"/>
            <p14:sldId id="276"/>
            <p14:sldId id="280"/>
            <p14:sldId id="306"/>
            <p14:sldId id="277"/>
            <p14:sldId id="270"/>
            <p14:sldId id="271"/>
            <p14:sldId id="278"/>
            <p14:sldId id="272"/>
            <p14:sldId id="273"/>
            <p14:sldId id="264"/>
          </p14:sldIdLst>
        </p14:section>
        <p14:section name="Listening &amp; Reading Version" id="{5023D40C-DAA7-0945-827D-D9FD57EDE82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171"/>
    <a:srgbClr val="EE3E3E"/>
    <a:srgbClr val="F48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0" autoAdjust="0"/>
    <p:restoredTop sz="84021" autoAdjust="0"/>
  </p:normalViewPr>
  <p:slideViewPr>
    <p:cSldViewPr snapToGrid="0">
      <p:cViewPr varScale="1">
        <p:scale>
          <a:sx n="54" d="100"/>
          <a:sy n="54" d="100"/>
        </p:scale>
        <p:origin x="240" y="1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onsolas" panose="020B0609020204030204" pitchFamily="49" charset="0"/>
              </a:defRPr>
            </a:lvl1pPr>
          </a:lstStyle>
          <a:p>
            <a:endParaRPr 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onsolas" panose="020B0609020204030204" pitchFamily="49" charset="0"/>
              </a:defRPr>
            </a:lvl1pPr>
          </a:lstStyle>
          <a:p>
            <a:fld id="{F0AEF42C-096B-4036-929E-F637140FA120}" type="datetimeFigureOut">
              <a:rPr lang="en-US" smtClean="0"/>
              <a:pPr/>
              <a:t>6/17/26</a:t>
            </a:fld>
            <a:endParaRPr 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onsolas" panose="020B0609020204030204" pitchFamily="49" charset="0"/>
              </a:defRPr>
            </a:lvl1pPr>
          </a:lstStyle>
          <a:p>
            <a:endParaRPr 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onsolas" panose="020B0609020204030204" pitchFamily="49" charset="0"/>
              </a:defRPr>
            </a:lvl1pPr>
          </a:lstStyle>
          <a:p>
            <a:fld id="{3FF9460F-891F-4CE1-9167-DE2765D335EA}" type="slidenum">
              <a:rPr lang="en-US" smtClean="0"/>
              <a:pPr/>
              <a:t>‹#›</a:t>
            </a:fld>
            <a:endParaRPr lang="en-US" dirty="0"/>
          </a:p>
        </p:txBody>
      </p:sp>
    </p:spTree>
    <p:extLst>
      <p:ext uri="{BB962C8B-B14F-4D97-AF65-F5344CB8AC3E}">
        <p14:creationId xmlns:p14="http://schemas.microsoft.com/office/powerpoint/2010/main" val="3033698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onsolas" panose="020B0609020204030204" pitchFamily="49" charset="0"/>
        <a:ea typeface="+mn-ea"/>
        <a:cs typeface="+mn-cs"/>
      </a:defRPr>
    </a:lvl1pPr>
    <a:lvl2pPr marL="457200" algn="l" defTabSz="914400" rtl="0" eaLnBrk="1" latinLnBrk="0" hangingPunct="1">
      <a:defRPr sz="1200" kern="1200">
        <a:solidFill>
          <a:schemeClr val="tx1"/>
        </a:solidFill>
        <a:latin typeface="Consolas" panose="020B0609020204030204" pitchFamily="49" charset="0"/>
        <a:ea typeface="+mn-ea"/>
        <a:cs typeface="+mn-cs"/>
      </a:defRPr>
    </a:lvl2pPr>
    <a:lvl3pPr marL="914400" algn="l" defTabSz="914400" rtl="0" eaLnBrk="1" latinLnBrk="0" hangingPunct="1">
      <a:defRPr sz="1200" kern="1200">
        <a:solidFill>
          <a:schemeClr val="tx1"/>
        </a:solidFill>
        <a:latin typeface="Consolas" panose="020B0609020204030204" pitchFamily="49" charset="0"/>
        <a:ea typeface="+mn-ea"/>
        <a:cs typeface="+mn-cs"/>
      </a:defRPr>
    </a:lvl3pPr>
    <a:lvl4pPr marL="1371600" algn="l" defTabSz="914400" rtl="0" eaLnBrk="1" latinLnBrk="0" hangingPunct="1">
      <a:defRPr sz="1200" kern="1200">
        <a:solidFill>
          <a:schemeClr val="tx1"/>
        </a:solidFill>
        <a:latin typeface="Consolas" panose="020B0609020204030204" pitchFamily="49" charset="0"/>
        <a:ea typeface="+mn-ea"/>
        <a:cs typeface="+mn-cs"/>
      </a:defRPr>
    </a:lvl4pPr>
    <a:lvl5pPr marL="1828800" algn="l" defTabSz="914400" rtl="0" eaLnBrk="1" latinLnBrk="0" hangingPunct="1">
      <a:defRPr sz="1200" kern="1200">
        <a:solidFill>
          <a:schemeClr val="tx1"/>
        </a:solidFill>
        <a:latin typeface="Consolas" panose="020B0609020204030204" pitchFamily="49"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Consolas" panose="020B0609020204030204" pitchFamily="49" charset="0"/>
                <a:ea typeface="+mn-ea"/>
                <a:cs typeface="+mn-cs"/>
              </a:rPr>
              <a:t>This template is for educational, non-commercial purposes </a:t>
            </a:r>
            <a:r>
              <a:rPr lang="en-US" sz="1200" i="1" u="sng" kern="1200" dirty="0">
                <a:solidFill>
                  <a:schemeClr val="tx1"/>
                </a:solidFill>
                <a:effectLst/>
                <a:latin typeface="Consolas" panose="020B0609020204030204" pitchFamily="49" charset="0"/>
                <a:ea typeface="+mn-ea"/>
                <a:cs typeface="+mn-cs"/>
              </a:rPr>
              <a:t>only</a:t>
            </a:r>
            <a:r>
              <a:rPr lang="en-US" sz="1200" i="1" kern="1200" dirty="0">
                <a:solidFill>
                  <a:schemeClr val="tx1"/>
                </a:solidFill>
                <a:effectLst/>
                <a:latin typeface="Consolas" panose="020B0609020204030204" pitchFamily="49" charset="0"/>
                <a:ea typeface="+mn-ea"/>
                <a:cs typeface="+mn-cs"/>
              </a:rPr>
              <a:t>. For more free game templates like this one, visit </a:t>
            </a:r>
            <a:r>
              <a:rPr lang="en-US" sz="1200" b="1" i="1" kern="1200" dirty="0">
                <a:solidFill>
                  <a:schemeClr val="tx1"/>
                </a:solidFill>
                <a:effectLst/>
                <a:latin typeface="Consolas" panose="020B0609020204030204" pitchFamily="49" charset="0"/>
                <a:ea typeface="+mn-ea"/>
                <a:cs typeface="+mn-cs"/>
              </a:rPr>
              <a:t>https://</a:t>
            </a:r>
            <a:r>
              <a:rPr lang="en-US" sz="1200" b="1" i="1" kern="1200" dirty="0" err="1">
                <a:solidFill>
                  <a:schemeClr val="tx1"/>
                </a:solidFill>
                <a:effectLst/>
                <a:latin typeface="Consolas" panose="020B0609020204030204" pitchFamily="49" charset="0"/>
                <a:ea typeface="+mn-ea"/>
                <a:cs typeface="+mn-cs"/>
              </a:rPr>
              <a:t>www.taysteachingtoolkit.com</a:t>
            </a:r>
            <a:endParaRPr lang="en-US" sz="1200" b="1" i="1" kern="1200" dirty="0">
              <a:solidFill>
                <a:schemeClr val="tx1"/>
              </a:solidFill>
              <a:effectLst/>
              <a:latin typeface="Consolas" panose="020B0609020204030204" pitchFamily="49" charset="0"/>
              <a:ea typeface="+mn-ea"/>
              <a:cs typeface="+mn-cs"/>
            </a:endParaRPr>
          </a:p>
          <a:p>
            <a:r>
              <a:rPr lang="en-US" b="0" dirty="0"/>
              <a:t>-----</a:t>
            </a:r>
          </a:p>
          <a:p>
            <a:r>
              <a:rPr lang="en-US" b="1" dirty="0"/>
              <a:t>HOW</a:t>
            </a:r>
            <a:r>
              <a:rPr lang="en-US" b="1" baseline="0" dirty="0"/>
              <a:t> TO PLAY: </a:t>
            </a:r>
            <a:r>
              <a:rPr lang="en-US" dirty="0"/>
              <a:t>Students can see different pictures on the safe, each with numbers under them. The teacher will read a set of words or sentences. Students will try to match what the teacher says to the pictures on the screen and write down the numbers under them. The numbers they write will make a code to unlock the safe.</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a:t>
            </a:fld>
            <a:endParaRPr lang="en-US" dirty="0"/>
          </a:p>
        </p:txBody>
      </p:sp>
    </p:spTree>
    <p:extLst>
      <p:ext uri="{BB962C8B-B14F-4D97-AF65-F5344CB8AC3E}">
        <p14:creationId xmlns:p14="http://schemas.microsoft.com/office/powerpoint/2010/main" val="1621247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Slow</a:t>
            </a:r>
            <a:r>
              <a:rPr lang="en-US" dirty="0"/>
              <a:t> talking speed</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6</a:t>
            </a:fld>
            <a:endParaRPr lang="en-US" dirty="0"/>
          </a:p>
        </p:txBody>
      </p:sp>
    </p:spTree>
    <p:extLst>
      <p:ext uri="{BB962C8B-B14F-4D97-AF65-F5344CB8AC3E}">
        <p14:creationId xmlns:p14="http://schemas.microsoft.com/office/powerpoint/2010/main" val="3470510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7</a:t>
            </a:fld>
            <a:endParaRPr lang="en-US" dirty="0"/>
          </a:p>
        </p:txBody>
      </p:sp>
    </p:spTree>
    <p:extLst>
      <p:ext uri="{BB962C8B-B14F-4D97-AF65-F5344CB8AC3E}">
        <p14:creationId xmlns:p14="http://schemas.microsoft.com/office/powerpoint/2010/main" val="671904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8</a:t>
            </a:fld>
            <a:endParaRPr lang="en-US" dirty="0"/>
          </a:p>
        </p:txBody>
      </p:sp>
    </p:spTree>
    <p:extLst>
      <p:ext uri="{BB962C8B-B14F-4D97-AF65-F5344CB8AC3E}">
        <p14:creationId xmlns:p14="http://schemas.microsoft.com/office/powerpoint/2010/main" val="3378637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Slow</a:t>
            </a:r>
            <a:r>
              <a:rPr lang="en-US" dirty="0"/>
              <a:t> talking speed</a:t>
            </a:r>
          </a:p>
          <a:p>
            <a:endParaRPr lang="en-US" dirty="0"/>
          </a:p>
          <a:p>
            <a:endParaRPr lang="en-US" dirty="0"/>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9</a:t>
            </a:fld>
            <a:endParaRPr lang="en-US" dirty="0"/>
          </a:p>
        </p:txBody>
      </p:sp>
    </p:spTree>
    <p:extLst>
      <p:ext uri="{BB962C8B-B14F-4D97-AF65-F5344CB8AC3E}">
        <p14:creationId xmlns:p14="http://schemas.microsoft.com/office/powerpoint/2010/main" val="2375602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10</a:t>
            </a:fld>
            <a:endParaRPr lang="en-US" dirty="0"/>
          </a:p>
        </p:txBody>
      </p:sp>
    </p:spTree>
    <p:extLst>
      <p:ext uri="{BB962C8B-B14F-4D97-AF65-F5344CB8AC3E}">
        <p14:creationId xmlns:p14="http://schemas.microsoft.com/office/powerpoint/2010/main" val="2062359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11</a:t>
            </a:fld>
            <a:endParaRPr lang="en-US" dirty="0"/>
          </a:p>
        </p:txBody>
      </p:sp>
    </p:spTree>
    <p:extLst>
      <p:ext uri="{BB962C8B-B14F-4D97-AF65-F5344CB8AC3E}">
        <p14:creationId xmlns:p14="http://schemas.microsoft.com/office/powerpoint/2010/main" val="63223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Normal</a:t>
            </a:r>
            <a:r>
              <a:rPr lang="en-US" dirty="0"/>
              <a:t> talking speed</a:t>
            </a:r>
          </a:p>
          <a:p>
            <a:endParaRPr lang="en-US" dirty="0"/>
          </a:p>
          <a:p>
            <a:endParaRPr lang="en-US" dirty="0"/>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12</a:t>
            </a:fld>
            <a:endParaRPr lang="en-US" dirty="0"/>
          </a:p>
        </p:txBody>
      </p:sp>
    </p:spTree>
    <p:extLst>
      <p:ext uri="{BB962C8B-B14F-4D97-AF65-F5344CB8AC3E}">
        <p14:creationId xmlns:p14="http://schemas.microsoft.com/office/powerpoint/2010/main" val="2762483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13</a:t>
            </a:fld>
            <a:endParaRPr lang="en-US" dirty="0"/>
          </a:p>
        </p:txBody>
      </p:sp>
    </p:spTree>
    <p:extLst>
      <p:ext uri="{BB962C8B-B14F-4D97-AF65-F5344CB8AC3E}">
        <p14:creationId xmlns:p14="http://schemas.microsoft.com/office/powerpoint/2010/main" val="301556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14</a:t>
            </a:fld>
            <a:endParaRPr lang="en-US" dirty="0"/>
          </a:p>
        </p:txBody>
      </p:sp>
    </p:spTree>
    <p:extLst>
      <p:ext uri="{BB962C8B-B14F-4D97-AF65-F5344CB8AC3E}">
        <p14:creationId xmlns:p14="http://schemas.microsoft.com/office/powerpoint/2010/main" val="2543821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Normal</a:t>
            </a:r>
            <a:r>
              <a:rPr lang="en-US" dirty="0"/>
              <a:t> talking speed</a:t>
            </a:r>
          </a:p>
          <a:p>
            <a:endParaRPr lang="en-US" dirty="0"/>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15</a:t>
            </a:fld>
            <a:endParaRPr lang="en-US" dirty="0"/>
          </a:p>
        </p:txBody>
      </p:sp>
    </p:spTree>
    <p:extLst>
      <p:ext uri="{BB962C8B-B14F-4D97-AF65-F5344CB8AC3E}">
        <p14:creationId xmlns:p14="http://schemas.microsoft.com/office/powerpoint/2010/main" val="520574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16</a:t>
            </a:fld>
            <a:endParaRPr lang="en-US" dirty="0"/>
          </a:p>
        </p:txBody>
      </p:sp>
    </p:spTree>
    <p:extLst>
      <p:ext uri="{BB962C8B-B14F-4D97-AF65-F5344CB8AC3E}">
        <p14:creationId xmlns:p14="http://schemas.microsoft.com/office/powerpoint/2010/main" val="2259961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17</a:t>
            </a:fld>
            <a:endParaRPr lang="en-US" dirty="0"/>
          </a:p>
        </p:txBody>
      </p:sp>
    </p:spTree>
    <p:extLst>
      <p:ext uri="{BB962C8B-B14F-4D97-AF65-F5344CB8AC3E}">
        <p14:creationId xmlns:p14="http://schemas.microsoft.com/office/powerpoint/2010/main" val="4233934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dirty="0"/>
              <a:t>Fast</a:t>
            </a:r>
            <a:r>
              <a:rPr lang="en-US" dirty="0"/>
              <a:t> talking speed</a:t>
            </a:r>
          </a:p>
        </p:txBody>
      </p:sp>
      <p:sp>
        <p:nvSpPr>
          <p:cNvPr id="4" name="슬라이드 번호 개체 틀 3"/>
          <p:cNvSpPr>
            <a:spLocks noGrp="1"/>
          </p:cNvSpPr>
          <p:nvPr>
            <p:ph type="sldNum" sz="quarter" idx="10"/>
          </p:nvPr>
        </p:nvSpPr>
        <p:spPr/>
        <p:txBody>
          <a:bodyPr/>
          <a:lstStyle/>
          <a:p>
            <a:fld id="{3FF9460F-891F-4CE1-9167-DE2765D335EA}" type="slidenum">
              <a:rPr lang="en-US" smtClean="0"/>
              <a:pPr/>
              <a:t>18</a:t>
            </a:fld>
            <a:endParaRPr lang="en-US" dirty="0"/>
          </a:p>
        </p:txBody>
      </p:sp>
    </p:spTree>
    <p:extLst>
      <p:ext uri="{BB962C8B-B14F-4D97-AF65-F5344CB8AC3E}">
        <p14:creationId xmlns:p14="http://schemas.microsoft.com/office/powerpoint/2010/main" val="3600598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t>19</a:t>
            </a:fld>
            <a:endParaRPr lang="en-US"/>
          </a:p>
        </p:txBody>
      </p:sp>
    </p:spTree>
    <p:extLst>
      <p:ext uri="{BB962C8B-B14F-4D97-AF65-F5344CB8AC3E}">
        <p14:creationId xmlns:p14="http://schemas.microsoft.com/office/powerpoint/2010/main" val="1864660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Replace the pictures</a:t>
            </a:r>
            <a:r>
              <a:rPr lang="en-US" baseline="0" dirty="0"/>
              <a:t> on the safe by right clicking on the picture icon and press “Change Picture…” Choose the picture you want to replace it with from your files and click “Insert.” </a:t>
            </a:r>
          </a:p>
          <a:p>
            <a:endParaRPr lang="en-US" baseline="0" dirty="0"/>
          </a:p>
          <a:p>
            <a:r>
              <a:rPr lang="en-US" baseline="0" dirty="0"/>
              <a:t>The pound symbols in the green bar are where you </a:t>
            </a:r>
            <a:r>
              <a:rPr lang="en-US" b="1" baseline="0" dirty="0"/>
              <a:t>put your answer</a:t>
            </a:r>
            <a:r>
              <a:rPr lang="en-US" baseline="0" dirty="0"/>
              <a:t> that will show up after students have solved the code. </a:t>
            </a:r>
            <a:r>
              <a:rPr lang="en-US" b="1" baseline="0" dirty="0"/>
              <a:t>Replace symbols with numbers </a:t>
            </a:r>
            <a:r>
              <a:rPr lang="en-US" baseline="0" dirty="0"/>
              <a:t>(as little or as many as you want).</a:t>
            </a:r>
          </a:p>
        </p:txBody>
      </p:sp>
      <p:sp>
        <p:nvSpPr>
          <p:cNvPr id="4" name="슬라이드 번호 개체 틀 3"/>
          <p:cNvSpPr>
            <a:spLocks noGrp="1"/>
          </p:cNvSpPr>
          <p:nvPr>
            <p:ph type="sldNum" sz="quarter" idx="10"/>
          </p:nvPr>
        </p:nvSpPr>
        <p:spPr/>
        <p:txBody>
          <a:bodyPr/>
          <a:lstStyle/>
          <a:p>
            <a:fld id="{3FF9460F-891F-4CE1-9167-DE2765D335EA}" type="slidenum">
              <a:rPr lang="en-US" smtClean="0"/>
              <a:t>20</a:t>
            </a:fld>
            <a:endParaRPr lang="en-US"/>
          </a:p>
        </p:txBody>
      </p:sp>
    </p:spTree>
    <p:extLst>
      <p:ext uri="{BB962C8B-B14F-4D97-AF65-F5344CB8AC3E}">
        <p14:creationId xmlns:p14="http://schemas.microsoft.com/office/powerpoint/2010/main" val="3786193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p:cNvSpPr>
            <a:spLocks noGrp="1"/>
          </p:cNvSpPr>
          <p:nvPr>
            <p:ph type="dt" sz="half" idx="10"/>
          </p:nvPr>
        </p:nvSpPr>
        <p:spPr/>
        <p:txBody>
          <a:bodyPr/>
          <a:lstStyle/>
          <a:p>
            <a:fld id="{081981BF-F087-4170-9644-8BE8F45628F4}" type="datetimeFigureOut">
              <a:rPr lang="en-US" smtClean="0"/>
              <a:t>6/17/26</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1728678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081981BF-F087-4170-9644-8BE8F45628F4}" type="datetimeFigureOut">
              <a:rPr lang="en-US" smtClean="0"/>
              <a:t>6/17/26</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2255918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81981BF-F087-4170-9644-8BE8F45628F4}" type="datetimeFigureOut">
              <a:rPr lang="en-US" smtClean="0"/>
              <a:t>6/17/26</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1568031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p:cNvSpPr>
            <a:spLocks noGrp="1"/>
          </p:cNvSpPr>
          <p:nvPr>
            <p:ph type="dt" sz="half" idx="10"/>
          </p:nvPr>
        </p:nvSpPr>
        <p:spPr/>
        <p:txBody>
          <a:bodyPr/>
          <a:lstStyle/>
          <a:p>
            <a:fld id="{081981BF-F087-4170-9644-8BE8F45628F4}" type="datetimeFigureOut">
              <a:rPr lang="en-US" smtClean="0"/>
              <a:t>6/17/26</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4190970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p:cNvSpPr>
            <a:spLocks noGrp="1"/>
          </p:cNvSpPr>
          <p:nvPr>
            <p:ph type="dt" sz="half" idx="10"/>
          </p:nvPr>
        </p:nvSpPr>
        <p:spPr/>
        <p:txBody>
          <a:bodyPr/>
          <a:lstStyle/>
          <a:p>
            <a:fld id="{081981BF-F087-4170-9644-8BE8F45628F4}" type="datetimeFigureOut">
              <a:rPr lang="en-US" smtClean="0"/>
              <a:t>6/17/26</a:t>
            </a:fld>
            <a:endParaRPr lang="en-US"/>
          </a:p>
        </p:txBody>
      </p:sp>
      <p:sp>
        <p:nvSpPr>
          <p:cNvPr id="8" name="바닥글 개체 틀 7"/>
          <p:cNvSpPr>
            <a:spLocks noGrp="1"/>
          </p:cNvSpPr>
          <p:nvPr>
            <p:ph type="ftr" sz="quarter" idx="11"/>
          </p:nvPr>
        </p:nvSpPr>
        <p:spPr/>
        <p:txBody>
          <a:bodyPr/>
          <a:lstStyle/>
          <a:p>
            <a:endParaRPr lang="en-US"/>
          </a:p>
        </p:txBody>
      </p:sp>
      <p:sp>
        <p:nvSpPr>
          <p:cNvPr id="9" name="슬라이드 번호 개체 틀 8"/>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112643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날짜 개체 틀 2"/>
          <p:cNvSpPr>
            <a:spLocks noGrp="1"/>
          </p:cNvSpPr>
          <p:nvPr>
            <p:ph type="dt" sz="half" idx="10"/>
          </p:nvPr>
        </p:nvSpPr>
        <p:spPr/>
        <p:txBody>
          <a:bodyPr/>
          <a:lstStyle/>
          <a:p>
            <a:fld id="{081981BF-F087-4170-9644-8BE8F45628F4}" type="datetimeFigureOut">
              <a:rPr lang="en-US" smtClean="0"/>
              <a:t>6/17/26</a:t>
            </a:fld>
            <a:endParaRPr lang="en-US"/>
          </a:p>
        </p:txBody>
      </p:sp>
      <p:sp>
        <p:nvSpPr>
          <p:cNvPr id="4" name="바닥글 개체 틀 3"/>
          <p:cNvSpPr>
            <a:spLocks noGrp="1"/>
          </p:cNvSpPr>
          <p:nvPr>
            <p:ph type="ftr" sz="quarter" idx="11"/>
          </p:nvPr>
        </p:nvSpPr>
        <p:spPr/>
        <p:txBody>
          <a:bodyPr/>
          <a:lstStyle/>
          <a:p>
            <a:endParaRPr lang="en-US"/>
          </a:p>
        </p:txBody>
      </p:sp>
      <p:sp>
        <p:nvSpPr>
          <p:cNvPr id="5" name="슬라이드 번호 개체 틀 4"/>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354057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081981BF-F087-4170-9644-8BE8F45628F4}" type="datetimeFigureOut">
              <a:rPr lang="en-US" smtClean="0"/>
              <a:t>6/17/26</a:t>
            </a:fld>
            <a:endParaRPr lang="en-US"/>
          </a:p>
        </p:txBody>
      </p:sp>
      <p:sp>
        <p:nvSpPr>
          <p:cNvPr id="3" name="바닥글 개체 틀 2"/>
          <p:cNvSpPr>
            <a:spLocks noGrp="1"/>
          </p:cNvSpPr>
          <p:nvPr>
            <p:ph type="ftr" sz="quarter" idx="11"/>
          </p:nvPr>
        </p:nvSpPr>
        <p:spPr/>
        <p:txBody>
          <a:bodyPr/>
          <a:lstStyle/>
          <a:p>
            <a:endParaRPr lang="en-US"/>
          </a:p>
        </p:txBody>
      </p:sp>
      <p:sp>
        <p:nvSpPr>
          <p:cNvPr id="4" name="슬라이드 번호 개체 틀 3"/>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134522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081981BF-F087-4170-9644-8BE8F45628F4}" type="datetimeFigureOut">
              <a:rPr lang="en-US" smtClean="0"/>
              <a:t>6/17/26</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700683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081981BF-F087-4170-9644-8BE8F45628F4}" type="datetimeFigureOut">
              <a:rPr lang="en-US" smtClean="0"/>
              <a:t>6/17/26</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101931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081981BF-F087-4170-9644-8BE8F45628F4}" type="datetimeFigureOut">
              <a:rPr lang="en-US" smtClean="0"/>
              <a:t>6/17/26</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284363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081981BF-F087-4170-9644-8BE8F45628F4}" type="datetimeFigureOut">
              <a:rPr lang="en-US" smtClean="0"/>
              <a:t>6/17/26</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CC449603-9FC8-4FC9-927A-40BBE0B60F54}" type="slidenum">
              <a:rPr lang="en-US" smtClean="0"/>
              <a:t>‹#›</a:t>
            </a:fld>
            <a:endParaRPr lang="en-US"/>
          </a:p>
        </p:txBody>
      </p:sp>
    </p:spTree>
    <p:extLst>
      <p:ext uri="{BB962C8B-B14F-4D97-AF65-F5344CB8AC3E}">
        <p14:creationId xmlns:p14="http://schemas.microsoft.com/office/powerpoint/2010/main" val="3091232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onsolas" panose="020B0609020204030204" pitchFamily="49" charset="0"/>
              </a:defRPr>
            </a:lvl1pPr>
          </a:lstStyle>
          <a:p>
            <a:fld id="{081981BF-F087-4170-9644-8BE8F45628F4}" type="datetimeFigureOut">
              <a:rPr lang="en-US" smtClean="0"/>
              <a:pPr/>
              <a:t>6/17/26</a:t>
            </a:fld>
            <a:endParaRPr lang="en-US" dirty="0"/>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onsolas" panose="020B0609020204030204" pitchFamily="49" charset="0"/>
              </a:defRPr>
            </a:lvl1pPr>
          </a:lstStyle>
          <a:p>
            <a:endParaRPr lang="en-US" dirty="0"/>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onsolas" panose="020B0609020204030204" pitchFamily="49" charset="0"/>
              </a:defRPr>
            </a:lvl1pPr>
          </a:lstStyle>
          <a:p>
            <a:fld id="{CC449603-9FC8-4FC9-927A-40BBE0B60F54}" type="slidenum">
              <a:rPr lang="en-US" smtClean="0"/>
              <a:pPr/>
              <a:t>‹#›</a:t>
            </a:fld>
            <a:endParaRPr lang="en-US" dirty="0"/>
          </a:p>
        </p:txBody>
      </p:sp>
    </p:spTree>
    <p:extLst>
      <p:ext uri="{BB962C8B-B14F-4D97-AF65-F5344CB8AC3E}">
        <p14:creationId xmlns:p14="http://schemas.microsoft.com/office/powerpoint/2010/main" val="1534613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onsolas" panose="020B0609020204030204" pitchFamily="49"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nsolas" panose="020B0609020204030204"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nsolas" panose="020B0609020204030204"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nsolas" panose="020B0609020204030204"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audio" Target="../media/audio1.wav"/><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9.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8.jpg"/><Relationship Id="rId5" Type="http://schemas.openxmlformats.org/officeDocument/2006/relationships/audio" Target="../media/audio1.wav"/><Relationship Id="rId10" Type="http://schemas.openxmlformats.org/officeDocument/2006/relationships/image" Target="../media/image7.jpg"/><Relationship Id="rId4" Type="http://schemas.openxmlformats.org/officeDocument/2006/relationships/notesSlide" Target="../notesSlides/notesSlide3.xml"/><Relationship Id="rId9" Type="http://schemas.openxmlformats.org/officeDocument/2006/relationships/image" Target="../media/image6.jp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audio" Target="../media/audio1.wav"/><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7.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6.jpg"/><Relationship Id="rId5" Type="http://schemas.openxmlformats.org/officeDocument/2006/relationships/audio" Target="../media/audio1.wav"/><Relationship Id="rId10" Type="http://schemas.openxmlformats.org/officeDocument/2006/relationships/image" Target="../media/image11.jpg"/><Relationship Id="rId4" Type="http://schemas.openxmlformats.org/officeDocument/2006/relationships/notesSlide" Target="../notesSlides/notesSlide4.xml"/><Relationship Id="rId9"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3.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7.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11.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6.jpg"/><Relationship Id="rId4" Type="http://schemas.openxmlformats.org/officeDocument/2006/relationships/notesSlide" Target="../notesSlides/notesSlide6.xml"/><Relationship Id="rId9" Type="http://schemas.openxmlformats.org/officeDocument/2006/relationships/image" Target="../media/image9.jpg"/><Relationship Id="rId14" Type="http://schemas.openxmlformats.org/officeDocument/2006/relationships/image" Target="../media/image10.jp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11.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7.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8.jpg"/><Relationship Id="rId4" Type="http://schemas.openxmlformats.org/officeDocument/2006/relationships/notesSlide" Target="../notesSlides/notesSlide7.xml"/><Relationship Id="rId9" Type="http://schemas.openxmlformats.org/officeDocument/2006/relationships/image" Target="../media/image10.jpg"/><Relationship Id="rId1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3.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jpg"/><Relationship Id="rId18" Type="http://schemas.openxmlformats.org/officeDocument/2006/relationships/audio" Target="../media/audio1.wav"/><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6.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8.jpg"/><Relationship Id="rId5" Type="http://schemas.openxmlformats.org/officeDocument/2006/relationships/audio" Target="../media/audio1.wav"/><Relationship Id="rId10" Type="http://schemas.openxmlformats.org/officeDocument/2006/relationships/image" Target="../media/image11.jpg"/><Relationship Id="rId4" Type="http://schemas.openxmlformats.org/officeDocument/2006/relationships/notesSlide" Target="../notesSlides/notesSlide9.xml"/><Relationship Id="rId9" Type="http://schemas.openxmlformats.org/officeDocument/2006/relationships/image" Target="../media/image9.jpg"/><Relationship Id="rId14" Type="http://schemas.openxmlformats.org/officeDocument/2006/relationships/image" Target="../media/image10.jpg"/></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jpg"/><Relationship Id="rId18" Type="http://schemas.openxmlformats.org/officeDocument/2006/relationships/audio" Target="../media/audio1.wav"/><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6.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10.jpg"/><Relationship Id="rId5" Type="http://schemas.openxmlformats.org/officeDocument/2006/relationships/audio" Target="../media/audio1.wav"/><Relationship Id="rId10" Type="http://schemas.openxmlformats.org/officeDocument/2006/relationships/image" Target="../media/image9.jpg"/><Relationship Id="rId4" Type="http://schemas.openxmlformats.org/officeDocument/2006/relationships/notesSlide" Target="../notesSlides/notesSlide10.xml"/><Relationship Id="rId9" Type="http://schemas.openxmlformats.org/officeDocument/2006/relationships/image" Target="../media/image11.jpg"/><Relationship Id="rId1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3.png"/><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1.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9.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10.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8.jpg"/><Relationship Id="rId4" Type="http://schemas.openxmlformats.org/officeDocument/2006/relationships/notesSlide" Target="../notesSlides/notesSlide12.xml"/><Relationship Id="rId9" Type="http://schemas.openxmlformats.org/officeDocument/2006/relationships/image" Target="../media/image6.jpg"/><Relationship Id="rId14" Type="http://schemas.openxmlformats.org/officeDocument/2006/relationships/image" Target="../media/image7.jp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6.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8.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11.jpg"/><Relationship Id="rId4" Type="http://schemas.openxmlformats.org/officeDocument/2006/relationships/notesSlide" Target="../notesSlides/notesSlide13.xml"/><Relationship Id="rId9" Type="http://schemas.openxmlformats.org/officeDocument/2006/relationships/image" Target="../media/image9.jpg"/><Relationship Id="rId1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3.pn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9.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8.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6.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7.jpg"/><Relationship Id="rId4" Type="http://schemas.openxmlformats.org/officeDocument/2006/relationships/notesSlide" Target="../notesSlides/notesSlide15.xml"/><Relationship Id="rId9" Type="http://schemas.openxmlformats.org/officeDocument/2006/relationships/image" Target="../media/image10.jpg"/><Relationship Id="rId14" Type="http://schemas.openxmlformats.org/officeDocument/2006/relationships/image" Target="../media/image11.jp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jpg"/><Relationship Id="rId3" Type="http://schemas.openxmlformats.org/officeDocument/2006/relationships/slideLayout" Target="../slideLayouts/slideLayout7.xml"/><Relationship Id="rId7" Type="http://schemas.openxmlformats.org/officeDocument/2006/relationships/image" Target="../media/image4.jpg"/><Relationship Id="rId12" Type="http://schemas.openxmlformats.org/officeDocument/2006/relationships/image" Target="../media/image7.jp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audio3.wav"/><Relationship Id="rId11" Type="http://schemas.openxmlformats.org/officeDocument/2006/relationships/image" Target="../media/image11.jpg"/><Relationship Id="rId5" Type="http://schemas.openxmlformats.org/officeDocument/2006/relationships/audio" Target="../media/audio1.wav"/><Relationship Id="rId15" Type="http://schemas.openxmlformats.org/officeDocument/2006/relationships/audio" Target="../media/audio1.wav"/><Relationship Id="rId10" Type="http://schemas.openxmlformats.org/officeDocument/2006/relationships/image" Target="../media/image6.jpg"/><Relationship Id="rId4" Type="http://schemas.openxmlformats.org/officeDocument/2006/relationships/notesSlide" Target="../notesSlides/notesSlide16.xml"/><Relationship Id="rId9" Type="http://schemas.openxmlformats.org/officeDocument/2006/relationships/image" Target="../media/image9.jpg"/><Relationship Id="rId1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pSp>
        <p:nvGrpSpPr>
          <p:cNvPr id="132" name="그룹 131"/>
          <p:cNvGrpSpPr/>
          <p:nvPr/>
        </p:nvGrpSpPr>
        <p:grpSpPr>
          <a:xfrm>
            <a:off x="3497679" y="793303"/>
            <a:ext cx="5196642" cy="5080894"/>
            <a:chOff x="233932" y="784453"/>
            <a:chExt cx="5196642" cy="5080894"/>
          </a:xfrm>
        </p:grpSpPr>
        <p:sp>
          <p:nvSpPr>
            <p:cNvPr id="114" name="타원 113"/>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119" name="그룹 118"/>
            <p:cNvGrpSpPr/>
            <p:nvPr/>
          </p:nvGrpSpPr>
          <p:grpSpPr>
            <a:xfrm rot="18900000">
              <a:off x="1130701" y="784453"/>
              <a:ext cx="499788" cy="2293322"/>
              <a:chOff x="-1233895" y="3188563"/>
              <a:chExt cx="679579" cy="3118309"/>
            </a:xfrm>
          </p:grpSpPr>
          <p:sp>
            <p:nvSpPr>
              <p:cNvPr id="117" name="모서리가 둥근 직사각형 11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15" name="직사각형 11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16" name="모서리가 둥근 직사각형 11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0" name="그룹 119"/>
            <p:cNvGrpSpPr/>
            <p:nvPr/>
          </p:nvGrpSpPr>
          <p:grpSpPr>
            <a:xfrm rot="2700000" flipH="1">
              <a:off x="4034019" y="784453"/>
              <a:ext cx="499788" cy="2293322"/>
              <a:chOff x="-1233895" y="3188563"/>
              <a:chExt cx="679579" cy="3118309"/>
            </a:xfrm>
          </p:grpSpPr>
          <p:sp>
            <p:nvSpPr>
              <p:cNvPr id="121" name="모서리가 둥근 직사각형 12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2" name="직사각형 12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3" name="모서리가 둥근 직사각형 12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4" name="그룹 123"/>
            <p:cNvGrpSpPr/>
            <p:nvPr/>
          </p:nvGrpSpPr>
          <p:grpSpPr>
            <a:xfrm rot="2700000" flipV="1">
              <a:off x="1130699" y="3572025"/>
              <a:ext cx="499788" cy="2293322"/>
              <a:chOff x="-1233895" y="3188563"/>
              <a:chExt cx="679579" cy="3118309"/>
            </a:xfrm>
          </p:grpSpPr>
          <p:sp>
            <p:nvSpPr>
              <p:cNvPr id="125" name="모서리가 둥근 직사각형 12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6" name="직사각형 12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7" name="모서리가 둥근 직사각형 12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8" name="그룹 127"/>
            <p:cNvGrpSpPr/>
            <p:nvPr/>
          </p:nvGrpSpPr>
          <p:grpSpPr>
            <a:xfrm rot="18900000" flipH="1" flipV="1">
              <a:off x="4034017" y="3572025"/>
              <a:ext cx="499788" cy="2293322"/>
              <a:chOff x="-1233895" y="3188563"/>
              <a:chExt cx="679579" cy="3118309"/>
            </a:xfrm>
          </p:grpSpPr>
          <p:sp>
            <p:nvSpPr>
              <p:cNvPr id="129" name="모서리가 둥근 직사각형 12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30" name="직사각형 12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31" name="모서리가 둥근 직사각형 13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118" name="타원 11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 name="TextBox 5"/>
          <p:cNvSpPr txBox="1"/>
          <p:nvPr/>
        </p:nvSpPr>
        <p:spPr>
          <a:xfrm>
            <a:off x="938819" y="2672031"/>
            <a:ext cx="10314363" cy="1323439"/>
          </a:xfrm>
          <a:prstGeom prst="rect">
            <a:avLst/>
          </a:prstGeom>
          <a:noFill/>
        </p:spPr>
        <p:txBody>
          <a:bodyPr wrap="none" rtlCol="0">
            <a:spAutoFit/>
          </a:bodyPr>
          <a:lstStyle/>
          <a:p>
            <a:pPr algn="ctr"/>
            <a:r>
              <a:rPr lang="en-US" sz="8000" spc="1000" dirty="0">
                <a:solidFill>
                  <a:schemeClr val="bg1"/>
                </a:solidFill>
                <a:latin typeface="Rockwell Extra Bold" panose="02060903040505020403" pitchFamily="18" charset="0"/>
              </a:rPr>
              <a:t>SAFECRACKER</a:t>
            </a:r>
          </a:p>
        </p:txBody>
      </p:sp>
    </p:spTree>
    <p:extLst>
      <p:ext uri="{BB962C8B-B14F-4D97-AF65-F5344CB8AC3E}">
        <p14:creationId xmlns:p14="http://schemas.microsoft.com/office/powerpoint/2010/main" val="269086821"/>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3" name="Prison Door Closing.wav"/>
          </p:stSnd>
        </p:sndAc>
      </p:transition>
    </mc:Choice>
    <mc:Fallback xmlns="">
      <p:transition spd="slow">
        <p:comb/>
        <p:sndAc>
          <p:stSnd>
            <p:snd r:embed="rId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5000" fill="hold"/>
                                        <p:tgtEl>
                                          <p:spTgt spid="13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3302935" y="818593"/>
            <a:ext cx="5184048" cy="646331"/>
          </a:xfrm>
          <a:prstGeom prst="rect">
            <a:avLst/>
          </a:prstGeom>
          <a:noFill/>
        </p:spPr>
        <p:txBody>
          <a:bodyPr wrap="none" rtlCol="0">
            <a:spAutoFit/>
          </a:bodyPr>
          <a:lstStyle/>
          <a:p>
            <a:pPr algn="ctr"/>
            <a:r>
              <a:rPr lang="en-US" sz="3600" spc="1000" dirty="0">
                <a:solidFill>
                  <a:schemeClr val="bg1">
                    <a:lumMod val="65000"/>
                  </a:schemeClr>
                </a:solidFill>
                <a:latin typeface="Rockwell Extra Bold" panose="02060903040505020403" pitchFamily="18" charset="0"/>
              </a:rPr>
              <a:t>HOW TO PLAY</a:t>
            </a:r>
          </a:p>
        </p:txBody>
      </p:sp>
      <p:sp>
        <p:nvSpPr>
          <p:cNvPr id="111" name="TextBox 110"/>
          <p:cNvSpPr txBox="1"/>
          <p:nvPr/>
        </p:nvSpPr>
        <p:spPr>
          <a:xfrm>
            <a:off x="966234" y="2831769"/>
            <a:ext cx="10247206" cy="1754326"/>
          </a:xfrm>
          <a:prstGeom prst="rect">
            <a:avLst/>
          </a:prstGeom>
          <a:noFill/>
        </p:spPr>
        <p:txBody>
          <a:bodyPr wrap="square" rtlCol="0" anchor="ctr">
            <a:spAutoFit/>
          </a:bodyPr>
          <a:lstStyle/>
          <a:p>
            <a:pPr algn="ctr">
              <a:lnSpc>
                <a:spcPct val="90000"/>
              </a:lnSpc>
            </a:pPr>
            <a:r>
              <a:rPr lang="en-US" sz="6000" dirty="0">
                <a:solidFill>
                  <a:schemeClr val="bg1"/>
                </a:solidFill>
                <a:latin typeface="Consolas" panose="020B0609020204030204" pitchFamily="49" charset="0"/>
              </a:rPr>
              <a:t>Write the numbers 1-10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in your notebook.</a:t>
            </a:r>
          </a:p>
        </p:txBody>
      </p:sp>
    </p:spTree>
    <p:extLst>
      <p:ext uri="{BB962C8B-B14F-4D97-AF65-F5344CB8AC3E}">
        <p14:creationId xmlns:p14="http://schemas.microsoft.com/office/powerpoint/2010/main" val="1056381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2" name="Breaking Glass.wav"/>
          </p:stSnd>
        </p:sndAc>
      </p:transition>
    </mc:Choice>
    <mc:Fallback xmlns="">
      <p:transition spd="slow">
        <p:fade/>
        <p:sndAc>
          <p:stSnd>
            <p:snd r:embed="rId4" name="Breaking Glass.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3302935" y="818593"/>
            <a:ext cx="5184048" cy="646331"/>
          </a:xfrm>
          <a:prstGeom prst="rect">
            <a:avLst/>
          </a:prstGeom>
          <a:noFill/>
        </p:spPr>
        <p:txBody>
          <a:bodyPr wrap="none" rtlCol="0">
            <a:spAutoFit/>
          </a:bodyPr>
          <a:lstStyle/>
          <a:p>
            <a:pPr algn="ctr"/>
            <a:r>
              <a:rPr lang="en-US" sz="3600" spc="1000" dirty="0">
                <a:solidFill>
                  <a:schemeClr val="bg1">
                    <a:lumMod val="65000"/>
                  </a:schemeClr>
                </a:solidFill>
                <a:latin typeface="Rockwell Extra Bold" panose="02060903040505020403" pitchFamily="18" charset="0"/>
              </a:rPr>
              <a:t>HOW TO PLAY</a:t>
            </a:r>
          </a:p>
        </p:txBody>
      </p:sp>
      <p:sp>
        <p:nvSpPr>
          <p:cNvPr id="111" name="TextBox 110"/>
          <p:cNvSpPr txBox="1"/>
          <p:nvPr/>
        </p:nvSpPr>
        <p:spPr>
          <a:xfrm>
            <a:off x="952874" y="1750374"/>
            <a:ext cx="10273926" cy="4247317"/>
          </a:xfrm>
          <a:prstGeom prst="rect">
            <a:avLst/>
          </a:prstGeom>
          <a:noFill/>
        </p:spPr>
        <p:txBody>
          <a:bodyPr wrap="square" rtlCol="0" anchor="ctr">
            <a:spAutoFit/>
          </a:bodyPr>
          <a:lstStyle/>
          <a:p>
            <a:pPr algn="ctr">
              <a:lnSpc>
                <a:spcPct val="90000"/>
              </a:lnSpc>
            </a:pPr>
            <a:r>
              <a:rPr lang="en-US" sz="6000" dirty="0">
                <a:solidFill>
                  <a:schemeClr val="bg1"/>
                </a:solidFill>
                <a:latin typeface="Consolas" panose="020B0609020204030204" pitchFamily="49" charset="0"/>
              </a:rPr>
              <a:t>Listen carefully to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the words or sentences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I say and match them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to the pictures on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the safe.</a:t>
            </a:r>
          </a:p>
        </p:txBody>
      </p:sp>
    </p:spTree>
    <p:extLst>
      <p:ext uri="{BB962C8B-B14F-4D97-AF65-F5344CB8AC3E}">
        <p14:creationId xmlns:p14="http://schemas.microsoft.com/office/powerpoint/2010/main" val="66398023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3302935" y="818593"/>
            <a:ext cx="5184048" cy="646331"/>
          </a:xfrm>
          <a:prstGeom prst="rect">
            <a:avLst/>
          </a:prstGeom>
          <a:noFill/>
        </p:spPr>
        <p:txBody>
          <a:bodyPr wrap="none" rtlCol="0">
            <a:spAutoFit/>
          </a:bodyPr>
          <a:lstStyle/>
          <a:p>
            <a:pPr algn="ctr"/>
            <a:r>
              <a:rPr lang="en-US" sz="3600" spc="1000" dirty="0">
                <a:solidFill>
                  <a:schemeClr val="bg1">
                    <a:lumMod val="65000"/>
                  </a:schemeClr>
                </a:solidFill>
                <a:latin typeface="Rockwell Extra Bold" panose="02060903040505020403" pitchFamily="18" charset="0"/>
              </a:rPr>
              <a:t>HOW TO PLAY</a:t>
            </a:r>
          </a:p>
        </p:txBody>
      </p:sp>
      <p:sp>
        <p:nvSpPr>
          <p:cNvPr id="111" name="TextBox 110"/>
          <p:cNvSpPr txBox="1"/>
          <p:nvPr/>
        </p:nvSpPr>
        <p:spPr>
          <a:xfrm>
            <a:off x="787663" y="2089673"/>
            <a:ext cx="10604348" cy="3416320"/>
          </a:xfrm>
          <a:prstGeom prst="rect">
            <a:avLst/>
          </a:prstGeom>
          <a:noFill/>
        </p:spPr>
        <p:txBody>
          <a:bodyPr wrap="square" rtlCol="0" anchor="ctr">
            <a:spAutoFit/>
          </a:bodyPr>
          <a:lstStyle/>
          <a:p>
            <a:pPr algn="ctr">
              <a:lnSpc>
                <a:spcPct val="90000"/>
              </a:lnSpc>
            </a:pPr>
            <a:r>
              <a:rPr lang="en-US" sz="6000" dirty="0">
                <a:solidFill>
                  <a:schemeClr val="bg1"/>
                </a:solidFill>
                <a:latin typeface="Consolas" panose="020B0609020204030204" pitchFamily="49" charset="0"/>
              </a:rPr>
              <a:t>As you find each matching picture, write the number under it in your notebook.</a:t>
            </a:r>
          </a:p>
        </p:txBody>
      </p:sp>
    </p:spTree>
    <p:extLst>
      <p:ext uri="{BB962C8B-B14F-4D97-AF65-F5344CB8AC3E}">
        <p14:creationId xmlns:p14="http://schemas.microsoft.com/office/powerpoint/2010/main" val="11985285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3302935" y="818593"/>
            <a:ext cx="5184048" cy="646331"/>
          </a:xfrm>
          <a:prstGeom prst="rect">
            <a:avLst/>
          </a:prstGeom>
          <a:noFill/>
        </p:spPr>
        <p:txBody>
          <a:bodyPr wrap="none" rtlCol="0">
            <a:spAutoFit/>
          </a:bodyPr>
          <a:lstStyle/>
          <a:p>
            <a:pPr algn="ctr"/>
            <a:r>
              <a:rPr lang="en-US" sz="3600" spc="1000" dirty="0">
                <a:solidFill>
                  <a:schemeClr val="bg1">
                    <a:lumMod val="65000"/>
                  </a:schemeClr>
                </a:solidFill>
                <a:latin typeface="Rockwell Extra Bold" panose="02060903040505020403" pitchFamily="18" charset="0"/>
              </a:rPr>
              <a:t>HOW TO PLAY</a:t>
            </a:r>
          </a:p>
        </p:txBody>
      </p:sp>
      <p:sp>
        <p:nvSpPr>
          <p:cNvPr id="111" name="TextBox 110"/>
          <p:cNvSpPr txBox="1"/>
          <p:nvPr/>
        </p:nvSpPr>
        <p:spPr>
          <a:xfrm>
            <a:off x="787663" y="2479771"/>
            <a:ext cx="10604348" cy="2585323"/>
          </a:xfrm>
          <a:prstGeom prst="rect">
            <a:avLst/>
          </a:prstGeom>
          <a:noFill/>
        </p:spPr>
        <p:txBody>
          <a:bodyPr wrap="square" rtlCol="0" anchor="ctr">
            <a:spAutoFit/>
          </a:bodyPr>
          <a:lstStyle/>
          <a:p>
            <a:pPr algn="ctr">
              <a:lnSpc>
                <a:spcPct val="90000"/>
              </a:lnSpc>
            </a:pPr>
            <a:r>
              <a:rPr lang="en-US" sz="6000" dirty="0">
                <a:solidFill>
                  <a:schemeClr val="bg1"/>
                </a:solidFill>
                <a:latin typeface="Consolas" panose="020B0609020204030204" pitchFamily="49" charset="0"/>
              </a:rPr>
              <a:t>The numbers will </a:t>
            </a:r>
            <a:br>
              <a:rPr lang="en-US" sz="6000" dirty="0">
                <a:solidFill>
                  <a:schemeClr val="bg1"/>
                </a:solidFill>
                <a:latin typeface="Consolas" panose="020B0609020204030204" pitchFamily="49" charset="0"/>
              </a:rPr>
            </a:br>
            <a:r>
              <a:rPr lang="en-US" sz="6000" dirty="0">
                <a:solidFill>
                  <a:schemeClr val="bg1"/>
                </a:solidFill>
                <a:latin typeface="Consolas" panose="020B0609020204030204" pitchFamily="49" charset="0"/>
              </a:rPr>
              <a:t>make a code to unlock the safe.</a:t>
            </a:r>
          </a:p>
        </p:txBody>
      </p:sp>
    </p:spTree>
    <p:extLst>
      <p:ext uri="{BB962C8B-B14F-4D97-AF65-F5344CB8AC3E}">
        <p14:creationId xmlns:p14="http://schemas.microsoft.com/office/powerpoint/2010/main" val="411636079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1880743" y="1966008"/>
            <a:ext cx="8430514" cy="2015936"/>
          </a:xfrm>
          <a:prstGeom prst="rect">
            <a:avLst/>
          </a:prstGeom>
          <a:noFill/>
        </p:spPr>
        <p:txBody>
          <a:bodyPr wrap="none" rtlCol="0" anchor="ctr">
            <a:spAutoFit/>
          </a:bodyPr>
          <a:lstStyle/>
          <a:p>
            <a:pPr algn="ctr"/>
            <a:r>
              <a:rPr lang="en-US" sz="12500" spc="1000" dirty="0">
                <a:solidFill>
                  <a:schemeClr val="bg1"/>
                </a:solidFill>
                <a:latin typeface="Rockwell Extra Bold" panose="02060903040505020403" pitchFamily="18" charset="0"/>
              </a:rPr>
              <a:t>LEVEL 1</a:t>
            </a:r>
          </a:p>
        </p:txBody>
      </p:sp>
      <p:grpSp>
        <p:nvGrpSpPr>
          <p:cNvPr id="2" name="그룹 1"/>
          <p:cNvGrpSpPr/>
          <p:nvPr/>
        </p:nvGrpSpPr>
        <p:grpSpPr>
          <a:xfrm>
            <a:off x="3389503" y="3936809"/>
            <a:ext cx="5412995" cy="622901"/>
            <a:chOff x="3304329" y="3765359"/>
            <a:chExt cx="5412995" cy="622901"/>
          </a:xfrm>
        </p:grpSpPr>
        <p:pic>
          <p:nvPicPr>
            <p:cNvPr id="1026" name="Picture 2" descr="audio, fast, forward, media, media player, music, video player icon"/>
            <p:cNvPicPr>
              <a:picLocks noChangeAspect="1" noChangeArrowheads="1"/>
            </p:cNvPicPr>
            <p:nvPr/>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094423" y="3765359"/>
              <a:ext cx="622901" cy="6229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304329" y="3765359"/>
              <a:ext cx="4790094" cy="584775"/>
            </a:xfrm>
            <a:prstGeom prst="rect">
              <a:avLst/>
            </a:prstGeom>
            <a:noFill/>
          </p:spPr>
          <p:txBody>
            <a:bodyPr wrap="none" rtlCol="0" anchor="ctr">
              <a:spAutoFit/>
            </a:bodyPr>
            <a:lstStyle/>
            <a:p>
              <a:pPr algn="ctr"/>
              <a:r>
                <a:rPr lang="en-US" sz="3200" spc="1000" dirty="0">
                  <a:solidFill>
                    <a:schemeClr val="bg1"/>
                  </a:solidFill>
                  <a:latin typeface="Consolas" panose="020B0609020204030204" pitchFamily="49" charset="0"/>
                </a:rPr>
                <a:t>TALKING SPEED</a:t>
              </a:r>
            </a:p>
          </p:txBody>
        </p:sp>
      </p:grpSp>
    </p:spTree>
    <p:extLst>
      <p:ext uri="{BB962C8B-B14F-4D97-AF65-F5344CB8AC3E}">
        <p14:creationId xmlns:p14="http://schemas.microsoft.com/office/powerpoint/2010/main" val="35833528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3" name="Breaking Glass.wav"/>
          </p:stSnd>
        </p:sndAc>
      </p:transition>
    </mc:Choice>
    <mc:Fallback xmlns="">
      <p:transition spd="slow">
        <p:fade/>
        <p:sndAc>
          <p:stSnd>
            <p:snd r:embed="rId6" name="Breaking Glass.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1">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132" name="그룹 131"/>
          <p:cNvGrpSpPr/>
          <p:nvPr/>
        </p:nvGrpSpPr>
        <p:grpSpPr>
          <a:xfrm>
            <a:off x="-258060" y="784453"/>
            <a:ext cx="5196642" cy="5080894"/>
            <a:chOff x="233932" y="784453"/>
            <a:chExt cx="5196642" cy="5080894"/>
          </a:xfrm>
        </p:grpSpPr>
        <p:sp>
          <p:nvSpPr>
            <p:cNvPr id="114" name="타원 113"/>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119" name="그룹 118"/>
            <p:cNvGrpSpPr/>
            <p:nvPr/>
          </p:nvGrpSpPr>
          <p:grpSpPr>
            <a:xfrm rot="18900000">
              <a:off x="1130701" y="784453"/>
              <a:ext cx="499788" cy="2293322"/>
              <a:chOff x="-1233895" y="3188563"/>
              <a:chExt cx="679579" cy="3118309"/>
            </a:xfrm>
          </p:grpSpPr>
          <p:sp>
            <p:nvSpPr>
              <p:cNvPr id="117" name="모서리가 둥근 직사각형 11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15" name="직사각형 11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16" name="모서리가 둥근 직사각형 11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0" name="그룹 119"/>
            <p:cNvGrpSpPr/>
            <p:nvPr/>
          </p:nvGrpSpPr>
          <p:grpSpPr>
            <a:xfrm rot="2700000" flipH="1">
              <a:off x="4034019" y="784453"/>
              <a:ext cx="499788" cy="2293322"/>
              <a:chOff x="-1233895" y="3188563"/>
              <a:chExt cx="679579" cy="3118309"/>
            </a:xfrm>
          </p:grpSpPr>
          <p:sp>
            <p:nvSpPr>
              <p:cNvPr id="121" name="모서리가 둥근 직사각형 12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2" name="직사각형 12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3" name="모서리가 둥근 직사각형 12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4" name="그룹 123"/>
            <p:cNvGrpSpPr/>
            <p:nvPr/>
          </p:nvGrpSpPr>
          <p:grpSpPr>
            <a:xfrm rot="2700000" flipV="1">
              <a:off x="1130699" y="3572025"/>
              <a:ext cx="499788" cy="2293322"/>
              <a:chOff x="-1233895" y="3188563"/>
              <a:chExt cx="679579" cy="3118309"/>
            </a:xfrm>
          </p:grpSpPr>
          <p:sp>
            <p:nvSpPr>
              <p:cNvPr id="125" name="모서리가 둥근 직사각형 12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6" name="직사각형 12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27" name="모서리가 둥근 직사각형 12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128" name="그룹 127"/>
            <p:cNvGrpSpPr/>
            <p:nvPr/>
          </p:nvGrpSpPr>
          <p:grpSpPr>
            <a:xfrm rot="18900000" flipH="1" flipV="1">
              <a:off x="4034017" y="3572025"/>
              <a:ext cx="499788" cy="2293322"/>
              <a:chOff x="-1233895" y="3188563"/>
              <a:chExt cx="679579" cy="3118309"/>
            </a:xfrm>
          </p:grpSpPr>
          <p:sp>
            <p:nvSpPr>
              <p:cNvPr id="129" name="모서리가 둥근 직사각형 12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30" name="직사각형 12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31" name="모서리가 둥근 직사각형 13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118" name="타원 11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48" name="직사각형 47"/>
          <p:cNvSpPr/>
          <p:nvPr/>
        </p:nvSpPr>
        <p:spPr>
          <a:xfrm>
            <a:off x="6709309" y="3258355"/>
            <a:ext cx="496648" cy="49664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49" name="직사각형 48"/>
          <p:cNvSpPr/>
          <p:nvPr/>
        </p:nvSpPr>
        <p:spPr>
          <a:xfrm>
            <a:off x="9263954" y="3258355"/>
            <a:ext cx="496648" cy="49664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50" name="직사각형 49"/>
          <p:cNvSpPr/>
          <p:nvPr/>
        </p:nvSpPr>
        <p:spPr>
          <a:xfrm>
            <a:off x="6709309" y="5461367"/>
            <a:ext cx="496648" cy="49664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51" name="직사각형 50"/>
          <p:cNvSpPr/>
          <p:nvPr/>
        </p:nvSpPr>
        <p:spPr>
          <a:xfrm>
            <a:off x="9263954" y="5461367"/>
            <a:ext cx="496648" cy="49664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55" name="직사각형 54"/>
          <p:cNvSpPr/>
          <p:nvPr/>
        </p:nvSpPr>
        <p:spPr>
          <a:xfrm>
            <a:off x="581152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33" name="직사각형 32"/>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1</a:t>
            </a:r>
          </a:p>
        </p:txBody>
      </p:sp>
      <p:sp>
        <p:nvSpPr>
          <p:cNvPr id="32" name="직사각형 31"/>
          <p:cNvSpPr/>
          <p:nvPr/>
        </p:nvSpPr>
        <p:spPr>
          <a:xfrm>
            <a:off x="581151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314</a:t>
            </a:r>
          </a:p>
        </p:txBody>
      </p:sp>
      <p:pic>
        <p:nvPicPr>
          <p:cNvPr id="38"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go_to_the_beach.jpg"/>
          <p:cNvPicPr>
            <a:picLocks noChangeAspect="1"/>
          </p:cNvPicPr>
          <p:nvPr/>
        </p:nvPicPr>
        <p:blipFill>
          <a:blip r:embed="rId9"/>
          <a:stretch>
            <a:fillRect/>
          </a:stretch>
        </p:blipFill>
        <p:spPr>
          <a:xfrm>
            <a:off x="6174331" y="2002252"/>
            <a:ext cx="1554480" cy="924470"/>
          </a:xfrm>
          <a:prstGeom prst="rect">
            <a:avLst/>
          </a:prstGeom>
        </p:spPr>
      </p:pic>
      <p:pic>
        <p:nvPicPr>
          <p:cNvPr id="135" name="Picture 134" descr="read_many_books.jpg"/>
          <p:cNvPicPr>
            <a:picLocks noChangeAspect="1"/>
          </p:cNvPicPr>
          <p:nvPr/>
        </p:nvPicPr>
        <p:blipFill>
          <a:blip r:embed="rId10"/>
          <a:stretch>
            <a:fillRect/>
          </a:stretch>
        </p:blipFill>
        <p:spPr>
          <a:xfrm>
            <a:off x="8730463" y="1877434"/>
            <a:ext cx="1554480" cy="1174105"/>
          </a:xfrm>
          <a:prstGeom prst="rect">
            <a:avLst/>
          </a:prstGeom>
        </p:spPr>
      </p:pic>
      <p:pic>
        <p:nvPicPr>
          <p:cNvPr id="136" name="Picture 135" descr="visit_my_cousin.jpg"/>
          <p:cNvPicPr>
            <a:picLocks noChangeAspect="1"/>
          </p:cNvPicPr>
          <p:nvPr/>
        </p:nvPicPr>
        <p:blipFill>
          <a:blip r:embed="rId11"/>
          <a:stretch>
            <a:fillRect/>
          </a:stretch>
        </p:blipFill>
        <p:spPr>
          <a:xfrm>
            <a:off x="6174331" y="3967430"/>
            <a:ext cx="1554480" cy="1429376"/>
          </a:xfrm>
          <a:prstGeom prst="rect">
            <a:avLst/>
          </a:prstGeom>
        </p:spPr>
      </p:pic>
      <p:pic>
        <p:nvPicPr>
          <p:cNvPr id="137" name="Picture 136" descr="go_to_a_science_camp.jpg"/>
          <p:cNvPicPr>
            <a:picLocks noChangeAspect="1"/>
          </p:cNvPicPr>
          <p:nvPr/>
        </p:nvPicPr>
        <p:blipFill>
          <a:blip r:embed="rId12"/>
          <a:stretch>
            <a:fillRect/>
          </a:stretch>
        </p:blipFill>
        <p:spPr>
          <a:xfrm>
            <a:off x="8049944" y="4172659"/>
            <a:ext cx="2918090" cy="1101111"/>
          </a:xfrm>
          <a:prstGeom prst="rect">
            <a:avLst/>
          </a:prstGeom>
        </p:spPr>
      </p:pic>
    </p:spTree>
    <p:extLst>
      <p:ext uri="{BB962C8B-B14F-4D97-AF65-F5344CB8AC3E}">
        <p14:creationId xmlns:p14="http://schemas.microsoft.com/office/powerpoint/2010/main" val="2230400373"/>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3"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32"/>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38"/>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132"/>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38"/>
                </p:tgtEl>
              </p:cMediaNode>
            </p:audio>
          </p:childTnLst>
        </p:cTn>
      </p:par>
    </p:tnLst>
    <p:bldLst>
      <p:bldP spid="133"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0" name="직사각형 59"/>
          <p:cNvSpPr/>
          <p:nvPr/>
        </p:nvSpPr>
        <p:spPr>
          <a:xfrm>
            <a:off x="6700631" y="3254924"/>
            <a:ext cx="497742" cy="497742"/>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61" name="직사각형 60"/>
          <p:cNvSpPr/>
          <p:nvPr/>
        </p:nvSpPr>
        <p:spPr>
          <a:xfrm>
            <a:off x="9260905" y="3254924"/>
            <a:ext cx="497742" cy="497742"/>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62" name="직사각형 61"/>
          <p:cNvSpPr/>
          <p:nvPr/>
        </p:nvSpPr>
        <p:spPr>
          <a:xfrm>
            <a:off x="6700631" y="5460901"/>
            <a:ext cx="497742" cy="497742"/>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63" name="직사각형 62"/>
          <p:cNvSpPr/>
          <p:nvPr/>
        </p:nvSpPr>
        <p:spPr>
          <a:xfrm>
            <a:off x="9260905" y="5460901"/>
            <a:ext cx="497742" cy="497742"/>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grpSp>
        <p:nvGrpSpPr>
          <p:cNvPr id="32" name="그룹 31"/>
          <p:cNvGrpSpPr/>
          <p:nvPr/>
        </p:nvGrpSpPr>
        <p:grpSpPr>
          <a:xfrm>
            <a:off x="-258060" y="784453"/>
            <a:ext cx="5196642" cy="5080894"/>
            <a:chOff x="233932" y="784453"/>
            <a:chExt cx="5196642" cy="5080894"/>
          </a:xfrm>
        </p:grpSpPr>
        <p:sp>
          <p:nvSpPr>
            <p:cNvPr id="38" name="타원 37"/>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39" name="그룹 38"/>
            <p:cNvGrpSpPr/>
            <p:nvPr/>
          </p:nvGrpSpPr>
          <p:grpSpPr>
            <a:xfrm rot="18900000">
              <a:off x="1130701" y="784453"/>
              <a:ext cx="499788" cy="2293322"/>
              <a:chOff x="-1233895" y="3188563"/>
              <a:chExt cx="679579" cy="3118309"/>
            </a:xfrm>
          </p:grpSpPr>
          <p:sp>
            <p:nvSpPr>
              <p:cNvPr id="54" name="모서리가 둥근 직사각형 53"/>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5" name="직사각형 5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6" name="모서리가 둥근 직사각형 5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0" name="그룹 39"/>
            <p:cNvGrpSpPr/>
            <p:nvPr/>
          </p:nvGrpSpPr>
          <p:grpSpPr>
            <a:xfrm rot="2700000" flipH="1">
              <a:off x="4034019" y="784453"/>
              <a:ext cx="499788" cy="2293322"/>
              <a:chOff x="-1233895" y="3188563"/>
              <a:chExt cx="679579" cy="3118309"/>
            </a:xfrm>
          </p:grpSpPr>
          <p:sp>
            <p:nvSpPr>
              <p:cNvPr id="51" name="모서리가 둥근 직사각형 5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3" name="모서리가 둥근 직사각형 5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2" name="그룹 41"/>
            <p:cNvGrpSpPr/>
            <p:nvPr/>
          </p:nvGrpSpPr>
          <p:grpSpPr>
            <a:xfrm rot="2700000" flipV="1">
              <a:off x="1130699" y="3572025"/>
              <a:ext cx="499788" cy="2293322"/>
              <a:chOff x="-1233895" y="3188563"/>
              <a:chExt cx="679579" cy="3118309"/>
            </a:xfrm>
          </p:grpSpPr>
          <p:sp>
            <p:nvSpPr>
              <p:cNvPr id="48" name="모서리가 둥근 직사각형 47"/>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49" name="직사각형 48"/>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0" name="모서리가 둥근 직사각형 49"/>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3" name="그룹 42"/>
            <p:cNvGrpSpPr/>
            <p:nvPr/>
          </p:nvGrpSpPr>
          <p:grpSpPr>
            <a:xfrm rot="18900000" flipH="1" flipV="1">
              <a:off x="4034017" y="3572025"/>
              <a:ext cx="499788" cy="2293322"/>
              <a:chOff x="-1233895" y="3188563"/>
              <a:chExt cx="679579" cy="3118309"/>
            </a:xfrm>
          </p:grpSpPr>
          <p:sp>
            <p:nvSpPr>
              <p:cNvPr id="45" name="모서리가 둥근 직사각형 4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46" name="직사각형 4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47" name="모서리가 둥근 직사각형 4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44" name="타원 43"/>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57" name="직사각형 56"/>
          <p:cNvSpPr/>
          <p:nvPr/>
        </p:nvSpPr>
        <p:spPr>
          <a:xfrm>
            <a:off x="581152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58" name="직사각형 57"/>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2</a:t>
            </a:r>
          </a:p>
        </p:txBody>
      </p:sp>
      <p:sp>
        <p:nvSpPr>
          <p:cNvPr id="59" name="직사각형 58"/>
          <p:cNvSpPr/>
          <p:nvPr/>
        </p:nvSpPr>
        <p:spPr>
          <a:xfrm>
            <a:off x="581151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241</a:t>
            </a:r>
          </a:p>
        </p:txBody>
      </p:sp>
      <p:pic>
        <p:nvPicPr>
          <p:cNvPr id="64"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make_a_robot.jpg"/>
          <p:cNvPicPr>
            <a:picLocks noChangeAspect="1"/>
          </p:cNvPicPr>
          <p:nvPr/>
        </p:nvPicPr>
        <p:blipFill>
          <a:blip r:embed="rId9"/>
          <a:stretch>
            <a:fillRect/>
          </a:stretch>
        </p:blipFill>
        <p:spPr>
          <a:xfrm>
            <a:off x="6174331" y="1945466"/>
            <a:ext cx="1554480" cy="1038041"/>
          </a:xfrm>
          <a:prstGeom prst="rect">
            <a:avLst/>
          </a:prstGeom>
        </p:spPr>
      </p:pic>
      <p:pic>
        <p:nvPicPr>
          <p:cNvPr id="135" name="Picture 134" descr="go_to_the_library.jpg"/>
          <p:cNvPicPr>
            <a:picLocks noChangeAspect="1"/>
          </p:cNvPicPr>
          <p:nvPr/>
        </p:nvPicPr>
        <p:blipFill>
          <a:blip r:embed="rId10"/>
          <a:stretch>
            <a:fillRect/>
          </a:stretch>
        </p:blipFill>
        <p:spPr>
          <a:xfrm>
            <a:off x="8730463" y="1958952"/>
            <a:ext cx="1554480" cy="1011070"/>
          </a:xfrm>
          <a:prstGeom prst="rect">
            <a:avLst/>
          </a:prstGeom>
        </p:spPr>
      </p:pic>
      <p:pic>
        <p:nvPicPr>
          <p:cNvPr id="136" name="Picture 135" descr="go_to_the_beach.jpg"/>
          <p:cNvPicPr>
            <a:picLocks noChangeAspect="1"/>
          </p:cNvPicPr>
          <p:nvPr/>
        </p:nvPicPr>
        <p:blipFill>
          <a:blip r:embed="rId11"/>
          <a:stretch>
            <a:fillRect/>
          </a:stretch>
        </p:blipFill>
        <p:spPr>
          <a:xfrm>
            <a:off x="6174331" y="4219883"/>
            <a:ext cx="1554480" cy="924470"/>
          </a:xfrm>
          <a:prstGeom prst="rect">
            <a:avLst/>
          </a:prstGeom>
        </p:spPr>
      </p:pic>
      <p:pic>
        <p:nvPicPr>
          <p:cNvPr id="137" name="Picture 136" descr="read_many_books.jpg"/>
          <p:cNvPicPr>
            <a:picLocks noChangeAspect="1"/>
          </p:cNvPicPr>
          <p:nvPr/>
        </p:nvPicPr>
        <p:blipFill>
          <a:blip r:embed="rId12"/>
          <a:stretch>
            <a:fillRect/>
          </a:stretch>
        </p:blipFill>
        <p:spPr>
          <a:xfrm>
            <a:off x="8730464" y="4095065"/>
            <a:ext cx="1554480" cy="1174105"/>
          </a:xfrm>
          <a:prstGeom prst="rect">
            <a:avLst/>
          </a:prstGeom>
        </p:spPr>
      </p:pic>
    </p:spTree>
    <p:extLst>
      <p:ext uri="{BB962C8B-B14F-4D97-AF65-F5344CB8AC3E}">
        <p14:creationId xmlns:p14="http://schemas.microsoft.com/office/powerpoint/2010/main" val="163213006"/>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3"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59"/>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64"/>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32"/>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64"/>
                </p:tgtEl>
              </p:cMediaNode>
            </p:audio>
          </p:childTnLst>
        </p:cTn>
      </p:par>
    </p:tnLst>
    <p:bldLst>
      <p:bldP spid="133" grpId="0" animBg="1"/>
      <p:bldP spid="5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p:nvSpPr>
        <p:spPr>
          <a:xfrm>
            <a:off x="1880743" y="1966008"/>
            <a:ext cx="8430514" cy="2015936"/>
          </a:xfrm>
          <a:prstGeom prst="rect">
            <a:avLst/>
          </a:prstGeom>
          <a:noFill/>
        </p:spPr>
        <p:txBody>
          <a:bodyPr wrap="none" rtlCol="0" anchor="ctr">
            <a:spAutoFit/>
          </a:bodyPr>
          <a:lstStyle/>
          <a:p>
            <a:pPr algn="ctr"/>
            <a:r>
              <a:rPr lang="en-US" sz="12500" spc="1000" dirty="0">
                <a:solidFill>
                  <a:schemeClr val="bg1"/>
                </a:solidFill>
                <a:latin typeface="Rockwell Extra Bold" panose="02060903040505020403" pitchFamily="18" charset="0"/>
              </a:rPr>
              <a:t>LEVEL 2</a:t>
            </a:r>
          </a:p>
        </p:txBody>
      </p:sp>
      <p:grpSp>
        <p:nvGrpSpPr>
          <p:cNvPr id="11" name="그룹 10"/>
          <p:cNvGrpSpPr/>
          <p:nvPr/>
        </p:nvGrpSpPr>
        <p:grpSpPr>
          <a:xfrm>
            <a:off x="3389503" y="3936809"/>
            <a:ext cx="5412995" cy="622901"/>
            <a:chOff x="3304329" y="3765359"/>
            <a:chExt cx="5412995" cy="622901"/>
          </a:xfrm>
        </p:grpSpPr>
        <p:pic>
          <p:nvPicPr>
            <p:cNvPr id="12" name="Picture 2" descr="audio, fast, forward, media, media player, music, video player icon"/>
            <p:cNvPicPr>
              <a:picLocks noChangeAspect="1" noChangeArrowheads="1"/>
            </p:cNvPicPr>
            <p:nvPr/>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094423" y="3765359"/>
              <a:ext cx="622901" cy="62290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3304329" y="3765359"/>
              <a:ext cx="4790094" cy="584775"/>
            </a:xfrm>
            <a:prstGeom prst="rect">
              <a:avLst/>
            </a:prstGeom>
            <a:noFill/>
          </p:spPr>
          <p:txBody>
            <a:bodyPr wrap="none" rtlCol="0" anchor="ctr">
              <a:spAutoFit/>
            </a:bodyPr>
            <a:lstStyle/>
            <a:p>
              <a:pPr algn="ctr"/>
              <a:r>
                <a:rPr lang="en-US" sz="3200" spc="1000" dirty="0">
                  <a:solidFill>
                    <a:schemeClr val="bg1"/>
                  </a:solidFill>
                  <a:latin typeface="Consolas" panose="020B0609020204030204" pitchFamily="49" charset="0"/>
                </a:rPr>
                <a:t>TALKING SPEED</a:t>
              </a:r>
            </a:p>
          </p:txBody>
        </p:sp>
      </p:grpSp>
    </p:spTree>
    <p:extLst>
      <p:ext uri="{BB962C8B-B14F-4D97-AF65-F5344CB8AC3E}">
        <p14:creationId xmlns:p14="http://schemas.microsoft.com/office/powerpoint/2010/main" val="84729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3" name="Breaking Glass.wav"/>
          </p:stSnd>
        </p:sndAc>
      </p:transition>
    </mc:Choice>
    <mc:Fallback xmlns="">
      <p:transition spd="slow">
        <p:fade/>
        <p:sndAc>
          <p:stSnd>
            <p:snd r:embed="rId6" name="Breaking Glass.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55" name="직사각형 154"/>
          <p:cNvSpPr/>
          <p:nvPr/>
        </p:nvSpPr>
        <p:spPr>
          <a:xfrm>
            <a:off x="6289677"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156" name="직사각형 155"/>
          <p:cNvSpPr/>
          <p:nvPr/>
        </p:nvSpPr>
        <p:spPr>
          <a:xfrm>
            <a:off x="7959465"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157" name="직사각형 156"/>
          <p:cNvSpPr/>
          <p:nvPr/>
        </p:nvSpPr>
        <p:spPr>
          <a:xfrm>
            <a:off x="9629251"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158" name="직사각형 157"/>
          <p:cNvSpPr/>
          <p:nvPr/>
        </p:nvSpPr>
        <p:spPr>
          <a:xfrm>
            <a:off x="6289677" y="5400906"/>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159" name="직사각형 158"/>
          <p:cNvSpPr/>
          <p:nvPr/>
        </p:nvSpPr>
        <p:spPr>
          <a:xfrm>
            <a:off x="7959465" y="5400906"/>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160" name="직사각형 159"/>
          <p:cNvSpPr/>
          <p:nvPr/>
        </p:nvSpPr>
        <p:spPr>
          <a:xfrm>
            <a:off x="9629251" y="5400907"/>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37" name="그룹 36"/>
          <p:cNvGrpSpPr/>
          <p:nvPr/>
        </p:nvGrpSpPr>
        <p:grpSpPr>
          <a:xfrm>
            <a:off x="-258060" y="784453"/>
            <a:ext cx="5196642" cy="5080894"/>
            <a:chOff x="233932" y="784453"/>
            <a:chExt cx="5196642" cy="5080894"/>
          </a:xfrm>
        </p:grpSpPr>
        <p:sp>
          <p:nvSpPr>
            <p:cNvPr id="45" name="타원 44"/>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46" name="그룹 45"/>
            <p:cNvGrpSpPr/>
            <p:nvPr/>
          </p:nvGrpSpPr>
          <p:grpSpPr>
            <a:xfrm rot="18900000">
              <a:off x="1130701" y="784453"/>
              <a:ext cx="499788" cy="2293322"/>
              <a:chOff x="-1233895" y="3188563"/>
              <a:chExt cx="679579" cy="3118309"/>
            </a:xfrm>
          </p:grpSpPr>
          <p:sp>
            <p:nvSpPr>
              <p:cNvPr id="60" name="모서리가 둥근 직사각형 59"/>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1" name="직사각형 60"/>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2" name="모서리가 둥근 직사각형 61"/>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7" name="그룹 46"/>
            <p:cNvGrpSpPr/>
            <p:nvPr/>
          </p:nvGrpSpPr>
          <p:grpSpPr>
            <a:xfrm rot="2700000" flipH="1">
              <a:off x="4034019" y="784453"/>
              <a:ext cx="499788" cy="2293322"/>
              <a:chOff x="-1233895" y="3188563"/>
              <a:chExt cx="679579" cy="3118309"/>
            </a:xfrm>
          </p:grpSpPr>
          <p:sp>
            <p:nvSpPr>
              <p:cNvPr id="57" name="모서리가 둥근 직사각형 5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8" name="직사각형 57"/>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9" name="모서리가 둥근 직사각형 58"/>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8" name="그룹 47"/>
            <p:cNvGrpSpPr/>
            <p:nvPr/>
          </p:nvGrpSpPr>
          <p:grpSpPr>
            <a:xfrm rot="2700000" flipV="1">
              <a:off x="1130699" y="3572025"/>
              <a:ext cx="499788" cy="2293322"/>
              <a:chOff x="-1233895" y="3188563"/>
              <a:chExt cx="679579" cy="3118309"/>
            </a:xfrm>
          </p:grpSpPr>
          <p:sp>
            <p:nvSpPr>
              <p:cNvPr id="54" name="모서리가 둥근 직사각형 53"/>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5" name="직사각형 5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6" name="모서리가 둥근 직사각형 5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9" name="그룹 48"/>
            <p:cNvGrpSpPr/>
            <p:nvPr/>
          </p:nvGrpSpPr>
          <p:grpSpPr>
            <a:xfrm rot="18900000" flipH="1" flipV="1">
              <a:off x="4034017" y="3572025"/>
              <a:ext cx="499788" cy="2293322"/>
              <a:chOff x="-1233895" y="3188563"/>
              <a:chExt cx="679579" cy="3118309"/>
            </a:xfrm>
          </p:grpSpPr>
          <p:sp>
            <p:nvSpPr>
              <p:cNvPr id="51" name="모서리가 둥근 직사각형 5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3" name="모서리가 둥근 직사각형 5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50" name="타원 49"/>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3" name="직사각형 62"/>
          <p:cNvSpPr/>
          <p:nvPr/>
        </p:nvSpPr>
        <p:spPr>
          <a:xfrm>
            <a:off x="578547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64" name="직사각형 63"/>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3</a:t>
            </a:r>
          </a:p>
        </p:txBody>
      </p:sp>
      <p:sp>
        <p:nvSpPr>
          <p:cNvPr id="65" name="직사각형 64"/>
          <p:cNvSpPr/>
          <p:nvPr/>
        </p:nvSpPr>
        <p:spPr>
          <a:xfrm>
            <a:off x="578546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5263</a:t>
            </a:r>
          </a:p>
        </p:txBody>
      </p:sp>
      <p:pic>
        <p:nvPicPr>
          <p:cNvPr id="66"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61" name="Picture 160" descr="go_to_a_science_camp.jpg"/>
          <p:cNvPicPr>
            <a:picLocks noChangeAspect="1"/>
          </p:cNvPicPr>
          <p:nvPr/>
        </p:nvPicPr>
        <p:blipFill>
          <a:blip r:embed="rId9"/>
          <a:stretch>
            <a:fillRect/>
          </a:stretch>
        </p:blipFill>
        <p:spPr>
          <a:xfrm>
            <a:off x="5819177" y="2146432"/>
            <a:ext cx="1463040" cy="552063"/>
          </a:xfrm>
          <a:prstGeom prst="rect">
            <a:avLst/>
          </a:prstGeom>
        </p:spPr>
      </p:pic>
      <p:pic>
        <p:nvPicPr>
          <p:cNvPr id="162" name="Picture 161" descr="go_to_the_beach.jpg"/>
          <p:cNvPicPr>
            <a:picLocks noChangeAspect="1"/>
          </p:cNvPicPr>
          <p:nvPr/>
        </p:nvPicPr>
        <p:blipFill>
          <a:blip r:embed="rId10"/>
          <a:stretch>
            <a:fillRect/>
          </a:stretch>
        </p:blipFill>
        <p:spPr>
          <a:xfrm>
            <a:off x="7359311" y="2010132"/>
            <a:ext cx="1463040" cy="870089"/>
          </a:xfrm>
          <a:prstGeom prst="rect">
            <a:avLst/>
          </a:prstGeom>
        </p:spPr>
      </p:pic>
      <p:pic>
        <p:nvPicPr>
          <p:cNvPr id="163" name="Picture 162" descr="go_to_the_library.jpg"/>
          <p:cNvPicPr>
            <a:picLocks noChangeAspect="1"/>
          </p:cNvPicPr>
          <p:nvPr/>
        </p:nvPicPr>
        <p:blipFill>
          <a:blip r:embed="rId11"/>
          <a:stretch>
            <a:fillRect/>
          </a:stretch>
        </p:blipFill>
        <p:spPr>
          <a:xfrm>
            <a:off x="9177732" y="1969378"/>
            <a:ext cx="1463040" cy="951595"/>
          </a:xfrm>
          <a:prstGeom prst="rect">
            <a:avLst/>
          </a:prstGeom>
        </p:spPr>
      </p:pic>
      <p:pic>
        <p:nvPicPr>
          <p:cNvPr id="164" name="Picture 163" descr="read_many_books.jpg"/>
          <p:cNvPicPr>
            <a:picLocks noChangeAspect="1"/>
          </p:cNvPicPr>
          <p:nvPr/>
        </p:nvPicPr>
        <p:blipFill>
          <a:blip r:embed="rId12"/>
          <a:stretch>
            <a:fillRect/>
          </a:stretch>
        </p:blipFill>
        <p:spPr>
          <a:xfrm>
            <a:off x="5791629" y="4081635"/>
            <a:ext cx="1463040" cy="1105040"/>
          </a:xfrm>
          <a:prstGeom prst="rect">
            <a:avLst/>
          </a:prstGeom>
        </p:spPr>
      </p:pic>
      <p:pic>
        <p:nvPicPr>
          <p:cNvPr id="165" name="Picture 164" descr="visit_my_cousin.jpg"/>
          <p:cNvPicPr>
            <a:picLocks noChangeAspect="1"/>
          </p:cNvPicPr>
          <p:nvPr/>
        </p:nvPicPr>
        <p:blipFill>
          <a:blip r:embed="rId13"/>
          <a:stretch>
            <a:fillRect/>
          </a:stretch>
        </p:blipFill>
        <p:spPr>
          <a:xfrm>
            <a:off x="7404946" y="3970272"/>
            <a:ext cx="1463040" cy="1345295"/>
          </a:xfrm>
          <a:prstGeom prst="rect">
            <a:avLst/>
          </a:prstGeom>
        </p:spPr>
      </p:pic>
      <p:pic>
        <p:nvPicPr>
          <p:cNvPr id="166" name="Picture 165" descr="make_a_robot.jpg"/>
          <p:cNvPicPr>
            <a:picLocks noChangeAspect="1"/>
          </p:cNvPicPr>
          <p:nvPr/>
        </p:nvPicPr>
        <p:blipFill>
          <a:blip r:embed="rId14"/>
          <a:stretch>
            <a:fillRect/>
          </a:stretch>
        </p:blipFill>
        <p:spPr>
          <a:xfrm>
            <a:off x="9182586" y="4091014"/>
            <a:ext cx="1463040" cy="976980"/>
          </a:xfrm>
          <a:prstGeom prst="rect">
            <a:avLst/>
          </a:prstGeom>
        </p:spPr>
      </p:pic>
    </p:spTree>
    <p:extLst>
      <p:ext uri="{BB962C8B-B14F-4D97-AF65-F5344CB8AC3E}">
        <p14:creationId xmlns:p14="http://schemas.microsoft.com/office/powerpoint/2010/main" val="2678560929"/>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65"/>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66"/>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37"/>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66"/>
                </p:tgtEl>
              </p:cMediaNode>
            </p:audio>
          </p:childTnLst>
        </p:cTn>
      </p:par>
    </p:tnLst>
    <p:bldLst>
      <p:bldP spid="133" grpId="0" animBg="1"/>
      <p:bldP spid="6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55" name="직사각형 154"/>
          <p:cNvSpPr/>
          <p:nvPr/>
        </p:nvSpPr>
        <p:spPr>
          <a:xfrm>
            <a:off x="6289677"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156" name="직사각형 155"/>
          <p:cNvSpPr/>
          <p:nvPr/>
        </p:nvSpPr>
        <p:spPr>
          <a:xfrm>
            <a:off x="7959465"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157" name="직사각형 156"/>
          <p:cNvSpPr/>
          <p:nvPr/>
        </p:nvSpPr>
        <p:spPr>
          <a:xfrm>
            <a:off x="9629251" y="3280160"/>
            <a:ext cx="486417" cy="486416"/>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158" name="직사각형 157"/>
          <p:cNvSpPr/>
          <p:nvPr/>
        </p:nvSpPr>
        <p:spPr>
          <a:xfrm>
            <a:off x="6289677" y="5400906"/>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159" name="직사각형 158"/>
          <p:cNvSpPr/>
          <p:nvPr/>
        </p:nvSpPr>
        <p:spPr>
          <a:xfrm>
            <a:off x="7959465" y="5400906"/>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160" name="직사각형 159"/>
          <p:cNvSpPr/>
          <p:nvPr/>
        </p:nvSpPr>
        <p:spPr>
          <a:xfrm>
            <a:off x="9629251" y="5400907"/>
            <a:ext cx="486417" cy="486417"/>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37" name="그룹 36"/>
          <p:cNvGrpSpPr/>
          <p:nvPr/>
        </p:nvGrpSpPr>
        <p:grpSpPr>
          <a:xfrm>
            <a:off x="-258060" y="784453"/>
            <a:ext cx="5196642" cy="5080894"/>
            <a:chOff x="233932" y="784453"/>
            <a:chExt cx="5196642" cy="5080894"/>
          </a:xfrm>
        </p:grpSpPr>
        <p:sp>
          <p:nvSpPr>
            <p:cNvPr id="45" name="타원 44"/>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46" name="그룹 45"/>
            <p:cNvGrpSpPr/>
            <p:nvPr/>
          </p:nvGrpSpPr>
          <p:grpSpPr>
            <a:xfrm rot="18900000">
              <a:off x="1130701" y="784453"/>
              <a:ext cx="499788" cy="2293322"/>
              <a:chOff x="-1233895" y="3188563"/>
              <a:chExt cx="679579" cy="3118309"/>
            </a:xfrm>
          </p:grpSpPr>
          <p:sp>
            <p:nvSpPr>
              <p:cNvPr id="60" name="모서리가 둥근 직사각형 59"/>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1" name="직사각형 60"/>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2" name="모서리가 둥근 직사각형 61"/>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7" name="그룹 46"/>
            <p:cNvGrpSpPr/>
            <p:nvPr/>
          </p:nvGrpSpPr>
          <p:grpSpPr>
            <a:xfrm rot="2700000" flipH="1">
              <a:off x="4034019" y="784453"/>
              <a:ext cx="499788" cy="2293322"/>
              <a:chOff x="-1233895" y="3188563"/>
              <a:chExt cx="679579" cy="3118309"/>
            </a:xfrm>
          </p:grpSpPr>
          <p:sp>
            <p:nvSpPr>
              <p:cNvPr id="57" name="모서리가 둥근 직사각형 5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8" name="직사각형 57"/>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9" name="모서리가 둥근 직사각형 58"/>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8" name="그룹 47"/>
            <p:cNvGrpSpPr/>
            <p:nvPr/>
          </p:nvGrpSpPr>
          <p:grpSpPr>
            <a:xfrm rot="2700000" flipV="1">
              <a:off x="1130699" y="3572025"/>
              <a:ext cx="499788" cy="2293322"/>
              <a:chOff x="-1233895" y="3188563"/>
              <a:chExt cx="679579" cy="3118309"/>
            </a:xfrm>
          </p:grpSpPr>
          <p:sp>
            <p:nvSpPr>
              <p:cNvPr id="54" name="모서리가 둥근 직사각형 53"/>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5" name="직사각형 5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6" name="모서리가 둥근 직사각형 5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9" name="그룹 48"/>
            <p:cNvGrpSpPr/>
            <p:nvPr/>
          </p:nvGrpSpPr>
          <p:grpSpPr>
            <a:xfrm rot="18900000" flipH="1" flipV="1">
              <a:off x="4034017" y="3572025"/>
              <a:ext cx="499788" cy="2293322"/>
              <a:chOff x="-1233895" y="3188563"/>
              <a:chExt cx="679579" cy="3118309"/>
            </a:xfrm>
          </p:grpSpPr>
          <p:sp>
            <p:nvSpPr>
              <p:cNvPr id="51" name="모서리가 둥근 직사각형 5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3" name="모서리가 둥근 직사각형 5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50" name="타원 49"/>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3" name="직사각형 62"/>
          <p:cNvSpPr/>
          <p:nvPr/>
        </p:nvSpPr>
        <p:spPr>
          <a:xfrm>
            <a:off x="578547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64" name="직사각형 63"/>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4</a:t>
            </a:r>
          </a:p>
        </p:txBody>
      </p:sp>
      <p:sp>
        <p:nvSpPr>
          <p:cNvPr id="65" name="직사각형 64"/>
          <p:cNvSpPr/>
          <p:nvPr/>
        </p:nvSpPr>
        <p:spPr>
          <a:xfrm>
            <a:off x="578546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3146</a:t>
            </a:r>
          </a:p>
        </p:txBody>
      </p:sp>
      <p:pic>
        <p:nvPicPr>
          <p:cNvPr id="66"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61" name="Picture 160" descr="make_a_robot.jpg"/>
          <p:cNvPicPr>
            <a:picLocks noChangeAspect="1"/>
          </p:cNvPicPr>
          <p:nvPr/>
        </p:nvPicPr>
        <p:blipFill>
          <a:blip r:embed="rId9"/>
          <a:stretch>
            <a:fillRect/>
          </a:stretch>
        </p:blipFill>
        <p:spPr>
          <a:xfrm>
            <a:off x="5819177" y="1933973"/>
            <a:ext cx="1463040" cy="976980"/>
          </a:xfrm>
          <a:prstGeom prst="rect">
            <a:avLst/>
          </a:prstGeom>
        </p:spPr>
      </p:pic>
      <p:pic>
        <p:nvPicPr>
          <p:cNvPr id="162" name="Picture 161" descr="visit_my_cousin.jpg"/>
          <p:cNvPicPr>
            <a:picLocks noChangeAspect="1"/>
          </p:cNvPicPr>
          <p:nvPr/>
        </p:nvPicPr>
        <p:blipFill>
          <a:blip r:embed="rId10"/>
          <a:stretch>
            <a:fillRect/>
          </a:stretch>
        </p:blipFill>
        <p:spPr>
          <a:xfrm>
            <a:off x="7359311" y="1772529"/>
            <a:ext cx="1463040" cy="1345295"/>
          </a:xfrm>
          <a:prstGeom prst="rect">
            <a:avLst/>
          </a:prstGeom>
        </p:spPr>
      </p:pic>
      <p:pic>
        <p:nvPicPr>
          <p:cNvPr id="163" name="Picture 162" descr="read_many_books.jpg"/>
          <p:cNvPicPr>
            <a:picLocks noChangeAspect="1"/>
          </p:cNvPicPr>
          <p:nvPr/>
        </p:nvPicPr>
        <p:blipFill>
          <a:blip r:embed="rId11"/>
          <a:stretch>
            <a:fillRect/>
          </a:stretch>
        </p:blipFill>
        <p:spPr>
          <a:xfrm>
            <a:off x="9177732" y="1892656"/>
            <a:ext cx="1463040" cy="1105040"/>
          </a:xfrm>
          <a:prstGeom prst="rect">
            <a:avLst/>
          </a:prstGeom>
        </p:spPr>
      </p:pic>
      <p:pic>
        <p:nvPicPr>
          <p:cNvPr id="164" name="Picture 163" descr="go_to_the_library.jpg"/>
          <p:cNvPicPr>
            <a:picLocks noChangeAspect="1"/>
          </p:cNvPicPr>
          <p:nvPr/>
        </p:nvPicPr>
        <p:blipFill>
          <a:blip r:embed="rId12"/>
          <a:stretch>
            <a:fillRect/>
          </a:stretch>
        </p:blipFill>
        <p:spPr>
          <a:xfrm>
            <a:off x="5791629" y="4158357"/>
            <a:ext cx="1463040" cy="951595"/>
          </a:xfrm>
          <a:prstGeom prst="rect">
            <a:avLst/>
          </a:prstGeom>
        </p:spPr>
      </p:pic>
      <p:pic>
        <p:nvPicPr>
          <p:cNvPr id="165" name="Picture 164" descr="go_to_the_beach.jpg"/>
          <p:cNvPicPr>
            <a:picLocks noChangeAspect="1"/>
          </p:cNvPicPr>
          <p:nvPr/>
        </p:nvPicPr>
        <p:blipFill>
          <a:blip r:embed="rId13"/>
          <a:stretch>
            <a:fillRect/>
          </a:stretch>
        </p:blipFill>
        <p:spPr>
          <a:xfrm>
            <a:off x="7404946" y="4207875"/>
            <a:ext cx="1463040" cy="870089"/>
          </a:xfrm>
          <a:prstGeom prst="rect">
            <a:avLst/>
          </a:prstGeom>
        </p:spPr>
      </p:pic>
      <p:pic>
        <p:nvPicPr>
          <p:cNvPr id="166" name="Picture 165" descr="go_to_a_science_camp.jpg"/>
          <p:cNvPicPr>
            <a:picLocks noChangeAspect="1"/>
          </p:cNvPicPr>
          <p:nvPr/>
        </p:nvPicPr>
        <p:blipFill>
          <a:blip r:embed="rId14"/>
          <a:stretch>
            <a:fillRect/>
          </a:stretch>
        </p:blipFill>
        <p:spPr>
          <a:xfrm>
            <a:off x="9182586" y="4303473"/>
            <a:ext cx="1463040" cy="552063"/>
          </a:xfrm>
          <a:prstGeom prst="rect">
            <a:avLst/>
          </a:prstGeom>
        </p:spPr>
      </p:pic>
    </p:spTree>
    <p:extLst>
      <p:ext uri="{BB962C8B-B14F-4D97-AF65-F5344CB8AC3E}">
        <p14:creationId xmlns:p14="http://schemas.microsoft.com/office/powerpoint/2010/main" val="4108231700"/>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65"/>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66"/>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37"/>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66"/>
                </p:tgtEl>
              </p:cMediaNode>
            </p:audio>
          </p:childTnLst>
        </p:cTn>
      </p:par>
    </p:tnLst>
    <p:bldLst>
      <p:bldP spid="133" grpId="0" animBg="1"/>
      <p:bldP spid="6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1880743" y="1966008"/>
            <a:ext cx="8430514" cy="2015936"/>
          </a:xfrm>
          <a:prstGeom prst="rect">
            <a:avLst/>
          </a:prstGeom>
          <a:noFill/>
        </p:spPr>
        <p:txBody>
          <a:bodyPr wrap="none" rtlCol="0" anchor="ctr">
            <a:spAutoFit/>
          </a:bodyPr>
          <a:lstStyle/>
          <a:p>
            <a:pPr algn="ctr"/>
            <a:r>
              <a:rPr lang="en-US" sz="12500" spc="1000" dirty="0">
                <a:solidFill>
                  <a:schemeClr val="bg1"/>
                </a:solidFill>
                <a:latin typeface="Rockwell Extra Bold" panose="02060903040505020403" pitchFamily="18" charset="0"/>
              </a:rPr>
              <a:t>LEVEL 3</a:t>
            </a:r>
          </a:p>
        </p:txBody>
      </p:sp>
      <p:grpSp>
        <p:nvGrpSpPr>
          <p:cNvPr id="7" name="그룹 6"/>
          <p:cNvGrpSpPr/>
          <p:nvPr/>
        </p:nvGrpSpPr>
        <p:grpSpPr>
          <a:xfrm>
            <a:off x="3389503" y="3936809"/>
            <a:ext cx="5412995" cy="622901"/>
            <a:chOff x="3304329" y="3765359"/>
            <a:chExt cx="5412995" cy="622901"/>
          </a:xfrm>
        </p:grpSpPr>
        <p:pic>
          <p:nvPicPr>
            <p:cNvPr id="8" name="Picture 2" descr="audio, fast, forward, media, media player, music, video player icon"/>
            <p:cNvPicPr>
              <a:picLocks noChangeAspect="1" noChangeArrowheads="1"/>
            </p:cNvPicPr>
            <p:nvPr/>
          </p:nvPicPr>
          <p:blipFill>
            <a:blip r:embed="rId5" cstate="print">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8094423" y="3765359"/>
              <a:ext cx="622901" cy="62290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304329" y="3765359"/>
              <a:ext cx="4790094" cy="584775"/>
            </a:xfrm>
            <a:prstGeom prst="rect">
              <a:avLst/>
            </a:prstGeom>
            <a:noFill/>
          </p:spPr>
          <p:txBody>
            <a:bodyPr wrap="none" rtlCol="0" anchor="ctr">
              <a:spAutoFit/>
            </a:bodyPr>
            <a:lstStyle/>
            <a:p>
              <a:pPr algn="ctr"/>
              <a:r>
                <a:rPr lang="en-US" sz="3200" spc="1000" dirty="0">
                  <a:solidFill>
                    <a:schemeClr val="bg1"/>
                  </a:solidFill>
                  <a:latin typeface="Consolas" panose="020B0609020204030204" pitchFamily="49" charset="0"/>
                </a:rPr>
                <a:t>TALKING SPEED</a:t>
              </a:r>
            </a:p>
          </p:txBody>
        </p:sp>
      </p:grpSp>
    </p:spTree>
    <p:extLst>
      <p:ext uri="{BB962C8B-B14F-4D97-AF65-F5344CB8AC3E}">
        <p14:creationId xmlns:p14="http://schemas.microsoft.com/office/powerpoint/2010/main" val="39172500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3" name="Breaking Glass.wav"/>
          </p:stSnd>
        </p:sndAc>
      </p:transition>
    </mc:Choice>
    <mc:Fallback xmlns="">
      <p:transition spd="slow">
        <p:fade/>
        <p:sndAc>
          <p:stSnd>
            <p:snd r:embed="rId6" name="Breaking Glass.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6220946" y="3351149"/>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53" name="직사각형 52"/>
          <p:cNvSpPr/>
          <p:nvPr/>
        </p:nvSpPr>
        <p:spPr>
          <a:xfrm>
            <a:off x="7946435" y="3351149"/>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54" name="직사각형 53"/>
          <p:cNvSpPr/>
          <p:nvPr/>
        </p:nvSpPr>
        <p:spPr>
          <a:xfrm>
            <a:off x="9671924" y="3351149"/>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55" name="직사각형 54"/>
          <p:cNvSpPr/>
          <p:nvPr/>
        </p:nvSpPr>
        <p:spPr>
          <a:xfrm>
            <a:off x="6220946" y="4773041"/>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56" name="직사각형 55"/>
          <p:cNvSpPr/>
          <p:nvPr/>
        </p:nvSpPr>
        <p:spPr>
          <a:xfrm>
            <a:off x="7946435" y="4773041"/>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57" name="직사각형 56"/>
          <p:cNvSpPr/>
          <p:nvPr/>
        </p:nvSpPr>
        <p:spPr>
          <a:xfrm>
            <a:off x="9671924" y="4773042"/>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42" name="그룹 41"/>
          <p:cNvGrpSpPr/>
          <p:nvPr/>
        </p:nvGrpSpPr>
        <p:grpSpPr>
          <a:xfrm>
            <a:off x="-258060" y="784453"/>
            <a:ext cx="5196642" cy="5080894"/>
            <a:chOff x="233932" y="784453"/>
            <a:chExt cx="5196642" cy="5080894"/>
          </a:xfrm>
        </p:grpSpPr>
        <p:sp>
          <p:nvSpPr>
            <p:cNvPr id="63" name="타원 62"/>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64" name="그룹 63"/>
            <p:cNvGrpSpPr/>
            <p:nvPr/>
          </p:nvGrpSpPr>
          <p:grpSpPr>
            <a:xfrm rot="18900000">
              <a:off x="1130701" y="784453"/>
              <a:ext cx="499788" cy="2293322"/>
              <a:chOff x="-1233895" y="3188563"/>
              <a:chExt cx="679579" cy="3118309"/>
            </a:xfrm>
          </p:grpSpPr>
          <p:sp>
            <p:nvSpPr>
              <p:cNvPr id="78" name="모서리가 둥근 직사각형 77"/>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9" name="직사각형 78"/>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0" name="모서리가 둥근 직사각형 79"/>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5" name="그룹 64"/>
            <p:cNvGrpSpPr/>
            <p:nvPr/>
          </p:nvGrpSpPr>
          <p:grpSpPr>
            <a:xfrm rot="2700000" flipH="1">
              <a:off x="4034019" y="784453"/>
              <a:ext cx="499788" cy="2293322"/>
              <a:chOff x="-1233895" y="3188563"/>
              <a:chExt cx="679579" cy="3118309"/>
            </a:xfrm>
          </p:grpSpPr>
          <p:sp>
            <p:nvSpPr>
              <p:cNvPr id="75" name="모서리가 둥근 직사각형 7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6" name="직사각형 7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7" name="모서리가 둥근 직사각형 7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6" name="그룹 65"/>
            <p:cNvGrpSpPr/>
            <p:nvPr/>
          </p:nvGrpSpPr>
          <p:grpSpPr>
            <a:xfrm rot="2700000" flipV="1">
              <a:off x="1130699" y="3572025"/>
              <a:ext cx="499788" cy="2293322"/>
              <a:chOff x="-1233895" y="3188563"/>
              <a:chExt cx="679579" cy="3118309"/>
            </a:xfrm>
          </p:grpSpPr>
          <p:sp>
            <p:nvSpPr>
              <p:cNvPr id="72" name="모서리가 둥근 직사각형 71"/>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3" name="직사각형 72"/>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4" name="모서리가 둥근 직사각형 73"/>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7" name="그룹 66"/>
            <p:cNvGrpSpPr/>
            <p:nvPr/>
          </p:nvGrpSpPr>
          <p:grpSpPr>
            <a:xfrm rot="18900000" flipH="1" flipV="1">
              <a:off x="4034017" y="3572025"/>
              <a:ext cx="499788" cy="2293322"/>
              <a:chOff x="-1233895" y="3188563"/>
              <a:chExt cx="679579" cy="3118309"/>
            </a:xfrm>
          </p:grpSpPr>
          <p:sp>
            <p:nvSpPr>
              <p:cNvPr id="69" name="모서리가 둥근 직사각형 6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0" name="직사각형 6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1" name="모서리가 둥근 직사각형 7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8" name="타원 6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81" name="직사각형 80"/>
          <p:cNvSpPr/>
          <p:nvPr/>
        </p:nvSpPr>
        <p:spPr>
          <a:xfrm>
            <a:off x="5811521"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82" name="직사각형 81"/>
          <p:cNvSpPr/>
          <p:nvPr/>
        </p:nvSpPr>
        <p:spPr>
          <a:xfrm>
            <a:off x="1732791" y="2599208"/>
            <a:ext cx="1200970" cy="1200329"/>
          </a:xfrm>
          <a:prstGeom prst="rect">
            <a:avLst/>
          </a:prstGeom>
        </p:spPr>
        <p:txBody>
          <a:bodyPr wrap="none">
            <a:spAutoFit/>
          </a:bodyPr>
          <a:lstStyle/>
          <a:p>
            <a:pPr algn="ctr"/>
            <a:r>
              <a:rPr lang="en-US" sz="7200" b="1" dirty="0">
                <a:latin typeface="Consolas" panose="020B0609020204030204" pitchFamily="49" charset="0"/>
              </a:rPr>
              <a:t>#5</a:t>
            </a:r>
            <a:endParaRPr lang="en-US" sz="11500" b="1" spc="-150" dirty="0">
              <a:latin typeface="Consolas" panose="020B0609020204030204" pitchFamily="49" charset="0"/>
            </a:endParaRPr>
          </a:p>
        </p:txBody>
      </p:sp>
      <p:sp>
        <p:nvSpPr>
          <p:cNvPr id="83" name="직사각형 82"/>
          <p:cNvSpPr/>
          <p:nvPr/>
        </p:nvSpPr>
        <p:spPr>
          <a:xfrm>
            <a:off x="5811519"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51624</a:t>
            </a:r>
          </a:p>
        </p:txBody>
      </p:sp>
      <p:pic>
        <p:nvPicPr>
          <p:cNvPr id="84"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go_to_a_science_camp.jpg"/>
          <p:cNvPicPr>
            <a:picLocks noChangeAspect="1"/>
          </p:cNvPicPr>
          <p:nvPr/>
        </p:nvPicPr>
        <p:blipFill>
          <a:blip r:embed="rId9"/>
          <a:stretch>
            <a:fillRect/>
          </a:stretch>
        </p:blipFill>
        <p:spPr>
          <a:xfrm>
            <a:off x="5832469" y="2521912"/>
            <a:ext cx="1234440" cy="465803"/>
          </a:xfrm>
          <a:prstGeom prst="rect">
            <a:avLst/>
          </a:prstGeom>
        </p:spPr>
      </p:pic>
      <p:pic>
        <p:nvPicPr>
          <p:cNvPr id="135" name="Picture 134" descr="go_to_the_library.jpg"/>
          <p:cNvPicPr>
            <a:picLocks noChangeAspect="1"/>
          </p:cNvPicPr>
          <p:nvPr/>
        </p:nvPicPr>
        <p:blipFill>
          <a:blip r:embed="rId10"/>
          <a:stretch>
            <a:fillRect/>
          </a:stretch>
        </p:blipFill>
        <p:spPr>
          <a:xfrm>
            <a:off x="7555074" y="2376695"/>
            <a:ext cx="1234440" cy="802909"/>
          </a:xfrm>
          <a:prstGeom prst="rect">
            <a:avLst/>
          </a:prstGeom>
        </p:spPr>
      </p:pic>
      <p:pic>
        <p:nvPicPr>
          <p:cNvPr id="136" name="Picture 135" descr="visit_my_cousin.jpg"/>
          <p:cNvPicPr>
            <a:picLocks noChangeAspect="1"/>
          </p:cNvPicPr>
          <p:nvPr/>
        </p:nvPicPr>
        <p:blipFill>
          <a:blip r:embed="rId11"/>
          <a:stretch>
            <a:fillRect/>
          </a:stretch>
        </p:blipFill>
        <p:spPr>
          <a:xfrm>
            <a:off x="9281977" y="2236615"/>
            <a:ext cx="1234440" cy="1135092"/>
          </a:xfrm>
          <a:prstGeom prst="rect">
            <a:avLst/>
          </a:prstGeom>
        </p:spPr>
      </p:pic>
      <p:pic>
        <p:nvPicPr>
          <p:cNvPr id="137" name="Picture 136" descr="go_to_the_beach.jpg"/>
          <p:cNvPicPr>
            <a:picLocks noChangeAspect="1"/>
          </p:cNvPicPr>
          <p:nvPr/>
        </p:nvPicPr>
        <p:blipFill>
          <a:blip r:embed="rId12"/>
          <a:stretch>
            <a:fillRect/>
          </a:stretch>
        </p:blipFill>
        <p:spPr>
          <a:xfrm>
            <a:off x="5848153" y="3973287"/>
            <a:ext cx="1234440" cy="734138"/>
          </a:xfrm>
          <a:prstGeom prst="rect">
            <a:avLst/>
          </a:prstGeom>
        </p:spPr>
      </p:pic>
      <p:pic>
        <p:nvPicPr>
          <p:cNvPr id="138" name="Picture 137" descr="read_many_books.jpg"/>
          <p:cNvPicPr>
            <a:picLocks noChangeAspect="1"/>
          </p:cNvPicPr>
          <p:nvPr/>
        </p:nvPicPr>
        <p:blipFill>
          <a:blip r:embed="rId13"/>
          <a:stretch>
            <a:fillRect/>
          </a:stretch>
        </p:blipFill>
        <p:spPr>
          <a:xfrm>
            <a:off x="7556490" y="3823180"/>
            <a:ext cx="1234440" cy="932377"/>
          </a:xfrm>
          <a:prstGeom prst="rect">
            <a:avLst/>
          </a:prstGeom>
        </p:spPr>
      </p:pic>
      <p:pic>
        <p:nvPicPr>
          <p:cNvPr id="139" name="Picture 138" descr="make_a_robot.jpg"/>
          <p:cNvPicPr>
            <a:picLocks noChangeAspect="1"/>
          </p:cNvPicPr>
          <p:nvPr/>
        </p:nvPicPr>
        <p:blipFill>
          <a:blip r:embed="rId14"/>
          <a:stretch>
            <a:fillRect/>
          </a:stretch>
        </p:blipFill>
        <p:spPr>
          <a:xfrm>
            <a:off x="9340844" y="3933287"/>
            <a:ext cx="1234440" cy="824327"/>
          </a:xfrm>
          <a:prstGeom prst="rect">
            <a:avLst/>
          </a:prstGeom>
        </p:spPr>
      </p:pic>
    </p:spTree>
    <p:extLst>
      <p:ext uri="{BB962C8B-B14F-4D97-AF65-F5344CB8AC3E}">
        <p14:creationId xmlns:p14="http://schemas.microsoft.com/office/powerpoint/2010/main" val="640017118"/>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8"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83"/>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84"/>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42"/>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84"/>
                </p:tgtEl>
              </p:cMediaNode>
            </p:audio>
          </p:childTnLst>
        </p:cTn>
      </p:par>
    </p:tnLst>
    <p:bldLst>
      <p:bldP spid="133" grpId="0" animBg="1"/>
      <p:bldP spid="8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6287984" y="3362757"/>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53" name="직사각형 52"/>
          <p:cNvSpPr/>
          <p:nvPr/>
        </p:nvSpPr>
        <p:spPr>
          <a:xfrm>
            <a:off x="8013473" y="3362757"/>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54" name="직사각형 53"/>
          <p:cNvSpPr/>
          <p:nvPr/>
        </p:nvSpPr>
        <p:spPr>
          <a:xfrm>
            <a:off x="9738962" y="3362757"/>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55" name="직사각형 54"/>
          <p:cNvSpPr/>
          <p:nvPr/>
        </p:nvSpPr>
        <p:spPr>
          <a:xfrm>
            <a:off x="6287984" y="4784649"/>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56" name="직사각형 55"/>
          <p:cNvSpPr/>
          <p:nvPr/>
        </p:nvSpPr>
        <p:spPr>
          <a:xfrm>
            <a:off x="8013473" y="4784649"/>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57" name="직사각형 56"/>
          <p:cNvSpPr/>
          <p:nvPr/>
        </p:nvSpPr>
        <p:spPr>
          <a:xfrm>
            <a:off x="9738962" y="4784650"/>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42" name="그룹 41"/>
          <p:cNvGrpSpPr/>
          <p:nvPr/>
        </p:nvGrpSpPr>
        <p:grpSpPr>
          <a:xfrm>
            <a:off x="-258060" y="784453"/>
            <a:ext cx="5196642" cy="5080894"/>
            <a:chOff x="233932" y="784453"/>
            <a:chExt cx="5196642" cy="5080894"/>
          </a:xfrm>
        </p:grpSpPr>
        <p:sp>
          <p:nvSpPr>
            <p:cNvPr id="63" name="타원 62"/>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64" name="그룹 63"/>
            <p:cNvGrpSpPr/>
            <p:nvPr/>
          </p:nvGrpSpPr>
          <p:grpSpPr>
            <a:xfrm rot="18900000">
              <a:off x="1130701" y="784453"/>
              <a:ext cx="499788" cy="2293322"/>
              <a:chOff x="-1233895" y="3188563"/>
              <a:chExt cx="679579" cy="3118309"/>
            </a:xfrm>
          </p:grpSpPr>
          <p:sp>
            <p:nvSpPr>
              <p:cNvPr id="78" name="모서리가 둥근 직사각형 77"/>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9" name="직사각형 78"/>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0" name="모서리가 둥근 직사각형 79"/>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5" name="그룹 64"/>
            <p:cNvGrpSpPr/>
            <p:nvPr/>
          </p:nvGrpSpPr>
          <p:grpSpPr>
            <a:xfrm rot="2700000" flipH="1">
              <a:off x="4034019" y="784453"/>
              <a:ext cx="499788" cy="2293322"/>
              <a:chOff x="-1233895" y="3188563"/>
              <a:chExt cx="679579" cy="3118309"/>
            </a:xfrm>
          </p:grpSpPr>
          <p:sp>
            <p:nvSpPr>
              <p:cNvPr id="75" name="모서리가 둥근 직사각형 7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6" name="직사각형 7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7" name="모서리가 둥근 직사각형 7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6" name="그룹 65"/>
            <p:cNvGrpSpPr/>
            <p:nvPr/>
          </p:nvGrpSpPr>
          <p:grpSpPr>
            <a:xfrm rot="2700000" flipV="1">
              <a:off x="1130699" y="3572025"/>
              <a:ext cx="499788" cy="2293322"/>
              <a:chOff x="-1233895" y="3188563"/>
              <a:chExt cx="679579" cy="3118309"/>
            </a:xfrm>
          </p:grpSpPr>
          <p:sp>
            <p:nvSpPr>
              <p:cNvPr id="72" name="모서리가 둥근 직사각형 71"/>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3" name="직사각형 72"/>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4" name="모서리가 둥근 직사각형 73"/>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67" name="그룹 66"/>
            <p:cNvGrpSpPr/>
            <p:nvPr/>
          </p:nvGrpSpPr>
          <p:grpSpPr>
            <a:xfrm rot="18900000" flipH="1" flipV="1">
              <a:off x="4034017" y="3572025"/>
              <a:ext cx="499788" cy="2293322"/>
              <a:chOff x="-1233895" y="3188563"/>
              <a:chExt cx="679579" cy="3118309"/>
            </a:xfrm>
          </p:grpSpPr>
          <p:sp>
            <p:nvSpPr>
              <p:cNvPr id="69" name="모서리가 둥근 직사각형 6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0" name="직사각형 6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1" name="모서리가 둥근 직사각형 7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8" name="타원 6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81" name="직사각형 80"/>
          <p:cNvSpPr/>
          <p:nvPr/>
        </p:nvSpPr>
        <p:spPr>
          <a:xfrm>
            <a:off x="5811521"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82" name="직사각형 81"/>
          <p:cNvSpPr/>
          <p:nvPr/>
        </p:nvSpPr>
        <p:spPr>
          <a:xfrm>
            <a:off x="1732791" y="2599208"/>
            <a:ext cx="1200970" cy="1200329"/>
          </a:xfrm>
          <a:prstGeom prst="rect">
            <a:avLst/>
          </a:prstGeom>
        </p:spPr>
        <p:txBody>
          <a:bodyPr wrap="none">
            <a:spAutoFit/>
          </a:bodyPr>
          <a:lstStyle/>
          <a:p>
            <a:pPr algn="ctr"/>
            <a:r>
              <a:rPr lang="en-US" sz="7200" b="1" dirty="0">
                <a:latin typeface="Consolas" panose="020B0609020204030204" pitchFamily="49" charset="0"/>
              </a:rPr>
              <a:t>#6</a:t>
            </a:r>
            <a:endParaRPr lang="en-US" sz="11500" b="1" spc="-150" dirty="0">
              <a:latin typeface="Consolas" panose="020B0609020204030204" pitchFamily="49" charset="0"/>
            </a:endParaRPr>
          </a:p>
        </p:txBody>
      </p:sp>
      <p:sp>
        <p:nvSpPr>
          <p:cNvPr id="83" name="직사각형 82"/>
          <p:cNvSpPr/>
          <p:nvPr/>
        </p:nvSpPr>
        <p:spPr>
          <a:xfrm>
            <a:off x="5811519"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36152</a:t>
            </a:r>
          </a:p>
        </p:txBody>
      </p:sp>
      <p:pic>
        <p:nvPicPr>
          <p:cNvPr id="84"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go_to_the_library.jpg"/>
          <p:cNvPicPr>
            <a:picLocks noChangeAspect="1"/>
          </p:cNvPicPr>
          <p:nvPr/>
        </p:nvPicPr>
        <p:blipFill>
          <a:blip r:embed="rId9"/>
          <a:stretch>
            <a:fillRect/>
          </a:stretch>
        </p:blipFill>
        <p:spPr>
          <a:xfrm>
            <a:off x="5899507" y="2364967"/>
            <a:ext cx="1234440" cy="802909"/>
          </a:xfrm>
          <a:prstGeom prst="rect">
            <a:avLst/>
          </a:prstGeom>
        </p:spPr>
      </p:pic>
      <p:pic>
        <p:nvPicPr>
          <p:cNvPr id="135" name="Picture 134" descr="go_to_a_science_camp.jpg"/>
          <p:cNvPicPr>
            <a:picLocks noChangeAspect="1"/>
          </p:cNvPicPr>
          <p:nvPr/>
        </p:nvPicPr>
        <p:blipFill>
          <a:blip r:embed="rId10"/>
          <a:stretch>
            <a:fillRect/>
          </a:stretch>
        </p:blipFill>
        <p:spPr>
          <a:xfrm>
            <a:off x="7622112" y="2556856"/>
            <a:ext cx="1234440" cy="465803"/>
          </a:xfrm>
          <a:prstGeom prst="rect">
            <a:avLst/>
          </a:prstGeom>
        </p:spPr>
      </p:pic>
      <p:pic>
        <p:nvPicPr>
          <p:cNvPr id="136" name="Picture 135" descr="make_a_robot.jpg"/>
          <p:cNvPicPr>
            <a:picLocks noChangeAspect="1"/>
          </p:cNvPicPr>
          <p:nvPr/>
        </p:nvPicPr>
        <p:blipFill>
          <a:blip r:embed="rId11"/>
          <a:stretch>
            <a:fillRect/>
          </a:stretch>
        </p:blipFill>
        <p:spPr>
          <a:xfrm>
            <a:off x="9349015" y="2403605"/>
            <a:ext cx="1234440" cy="824327"/>
          </a:xfrm>
          <a:prstGeom prst="rect">
            <a:avLst/>
          </a:prstGeom>
        </p:spPr>
      </p:pic>
      <p:pic>
        <p:nvPicPr>
          <p:cNvPr id="137" name="Picture 136" descr="go_to_the_beach.jpg"/>
          <p:cNvPicPr>
            <a:picLocks noChangeAspect="1"/>
          </p:cNvPicPr>
          <p:nvPr/>
        </p:nvPicPr>
        <p:blipFill>
          <a:blip r:embed="rId12"/>
          <a:stretch>
            <a:fillRect/>
          </a:stretch>
        </p:blipFill>
        <p:spPr>
          <a:xfrm>
            <a:off x="5915191" y="3984895"/>
            <a:ext cx="1234440" cy="734138"/>
          </a:xfrm>
          <a:prstGeom prst="rect">
            <a:avLst/>
          </a:prstGeom>
        </p:spPr>
      </p:pic>
      <p:pic>
        <p:nvPicPr>
          <p:cNvPr id="138" name="Picture 137" descr="read_many_books.jpg"/>
          <p:cNvPicPr>
            <a:picLocks noChangeAspect="1"/>
          </p:cNvPicPr>
          <p:nvPr/>
        </p:nvPicPr>
        <p:blipFill>
          <a:blip r:embed="rId13"/>
          <a:stretch>
            <a:fillRect/>
          </a:stretch>
        </p:blipFill>
        <p:spPr>
          <a:xfrm>
            <a:off x="7623528" y="3834788"/>
            <a:ext cx="1234440" cy="932377"/>
          </a:xfrm>
          <a:prstGeom prst="rect">
            <a:avLst/>
          </a:prstGeom>
        </p:spPr>
      </p:pic>
      <p:pic>
        <p:nvPicPr>
          <p:cNvPr id="139" name="Picture 138" descr="visit_my_cousin.jpg"/>
          <p:cNvPicPr>
            <a:picLocks noChangeAspect="1"/>
          </p:cNvPicPr>
          <p:nvPr/>
        </p:nvPicPr>
        <p:blipFill>
          <a:blip r:embed="rId14"/>
          <a:stretch>
            <a:fillRect/>
          </a:stretch>
        </p:blipFill>
        <p:spPr>
          <a:xfrm>
            <a:off x="9407882" y="3789512"/>
            <a:ext cx="1234440" cy="1135092"/>
          </a:xfrm>
          <a:prstGeom prst="rect">
            <a:avLst/>
          </a:prstGeom>
        </p:spPr>
      </p:pic>
    </p:spTree>
    <p:extLst>
      <p:ext uri="{BB962C8B-B14F-4D97-AF65-F5344CB8AC3E}">
        <p14:creationId xmlns:p14="http://schemas.microsoft.com/office/powerpoint/2010/main" val="491382389"/>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8"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83"/>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84"/>
                                        </p:tgtEl>
                                      </p:cBhvr>
                                    </p:cmd>
                                  </p:childTnLst>
                                </p:cTn>
                              </p:par>
                            </p:childTnLst>
                          </p:cTn>
                        </p:par>
                        <p:par>
                          <p:cTn id="16" fill="hold">
                            <p:stCondLst>
                              <p:cond delay="2000"/>
                            </p:stCondLst>
                            <p:childTnLst>
                              <p:par>
                                <p:cTn id="17" presetID="8" presetClass="emph" presetSubtype="0" fill="hold" nodeType="afterEffect">
                                  <p:stCondLst>
                                    <p:cond delay="0"/>
                                  </p:stCondLst>
                                  <p:childTnLst>
                                    <p:animRot by="10800000">
                                      <p:cBhvr>
                                        <p:cTn id="18" dur="2000" fill="hold"/>
                                        <p:tgtEl>
                                          <p:spTgt spid="42"/>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84"/>
                </p:tgtEl>
              </p:cMediaNode>
            </p:audio>
          </p:childTnLst>
        </p:cTn>
      </p:par>
    </p:tnLst>
    <p:bldLst>
      <p:bldP spid="133" grpId="0" animBg="1"/>
      <p:bldP spid="8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1880743" y="1966008"/>
            <a:ext cx="8430514" cy="2015936"/>
          </a:xfrm>
          <a:prstGeom prst="rect">
            <a:avLst/>
          </a:prstGeom>
          <a:noFill/>
        </p:spPr>
        <p:txBody>
          <a:bodyPr wrap="none" rtlCol="0" anchor="ctr">
            <a:spAutoFit/>
          </a:bodyPr>
          <a:lstStyle/>
          <a:p>
            <a:pPr algn="ctr"/>
            <a:r>
              <a:rPr lang="en-US" sz="12500" spc="1000" dirty="0">
                <a:solidFill>
                  <a:schemeClr val="bg1"/>
                </a:solidFill>
                <a:latin typeface="Rockwell Extra Bold" panose="02060903040505020403" pitchFamily="18" charset="0"/>
              </a:rPr>
              <a:t>LEVEL 4</a:t>
            </a:r>
          </a:p>
        </p:txBody>
      </p:sp>
      <p:grpSp>
        <p:nvGrpSpPr>
          <p:cNvPr id="8" name="그룹 7"/>
          <p:cNvGrpSpPr/>
          <p:nvPr/>
        </p:nvGrpSpPr>
        <p:grpSpPr>
          <a:xfrm>
            <a:off x="3389503" y="3936809"/>
            <a:ext cx="5412995" cy="622901"/>
            <a:chOff x="3304329" y="3765359"/>
            <a:chExt cx="5412995" cy="622901"/>
          </a:xfrm>
        </p:grpSpPr>
        <p:pic>
          <p:nvPicPr>
            <p:cNvPr id="9" name="Picture 2" descr="audio, fast, forward, media, media player, music, video player icon"/>
            <p:cNvPicPr>
              <a:picLocks noChangeAspect="1" noChangeArrowheads="1"/>
            </p:cNvPicPr>
            <p:nvPr/>
          </p:nvPicPr>
          <p:blipFill>
            <a:blip r:embed="rId5" cstate="print">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8094423" y="3765359"/>
              <a:ext cx="622901" cy="62290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3304329" y="3765359"/>
              <a:ext cx="4790094" cy="584775"/>
            </a:xfrm>
            <a:prstGeom prst="rect">
              <a:avLst/>
            </a:prstGeom>
            <a:noFill/>
          </p:spPr>
          <p:txBody>
            <a:bodyPr wrap="none" rtlCol="0" anchor="ctr">
              <a:spAutoFit/>
            </a:bodyPr>
            <a:lstStyle/>
            <a:p>
              <a:pPr algn="ctr"/>
              <a:r>
                <a:rPr lang="en-US" sz="3200" spc="1000" dirty="0">
                  <a:solidFill>
                    <a:schemeClr val="bg1"/>
                  </a:solidFill>
                  <a:latin typeface="Consolas" panose="020B0609020204030204" pitchFamily="49" charset="0"/>
                </a:rPr>
                <a:t>TALKING SPEED</a:t>
              </a:r>
            </a:p>
          </p:txBody>
        </p:sp>
      </p:grpSp>
    </p:spTree>
    <p:extLst>
      <p:ext uri="{BB962C8B-B14F-4D97-AF65-F5344CB8AC3E}">
        <p14:creationId xmlns:p14="http://schemas.microsoft.com/office/powerpoint/2010/main" val="2364976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3" name="Breaking Glass.wav"/>
          </p:stSnd>
        </p:sndAc>
      </p:transition>
    </mc:Choice>
    <mc:Fallback xmlns="">
      <p:transition spd="slow">
        <p:fade/>
        <p:sndAc>
          <p:stSnd>
            <p:snd r:embed="rId6" name="Breaking Glass.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3" name="직사각형 62"/>
          <p:cNvSpPr/>
          <p:nvPr/>
        </p:nvSpPr>
        <p:spPr>
          <a:xfrm>
            <a:off x="6289996" y="3279664"/>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64" name="직사각형 63"/>
          <p:cNvSpPr/>
          <p:nvPr/>
        </p:nvSpPr>
        <p:spPr>
          <a:xfrm>
            <a:off x="7959208" y="3279664"/>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65" name="직사각형 64"/>
          <p:cNvSpPr/>
          <p:nvPr/>
        </p:nvSpPr>
        <p:spPr>
          <a:xfrm>
            <a:off x="9628418" y="3279664"/>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66" name="직사각형 65"/>
          <p:cNvSpPr/>
          <p:nvPr/>
        </p:nvSpPr>
        <p:spPr>
          <a:xfrm>
            <a:off x="6289996" y="5400409"/>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67" name="직사각형 66"/>
          <p:cNvSpPr/>
          <p:nvPr/>
        </p:nvSpPr>
        <p:spPr>
          <a:xfrm>
            <a:off x="7959208" y="5400409"/>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68" name="직사각형 67"/>
          <p:cNvSpPr/>
          <p:nvPr/>
        </p:nvSpPr>
        <p:spPr>
          <a:xfrm>
            <a:off x="9628418" y="5400409"/>
            <a:ext cx="486249" cy="4862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36" name="그룹 35"/>
          <p:cNvGrpSpPr/>
          <p:nvPr/>
        </p:nvGrpSpPr>
        <p:grpSpPr>
          <a:xfrm>
            <a:off x="-258060" y="784453"/>
            <a:ext cx="5196642" cy="5080894"/>
            <a:chOff x="233932" y="784453"/>
            <a:chExt cx="5196642" cy="5080894"/>
          </a:xfrm>
        </p:grpSpPr>
        <p:sp>
          <p:nvSpPr>
            <p:cNvPr id="44" name="타원 43"/>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45" name="그룹 44"/>
            <p:cNvGrpSpPr/>
            <p:nvPr/>
          </p:nvGrpSpPr>
          <p:grpSpPr>
            <a:xfrm rot="18900000">
              <a:off x="1130701" y="784453"/>
              <a:ext cx="499788" cy="2293322"/>
              <a:chOff x="-1233895" y="3188563"/>
              <a:chExt cx="679579" cy="3118309"/>
            </a:xfrm>
          </p:grpSpPr>
          <p:sp>
            <p:nvSpPr>
              <p:cNvPr id="60" name="모서리가 둥근 직사각형 59"/>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1" name="직사각형 60"/>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2" name="모서리가 둥근 직사각형 61"/>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6" name="그룹 45"/>
            <p:cNvGrpSpPr/>
            <p:nvPr/>
          </p:nvGrpSpPr>
          <p:grpSpPr>
            <a:xfrm rot="2700000" flipH="1">
              <a:off x="4034019" y="784453"/>
              <a:ext cx="499788" cy="2293322"/>
              <a:chOff x="-1233895" y="3188563"/>
              <a:chExt cx="679579" cy="3118309"/>
            </a:xfrm>
          </p:grpSpPr>
          <p:sp>
            <p:nvSpPr>
              <p:cNvPr id="57" name="모서리가 둥근 직사각형 5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8" name="직사각형 57"/>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9" name="모서리가 둥근 직사각형 58"/>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7" name="그룹 46"/>
            <p:cNvGrpSpPr/>
            <p:nvPr/>
          </p:nvGrpSpPr>
          <p:grpSpPr>
            <a:xfrm rot="2700000" flipV="1">
              <a:off x="1130699" y="3572025"/>
              <a:ext cx="499788" cy="2293322"/>
              <a:chOff x="-1233895" y="3188563"/>
              <a:chExt cx="679579" cy="3118309"/>
            </a:xfrm>
          </p:grpSpPr>
          <p:sp>
            <p:nvSpPr>
              <p:cNvPr id="54" name="모서리가 둥근 직사각형 53"/>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5" name="직사각형 5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6" name="모서리가 둥근 직사각형 5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8" name="그룹 47"/>
            <p:cNvGrpSpPr/>
            <p:nvPr/>
          </p:nvGrpSpPr>
          <p:grpSpPr>
            <a:xfrm rot="18900000" flipH="1" flipV="1">
              <a:off x="4034017" y="3572025"/>
              <a:ext cx="499788" cy="2293322"/>
              <a:chOff x="-1233895" y="3188563"/>
              <a:chExt cx="679579" cy="3118309"/>
            </a:xfrm>
          </p:grpSpPr>
          <p:sp>
            <p:nvSpPr>
              <p:cNvPr id="51" name="모서리가 둥근 직사각형 5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직사각형 5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3" name="모서리가 둥근 직사각형 5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50" name="타원 49"/>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9" name="직사각형 68"/>
          <p:cNvSpPr/>
          <p:nvPr/>
        </p:nvSpPr>
        <p:spPr>
          <a:xfrm>
            <a:off x="578547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70" name="직사각형 69"/>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7</a:t>
            </a:r>
          </a:p>
        </p:txBody>
      </p:sp>
      <p:sp>
        <p:nvSpPr>
          <p:cNvPr id="71" name="직사각형 70"/>
          <p:cNvSpPr/>
          <p:nvPr/>
        </p:nvSpPr>
        <p:spPr>
          <a:xfrm>
            <a:off x="578546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35162</a:t>
            </a:r>
          </a:p>
        </p:txBody>
      </p:sp>
      <p:pic>
        <p:nvPicPr>
          <p:cNvPr id="72"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go_to_the_beach.jpg"/>
          <p:cNvPicPr>
            <a:picLocks noChangeAspect="1"/>
          </p:cNvPicPr>
          <p:nvPr/>
        </p:nvPicPr>
        <p:blipFill>
          <a:blip r:embed="rId9"/>
          <a:stretch>
            <a:fillRect/>
          </a:stretch>
        </p:blipFill>
        <p:spPr>
          <a:xfrm>
            <a:off x="5791629" y="2064036"/>
            <a:ext cx="1463040" cy="870089"/>
          </a:xfrm>
          <a:prstGeom prst="rect">
            <a:avLst/>
          </a:prstGeom>
        </p:spPr>
      </p:pic>
      <p:pic>
        <p:nvPicPr>
          <p:cNvPr id="135" name="Picture 134" descr="visit_my_cousin.jpg"/>
          <p:cNvPicPr>
            <a:picLocks noChangeAspect="1"/>
          </p:cNvPicPr>
          <p:nvPr/>
        </p:nvPicPr>
        <p:blipFill>
          <a:blip r:embed="rId10"/>
          <a:stretch>
            <a:fillRect/>
          </a:stretch>
        </p:blipFill>
        <p:spPr>
          <a:xfrm>
            <a:off x="7471093" y="1826433"/>
            <a:ext cx="1463040" cy="1345295"/>
          </a:xfrm>
          <a:prstGeom prst="rect">
            <a:avLst/>
          </a:prstGeom>
        </p:spPr>
      </p:pic>
      <p:pic>
        <p:nvPicPr>
          <p:cNvPr id="136" name="Picture 135" descr="make_a_robot.jpg"/>
          <p:cNvPicPr>
            <a:picLocks noChangeAspect="1"/>
          </p:cNvPicPr>
          <p:nvPr/>
        </p:nvPicPr>
        <p:blipFill>
          <a:blip r:embed="rId11"/>
          <a:stretch>
            <a:fillRect/>
          </a:stretch>
        </p:blipFill>
        <p:spPr>
          <a:xfrm>
            <a:off x="9130364" y="2010591"/>
            <a:ext cx="1463040" cy="976980"/>
          </a:xfrm>
          <a:prstGeom prst="rect">
            <a:avLst/>
          </a:prstGeom>
        </p:spPr>
      </p:pic>
      <p:pic>
        <p:nvPicPr>
          <p:cNvPr id="137" name="Picture 136" descr="go_to_a_science_camp.jpg"/>
          <p:cNvPicPr>
            <a:picLocks noChangeAspect="1"/>
          </p:cNvPicPr>
          <p:nvPr/>
        </p:nvPicPr>
        <p:blipFill>
          <a:blip r:embed="rId12"/>
          <a:stretch>
            <a:fillRect/>
          </a:stretch>
        </p:blipFill>
        <p:spPr>
          <a:xfrm>
            <a:off x="5791629" y="4358123"/>
            <a:ext cx="1463040" cy="552063"/>
          </a:xfrm>
          <a:prstGeom prst="rect">
            <a:avLst/>
          </a:prstGeom>
        </p:spPr>
      </p:pic>
      <p:pic>
        <p:nvPicPr>
          <p:cNvPr id="138" name="Picture 137" descr="go_to_the_library.jpg"/>
          <p:cNvPicPr>
            <a:picLocks noChangeAspect="1"/>
          </p:cNvPicPr>
          <p:nvPr/>
        </p:nvPicPr>
        <p:blipFill>
          <a:blip r:embed="rId13"/>
          <a:stretch>
            <a:fillRect/>
          </a:stretch>
        </p:blipFill>
        <p:spPr>
          <a:xfrm>
            <a:off x="7471093" y="4158357"/>
            <a:ext cx="1463040" cy="951595"/>
          </a:xfrm>
          <a:prstGeom prst="rect">
            <a:avLst/>
          </a:prstGeom>
        </p:spPr>
      </p:pic>
      <p:pic>
        <p:nvPicPr>
          <p:cNvPr id="139" name="Picture 138" descr="read_many_books.jpg"/>
          <p:cNvPicPr>
            <a:picLocks noChangeAspect="1"/>
          </p:cNvPicPr>
          <p:nvPr/>
        </p:nvPicPr>
        <p:blipFill>
          <a:blip r:embed="rId14"/>
          <a:stretch>
            <a:fillRect/>
          </a:stretch>
        </p:blipFill>
        <p:spPr>
          <a:xfrm>
            <a:off x="9130364" y="4081635"/>
            <a:ext cx="1463040" cy="1105040"/>
          </a:xfrm>
          <a:prstGeom prst="rect">
            <a:avLst/>
          </a:prstGeom>
        </p:spPr>
      </p:pic>
    </p:spTree>
    <p:extLst>
      <p:ext uri="{BB962C8B-B14F-4D97-AF65-F5344CB8AC3E}">
        <p14:creationId xmlns:p14="http://schemas.microsoft.com/office/powerpoint/2010/main" val="3671851280"/>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71"/>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72"/>
                                        </p:tgtEl>
                                      </p:cBhvr>
                                    </p:cmd>
                                  </p:childTnLst>
                                </p:cTn>
                              </p:par>
                            </p:childTnLst>
                          </p:cTn>
                        </p:par>
                        <p:par>
                          <p:cTn id="16" fill="hold">
                            <p:stCondLst>
                              <p:cond delay="2101"/>
                            </p:stCondLst>
                            <p:childTnLst>
                              <p:par>
                                <p:cTn id="17" presetID="8" presetClass="emph" presetSubtype="0" fill="hold" nodeType="afterEffect">
                                  <p:stCondLst>
                                    <p:cond delay="0"/>
                                  </p:stCondLst>
                                  <p:childTnLst>
                                    <p:animRot by="10800000">
                                      <p:cBhvr>
                                        <p:cTn id="18" dur="2000" fill="hold"/>
                                        <p:tgtEl>
                                          <p:spTgt spid="36"/>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72"/>
                </p:tgtEl>
              </p:cMediaNode>
            </p:audio>
          </p:childTnLst>
        </p:cTn>
      </p:par>
    </p:tnLst>
    <p:bldLst>
      <p:bldP spid="133" grpId="0" animBg="1"/>
      <p:bldP spid="7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chemeClr val="accent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55" name="직사각형 154"/>
          <p:cNvSpPr/>
          <p:nvPr/>
        </p:nvSpPr>
        <p:spPr>
          <a:xfrm>
            <a:off x="6280038" y="2664424"/>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156" name="직사각형 155"/>
          <p:cNvSpPr/>
          <p:nvPr/>
        </p:nvSpPr>
        <p:spPr>
          <a:xfrm>
            <a:off x="8000835" y="2664424"/>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157" name="직사각형 156"/>
          <p:cNvSpPr/>
          <p:nvPr/>
        </p:nvSpPr>
        <p:spPr>
          <a:xfrm>
            <a:off x="9727854" y="2664424"/>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158" name="직사각형 157"/>
          <p:cNvSpPr/>
          <p:nvPr/>
        </p:nvSpPr>
        <p:spPr>
          <a:xfrm>
            <a:off x="6280038" y="4084887"/>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159" name="직사각형 158"/>
          <p:cNvSpPr/>
          <p:nvPr/>
        </p:nvSpPr>
        <p:spPr>
          <a:xfrm>
            <a:off x="8000835" y="4084887"/>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160" name="직사각형 159"/>
          <p:cNvSpPr/>
          <p:nvPr/>
        </p:nvSpPr>
        <p:spPr>
          <a:xfrm>
            <a:off x="9727854" y="4084887"/>
            <a:ext cx="454091" cy="454091"/>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74" name="그룹 73"/>
          <p:cNvGrpSpPr/>
          <p:nvPr/>
        </p:nvGrpSpPr>
        <p:grpSpPr>
          <a:xfrm>
            <a:off x="-258060" y="784453"/>
            <a:ext cx="5196642" cy="5080894"/>
            <a:chOff x="233932" y="784453"/>
            <a:chExt cx="5196642" cy="5080894"/>
          </a:xfrm>
        </p:grpSpPr>
        <p:sp>
          <p:nvSpPr>
            <p:cNvPr id="75" name="타원 74"/>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76" name="그룹 75"/>
            <p:cNvGrpSpPr/>
            <p:nvPr/>
          </p:nvGrpSpPr>
          <p:grpSpPr>
            <a:xfrm rot="18900000">
              <a:off x="1130701" y="784453"/>
              <a:ext cx="499788" cy="2293322"/>
              <a:chOff x="-1233895" y="3188563"/>
              <a:chExt cx="679579" cy="3118309"/>
            </a:xfrm>
          </p:grpSpPr>
          <p:sp>
            <p:nvSpPr>
              <p:cNvPr id="90" name="모서리가 둥근 직사각형 89"/>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91" name="직사각형 90"/>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92" name="모서리가 둥근 직사각형 91"/>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7" name="그룹 76"/>
            <p:cNvGrpSpPr/>
            <p:nvPr/>
          </p:nvGrpSpPr>
          <p:grpSpPr>
            <a:xfrm rot="2700000" flipH="1">
              <a:off x="4034019" y="784453"/>
              <a:ext cx="499788" cy="2293322"/>
              <a:chOff x="-1233895" y="3188563"/>
              <a:chExt cx="679579" cy="3118309"/>
            </a:xfrm>
          </p:grpSpPr>
          <p:sp>
            <p:nvSpPr>
              <p:cNvPr id="87" name="모서리가 둥근 직사각형 86"/>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8" name="직사각형 87"/>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9" name="모서리가 둥근 직사각형 88"/>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8" name="그룹 77"/>
            <p:cNvGrpSpPr/>
            <p:nvPr/>
          </p:nvGrpSpPr>
          <p:grpSpPr>
            <a:xfrm rot="2700000" flipV="1">
              <a:off x="1130699" y="3572025"/>
              <a:ext cx="499788" cy="2293322"/>
              <a:chOff x="-1233895" y="3188563"/>
              <a:chExt cx="679579" cy="3118309"/>
            </a:xfrm>
          </p:grpSpPr>
          <p:sp>
            <p:nvSpPr>
              <p:cNvPr id="84" name="모서리가 둥근 직사각형 83"/>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5" name="직사각형 84"/>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6" name="모서리가 둥근 직사각형 85"/>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9" name="그룹 78"/>
            <p:cNvGrpSpPr/>
            <p:nvPr/>
          </p:nvGrpSpPr>
          <p:grpSpPr>
            <a:xfrm rot="18900000" flipH="1" flipV="1">
              <a:off x="4034017" y="3572025"/>
              <a:ext cx="499788" cy="2293322"/>
              <a:chOff x="-1233895" y="3188563"/>
              <a:chExt cx="679579" cy="3118309"/>
            </a:xfrm>
          </p:grpSpPr>
          <p:sp>
            <p:nvSpPr>
              <p:cNvPr id="81" name="모서리가 둥근 직사각형 80"/>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2" name="직사각형 81"/>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3" name="모서리가 둥근 직사각형 82"/>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80" name="타원 79"/>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93" name="직사각형 92"/>
          <p:cNvSpPr/>
          <p:nvPr/>
        </p:nvSpPr>
        <p:spPr>
          <a:xfrm>
            <a:off x="5811521"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94" name="직사각형 93"/>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8</a:t>
            </a:r>
          </a:p>
        </p:txBody>
      </p:sp>
      <p:sp>
        <p:nvSpPr>
          <p:cNvPr id="95" name="직사각형 94"/>
          <p:cNvSpPr/>
          <p:nvPr/>
        </p:nvSpPr>
        <p:spPr>
          <a:xfrm>
            <a:off x="5811519"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462513</a:t>
            </a:r>
          </a:p>
        </p:txBody>
      </p:sp>
      <p:pic>
        <p:nvPicPr>
          <p:cNvPr id="96"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64" name="Picture 163" descr="go_to_a_science_camp.jpg"/>
          <p:cNvPicPr>
            <a:picLocks noChangeAspect="1"/>
          </p:cNvPicPr>
          <p:nvPr/>
        </p:nvPicPr>
        <p:blipFill>
          <a:blip r:embed="rId9"/>
          <a:stretch>
            <a:fillRect/>
          </a:stretch>
        </p:blipFill>
        <p:spPr>
          <a:xfrm>
            <a:off x="5880387" y="1974411"/>
            <a:ext cx="1234440" cy="465803"/>
          </a:xfrm>
          <a:prstGeom prst="rect">
            <a:avLst/>
          </a:prstGeom>
        </p:spPr>
      </p:pic>
      <p:pic>
        <p:nvPicPr>
          <p:cNvPr id="165" name="Picture 164" descr="go_to_the_library.jpg"/>
          <p:cNvPicPr>
            <a:picLocks noChangeAspect="1"/>
          </p:cNvPicPr>
          <p:nvPr/>
        </p:nvPicPr>
        <p:blipFill>
          <a:blip r:embed="rId10"/>
          <a:stretch>
            <a:fillRect/>
          </a:stretch>
        </p:blipFill>
        <p:spPr>
          <a:xfrm>
            <a:off x="7611988" y="1805858"/>
            <a:ext cx="1234440" cy="802909"/>
          </a:xfrm>
          <a:prstGeom prst="rect">
            <a:avLst/>
          </a:prstGeom>
        </p:spPr>
      </p:pic>
      <p:pic>
        <p:nvPicPr>
          <p:cNvPr id="166" name="Picture 165" descr="visit_my_cousin.jpg"/>
          <p:cNvPicPr>
            <a:picLocks noChangeAspect="1"/>
          </p:cNvPicPr>
          <p:nvPr/>
        </p:nvPicPr>
        <p:blipFill>
          <a:blip r:embed="rId11"/>
          <a:stretch>
            <a:fillRect/>
          </a:stretch>
        </p:blipFill>
        <p:spPr>
          <a:xfrm>
            <a:off x="9344011" y="1639766"/>
            <a:ext cx="1234440" cy="1135092"/>
          </a:xfrm>
          <a:prstGeom prst="rect">
            <a:avLst/>
          </a:prstGeom>
        </p:spPr>
      </p:pic>
      <p:pic>
        <p:nvPicPr>
          <p:cNvPr id="167" name="Picture 166" descr="go_to_the_beach.jpg"/>
          <p:cNvPicPr>
            <a:picLocks noChangeAspect="1"/>
          </p:cNvPicPr>
          <p:nvPr/>
        </p:nvPicPr>
        <p:blipFill>
          <a:blip r:embed="rId12"/>
          <a:stretch>
            <a:fillRect/>
          </a:stretch>
        </p:blipFill>
        <p:spPr>
          <a:xfrm>
            <a:off x="5880387" y="3245304"/>
            <a:ext cx="1234440" cy="734138"/>
          </a:xfrm>
          <a:prstGeom prst="rect">
            <a:avLst/>
          </a:prstGeom>
        </p:spPr>
      </p:pic>
      <p:pic>
        <p:nvPicPr>
          <p:cNvPr id="168" name="Picture 167" descr="read_many_books.jpg"/>
          <p:cNvPicPr>
            <a:picLocks noChangeAspect="1"/>
          </p:cNvPicPr>
          <p:nvPr/>
        </p:nvPicPr>
        <p:blipFill>
          <a:blip r:embed="rId13"/>
          <a:stretch>
            <a:fillRect/>
          </a:stretch>
        </p:blipFill>
        <p:spPr>
          <a:xfrm>
            <a:off x="7611988" y="3146185"/>
            <a:ext cx="1234440" cy="932377"/>
          </a:xfrm>
          <a:prstGeom prst="rect">
            <a:avLst/>
          </a:prstGeom>
        </p:spPr>
      </p:pic>
      <p:pic>
        <p:nvPicPr>
          <p:cNvPr id="169" name="Picture 168" descr="make_a_robot.jpg"/>
          <p:cNvPicPr>
            <a:picLocks noChangeAspect="1"/>
          </p:cNvPicPr>
          <p:nvPr/>
        </p:nvPicPr>
        <p:blipFill>
          <a:blip r:embed="rId14"/>
          <a:stretch>
            <a:fillRect/>
          </a:stretch>
        </p:blipFill>
        <p:spPr>
          <a:xfrm>
            <a:off x="9344011" y="3200210"/>
            <a:ext cx="1234440" cy="824327"/>
          </a:xfrm>
          <a:prstGeom prst="rect">
            <a:avLst/>
          </a:prstGeom>
        </p:spPr>
      </p:pic>
    </p:spTree>
    <p:extLst>
      <p:ext uri="{BB962C8B-B14F-4D97-AF65-F5344CB8AC3E}">
        <p14:creationId xmlns:p14="http://schemas.microsoft.com/office/powerpoint/2010/main" val="1866246340"/>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95"/>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96"/>
                                        </p:tgtEl>
                                      </p:cBhvr>
                                    </p:cmd>
                                  </p:childTnLst>
                                </p:cTn>
                              </p:par>
                            </p:childTnLst>
                          </p:cTn>
                        </p:par>
                        <p:par>
                          <p:cTn id="16" fill="hold">
                            <p:stCondLst>
                              <p:cond delay="2101"/>
                            </p:stCondLst>
                            <p:childTnLst>
                              <p:par>
                                <p:cTn id="17" presetID="8" presetClass="emph" presetSubtype="0" fill="hold" nodeType="afterEffect">
                                  <p:stCondLst>
                                    <p:cond delay="0"/>
                                  </p:stCondLst>
                                  <p:childTnLst>
                                    <p:animRot by="10800000">
                                      <p:cBhvr>
                                        <p:cTn id="18" dur="2000" fill="hold"/>
                                        <p:tgtEl>
                                          <p:spTgt spid="74"/>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96"/>
                </p:tgtEl>
              </p:cMediaNode>
            </p:audio>
          </p:childTnLst>
        </p:cTn>
      </p:par>
    </p:tnLst>
    <p:bldLst>
      <p:bldP spid="133" grpId="0" animBg="1"/>
      <p:bldP spid="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1880743" y="1966008"/>
            <a:ext cx="8430514" cy="2015936"/>
          </a:xfrm>
          <a:prstGeom prst="rect">
            <a:avLst/>
          </a:prstGeom>
          <a:noFill/>
        </p:spPr>
        <p:txBody>
          <a:bodyPr wrap="none" rtlCol="0" anchor="ctr">
            <a:spAutoFit/>
          </a:bodyPr>
          <a:lstStyle/>
          <a:p>
            <a:pPr algn="ctr"/>
            <a:r>
              <a:rPr lang="en-US" sz="12500" spc="1000" dirty="0">
                <a:solidFill>
                  <a:schemeClr val="bg1"/>
                </a:solidFill>
                <a:latin typeface="Rockwell Extra Bold" panose="02060903040505020403" pitchFamily="18" charset="0"/>
              </a:rPr>
              <a:t>LEVEL 5</a:t>
            </a:r>
          </a:p>
        </p:txBody>
      </p:sp>
      <p:grpSp>
        <p:nvGrpSpPr>
          <p:cNvPr id="7" name="그룹 6"/>
          <p:cNvGrpSpPr/>
          <p:nvPr/>
        </p:nvGrpSpPr>
        <p:grpSpPr>
          <a:xfrm>
            <a:off x="3389503" y="3936809"/>
            <a:ext cx="5412995" cy="622901"/>
            <a:chOff x="3304329" y="3765359"/>
            <a:chExt cx="5412995" cy="622901"/>
          </a:xfrm>
        </p:grpSpPr>
        <p:pic>
          <p:nvPicPr>
            <p:cNvPr id="8" name="Picture 2" descr="audio, fast, forward, media, media player, music, video player icon"/>
            <p:cNvPicPr>
              <a:picLocks noChangeAspect="1" noChangeArrowheads="1"/>
            </p:cNvPicPr>
            <p:nvPr/>
          </p:nvPicPr>
          <p:blipFill>
            <a:blip r:embed="rId5" cstate="print">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8094423" y="3765359"/>
              <a:ext cx="622901" cy="62290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304329" y="3765359"/>
              <a:ext cx="4790094" cy="584775"/>
            </a:xfrm>
            <a:prstGeom prst="rect">
              <a:avLst/>
            </a:prstGeom>
            <a:noFill/>
          </p:spPr>
          <p:txBody>
            <a:bodyPr wrap="none" rtlCol="0" anchor="ctr">
              <a:spAutoFit/>
            </a:bodyPr>
            <a:lstStyle/>
            <a:p>
              <a:pPr algn="ctr"/>
              <a:r>
                <a:rPr lang="en-US" sz="3200" spc="1000" dirty="0">
                  <a:solidFill>
                    <a:schemeClr val="bg1"/>
                  </a:solidFill>
                  <a:latin typeface="Consolas" panose="020B0609020204030204" pitchFamily="49" charset="0"/>
                </a:rPr>
                <a:t>TALKING SPEED</a:t>
              </a:r>
            </a:p>
          </p:txBody>
        </p:sp>
      </p:grpSp>
    </p:spTree>
    <p:extLst>
      <p:ext uri="{BB962C8B-B14F-4D97-AF65-F5344CB8AC3E}">
        <p14:creationId xmlns:p14="http://schemas.microsoft.com/office/powerpoint/2010/main" val="20312260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3" name="Breaking Glass.wav"/>
          </p:stSnd>
        </p:sndAc>
      </p:transition>
    </mc:Choice>
    <mc:Fallback xmlns="">
      <p:transition spd="slow">
        <p:fade/>
        <p:sndAc>
          <p:stSnd>
            <p:snd r:embed="rId6" name="Breaking Glass.wav"/>
          </p:stSnd>
        </p:sndAc>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rgbClr val="F48484"/>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79" name="직사각형 78"/>
          <p:cNvSpPr/>
          <p:nvPr/>
        </p:nvSpPr>
        <p:spPr>
          <a:xfrm>
            <a:off x="6286006" y="3277763"/>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80" name="직사각형 79"/>
          <p:cNvSpPr/>
          <p:nvPr/>
        </p:nvSpPr>
        <p:spPr>
          <a:xfrm>
            <a:off x="7953018" y="3277763"/>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81" name="직사각형 80"/>
          <p:cNvSpPr/>
          <p:nvPr/>
        </p:nvSpPr>
        <p:spPr>
          <a:xfrm>
            <a:off x="9620028" y="3277763"/>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82" name="직사각형 81"/>
          <p:cNvSpPr/>
          <p:nvPr/>
        </p:nvSpPr>
        <p:spPr>
          <a:xfrm>
            <a:off x="6286006" y="5403396"/>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83" name="직사각형 82"/>
          <p:cNvSpPr/>
          <p:nvPr/>
        </p:nvSpPr>
        <p:spPr>
          <a:xfrm>
            <a:off x="7953018" y="5403396"/>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84" name="직사각형 83"/>
          <p:cNvSpPr/>
          <p:nvPr/>
        </p:nvSpPr>
        <p:spPr>
          <a:xfrm>
            <a:off x="9620028" y="5403396"/>
            <a:ext cx="485608" cy="485608"/>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37" name="그룹 36"/>
          <p:cNvGrpSpPr/>
          <p:nvPr/>
        </p:nvGrpSpPr>
        <p:grpSpPr>
          <a:xfrm>
            <a:off x="-258060" y="784453"/>
            <a:ext cx="5196642" cy="5080894"/>
            <a:chOff x="233932" y="784453"/>
            <a:chExt cx="5196642" cy="5080894"/>
          </a:xfrm>
        </p:grpSpPr>
        <p:sp>
          <p:nvSpPr>
            <p:cNvPr id="38" name="타원 37"/>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44" name="그룹 43"/>
            <p:cNvGrpSpPr/>
            <p:nvPr/>
          </p:nvGrpSpPr>
          <p:grpSpPr>
            <a:xfrm rot="18900000">
              <a:off x="1130701" y="784453"/>
              <a:ext cx="499788" cy="2293322"/>
              <a:chOff x="-1233895" y="3188563"/>
              <a:chExt cx="679579" cy="3118309"/>
            </a:xfrm>
          </p:grpSpPr>
          <p:sp>
            <p:nvSpPr>
              <p:cNvPr id="59" name="모서리가 둥근 직사각형 5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0" name="직사각형 5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61" name="모서리가 둥근 직사각형 6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5" name="그룹 44"/>
            <p:cNvGrpSpPr/>
            <p:nvPr/>
          </p:nvGrpSpPr>
          <p:grpSpPr>
            <a:xfrm rot="2700000" flipH="1">
              <a:off x="4034019" y="784453"/>
              <a:ext cx="499788" cy="2293322"/>
              <a:chOff x="-1233895" y="3188563"/>
              <a:chExt cx="679579" cy="3118309"/>
            </a:xfrm>
          </p:grpSpPr>
          <p:sp>
            <p:nvSpPr>
              <p:cNvPr id="56" name="모서리가 둥근 직사각형 55"/>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7" name="직사각형 56"/>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8" name="모서리가 둥근 직사각형 57"/>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6" name="그룹 45"/>
            <p:cNvGrpSpPr/>
            <p:nvPr/>
          </p:nvGrpSpPr>
          <p:grpSpPr>
            <a:xfrm rot="2700000" flipV="1">
              <a:off x="1130699" y="3572025"/>
              <a:ext cx="499788" cy="2293322"/>
              <a:chOff x="-1233895" y="3188563"/>
              <a:chExt cx="679579" cy="3118309"/>
            </a:xfrm>
          </p:grpSpPr>
          <p:sp>
            <p:nvSpPr>
              <p:cNvPr id="53" name="모서리가 둥근 직사각형 52"/>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4" name="직사각형 53"/>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5" name="모서리가 둥근 직사각형 54"/>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47" name="그룹 46"/>
            <p:cNvGrpSpPr/>
            <p:nvPr/>
          </p:nvGrpSpPr>
          <p:grpSpPr>
            <a:xfrm rot="18900000" flipH="1" flipV="1">
              <a:off x="4034017" y="3572025"/>
              <a:ext cx="499788" cy="2293322"/>
              <a:chOff x="-1233895" y="3188563"/>
              <a:chExt cx="679579" cy="3118309"/>
            </a:xfrm>
          </p:grpSpPr>
          <p:sp>
            <p:nvSpPr>
              <p:cNvPr id="50" name="모서리가 둥근 직사각형 49"/>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1" name="직사각형 50"/>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52" name="모서리가 둥근 직사각형 51"/>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48" name="타원 4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62" name="직사각형 61"/>
          <p:cNvSpPr/>
          <p:nvPr/>
        </p:nvSpPr>
        <p:spPr>
          <a:xfrm>
            <a:off x="5785471"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63" name="직사각형 62"/>
          <p:cNvSpPr/>
          <p:nvPr/>
        </p:nvSpPr>
        <p:spPr>
          <a:xfrm>
            <a:off x="1728783" y="2599208"/>
            <a:ext cx="1208985"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9</a:t>
            </a:r>
          </a:p>
        </p:txBody>
      </p:sp>
      <p:sp>
        <p:nvSpPr>
          <p:cNvPr id="64" name="직사각형 63"/>
          <p:cNvSpPr/>
          <p:nvPr/>
        </p:nvSpPr>
        <p:spPr>
          <a:xfrm>
            <a:off x="5785469" y="916145"/>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251463</a:t>
            </a:r>
          </a:p>
        </p:txBody>
      </p:sp>
      <p:pic>
        <p:nvPicPr>
          <p:cNvPr id="65"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34" name="Picture 133" descr="make_a_robot.jpg"/>
          <p:cNvPicPr>
            <a:picLocks noChangeAspect="1"/>
          </p:cNvPicPr>
          <p:nvPr/>
        </p:nvPicPr>
        <p:blipFill>
          <a:blip r:embed="rId9"/>
          <a:stretch>
            <a:fillRect/>
          </a:stretch>
        </p:blipFill>
        <p:spPr>
          <a:xfrm>
            <a:off x="5791629" y="2010591"/>
            <a:ext cx="1463040" cy="976980"/>
          </a:xfrm>
          <a:prstGeom prst="rect">
            <a:avLst/>
          </a:prstGeom>
        </p:spPr>
      </p:pic>
      <p:pic>
        <p:nvPicPr>
          <p:cNvPr id="135" name="Picture 134" descr="read_many_books.jpg"/>
          <p:cNvPicPr>
            <a:picLocks noChangeAspect="1"/>
          </p:cNvPicPr>
          <p:nvPr/>
        </p:nvPicPr>
        <p:blipFill>
          <a:blip r:embed="rId10"/>
          <a:stretch>
            <a:fillRect/>
          </a:stretch>
        </p:blipFill>
        <p:spPr>
          <a:xfrm>
            <a:off x="7471093" y="1946561"/>
            <a:ext cx="1463040" cy="1105040"/>
          </a:xfrm>
          <a:prstGeom prst="rect">
            <a:avLst/>
          </a:prstGeom>
        </p:spPr>
      </p:pic>
      <p:pic>
        <p:nvPicPr>
          <p:cNvPr id="136" name="Picture 135" descr="go_to_the_beach.jpg"/>
          <p:cNvPicPr>
            <a:picLocks noChangeAspect="1"/>
          </p:cNvPicPr>
          <p:nvPr/>
        </p:nvPicPr>
        <p:blipFill>
          <a:blip r:embed="rId11"/>
          <a:stretch>
            <a:fillRect/>
          </a:stretch>
        </p:blipFill>
        <p:spPr>
          <a:xfrm>
            <a:off x="9130364" y="2064036"/>
            <a:ext cx="1463040" cy="870089"/>
          </a:xfrm>
          <a:prstGeom prst="rect">
            <a:avLst/>
          </a:prstGeom>
        </p:spPr>
      </p:pic>
      <p:pic>
        <p:nvPicPr>
          <p:cNvPr id="137" name="Picture 136" descr="visit_my_cousin.jpg"/>
          <p:cNvPicPr>
            <a:picLocks noChangeAspect="1"/>
          </p:cNvPicPr>
          <p:nvPr/>
        </p:nvPicPr>
        <p:blipFill>
          <a:blip r:embed="rId12"/>
          <a:stretch>
            <a:fillRect/>
          </a:stretch>
        </p:blipFill>
        <p:spPr>
          <a:xfrm>
            <a:off x="5791629" y="3961507"/>
            <a:ext cx="1463040" cy="1345295"/>
          </a:xfrm>
          <a:prstGeom prst="rect">
            <a:avLst/>
          </a:prstGeom>
        </p:spPr>
      </p:pic>
      <p:pic>
        <p:nvPicPr>
          <p:cNvPr id="138" name="Picture 137" descr="go_to_a_science_camp.jpg"/>
          <p:cNvPicPr>
            <a:picLocks noChangeAspect="1"/>
          </p:cNvPicPr>
          <p:nvPr/>
        </p:nvPicPr>
        <p:blipFill>
          <a:blip r:embed="rId13"/>
          <a:stretch>
            <a:fillRect/>
          </a:stretch>
        </p:blipFill>
        <p:spPr>
          <a:xfrm>
            <a:off x="7471093" y="4358123"/>
            <a:ext cx="1463040" cy="552063"/>
          </a:xfrm>
          <a:prstGeom prst="rect">
            <a:avLst/>
          </a:prstGeom>
        </p:spPr>
      </p:pic>
      <p:pic>
        <p:nvPicPr>
          <p:cNvPr id="139" name="Picture 138" descr="go_to_the_library.jpg"/>
          <p:cNvPicPr>
            <a:picLocks noChangeAspect="1"/>
          </p:cNvPicPr>
          <p:nvPr/>
        </p:nvPicPr>
        <p:blipFill>
          <a:blip r:embed="rId14"/>
          <a:stretch>
            <a:fillRect/>
          </a:stretch>
        </p:blipFill>
        <p:spPr>
          <a:xfrm>
            <a:off x="9130364" y="4158357"/>
            <a:ext cx="1463040" cy="951595"/>
          </a:xfrm>
          <a:prstGeom prst="rect">
            <a:avLst/>
          </a:prstGeom>
        </p:spPr>
      </p:pic>
    </p:spTree>
    <p:extLst>
      <p:ext uri="{BB962C8B-B14F-4D97-AF65-F5344CB8AC3E}">
        <p14:creationId xmlns:p14="http://schemas.microsoft.com/office/powerpoint/2010/main" val="2014080996"/>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64"/>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65"/>
                                        </p:tgtEl>
                                      </p:cBhvr>
                                    </p:cmd>
                                  </p:childTnLst>
                                </p:cTn>
                              </p:par>
                            </p:childTnLst>
                          </p:cTn>
                        </p:par>
                        <p:par>
                          <p:cTn id="16" fill="hold">
                            <p:stCondLst>
                              <p:cond delay="2101"/>
                            </p:stCondLst>
                            <p:childTnLst>
                              <p:par>
                                <p:cTn id="17" presetID="8" presetClass="emph" presetSubtype="0" fill="hold" nodeType="afterEffect">
                                  <p:stCondLst>
                                    <p:cond delay="0"/>
                                  </p:stCondLst>
                                  <p:childTnLst>
                                    <p:animRot by="10800000">
                                      <p:cBhvr>
                                        <p:cTn id="18" dur="2000" fill="hold"/>
                                        <p:tgtEl>
                                          <p:spTgt spid="37"/>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65"/>
                </p:tgtEl>
              </p:cMediaNode>
            </p:audio>
          </p:childTnLst>
        </p:cTn>
      </p:par>
    </p:tnLst>
    <p:bldLst>
      <p:bldP spid="133" grpId="0" animBg="1"/>
      <p:bldP spid="6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3" name="타원 132"/>
          <p:cNvSpPr/>
          <p:nvPr/>
        </p:nvSpPr>
        <p:spPr>
          <a:xfrm>
            <a:off x="4420474" y="2695948"/>
            <a:ext cx="377667" cy="377667"/>
          </a:xfrm>
          <a:prstGeom prst="ellipse">
            <a:avLst/>
          </a:prstGeom>
          <a:solidFill>
            <a:srgbClr val="EE3E3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155" name="직사각형 154"/>
          <p:cNvSpPr/>
          <p:nvPr/>
        </p:nvSpPr>
        <p:spPr>
          <a:xfrm>
            <a:off x="6234087" y="3318933"/>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1</a:t>
            </a:r>
          </a:p>
        </p:txBody>
      </p:sp>
      <p:sp>
        <p:nvSpPr>
          <p:cNvPr id="156" name="직사각형 155"/>
          <p:cNvSpPr/>
          <p:nvPr/>
        </p:nvSpPr>
        <p:spPr>
          <a:xfrm>
            <a:off x="7954482" y="3318933"/>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2</a:t>
            </a:r>
          </a:p>
        </p:txBody>
      </p:sp>
      <p:sp>
        <p:nvSpPr>
          <p:cNvPr id="157" name="직사각형 156"/>
          <p:cNvSpPr/>
          <p:nvPr/>
        </p:nvSpPr>
        <p:spPr>
          <a:xfrm>
            <a:off x="9686464" y="3318933"/>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3</a:t>
            </a:r>
          </a:p>
        </p:txBody>
      </p:sp>
      <p:sp>
        <p:nvSpPr>
          <p:cNvPr id="158" name="직사각형 157"/>
          <p:cNvSpPr/>
          <p:nvPr/>
        </p:nvSpPr>
        <p:spPr>
          <a:xfrm>
            <a:off x="6234087" y="4740826"/>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4</a:t>
            </a:r>
          </a:p>
        </p:txBody>
      </p:sp>
      <p:sp>
        <p:nvSpPr>
          <p:cNvPr id="159" name="직사각형 158"/>
          <p:cNvSpPr/>
          <p:nvPr/>
        </p:nvSpPr>
        <p:spPr>
          <a:xfrm>
            <a:off x="7954482" y="4740826"/>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5</a:t>
            </a:r>
          </a:p>
        </p:txBody>
      </p:sp>
      <p:sp>
        <p:nvSpPr>
          <p:cNvPr id="160" name="직사각형 159"/>
          <p:cNvSpPr/>
          <p:nvPr/>
        </p:nvSpPr>
        <p:spPr>
          <a:xfrm>
            <a:off x="9686464" y="4740826"/>
            <a:ext cx="454549" cy="454549"/>
          </a:xfrm>
          <a:prstGeom prst="rect">
            <a:avLst/>
          </a:prstGeom>
          <a:solidFill>
            <a:schemeClr val="tx1">
              <a:lumMod val="85000"/>
              <a:lumOff val="15000"/>
            </a:schemeClr>
          </a:solidFill>
          <a:ln w="38100">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Rockwell Extra Bold" panose="02060903040505020403" pitchFamily="18" charset="0"/>
              </a:rPr>
              <a:t>6</a:t>
            </a:r>
          </a:p>
        </p:txBody>
      </p:sp>
      <p:grpSp>
        <p:nvGrpSpPr>
          <p:cNvPr id="72" name="그룹 71"/>
          <p:cNvGrpSpPr/>
          <p:nvPr/>
        </p:nvGrpSpPr>
        <p:grpSpPr>
          <a:xfrm>
            <a:off x="-258060" y="784453"/>
            <a:ext cx="5196642" cy="5080894"/>
            <a:chOff x="233932" y="784453"/>
            <a:chExt cx="5196642" cy="5080894"/>
          </a:xfrm>
        </p:grpSpPr>
        <p:sp>
          <p:nvSpPr>
            <p:cNvPr id="73" name="타원 72"/>
            <p:cNvSpPr/>
            <p:nvPr/>
          </p:nvSpPr>
          <p:spPr>
            <a:xfrm>
              <a:off x="1340945" y="1837542"/>
              <a:ext cx="2994212" cy="2994212"/>
            </a:xfrm>
            <a:prstGeom prst="ellipse">
              <a:avLst/>
            </a:prstGeom>
            <a:solidFill>
              <a:schemeClr val="bg1">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nvGrpSpPr>
            <p:cNvPr id="74" name="그룹 73"/>
            <p:cNvGrpSpPr/>
            <p:nvPr/>
          </p:nvGrpSpPr>
          <p:grpSpPr>
            <a:xfrm rot="18900000">
              <a:off x="1130701" y="784453"/>
              <a:ext cx="499788" cy="2293322"/>
              <a:chOff x="-1233895" y="3188563"/>
              <a:chExt cx="679579" cy="3118309"/>
            </a:xfrm>
          </p:grpSpPr>
          <p:sp>
            <p:nvSpPr>
              <p:cNvPr id="88" name="모서리가 둥근 직사각형 87"/>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9" name="직사각형 88"/>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90" name="모서리가 둥근 직사각형 89"/>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5" name="그룹 74"/>
            <p:cNvGrpSpPr/>
            <p:nvPr/>
          </p:nvGrpSpPr>
          <p:grpSpPr>
            <a:xfrm rot="2700000" flipH="1">
              <a:off x="4034019" y="784453"/>
              <a:ext cx="499788" cy="2293322"/>
              <a:chOff x="-1233895" y="3188563"/>
              <a:chExt cx="679579" cy="3118309"/>
            </a:xfrm>
          </p:grpSpPr>
          <p:sp>
            <p:nvSpPr>
              <p:cNvPr id="85" name="모서리가 둥근 직사각형 84"/>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6" name="직사각형 85"/>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7" name="모서리가 둥근 직사각형 86"/>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6" name="그룹 75"/>
            <p:cNvGrpSpPr/>
            <p:nvPr/>
          </p:nvGrpSpPr>
          <p:grpSpPr>
            <a:xfrm rot="2700000" flipV="1">
              <a:off x="1130699" y="3572025"/>
              <a:ext cx="499788" cy="2293322"/>
              <a:chOff x="-1233895" y="3188563"/>
              <a:chExt cx="679579" cy="3118309"/>
            </a:xfrm>
          </p:grpSpPr>
          <p:sp>
            <p:nvSpPr>
              <p:cNvPr id="82" name="모서리가 둥근 직사각형 81"/>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3" name="직사각형 82"/>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4" name="모서리가 둥근 직사각형 83"/>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grpSp>
          <p:nvGrpSpPr>
            <p:cNvPr id="77" name="그룹 76"/>
            <p:cNvGrpSpPr/>
            <p:nvPr/>
          </p:nvGrpSpPr>
          <p:grpSpPr>
            <a:xfrm rot="18900000" flipH="1" flipV="1">
              <a:off x="4034017" y="3572025"/>
              <a:ext cx="499788" cy="2293322"/>
              <a:chOff x="-1233895" y="3188563"/>
              <a:chExt cx="679579" cy="3118309"/>
            </a:xfrm>
          </p:grpSpPr>
          <p:sp>
            <p:nvSpPr>
              <p:cNvPr id="79" name="모서리가 둥근 직사각형 78"/>
              <p:cNvSpPr/>
              <p:nvPr/>
            </p:nvSpPr>
            <p:spPr>
              <a:xfrm>
                <a:off x="-1188948" y="3188563"/>
                <a:ext cx="589684" cy="408973"/>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0" name="직사각형 79"/>
              <p:cNvSpPr/>
              <p:nvPr/>
            </p:nvSpPr>
            <p:spPr>
              <a:xfrm>
                <a:off x="-1144000" y="5836588"/>
                <a:ext cx="499788" cy="47028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sp>
            <p:nvSpPr>
              <p:cNvPr id="81" name="모서리가 둥근 직사각형 80"/>
              <p:cNvSpPr/>
              <p:nvPr/>
            </p:nvSpPr>
            <p:spPr>
              <a:xfrm>
                <a:off x="-1233895" y="3334647"/>
                <a:ext cx="679579" cy="2504793"/>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78" name="타원 77"/>
            <p:cNvSpPr/>
            <p:nvPr/>
          </p:nvSpPr>
          <p:spPr>
            <a:xfrm>
              <a:off x="1827247" y="2323843"/>
              <a:ext cx="2021608" cy="2021608"/>
            </a:xfrm>
            <a:prstGeom prst="ellipse">
              <a:avLst/>
            </a:prstGeom>
            <a:solidFill>
              <a:schemeClr val="bg1">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nsolas" panose="020B0609020204030204" pitchFamily="49" charset="0"/>
              </a:endParaRPr>
            </a:p>
          </p:txBody>
        </p:sp>
      </p:grpSp>
      <p:sp>
        <p:nvSpPr>
          <p:cNvPr id="91" name="직사각형 90"/>
          <p:cNvSpPr/>
          <p:nvPr/>
        </p:nvSpPr>
        <p:spPr>
          <a:xfrm>
            <a:off x="5811521"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6">
                  <a:lumMod val="75000"/>
                </a:schemeClr>
              </a:solidFill>
              <a:latin typeface="Rockwell Extra Bold" panose="02060903040505020403" pitchFamily="18" charset="0"/>
            </a:endParaRPr>
          </a:p>
        </p:txBody>
      </p:sp>
      <p:sp>
        <p:nvSpPr>
          <p:cNvPr id="92" name="직사각형 91"/>
          <p:cNvSpPr/>
          <p:nvPr/>
        </p:nvSpPr>
        <p:spPr>
          <a:xfrm>
            <a:off x="1428220" y="2599208"/>
            <a:ext cx="1810111" cy="1446550"/>
          </a:xfrm>
          <a:prstGeom prst="rect">
            <a:avLst/>
          </a:prstGeom>
        </p:spPr>
        <p:txBody>
          <a:bodyPr wrap="none">
            <a:spAutoFit/>
          </a:bodyPr>
          <a:lstStyle/>
          <a:p>
            <a:pPr algn="ctr"/>
            <a:r>
              <a:rPr lang="en-US" sz="6000" b="1" dirty="0">
                <a:latin typeface="Consolas" panose="020B0609020204030204" pitchFamily="49" charset="0"/>
              </a:rPr>
              <a:t>#</a:t>
            </a:r>
            <a:r>
              <a:rPr lang="en-US" sz="8800" b="1" spc="-150" dirty="0">
                <a:latin typeface="Consolas" panose="020B0609020204030204" pitchFamily="49" charset="0"/>
              </a:rPr>
              <a:t>10</a:t>
            </a:r>
          </a:p>
        </p:txBody>
      </p:sp>
      <p:sp>
        <p:nvSpPr>
          <p:cNvPr id="93" name="직사각형 92"/>
          <p:cNvSpPr/>
          <p:nvPr/>
        </p:nvSpPr>
        <p:spPr>
          <a:xfrm>
            <a:off x="5811519" y="908760"/>
            <a:ext cx="4836236" cy="615886"/>
          </a:xfrm>
          <a:prstGeom prst="rect">
            <a:avLst/>
          </a:prstGeom>
          <a:solidFill>
            <a:schemeClr val="accent6"/>
          </a:solidFill>
          <a:ln w="38100">
            <a:solidFill>
              <a:schemeClr val="tx1"/>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6">
                    <a:lumMod val="50000"/>
                  </a:schemeClr>
                </a:solidFill>
                <a:latin typeface="Rockwell Extra Bold" panose="02060903040505020403" pitchFamily="18" charset="0"/>
              </a:rPr>
              <a:t>615243</a:t>
            </a:r>
          </a:p>
        </p:txBody>
      </p:sp>
      <p:pic>
        <p:nvPicPr>
          <p:cNvPr id="4" name="Electronic Safe Keypad SFX">
            <a:hlinkClick r:id="" action="ppaction://media"/>
          </p:cNvPr>
          <p:cNvPicPr>
            <a:picLocks noChangeAspect="1"/>
          </p:cNvPicPr>
          <p:nvPr>
            <a:audioFile r:link="rId2"/>
            <p:extLst>
              <p:ext uri="{DAA4B4D4-6D71-4841-9C94-3DE7FCFB9230}">
                <p14:media xmlns:p14="http://schemas.microsoft.com/office/powerpoint/2010/main" r:embed="rId1">
                  <p14:fade out="500"/>
                </p14:media>
              </p:ext>
            </p:extLst>
          </p:nvPr>
        </p:nvPicPr>
        <p:blipFill>
          <a:blip r:embed="rId8"/>
          <a:stretch>
            <a:fillRect/>
          </a:stretch>
        </p:blipFill>
        <p:spPr>
          <a:xfrm>
            <a:off x="6037185" y="-1435122"/>
            <a:ext cx="609600" cy="609600"/>
          </a:xfrm>
          <a:prstGeom prst="rect">
            <a:avLst/>
          </a:prstGeom>
        </p:spPr>
      </p:pic>
      <p:pic>
        <p:nvPicPr>
          <p:cNvPr id="164" name="Picture 163" descr="go_to_a_science_camp.jpg"/>
          <p:cNvPicPr>
            <a:picLocks noChangeAspect="1"/>
          </p:cNvPicPr>
          <p:nvPr/>
        </p:nvPicPr>
        <p:blipFill>
          <a:blip r:embed="rId9"/>
          <a:stretch>
            <a:fillRect/>
          </a:stretch>
        </p:blipFill>
        <p:spPr>
          <a:xfrm>
            <a:off x="5842019" y="2632219"/>
            <a:ext cx="1234440" cy="465803"/>
          </a:xfrm>
          <a:prstGeom prst="rect">
            <a:avLst/>
          </a:prstGeom>
        </p:spPr>
      </p:pic>
      <p:pic>
        <p:nvPicPr>
          <p:cNvPr id="165" name="Picture 164" descr="go_to_the_beach.jpg"/>
          <p:cNvPicPr>
            <a:picLocks noChangeAspect="1"/>
          </p:cNvPicPr>
          <p:nvPr/>
        </p:nvPicPr>
        <p:blipFill>
          <a:blip r:embed="rId10"/>
          <a:stretch>
            <a:fillRect/>
          </a:stretch>
        </p:blipFill>
        <p:spPr>
          <a:xfrm>
            <a:off x="7573620" y="2498051"/>
            <a:ext cx="1234440" cy="734138"/>
          </a:xfrm>
          <a:prstGeom prst="rect">
            <a:avLst/>
          </a:prstGeom>
        </p:spPr>
      </p:pic>
      <p:pic>
        <p:nvPicPr>
          <p:cNvPr id="166" name="Picture 165" descr="go_to_the_library.jpg"/>
          <p:cNvPicPr>
            <a:picLocks noChangeAspect="1"/>
          </p:cNvPicPr>
          <p:nvPr/>
        </p:nvPicPr>
        <p:blipFill>
          <a:blip r:embed="rId11"/>
          <a:stretch>
            <a:fillRect/>
          </a:stretch>
        </p:blipFill>
        <p:spPr>
          <a:xfrm>
            <a:off x="9305643" y="2463666"/>
            <a:ext cx="1234440" cy="802909"/>
          </a:xfrm>
          <a:prstGeom prst="rect">
            <a:avLst/>
          </a:prstGeom>
        </p:spPr>
      </p:pic>
      <p:pic>
        <p:nvPicPr>
          <p:cNvPr id="167" name="Picture 166" descr="read_many_books.jpg"/>
          <p:cNvPicPr>
            <a:picLocks noChangeAspect="1"/>
          </p:cNvPicPr>
          <p:nvPr/>
        </p:nvPicPr>
        <p:blipFill>
          <a:blip r:embed="rId12"/>
          <a:stretch>
            <a:fillRect/>
          </a:stretch>
        </p:blipFill>
        <p:spPr>
          <a:xfrm>
            <a:off x="5842019" y="3803993"/>
            <a:ext cx="1234440" cy="932377"/>
          </a:xfrm>
          <a:prstGeom prst="rect">
            <a:avLst/>
          </a:prstGeom>
        </p:spPr>
      </p:pic>
      <p:pic>
        <p:nvPicPr>
          <p:cNvPr id="168" name="Picture 167" descr="visit_my_cousin.jpg"/>
          <p:cNvPicPr>
            <a:picLocks noChangeAspect="1"/>
          </p:cNvPicPr>
          <p:nvPr/>
        </p:nvPicPr>
        <p:blipFill>
          <a:blip r:embed="rId13"/>
          <a:stretch>
            <a:fillRect/>
          </a:stretch>
        </p:blipFill>
        <p:spPr>
          <a:xfrm>
            <a:off x="7573620" y="3702635"/>
            <a:ext cx="1234440" cy="1135092"/>
          </a:xfrm>
          <a:prstGeom prst="rect">
            <a:avLst/>
          </a:prstGeom>
        </p:spPr>
      </p:pic>
      <p:pic>
        <p:nvPicPr>
          <p:cNvPr id="169" name="Picture 168" descr="make_a_robot.jpg"/>
          <p:cNvPicPr>
            <a:picLocks noChangeAspect="1"/>
          </p:cNvPicPr>
          <p:nvPr/>
        </p:nvPicPr>
        <p:blipFill>
          <a:blip r:embed="rId14"/>
          <a:stretch>
            <a:fillRect/>
          </a:stretch>
        </p:blipFill>
        <p:spPr>
          <a:xfrm>
            <a:off x="9305643" y="3858018"/>
            <a:ext cx="1234440" cy="824327"/>
          </a:xfrm>
          <a:prstGeom prst="rect">
            <a:avLst/>
          </a:prstGeom>
        </p:spPr>
      </p:pic>
    </p:spTree>
    <p:extLst>
      <p:ext uri="{BB962C8B-B14F-4D97-AF65-F5344CB8AC3E}">
        <p14:creationId xmlns:p14="http://schemas.microsoft.com/office/powerpoint/2010/main" val="1576132537"/>
      </p:ext>
    </p:extLst>
  </p:cSld>
  <p:clrMapOvr>
    <a:masterClrMapping/>
  </p:clrMapOvr>
  <mc:AlternateContent xmlns:mc="http://schemas.openxmlformats.org/markup-compatibility/2006" xmlns:p14="http://schemas.microsoft.com/office/powerpoint/2010/main">
    <mc:Choice Requires="p14">
      <p:transition spd="slow" p14:dur="2000">
        <p:comb/>
        <p:sndAc>
          <p:stSnd>
            <p:snd r:embed="rId5" name="Prison Door Closing.wav"/>
          </p:stSnd>
        </p:sndAc>
      </p:transition>
    </mc:Choice>
    <mc:Fallback xmlns="">
      <p:transition spd="slow">
        <p:comb/>
        <p:sndAc>
          <p:stSnd>
            <p:snd r:embed="rId15" name="Prison Door Closin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repeatCount="indefinite" fill="hold" grpId="0" nodeType="withEffect">
                                  <p:stCondLst>
                                    <p:cond delay="0"/>
                                  </p:stCondLst>
                                  <p:childTnLst>
                                    <p:animClr clrSpc="hsl" dir="cw">
                                      <p:cBhvr override="childStyle">
                                        <p:cTn id="6" dur="1500" fill="hold"/>
                                        <p:tgtEl>
                                          <p:spTgt spid="133"/>
                                        </p:tgtEl>
                                        <p:attrNameLst>
                                          <p:attrName>style.color</p:attrName>
                                        </p:attrNameLst>
                                      </p:cBhvr>
                                      <p:by>
                                        <p:hsl h="0" s="-12549" l="-25098"/>
                                      </p:by>
                                    </p:animClr>
                                    <p:animClr clrSpc="hsl" dir="cw">
                                      <p:cBhvr>
                                        <p:cTn id="7" dur="1500" fill="hold"/>
                                        <p:tgtEl>
                                          <p:spTgt spid="133"/>
                                        </p:tgtEl>
                                        <p:attrNameLst>
                                          <p:attrName>fillcolor</p:attrName>
                                        </p:attrNameLst>
                                      </p:cBhvr>
                                      <p:by>
                                        <p:hsl h="0" s="-12549" l="-25098"/>
                                      </p:by>
                                    </p:animClr>
                                    <p:animClr clrSpc="hsl" dir="cw">
                                      <p:cBhvr>
                                        <p:cTn id="8" dur="1500" fill="hold"/>
                                        <p:tgtEl>
                                          <p:spTgt spid="133"/>
                                        </p:tgtEl>
                                        <p:attrNameLst>
                                          <p:attrName>stroke.color</p:attrName>
                                        </p:attrNameLst>
                                      </p:cBhvr>
                                      <p:by>
                                        <p:hsl h="0" s="-12549" l="-25098"/>
                                      </p:by>
                                    </p:animClr>
                                    <p:set>
                                      <p:cBhvr>
                                        <p:cTn id="9" dur="1500" fill="hold"/>
                                        <p:tgtEl>
                                          <p:spTgt spid="13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300"/>
                                  </p:iterate>
                                  <p:childTnLst>
                                    <p:set>
                                      <p:cBhvr>
                                        <p:cTn id="13" dur="1" fill="hold">
                                          <p:stCondLst>
                                            <p:cond delay="0"/>
                                          </p:stCondLst>
                                        </p:cTn>
                                        <p:tgtEl>
                                          <p:spTgt spid="93"/>
                                        </p:tgtEl>
                                        <p:attrNameLst>
                                          <p:attrName>style.visibility</p:attrName>
                                        </p:attrNameLst>
                                      </p:cBhvr>
                                      <p:to>
                                        <p:strVal val="visible"/>
                                      </p:to>
                                    </p:set>
                                  </p:childTnLst>
                                </p:cTn>
                              </p:par>
                              <p:par>
                                <p:cTn id="14" presetID="1" presetClass="mediacall" presetSubtype="0" fill="hold" nodeType="withEffect">
                                  <p:stCondLst>
                                    <p:cond delay="0"/>
                                  </p:stCondLst>
                                  <p:childTnLst>
                                    <p:cmd type="call" cmd="playFrom(0.0)">
                                      <p:cBhvr>
                                        <p:cTn id="15" dur="2000" fill="hold"/>
                                        <p:tgtEl>
                                          <p:spTgt spid="4"/>
                                        </p:tgtEl>
                                      </p:cBhvr>
                                    </p:cmd>
                                  </p:childTnLst>
                                </p:cTn>
                              </p:par>
                            </p:childTnLst>
                          </p:cTn>
                        </p:par>
                        <p:par>
                          <p:cTn id="16" fill="hold">
                            <p:stCondLst>
                              <p:cond delay="2101"/>
                            </p:stCondLst>
                            <p:childTnLst>
                              <p:par>
                                <p:cTn id="17" presetID="8" presetClass="emph" presetSubtype="0" fill="hold" nodeType="afterEffect">
                                  <p:stCondLst>
                                    <p:cond delay="0"/>
                                  </p:stCondLst>
                                  <p:childTnLst>
                                    <p:animRot by="10800000">
                                      <p:cBhvr>
                                        <p:cTn id="18" dur="2000" fill="hold"/>
                                        <p:tgtEl>
                                          <p:spTgt spid="72"/>
                                        </p:tgtEl>
                                        <p:attrNameLst>
                                          <p:attrName>r</p:attrName>
                                        </p:attrNameLst>
                                      </p:cBhvr>
                                    </p:animRot>
                                  </p:childTnLst>
                                  <p:subTnLst>
                                    <p:audio>
                                      <p:cMediaNode>
                                        <p:cTn display="0" masterRel="sameClick">
                                          <p:stCondLst>
                                            <p:cond evt="begin" delay="0">
                                              <p:tn val="17"/>
                                            </p:cond>
                                          </p:stCondLst>
                                          <p:endCondLst>
                                            <p:cond evt="onStopAudio" delay="0">
                                              <p:tgtEl>
                                                <p:sldTgt/>
                                              </p:tgtEl>
                                            </p:cond>
                                          </p:endCondLst>
                                        </p:cTn>
                                        <p:tgtEl>
                                          <p:sndTgt r:embed="rId6" name="Vault Door Crank SFX.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4"/>
                </p:tgtEl>
              </p:cMediaNode>
            </p:audio>
          </p:childTnLst>
        </p:cTn>
      </p:par>
    </p:tnLst>
    <p:bldLst>
      <p:bldP spid="133" grpId="0" animBg="1"/>
      <p:bldP spid="9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1564399" y="2633637"/>
            <a:ext cx="9050876" cy="1569660"/>
          </a:xfrm>
          <a:prstGeom prst="rect">
            <a:avLst/>
          </a:prstGeom>
          <a:noFill/>
        </p:spPr>
        <p:txBody>
          <a:bodyPr wrap="none" rtlCol="0">
            <a:spAutoFit/>
          </a:bodyPr>
          <a:lstStyle/>
          <a:p>
            <a:pPr algn="ctr"/>
            <a:r>
              <a:rPr lang="en-US" sz="9600" spc="1000" dirty="0">
                <a:solidFill>
                  <a:schemeClr val="bg1"/>
                </a:solidFill>
                <a:latin typeface="Rockwell Extra Bold" panose="02060903040505020403" pitchFamily="18" charset="0"/>
              </a:rPr>
              <a:t>GOOD JOB!</a:t>
            </a:r>
          </a:p>
        </p:txBody>
      </p:sp>
    </p:spTree>
    <p:extLst>
      <p:ext uri="{BB962C8B-B14F-4D97-AF65-F5344CB8AC3E}">
        <p14:creationId xmlns:p14="http://schemas.microsoft.com/office/powerpoint/2010/main" val="2396251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2" name="Breaking Glass.wav"/>
          </p:stSnd>
        </p:sndAc>
      </p:transition>
    </mc:Choice>
    <mc:Fallback xmlns="">
      <p:transition spd="slow">
        <p:fade/>
        <p:sndAc>
          <p:stSnd>
            <p:snd r:embed="rId4" name="Breaking Glass.wav"/>
          </p:stSnd>
        </p:sndAc>
      </p:transition>
    </mc:Fallback>
  </mc:AlternateContent>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751</TotalTime>
  <Words>1047</Words>
  <Application>Microsoft Macintosh PowerPoint</Application>
  <PresentationFormat>와이드스크린</PresentationFormat>
  <Paragraphs>150</Paragraphs>
  <Slides>21</Slides>
  <Notes>16</Notes>
  <HiddenSlides>0</HiddenSlides>
  <MMClips>10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21</vt:i4>
      </vt:variant>
    </vt:vector>
  </HeadingPairs>
  <TitlesOfParts>
    <vt:vector size="25" baseType="lpstr">
      <vt:lpstr>Rockwell Extra Bold</vt:lpstr>
      <vt:lpstr>Consolas</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Jeeyoung Jeon</cp:lastModifiedBy>
  <cp:revision>77</cp:revision>
  <dcterms:created xsi:type="dcterms:W3CDTF">2020-04-16T06:19:02Z</dcterms:created>
  <dcterms:modified xsi:type="dcterms:W3CDTF">2026-06-17T02:42:53Z</dcterms:modified>
</cp:coreProperties>
</file>