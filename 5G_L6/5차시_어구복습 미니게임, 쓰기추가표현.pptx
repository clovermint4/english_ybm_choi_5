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93" r:id="rId2"/>
    <p:sldId id="302" r:id="rId3"/>
    <p:sldId id="325" r:id="rId4"/>
    <p:sldId id="326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/>
    <p:restoredTop sz="94681"/>
  </p:normalViewPr>
  <p:slideViewPr>
    <p:cSldViewPr>
      <p:cViewPr varScale="1">
        <p:scale>
          <a:sx n="80" d="100"/>
          <a:sy n="80" d="100"/>
        </p:scale>
        <p:origin x="184" y="1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C8030-4C29-4179-820C-36326890DB59}" type="datetimeFigureOut">
              <a:rPr lang="ko-KR" altLang="en-US" smtClean="0"/>
              <a:t>2026. 6. 28.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18067-ECD7-44EE-8E1D-3B2C25E76B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48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D367-F571-4CB8-89EE-5C63B4F7173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B33C-0902-4E42-AC92-516DEEFE5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29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D367-F571-4CB8-89EE-5C63B4F7173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B33C-0902-4E42-AC92-516DEEFE5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60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D367-F571-4CB8-89EE-5C63B4F7173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B33C-0902-4E42-AC92-516DEEFE5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96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D367-F571-4CB8-89EE-5C63B4F7173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B33C-0902-4E42-AC92-516DEEFE5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14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D367-F571-4CB8-89EE-5C63B4F7173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B33C-0902-4E42-AC92-516DEEFE5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36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D367-F571-4CB8-89EE-5C63B4F7173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B33C-0902-4E42-AC92-516DEEFE5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4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D367-F571-4CB8-89EE-5C63B4F7173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B33C-0902-4E42-AC92-516DEEFE5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03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D367-F571-4CB8-89EE-5C63B4F7173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B33C-0902-4E42-AC92-516DEEFE5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79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D367-F571-4CB8-89EE-5C63B4F7173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B33C-0902-4E42-AC92-516DEEFE5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48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D367-F571-4CB8-89EE-5C63B4F7173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B33C-0902-4E42-AC92-516DEEFE5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71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D367-F571-4CB8-89EE-5C63B4F7173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B33C-0902-4E42-AC92-516DEEFE5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67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2D367-F571-4CB8-89EE-5C63B4F7173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6B33C-0902-4E42-AC92-516DEEFE5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1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79512" y="1196752"/>
            <a:ext cx="8784976" cy="4320479"/>
          </a:xfrm>
        </p:spPr>
        <p:txBody>
          <a:bodyPr>
            <a:noAutofit/>
          </a:bodyPr>
          <a:lstStyle/>
          <a:p>
            <a:r>
              <a:rPr lang="en-US" sz="8000" b="1" dirty="0"/>
              <a:t>Talk Together</a:t>
            </a:r>
          </a:p>
        </p:txBody>
      </p:sp>
    </p:spTree>
    <p:extLst>
      <p:ext uri="{BB962C8B-B14F-4D97-AF65-F5344CB8AC3E}">
        <p14:creationId xmlns:p14="http://schemas.microsoft.com/office/powerpoint/2010/main" val="4233303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en-US" altLang="ko-KR" b="1" dirty="0"/>
              <a:t>How to Play</a:t>
            </a:r>
            <a:endParaRPr lang="ko-KR" altLang="en-US" b="1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179512" y="1268760"/>
            <a:ext cx="8712968" cy="558924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ko-KR" b="1" dirty="0"/>
              <a:t>Do rock paper scissors. The winner rolls the die. </a:t>
            </a:r>
          </a:p>
          <a:p>
            <a:pPr marL="514350" indent="-514350">
              <a:buAutoNum type="arabicPeriod"/>
            </a:pPr>
            <a:r>
              <a:rPr lang="en-US" altLang="ko-KR" b="1" dirty="0"/>
              <a:t>The other student should say </a:t>
            </a:r>
            <a:r>
              <a:rPr lang="en-US" altLang="ko-KR" b="1" dirty="0">
                <a:solidFill>
                  <a:srgbClr val="FF0000"/>
                </a:solidFill>
              </a:rPr>
              <a:t>“What will you do for the Earth?”</a:t>
            </a:r>
          </a:p>
          <a:p>
            <a:pPr marL="514350" indent="-514350">
              <a:buAutoNum type="arabicPeriod"/>
            </a:pPr>
            <a:r>
              <a:rPr lang="en-US" altLang="ko-KR" b="1" dirty="0"/>
              <a:t>The winner should answer </a:t>
            </a:r>
            <a:r>
              <a:rPr lang="en-US" altLang="ko-KR" b="1" dirty="0">
                <a:solidFill>
                  <a:srgbClr val="0070C0"/>
                </a:solidFill>
              </a:rPr>
              <a:t>“ I will ____________.” </a:t>
            </a:r>
            <a:r>
              <a:rPr lang="en-US" altLang="ko-KR" b="1" dirty="0"/>
              <a:t> and color the coin.</a:t>
            </a:r>
          </a:p>
          <a:p>
            <a:pPr marL="514350" indent="-514350">
              <a:buAutoNum type="arabicPeriod"/>
            </a:pPr>
            <a:r>
              <a:rPr lang="en-US" altLang="ko-KR" b="1" dirty="0"/>
              <a:t>Don’t do rock paper scissors again. The loser goes next.</a:t>
            </a:r>
          </a:p>
          <a:p>
            <a:pPr marL="514350" indent="-514350">
              <a:buAutoNum type="arabicPeriod"/>
            </a:pPr>
            <a:r>
              <a:rPr lang="en-US" altLang="ko-KR" b="1" dirty="0"/>
              <a:t>If you have 3 coins in a picture, you would get 1 point. The person who has more points will be the winner.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593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67" name="Picture 4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88640"/>
            <a:ext cx="9143999" cy="6334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3A9EA71-6E7C-0065-792A-8D331A242676}"/>
              </a:ext>
            </a:extLst>
          </p:cNvPr>
          <p:cNvSpPr/>
          <p:nvPr/>
        </p:nvSpPr>
        <p:spPr>
          <a:xfrm>
            <a:off x="1619672" y="3501008"/>
            <a:ext cx="1296144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2500" dirty="0">
                <a:solidFill>
                  <a:schemeClr val="tx1"/>
                </a:solidFill>
              </a:rPr>
              <a:t>Save energy</a:t>
            </a:r>
            <a:endParaRPr kumimoji="1" lang="ko-Kore-KR" altLang="en-US" sz="25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DFBB01-D86F-F5E2-9954-28CFBF64E097}"/>
              </a:ext>
            </a:extLst>
          </p:cNvPr>
          <p:cNvSpPr/>
          <p:nvPr/>
        </p:nvSpPr>
        <p:spPr>
          <a:xfrm>
            <a:off x="94929" y="3501008"/>
            <a:ext cx="1296144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2500" dirty="0">
                <a:solidFill>
                  <a:schemeClr val="tx1"/>
                </a:solidFill>
              </a:rPr>
              <a:t>Pick up trash</a:t>
            </a:r>
            <a:endParaRPr kumimoji="1" lang="ko-Kore-KR" altLang="en-US" sz="25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74BE131-0817-695B-BEC3-2AEF2C5F3AF7}"/>
              </a:ext>
            </a:extLst>
          </p:cNvPr>
          <p:cNvSpPr/>
          <p:nvPr/>
        </p:nvSpPr>
        <p:spPr>
          <a:xfrm>
            <a:off x="3144415" y="3494531"/>
            <a:ext cx="1296144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2500" dirty="0">
                <a:solidFill>
                  <a:schemeClr val="tx1"/>
                </a:solidFill>
              </a:rPr>
              <a:t>Save water</a:t>
            </a:r>
            <a:endParaRPr kumimoji="1" lang="ko-Kore-KR" altLang="en-US" sz="25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FBC013-F0D0-40A2-F449-1226DD2FF5AE}"/>
              </a:ext>
            </a:extLst>
          </p:cNvPr>
          <p:cNvSpPr/>
          <p:nvPr/>
        </p:nvSpPr>
        <p:spPr>
          <a:xfrm>
            <a:off x="4674820" y="3465940"/>
            <a:ext cx="1296144" cy="1639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2500" dirty="0">
                <a:solidFill>
                  <a:schemeClr val="tx1"/>
                </a:solidFill>
              </a:rPr>
              <a:t>Turn off the lights</a:t>
            </a:r>
            <a:endParaRPr kumimoji="1" lang="ko-Kore-KR" altLang="en-US" sz="2500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6094378-6D6E-B87D-B3EE-BF8064E4F08F}"/>
              </a:ext>
            </a:extLst>
          </p:cNvPr>
          <p:cNvSpPr/>
          <p:nvPr/>
        </p:nvSpPr>
        <p:spPr>
          <a:xfrm>
            <a:off x="6193901" y="3406118"/>
            <a:ext cx="1330427" cy="1699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2500" dirty="0">
                <a:solidFill>
                  <a:schemeClr val="tx1"/>
                </a:solidFill>
              </a:rPr>
              <a:t>Use less plastic</a:t>
            </a:r>
            <a:endParaRPr kumimoji="1" lang="ko-Kore-KR" altLang="en-US" sz="25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0AD66C-EB8A-E49C-5F3E-B3136AC8942A}"/>
              </a:ext>
            </a:extLst>
          </p:cNvPr>
          <p:cNvSpPr/>
          <p:nvPr/>
        </p:nvSpPr>
        <p:spPr>
          <a:xfrm>
            <a:off x="7668344" y="3396857"/>
            <a:ext cx="1330427" cy="1699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2500" dirty="0">
                <a:solidFill>
                  <a:schemeClr val="tx1"/>
                </a:solidFill>
              </a:rPr>
              <a:t>Ride a bike</a:t>
            </a:r>
            <a:endParaRPr kumimoji="1" lang="ko-Kore-KR" altLang="en-US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79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13342"/>
            <a:ext cx="8229600" cy="6728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6000" b="1" dirty="0">
                <a:solidFill>
                  <a:srgbClr val="FF0000"/>
                </a:solidFill>
              </a:rPr>
              <a:t>What will you do for the Earth?</a:t>
            </a:r>
          </a:p>
          <a:p>
            <a:pPr marL="0" indent="0">
              <a:buNone/>
            </a:pPr>
            <a:endParaRPr lang="en-US" altLang="ko-KR" sz="200" b="1" dirty="0"/>
          </a:p>
          <a:p>
            <a:pPr marL="0" indent="0">
              <a:buNone/>
            </a:pPr>
            <a:r>
              <a:rPr lang="en-US" altLang="ko-KR" sz="6000" b="1" dirty="0">
                <a:solidFill>
                  <a:srgbClr val="0070C0"/>
                </a:solidFill>
              </a:rPr>
              <a:t>I will…</a:t>
            </a:r>
          </a:p>
          <a:p>
            <a:pPr marL="0" indent="0">
              <a:buNone/>
            </a:pPr>
            <a:r>
              <a:rPr lang="en-US" altLang="ko-KR" b="1" dirty="0"/>
              <a:t>save energy		take short showers	</a:t>
            </a:r>
          </a:p>
          <a:p>
            <a:pPr marL="0" indent="0">
              <a:buNone/>
            </a:pPr>
            <a:r>
              <a:rPr lang="en-US" altLang="ko-KR" b="1" dirty="0"/>
              <a:t>save water			turn off the light</a:t>
            </a:r>
          </a:p>
          <a:p>
            <a:pPr marL="0" indent="0">
              <a:buNone/>
            </a:pPr>
            <a:r>
              <a:rPr lang="en-US" altLang="ko-KR" b="1" dirty="0"/>
              <a:t>take a walk		use less plastic</a:t>
            </a:r>
          </a:p>
          <a:p>
            <a:pPr marL="0" indent="0">
              <a:buNone/>
            </a:pPr>
            <a:r>
              <a:rPr lang="en-US" altLang="ko-KR" b="1" dirty="0"/>
              <a:t>plant trees			ride a bike</a:t>
            </a:r>
          </a:p>
          <a:p>
            <a:pPr marL="0" indent="0">
              <a:buNone/>
            </a:pPr>
            <a:r>
              <a:rPr lang="en-US" altLang="ko-KR" b="1" dirty="0"/>
              <a:t>use a cup			put trash in the trash bin</a:t>
            </a:r>
          </a:p>
          <a:p>
            <a:pPr marL="0" indent="0">
              <a:buNone/>
            </a:pPr>
            <a:r>
              <a:rPr lang="en-US" altLang="ko-KR" b="1" dirty="0"/>
              <a:t>recycle bottles		turn off the T.V.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81635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165</Words>
  <Application>Microsoft Macintosh PowerPoint</Application>
  <PresentationFormat>화면 슬라이드 쇼(4:3)</PresentationFormat>
  <Paragraphs>22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테마</vt:lpstr>
      <vt:lpstr>Talk Together</vt:lpstr>
      <vt:lpstr>How to Play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Jeeyoung Jeon</cp:lastModifiedBy>
  <cp:revision>39</cp:revision>
  <dcterms:created xsi:type="dcterms:W3CDTF">2015-11-13T06:11:51Z</dcterms:created>
  <dcterms:modified xsi:type="dcterms:W3CDTF">2026-06-28T10:05:35Z</dcterms:modified>
</cp:coreProperties>
</file>