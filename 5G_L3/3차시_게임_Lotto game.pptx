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1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7"/>
    <p:restoredTop sz="86667"/>
  </p:normalViewPr>
  <p:slideViewPr>
    <p:cSldViewPr snapToObjects="1">
      <p:cViewPr varScale="1">
        <p:scale>
          <a:sx n="100" d="100"/>
          <a:sy n="100" d="100"/>
        </p:scale>
        <p:origin x="954" y="120"/>
      </p:cViewPr>
      <p:guideLst>
        <p:guide orient="horz" pos="215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2021-05-26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2F444CF-AAAD-4BB2-B5DD-7813268DEEE9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>
              <a:defRPr/>
            </a:pPr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>
              <a:defRPr/>
            </a:pPr>
            <a:r>
              <a:rPr lang="ko-KR" altLang="en-US"/>
              <a:t>첫째 목차</a:t>
            </a:r>
          </a:p>
          <a:p>
            <a:pPr lvl="0">
              <a:defRPr/>
            </a:pPr>
            <a:r>
              <a:rPr lang="ko-KR" altLang="en-US"/>
              <a:t>둘째 목차</a:t>
            </a:r>
          </a:p>
          <a:p>
            <a:pPr lvl="0">
              <a:defRPr/>
            </a:pPr>
            <a:r>
              <a:rPr lang="ko-KR" altLang="en-US"/>
              <a:t>셋째 목차</a:t>
            </a:r>
          </a:p>
          <a:p>
            <a:pPr lvl="0">
              <a:defRPr/>
            </a:pPr>
            <a:r>
              <a:rPr lang="ko-KR" altLang="en-US"/>
              <a:t>넷째 목차</a:t>
            </a:r>
          </a:p>
          <a:p>
            <a:pPr lvl="0">
              <a:defRPr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43472" y="2204864"/>
            <a:ext cx="9144000" cy="1728192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altLang="ko-KR" sz="1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Segoe Print"/>
              </a:rPr>
              <a:t>Lotto game</a:t>
            </a:r>
            <a:endParaRPr lang="ko-KR" altLang="en-US" sz="115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40"/>
                  </a:srgbClr>
                </a:outerShdw>
              </a:effectLst>
              <a:latin typeface="Segoe Prin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 txBox="1"/>
          <p:nvPr/>
        </p:nvSpPr>
        <p:spPr>
          <a:xfrm>
            <a:off x="263271" y="0"/>
            <a:ext cx="11928728" cy="6858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85000" lnSpcReduction="10000"/>
          </a:bodyPr>
          <a:lstStyle/>
          <a:p>
            <a:pPr marL="0" marR="0" lvl="0" indent="0" algn="ctr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defRPr/>
            </a:pPr>
            <a:r>
              <a:rPr xmlns:mc="http://schemas.openxmlformats.org/markup-compatibility/2006" xmlns:hp="http://schemas.haansoft.com/office/presentation/8.0" kumimoji="0" lang="en-US" altLang="ko-KR" sz="7300" b="1" i="0" u="none" strike="noStrike" kern="1200" cap="none" spc="0" normalizeH="0" baseline="0" mc:Ignorable="hp" hp:hslEmbossed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uLnTx/>
                <a:uFillTx/>
                <a:latin typeface="한컴 윤고딕 250"/>
                <a:ea typeface="한컴 윤고딕 250"/>
              </a:rPr>
              <a:t>Word Lotto</a:t>
            </a:r>
            <a:endParaRPr xmlns:mc="http://schemas.openxmlformats.org/markup-compatibility/2006" xmlns:hp="http://schemas.haansoft.com/office/presentation/8.0" kumimoji="0" lang="en-US" altLang="ko-KR" sz="7300" b="1" i="0" u="none" strike="noStrike" kern="1200" cap="none" spc="0" normalizeH="0" baseline="0" mc:Ignorable="hp" hp:hslEmbossed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40"/>
                  </a:srgbClr>
                </a:outerShdw>
              </a:effectLst>
              <a:uLnTx/>
              <a:uFillTx/>
              <a:latin typeface="한컴 윤고딕 250"/>
              <a:ea typeface="한컴 윤고딕 250"/>
            </a:endParaRPr>
          </a:p>
          <a:p>
            <a:pPr marL="0" marR="0" lvl="0" indent="0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None/>
              <a:defRPr/>
            </a:pP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선생님이 보여주는 단어 중에서 </a:t>
            </a:r>
            <a:r>
              <a:rPr kumimoji="0" lang="en-US" altLang="ko-KR" sz="5800" b="0" i="0" strike="noStrike" kern="1200" cap="none" spc="0" normalizeH="0" baseline="0">
                <a:solidFill>
                  <a:srgbClr val="ff0000"/>
                </a:solidFill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3</a:t>
            </a:r>
            <a:r>
              <a:rPr kumimoji="0" lang="ko-KR" altLang="en-US" sz="5800" b="0" i="0" strike="noStrike" kern="1200" cap="none" spc="0" normalizeH="0" baseline="0">
                <a:solidFill>
                  <a:srgbClr val="ff0000"/>
                </a:solidFill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개를 골라</a:t>
            </a:r>
            <a:r>
              <a:rPr kumimoji="0" lang="en-US" altLang="ko-KR" sz="5800" b="0" i="0" strike="noStrike" kern="1200" cap="none" spc="0" normalizeH="0" baseline="0">
                <a:solidFill>
                  <a:srgbClr val="ff0000"/>
                </a:solidFill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 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영어 공책에 적으세요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.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 </a:t>
            </a:r>
            <a:endParaRPr kumimoji="0" lang="ko-KR" altLang="en-US" sz="5800" b="0" i="0" strike="noStrike" kern="1200" cap="none" spc="0" normalizeH="0" baseline="0">
              <a:effectLst/>
              <a:uLnTx/>
              <a:uFillTx/>
              <a:latin typeface="한컴 윤고딕 250"/>
              <a:ea typeface="한컴 윤고딕 250"/>
              <a:cs typeface="Arial Unicode MS"/>
            </a:endParaRPr>
          </a:p>
          <a:p>
            <a:pPr marL="0" marR="0" lvl="0" indent="0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None/>
              <a:defRPr/>
            </a:pP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3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개 모두 일치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: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3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점       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2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개 일치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: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2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점 </a:t>
            </a:r>
            <a:endParaRPr kumimoji="0" lang="ko-KR" altLang="en-US" sz="5800" b="0" i="0" strike="noStrike" kern="1200" cap="none" spc="0" normalizeH="0" baseline="0">
              <a:effectLst/>
              <a:uLnTx/>
              <a:uFillTx/>
              <a:latin typeface="한컴 윤고딕 250"/>
              <a:ea typeface="한컴 윤고딕 250"/>
              <a:cs typeface="Arial Unicode MS"/>
            </a:endParaRPr>
          </a:p>
          <a:p>
            <a:pPr marL="0" marR="0" lvl="0" indent="0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None/>
              <a:defRPr/>
            </a:pP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1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개 일치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: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1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점</a:t>
            </a:r>
            <a:endParaRPr kumimoji="0" lang="ko-KR" altLang="en-US" sz="5800" b="0" i="0" strike="noStrike" kern="1200" cap="none" spc="0" normalizeH="0" baseline="0">
              <a:effectLst/>
              <a:uLnTx/>
              <a:uFillTx/>
              <a:latin typeface="한컴 윤고딕 250"/>
              <a:ea typeface="한컴 윤고딕 250"/>
              <a:cs typeface="Arial Unicode MS"/>
            </a:endParaRPr>
          </a:p>
          <a:p>
            <a:pPr marL="0" marR="0" lvl="0" indent="0" algn="ctr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defRPr/>
            </a:pPr>
            <a:endParaRPr xmlns:mc="http://schemas.openxmlformats.org/markup-compatibility/2006" xmlns:hp="http://schemas.haansoft.com/office/presentation/8.0" kumimoji="0" lang="en-US" altLang="ko-KR" sz="7300" b="1" i="0" u="none" strike="noStrike" kern="1200" cap="none" spc="0" normalizeH="0" baseline="0" mc:Ignorable="hp" hp:hslEmbossed="0">
              <a:solidFill>
                <a:srgbClr val="ff6600"/>
              </a:solidFill>
              <a:effectLst>
                <a:outerShdw blurRad="38100" dist="38100" dir="2700000" algn="tl">
                  <a:srgbClr val="000000">
                    <a:alpha val="43140"/>
                  </a:srgbClr>
                </a:outerShdw>
              </a:effectLst>
              <a:uLnTx/>
              <a:uFillTx/>
              <a:latin typeface="한컴 윤고딕 250"/>
              <a:ea typeface="한컴 윤고딕 25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ff7c80"/>
                </a:solidFill>
                <a:latin typeface="Comic Sans MS"/>
              </a:rPr>
              <a:t>1</a:t>
            </a:r>
            <a:endParaRPr lang="en-US" altLang="ko-KR" sz="6000" b="1">
              <a:solidFill>
                <a:srgbClr val="ff7c8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music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3800">
                <a:solidFill>
                  <a:prstClr val="white"/>
                </a:solidFill>
                <a:latin typeface="Comic Sans MS"/>
              </a:rPr>
              <a:t>science</a:t>
            </a:r>
            <a:endParaRPr lang="en-US" altLang="ko-KR" sz="38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subject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P.E.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like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  <a:ea typeface="나눔손글씨 펜"/>
              </a:rPr>
              <a:t>problem</a:t>
            </a:r>
            <a:endParaRPr lang="en-US" altLang="ko-KR" sz="4000">
              <a:solidFill>
                <a:prstClr val="white"/>
              </a:solidFill>
              <a:latin typeface="Comic Sans MS"/>
              <a:ea typeface="나눔손글씨 펜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</a:rPr>
              <a:t>math</a:t>
            </a:r>
            <a:endParaRPr lang="en-US" altLang="ko-KR" sz="40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5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2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Korean</a:t>
            </a:r>
            <a:endParaRPr xmlns:mc="http://schemas.openxmlformats.org/markup-compatibility/2006" xmlns:hp="http://schemas.haansoft.com/office/presentation/8.0" kumimoji="0" lang="en-US" altLang="ko-KR" sz="42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0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  <a:ea typeface="나눔손글씨 펜"/>
              </a:rPr>
              <a:t>favorite</a:t>
            </a:r>
            <a:endPara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  <a:ea typeface="나눔손글씨 펜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1" animBg="1"/>
      <p:bldP spid="12" grpId="2" animBg="1"/>
      <p:bldP spid="15" grpId="3" animBg="1"/>
      <p:bldP spid="16" grpId="4" animBg="1"/>
      <p:bldP spid="17" grpId="5" animBg="1"/>
    </p:bld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00b0f0"/>
                </a:solidFill>
                <a:latin typeface="Comic Sans MS"/>
              </a:rPr>
              <a:t>2</a:t>
            </a:r>
            <a:endParaRPr lang="en-US" altLang="ko-KR" sz="6000" b="1">
              <a:solidFill>
                <a:srgbClr val="00b0f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art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like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P.E.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music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favorite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problem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3900">
                <a:solidFill>
                  <a:prstClr val="white"/>
                </a:solidFill>
                <a:latin typeface="Comic Sans MS"/>
              </a:rPr>
              <a:t>subject</a:t>
            </a:r>
            <a:endParaRPr lang="en-US" altLang="ko-KR" sz="39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ca56a7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science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1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English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1" animBg="1"/>
      <p:bldP spid="13" grpId="2" animBg="1"/>
      <p:bldP spid="15" grpId="3" animBg="1"/>
      <p:bldP spid="16" grpId="4" animBg="1"/>
      <p:bldP spid="17" grpId="5" animBg="1"/>
    </p:bld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ff7c80"/>
                </a:solidFill>
                <a:latin typeface="Comic Sans MS"/>
              </a:rPr>
              <a:t>3</a:t>
            </a:r>
            <a:endParaRPr lang="en-US" altLang="ko-KR" sz="6000" b="1">
              <a:solidFill>
                <a:srgbClr val="ff7c8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English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Korean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math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science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like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  <a:ea typeface="나눔손글씨 펜"/>
              </a:rPr>
              <a:t>problem</a:t>
            </a:r>
            <a:endParaRPr lang="en-US" altLang="ko-KR" sz="4000">
              <a:solidFill>
                <a:prstClr val="white"/>
              </a:solidFill>
              <a:latin typeface="Comic Sans MS"/>
              <a:ea typeface="나눔손글씨 펜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</a:rPr>
              <a:t>favorite</a:t>
            </a:r>
            <a:endParaRPr lang="en-US" altLang="ko-KR" sz="40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5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art</a:t>
            </a:r>
            <a:endParaRPr xmlns:mc="http://schemas.openxmlformats.org/markup-compatibility/2006" xmlns:hp="http://schemas.haansoft.com/office/presentation/8.0" kumimoji="0" lang="en-US" altLang="ko-KR" sz="38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0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  <a:ea typeface="나눔손글씨 펜"/>
              </a:rPr>
              <a:t>subject</a:t>
            </a:r>
            <a:endPara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  <a:ea typeface="나눔손글씨 펜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1" animBg="1"/>
      <p:bldP spid="12" grpId="2" animBg="1"/>
      <p:bldP spid="13" grpId="3" animBg="1"/>
      <p:bldP spid="15" grpId="4" animBg="1"/>
      <p:bldP spid="17" grpId="5" animBg="1"/>
    </p:bldLst>
  </p:timing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00b0f0"/>
                </a:solidFill>
                <a:latin typeface="Comic Sans MS"/>
              </a:rPr>
              <a:t>4</a:t>
            </a:r>
            <a:endParaRPr lang="en-US" altLang="ko-KR" sz="6000" b="1">
              <a:solidFill>
                <a:srgbClr val="00b0f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music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Korean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like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P.E.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English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math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</a:rPr>
              <a:t>problem</a:t>
            </a:r>
            <a:endParaRPr lang="en-US" altLang="ko-KR" sz="40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ca56a7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subject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1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favorite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1" animBg="1"/>
      <p:bldP spid="12" grpId="2" animBg="1"/>
      <p:bldP spid="13" grpId="3" animBg="1"/>
      <p:bldP spid="16" grpId="4" animBg="1"/>
      <p:bldP spid="17" grpId="5" animBg="1"/>
    </p:bld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ff7c80"/>
                </a:solidFill>
                <a:latin typeface="Comic Sans MS"/>
              </a:rPr>
              <a:t>5</a:t>
            </a:r>
            <a:endParaRPr lang="en-US" altLang="ko-KR" sz="6000" b="1">
              <a:solidFill>
                <a:srgbClr val="ff7c8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art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</a:rPr>
              <a:t>P.E.</a:t>
            </a:r>
            <a:endParaRPr lang="en-US" altLang="ko-KR" sz="40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science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math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problem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  <a:ea typeface="나눔손글씨 펜"/>
              </a:rPr>
              <a:t>like</a:t>
            </a:r>
            <a:endParaRPr lang="en-US" altLang="ko-KR" sz="4000">
              <a:solidFill>
                <a:prstClr val="white"/>
              </a:solidFill>
              <a:latin typeface="Comic Sans MS"/>
              <a:ea typeface="나눔손글씨 펜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music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5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Korean</a:t>
            </a:r>
            <a:endParaRPr xmlns:mc="http://schemas.openxmlformats.org/markup-compatibility/2006" xmlns:hp="http://schemas.haansoft.com/office/presentation/8.0" kumimoji="0" lang="en-US" altLang="ko-KR" sz="38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0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  <a:ea typeface="나눔손글씨 펜"/>
              </a:rPr>
              <a:t>subject</a:t>
            </a:r>
            <a:endPara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  <a:ea typeface="나눔손글씨 펜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1" animBg="1"/>
      <p:bldP spid="11" grpId="2" animBg="1"/>
      <p:bldP spid="13" grpId="3" animBg="1"/>
      <p:bldP spid="15" grpId="4" animBg="1"/>
      <p:bldP spid="17" grpId="5" animBg="1"/>
    </p:bldLst>
  </p:timing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00b0f0"/>
                </a:solidFill>
                <a:latin typeface="Comic Sans MS"/>
              </a:rPr>
              <a:t>6</a:t>
            </a:r>
            <a:endParaRPr lang="en-US" altLang="ko-KR" sz="6000" b="1">
              <a:solidFill>
                <a:srgbClr val="00b0f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art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like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music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P.E.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English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favorite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</a:rPr>
              <a:t>math</a:t>
            </a:r>
            <a:endParaRPr lang="en-US" altLang="ko-KR" sz="40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ca56a7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problem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1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science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1" animBg="1"/>
      <p:bldP spid="12" grpId="2" animBg="1"/>
      <p:bldP spid="15" grpId="3" animBg="1"/>
      <p:bldP spid="16" grpId="4" animBg="1"/>
      <p:bldP spid="17" grpId="5" animBg="1"/>
    </p:bld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ff7c80"/>
                </a:solidFill>
                <a:latin typeface="Comic Sans MS"/>
              </a:rPr>
              <a:t>7</a:t>
            </a:r>
            <a:endParaRPr lang="en-US" altLang="ko-KR" sz="6000" b="1">
              <a:solidFill>
                <a:srgbClr val="ff7c8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art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3800">
                <a:solidFill>
                  <a:prstClr val="white"/>
                </a:solidFill>
                <a:latin typeface="Comic Sans MS"/>
              </a:rPr>
              <a:t>music</a:t>
            </a:r>
            <a:endParaRPr lang="en-US" altLang="ko-KR" sz="38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Korean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science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favorite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  <a:ea typeface="나눔손글씨 펜"/>
              </a:rPr>
              <a:t>subject</a:t>
            </a:r>
            <a:endParaRPr lang="en-US" altLang="ko-KR" sz="4000">
              <a:solidFill>
                <a:prstClr val="white"/>
              </a:solidFill>
              <a:latin typeface="Comic Sans MS"/>
              <a:ea typeface="나눔손글씨 펜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problem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5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English</a:t>
            </a:r>
            <a:endPara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0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  <a:ea typeface="나눔손글씨 펜"/>
              </a:rPr>
              <a:t>P.E.</a:t>
            </a:r>
            <a:endPara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  <a:ea typeface="나눔손글씨 펜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1" animBg="1"/>
      <p:bldP spid="13" grpId="2" animBg="1"/>
      <p:bldP spid="15" grpId="3" animBg="1"/>
      <p:bldP spid="16" grpId="4" animBg="1"/>
      <p:bldP spid="17" grpId="5" animBg="1"/>
    </p:bldLst>
  </p:timing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00b0f0"/>
                </a:solidFill>
                <a:latin typeface="Comic Sans MS"/>
              </a:rPr>
              <a:t>8</a:t>
            </a:r>
            <a:endParaRPr lang="en-US" altLang="ko-KR" sz="6000" b="1">
              <a:solidFill>
                <a:srgbClr val="00b0f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Korean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subject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art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like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English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favorite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</a:rPr>
              <a:t>science</a:t>
            </a:r>
            <a:endParaRPr lang="en-US" altLang="ko-KR" sz="40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ca56a7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P.E.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1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math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1" animBg="1"/>
      <p:bldP spid="13" grpId="2" animBg="1"/>
      <p:bldP spid="15" grpId="3" animBg="1"/>
      <p:bldP spid="16" grpId="4" animBg="1"/>
      <p:bldP spid="17" grpId="5" animBg="1"/>
    </p:bldLst>
  </p:timing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0"/>
            <a:ext cx="12192000" cy="1728192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sz="6600" b="1">
                <a:solidFill>
                  <a:srgbClr val="0070c0"/>
                </a:solidFill>
                <a:latin typeface="Comic Sans MS"/>
              </a:rPr>
              <a:t>C</a:t>
            </a:r>
            <a:r>
              <a:rPr lang="en-US" altLang="ko-KR" sz="6600" b="1">
                <a:solidFill>
                  <a:srgbClr val="00b0f0"/>
                </a:solidFill>
                <a:latin typeface="Comic Sans MS"/>
              </a:rPr>
              <a:t>o</a:t>
            </a:r>
            <a:r>
              <a:rPr lang="en-US" altLang="ko-KR" sz="6600" b="1">
                <a:solidFill>
                  <a:srgbClr val="0070c0"/>
                </a:solidFill>
                <a:latin typeface="Comic Sans MS"/>
              </a:rPr>
              <a:t>u</a:t>
            </a:r>
            <a:r>
              <a:rPr lang="en-US" altLang="ko-KR" sz="6600" b="1">
                <a:solidFill>
                  <a:srgbClr val="00b0f0"/>
                </a:solidFill>
                <a:latin typeface="Comic Sans MS"/>
              </a:rPr>
              <a:t>n</a:t>
            </a:r>
            <a:r>
              <a:rPr lang="en-US" altLang="ko-KR" sz="6600" b="1">
                <a:solidFill>
                  <a:srgbClr val="0070c0"/>
                </a:solidFill>
                <a:latin typeface="Comic Sans MS"/>
              </a:rPr>
              <a:t>t</a:t>
            </a:r>
            <a:r>
              <a:rPr lang="en-US" altLang="ko-KR" sz="6600" b="1">
                <a:solidFill>
                  <a:srgbClr val="92d050"/>
                </a:solidFill>
                <a:latin typeface="Comic Sans MS"/>
              </a:rPr>
              <a:t> y</a:t>
            </a:r>
            <a:r>
              <a:rPr lang="en-US" altLang="ko-KR" sz="6600" b="1">
                <a:solidFill>
                  <a:srgbClr val="00b050"/>
                </a:solidFill>
                <a:latin typeface="Comic Sans MS"/>
              </a:rPr>
              <a:t>o</a:t>
            </a:r>
            <a:r>
              <a:rPr lang="en-US" altLang="ko-KR" sz="6600" b="1">
                <a:solidFill>
                  <a:srgbClr val="92d050"/>
                </a:solidFill>
                <a:latin typeface="Comic Sans MS"/>
              </a:rPr>
              <a:t>u</a:t>
            </a:r>
            <a:r>
              <a:rPr lang="en-US" altLang="ko-KR" sz="6600" b="1">
                <a:solidFill>
                  <a:srgbClr val="00b050"/>
                </a:solidFill>
                <a:latin typeface="Comic Sans MS"/>
              </a:rPr>
              <a:t>r</a:t>
            </a:r>
            <a:r>
              <a:rPr lang="en-US" altLang="ko-KR" sz="6600" b="1">
                <a:solidFill>
                  <a:srgbClr val="92d050"/>
                </a:solidFill>
                <a:latin typeface="Comic Sans MS"/>
              </a:rPr>
              <a:t> </a:t>
            </a:r>
            <a:r>
              <a:rPr lang="en-US" altLang="ko-KR" sz="6600" b="1">
                <a:solidFill>
                  <a:srgbClr val="ffc000"/>
                </a:solidFill>
                <a:latin typeface="Comic Sans MS"/>
              </a:rPr>
              <a:t>s</a:t>
            </a:r>
            <a:r>
              <a:rPr lang="en-US" altLang="ko-KR" sz="6600" b="1">
                <a:solidFill>
                  <a:srgbClr val="ff6600"/>
                </a:solidFill>
                <a:latin typeface="Comic Sans MS"/>
              </a:rPr>
              <a:t>c</a:t>
            </a:r>
            <a:r>
              <a:rPr lang="en-US" altLang="ko-KR" sz="6600" b="1">
                <a:solidFill>
                  <a:srgbClr val="ffc000"/>
                </a:solidFill>
                <a:latin typeface="Comic Sans MS"/>
              </a:rPr>
              <a:t>o</a:t>
            </a:r>
            <a:r>
              <a:rPr lang="en-US" altLang="ko-KR" sz="6600" b="1">
                <a:solidFill>
                  <a:srgbClr val="ff6600"/>
                </a:solidFill>
                <a:latin typeface="Comic Sans MS"/>
              </a:rPr>
              <a:t>r</a:t>
            </a:r>
            <a:r>
              <a:rPr lang="en-US" altLang="ko-KR" sz="6600" b="1">
                <a:solidFill>
                  <a:srgbClr val="ffc000"/>
                </a:solidFill>
                <a:latin typeface="Comic Sans MS"/>
              </a:rPr>
              <a:t>e</a:t>
            </a:r>
            <a:r>
              <a:rPr lang="en-US" altLang="ko-KR" sz="6600" b="1">
                <a:solidFill>
                  <a:srgbClr val="ff6600"/>
                </a:solidFill>
                <a:latin typeface="Comic Sans MS"/>
              </a:rPr>
              <a:t>!</a:t>
            </a:r>
            <a:br>
              <a:rPr lang="en-US" altLang="ko-KR" sz="6600" b="1">
                <a:solidFill>
                  <a:srgbClr val="ff6600"/>
                </a:solidFill>
                <a:latin typeface="Comic Sans MS"/>
              </a:rPr>
            </a:b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5~9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점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(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간식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1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개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),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 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10~14(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간식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2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개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),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 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15~(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간식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3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개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)</a:t>
            </a:r>
            <a:endParaRPr lang="en-US" altLang="ko-KR" sz="4555" b="1">
              <a:solidFill>
                <a:srgbClr val="ff6600"/>
              </a:solidFill>
              <a:latin typeface="Comic Sans M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775520" y="1844824"/>
            <a:ext cx="8640960" cy="4680520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126</ep:Words>
  <ep:PresentationFormat>와이드스크린</ep:PresentationFormat>
  <ep:Paragraphs>86</ep:Paragraphs>
  <ep:Slides>11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한컴오피스</vt:lpstr>
      <vt:lpstr>Lotto game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Count your score! 5~9점(간식1개), 10~14(간식2개), 15~(간식3개)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2018-03-06T01:02:22.000</dcterms:created>
  <dc:creator>User</dc:creator>
  <cp:lastModifiedBy>ADMIN</cp:lastModifiedBy>
  <dcterms:modified xsi:type="dcterms:W3CDTF">2021-05-26T00:52:34.710</dcterms:modified>
  <cp:revision>186</cp:revision>
  <dc:title>PowerPoint 프레젠테이션</dc:title>
  <cp:version>0906.0100.01</cp:version>
</cp:coreProperties>
</file>