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compatMode="1" saveSubsetFonts="1">
  <p:sldMasterIdLst>
    <p:sldMasterId id="2147483648" r:id="rId1"/>
  </p:sldMasterIdLst>
  <p:notesMasterIdLst>
    <p:notesMasterId r:id="rId23"/>
  </p:notesMasterIdLst>
  <p:sldIdLst>
    <p:sldId id="256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</p:sldIdLst>
  <p:sldSz cx="9140825" cy="6854825"/>
  <p:notesSz cx="6856413" cy="9142413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4"/>
    <p:restoredTop sz="94694"/>
  </p:normalViewPr>
  <p:slideViewPr>
    <p:cSldViewPr>
      <p:cViewPr varScale="1">
        <p:scale>
          <a:sx n="121" d="100"/>
          <a:sy n="121" d="100"/>
        </p:scale>
        <p:origin x="154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25" cy="72025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3025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B58A37-8C67-B044-8A12-220A5A94B0A5}" type="datetimeFigureOut">
              <a:rPr kumimoji="1" lang="ko-Kore-KR" altLang="en-US" smtClean="0"/>
              <a:t>2026. 4. 6.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0013" y="1143000"/>
            <a:ext cx="4116387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4813" cy="35988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3625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3025" y="8683625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72D969-3C69-0841-B279-F4DC956BBEEF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420489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72D969-3C69-0841-B279-F4DC956BBEEF}" type="slidenum">
              <a:rPr kumimoji="1" lang="ko-Kore-KR" altLang="en-US" smtClean="0"/>
              <a:t>3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74878226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4825" cy="238601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0450"/>
            <a:ext cx="6854825" cy="165417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2F11E1C2-C038-0CA9-8FAA-A48B45DC3E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5CA4C94C-2AB3-8F68-2EA5-C88F5A39291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13036E28-033E-037B-BE7B-87D10F2A856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F1874A-D558-FA42-A12F-EF3382F43BB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7095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0F454AC1-D07D-C9C0-2CBD-717D7F65DC8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5BC8C9BF-DB35-8202-9E08-E75D62EBB1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694A4658-F19B-4003-B611-7E9AFB020DB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8D4E5B-587D-9847-A0F2-4C2A4C93199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11771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3525" cy="28511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7875"/>
            <a:ext cx="7883525" cy="1498600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41BE4C10-6376-DA3B-AB05-9F55C2778E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BF32EC21-7E31-EF7A-C55C-BCB68FED569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66453B8B-25BE-7387-A331-12B39EF8616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E7AB88-246E-5F40-B705-3358998E41C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43237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5613" y="1598613"/>
            <a:ext cx="1943100" cy="219551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551113" y="1598613"/>
            <a:ext cx="1943100" cy="219551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DEB7636F-35FF-0682-1D6F-892160458A6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E84B7D72-B683-6DD0-C1ED-D19C5782B15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79D6C9DF-023D-79A2-B238-62C5700B560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808A26-36E5-CD43-BF77-648B1B10AEC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889053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35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7150" cy="8223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3488"/>
            <a:ext cx="3867150" cy="3683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7563" y="1681163"/>
            <a:ext cx="3886200" cy="8223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7563" y="2503488"/>
            <a:ext cx="3886200" cy="3683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8EC5C714-7842-B3B2-6539-F0EE0D7DFE1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10">
            <a:extLst>
              <a:ext uri="{FF2B5EF4-FFF2-40B4-BE49-F238E27FC236}">
                <a16:creationId xmlns:a16="http://schemas.microsoft.com/office/drawing/2014/main" id="{AFACE6FD-7B05-21AF-ABFB-CC84530159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C1196C34-615E-4339-A022-A60FC2372E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71A04B-DDB7-9D47-B6C9-5086DF17FBE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23891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25587623-2672-B88C-1C78-E56360BCD72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D1771765-3DE3-E4A4-A518-99BC0AA3049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C3C1B8EB-1D57-151F-961A-90366997FA7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39790E-F3BF-6F4B-96E6-CDA8786AABB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87808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>
            <a:extLst>
              <a:ext uri="{FF2B5EF4-FFF2-40B4-BE49-F238E27FC236}">
                <a16:creationId xmlns:a16="http://schemas.microsoft.com/office/drawing/2014/main" id="{3849C748-B0DE-2D71-CCCC-9646B15D384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10">
            <a:extLst>
              <a:ext uri="{FF2B5EF4-FFF2-40B4-BE49-F238E27FC236}">
                <a16:creationId xmlns:a16="http://schemas.microsoft.com/office/drawing/2014/main" id="{48683256-ABBE-8F8F-15FA-98C3A80B600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20B59305-8D1B-A858-2E86-79ECE197E4C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516809-4738-5547-A266-5FBFA329523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81248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7987" cy="159861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6200" y="987425"/>
            <a:ext cx="4627563" cy="48704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5813"/>
            <a:ext cx="2947987" cy="3810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16AC7CBD-78B0-C320-B275-E3FB2FF4401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EA4A08C3-5407-A4CA-5CF8-4B91A026B7E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7F13D82D-5D68-66E8-BB3E-068AE2A9DED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A9BAE6-BB96-FE4E-A7E8-C19AC1D03D7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21836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7987" cy="159861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6200" y="987425"/>
            <a:ext cx="4627563" cy="48704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>
              <a:sym typeface="Arial" panose="020B0604020202020204" pitchFamily="34" charset="0"/>
            </a:endParaRP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5813"/>
            <a:ext cx="2947987" cy="3810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47E86343-7279-B3EC-B08E-DFD697535DA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7B9E8211-E61E-8665-CE0C-6FC6190A493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05AB3FCE-69C7-83C0-8A19-1AEDBBF6B53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314942-355F-3944-A2BC-16C08923007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83142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FD7C82A4-CD6D-A540-A585-D78EF703747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3618BFFD-05E6-1F5D-4C4E-23B03CC326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A6E4A385-DA02-3747-0F52-425D4737BD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C53020-DCD1-D64E-92E0-B304B704614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47608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7813" y="273050"/>
            <a:ext cx="2055812" cy="35210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5613" y="273050"/>
            <a:ext cx="6019800" cy="35210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1FC05A77-04E4-CA12-F829-221243A382C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B98A7020-F684-74CD-3C95-462D72D0E00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4A1C4F45-B049-0D72-64E6-C455F124107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6075E7-A41A-814A-B9EF-A9C10834A2A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752235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5613" y="273050"/>
            <a:ext cx="8228012" cy="11430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F1C15F35-4886-5FAA-B376-D63532BE33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293C7C98-DF1A-0FB9-87B2-1243C856627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537CBBF8-56C2-C2C6-5BB0-36BC0FEAE83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113A4B-A556-9744-9029-36EDBB3EFD3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1779276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>
            <a:extLst>
              <a:ext uri="{FF2B5EF4-FFF2-40B4-BE49-F238E27FC236}">
                <a16:creationId xmlns:a16="http://schemas.microsoft.com/office/drawing/2014/main" id="{0F6B59FA-87DA-3C56-BFB0-882D42D3E92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5613" y="273050"/>
            <a:ext cx="8228012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>
                <a:sym typeface="Arial" panose="020B0604020202020204" pitchFamily="34" charset="0"/>
              </a:rPr>
              <a:t>마스터 제목 스타일 편집</a:t>
            </a:r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363B4C6D-965E-94F2-1EF4-7E3C8900106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5613" y="1598613"/>
            <a:ext cx="4038600" cy="2195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>
                <a:sym typeface="Arial" panose="020B0604020202020204" pitchFamily="34" charset="0"/>
              </a:rPr>
              <a:t>마스터 텍스트 스타일을 편집합니다</a:t>
            </a:r>
          </a:p>
          <a:p>
            <a:pPr lvl="0"/>
            <a:r>
              <a:rPr lang="ko-KR" altLang="en-US">
                <a:sym typeface="Arial" panose="020B0604020202020204" pitchFamily="34" charset="0"/>
              </a:rPr>
              <a:t>둘째 수준</a:t>
            </a:r>
          </a:p>
          <a:p>
            <a:pPr lvl="0"/>
            <a:r>
              <a:rPr lang="ko-KR" altLang="en-US">
                <a:sym typeface="Arial" panose="020B0604020202020204" pitchFamily="34" charset="0"/>
              </a:rPr>
              <a:t>셋째 수준</a:t>
            </a:r>
          </a:p>
          <a:p>
            <a:pPr lvl="0"/>
            <a:r>
              <a:rPr lang="ko-KR" altLang="en-US">
                <a:sym typeface="Arial" panose="020B0604020202020204" pitchFamily="34" charset="0"/>
              </a:rPr>
              <a:t>넷째 수준</a:t>
            </a:r>
          </a:p>
          <a:p>
            <a:pPr lvl="0"/>
            <a:r>
              <a:rPr lang="ko-KR" altLang="en-US">
                <a:sym typeface="Arial" panose="020B0604020202020204" pitchFamily="34" charset="0"/>
              </a:rPr>
              <a:t>다섯째 수준</a:t>
            </a:r>
          </a:p>
        </p:txBody>
      </p:sp>
      <p:sp>
        <p:nvSpPr>
          <p:cNvPr id="1028" name="Rectangle 6">
            <a:extLst>
              <a:ext uri="{FF2B5EF4-FFF2-40B4-BE49-F238E27FC236}">
                <a16:creationId xmlns:a16="http://schemas.microsoft.com/office/drawing/2014/main" id="{6E543BEA-5343-E9F8-08B7-E883656DCFA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646613" y="1598613"/>
            <a:ext cx="4037012" cy="2195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>
                <a:sym typeface="Arial" panose="020B0604020202020204" pitchFamily="34" charset="0"/>
              </a:rPr>
              <a:t>마스터 텍스트 스타일을 편집합니다</a:t>
            </a:r>
          </a:p>
          <a:p>
            <a:pPr lvl="0"/>
            <a:r>
              <a:rPr lang="ko-KR" altLang="en-US">
                <a:sym typeface="Arial" panose="020B0604020202020204" pitchFamily="34" charset="0"/>
              </a:rPr>
              <a:t>둘째 수준</a:t>
            </a:r>
          </a:p>
          <a:p>
            <a:pPr lvl="0"/>
            <a:r>
              <a:rPr lang="ko-KR" altLang="en-US">
                <a:sym typeface="Arial" panose="020B0604020202020204" pitchFamily="34" charset="0"/>
              </a:rPr>
              <a:t>셋째 수준</a:t>
            </a:r>
          </a:p>
          <a:p>
            <a:pPr lvl="0"/>
            <a:r>
              <a:rPr lang="ko-KR" altLang="en-US">
                <a:sym typeface="Arial" panose="020B0604020202020204" pitchFamily="34" charset="0"/>
              </a:rPr>
              <a:t>넷째 수준</a:t>
            </a:r>
          </a:p>
          <a:p>
            <a:pPr lvl="0"/>
            <a:r>
              <a:rPr lang="ko-KR" altLang="en-US">
                <a:sym typeface="Arial" panose="020B0604020202020204" pitchFamily="34" charset="0"/>
              </a:rPr>
              <a:t>다섯째 수준</a:t>
            </a:r>
          </a:p>
        </p:txBody>
      </p:sp>
      <p:sp>
        <p:nvSpPr>
          <p:cNvPr id="1029" name="Rectangle 7">
            <a:extLst>
              <a:ext uri="{FF2B5EF4-FFF2-40B4-BE49-F238E27FC236}">
                <a16:creationId xmlns:a16="http://schemas.microsoft.com/office/drawing/2014/main" id="{DDF20BE2-D8E8-5E98-D773-FF5A148138A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5613" y="3981450"/>
            <a:ext cx="4037012" cy="2195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>
                <a:sym typeface="Arial" panose="020B0604020202020204" pitchFamily="34" charset="0"/>
              </a:rPr>
              <a:t>마스터 텍스트 스타일을 편집합니다</a:t>
            </a:r>
          </a:p>
          <a:p>
            <a:pPr lvl="0"/>
            <a:r>
              <a:rPr lang="ko-KR" altLang="en-US">
                <a:sym typeface="Arial" panose="020B0604020202020204" pitchFamily="34" charset="0"/>
              </a:rPr>
              <a:t>둘째 수준</a:t>
            </a:r>
          </a:p>
          <a:p>
            <a:pPr lvl="0"/>
            <a:r>
              <a:rPr lang="ko-KR" altLang="en-US">
                <a:sym typeface="Arial" panose="020B0604020202020204" pitchFamily="34" charset="0"/>
              </a:rPr>
              <a:t>셋째 수준</a:t>
            </a:r>
          </a:p>
          <a:p>
            <a:pPr lvl="0"/>
            <a:r>
              <a:rPr lang="ko-KR" altLang="en-US">
                <a:sym typeface="Arial" panose="020B0604020202020204" pitchFamily="34" charset="0"/>
              </a:rPr>
              <a:t>넷째 수준</a:t>
            </a:r>
          </a:p>
          <a:p>
            <a:pPr lvl="0"/>
            <a:r>
              <a:rPr lang="ko-KR" altLang="en-US">
                <a:sym typeface="Arial" panose="020B0604020202020204" pitchFamily="34" charset="0"/>
              </a:rPr>
              <a:t>다섯째 수준</a:t>
            </a:r>
          </a:p>
        </p:txBody>
      </p:sp>
      <p:sp>
        <p:nvSpPr>
          <p:cNvPr id="1030" name="Rectangle 8">
            <a:extLst>
              <a:ext uri="{FF2B5EF4-FFF2-40B4-BE49-F238E27FC236}">
                <a16:creationId xmlns:a16="http://schemas.microsoft.com/office/drawing/2014/main" id="{FB18D674-9A9A-D432-9C07-04B5AD12EFA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645025" y="3981450"/>
            <a:ext cx="4037013" cy="2195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>
                <a:sym typeface="Arial" panose="020B0604020202020204" pitchFamily="34" charset="0"/>
              </a:rPr>
              <a:t>마스터 텍스트 스타일을 편집합니다</a:t>
            </a:r>
          </a:p>
          <a:p>
            <a:pPr lvl="0"/>
            <a:r>
              <a:rPr lang="ko-KR" altLang="en-US">
                <a:sym typeface="Arial" panose="020B0604020202020204" pitchFamily="34" charset="0"/>
              </a:rPr>
              <a:t>둘째 수준</a:t>
            </a:r>
          </a:p>
          <a:p>
            <a:pPr lvl="0"/>
            <a:r>
              <a:rPr lang="ko-KR" altLang="en-US">
                <a:sym typeface="Arial" panose="020B0604020202020204" pitchFamily="34" charset="0"/>
              </a:rPr>
              <a:t>셋째 수준</a:t>
            </a:r>
          </a:p>
          <a:p>
            <a:pPr lvl="0"/>
            <a:r>
              <a:rPr lang="ko-KR" altLang="en-US">
                <a:sym typeface="Arial" panose="020B0604020202020204" pitchFamily="34" charset="0"/>
              </a:rPr>
              <a:t>넷째 수준</a:t>
            </a:r>
          </a:p>
          <a:p>
            <a:pPr lvl="0"/>
            <a:r>
              <a:rPr lang="ko-KR" altLang="en-US">
                <a:sym typeface="Arial" panose="020B0604020202020204" pitchFamily="34" charset="0"/>
              </a:rPr>
              <a:t>다섯째 수준</a:t>
            </a:r>
          </a:p>
        </p:txBody>
      </p:sp>
      <p:sp>
        <p:nvSpPr>
          <p:cNvPr id="2057" name="Rectangle 9">
            <a:extLst>
              <a:ext uri="{FF2B5EF4-FFF2-40B4-BE49-F238E27FC236}">
                <a16:creationId xmlns:a16="http://schemas.microsoft.com/office/drawing/2014/main" id="{B2BB5360-EAEF-61FE-60E6-5E583A06D2D4}"/>
              </a:ext>
            </a:extLst>
          </p:cNvPr>
          <p:cNvSpPr>
            <a:spLocks noGrp="1" noChangeArrowheads="1"/>
          </p:cNvSpPr>
          <p:nvPr>
            <p:ph type="dt" sz="half" idx="4294967295"/>
          </p:nvPr>
        </p:nvSpPr>
        <p:spPr bwMode="auto">
          <a:xfrm>
            <a:off x="455613" y="6353175"/>
            <a:ext cx="2133600" cy="3651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defTabSz="1028700" eaLnBrk="1" latinLnBrk="1" hangingPunct="1">
              <a:spcBef>
                <a:spcPct val="0"/>
              </a:spcBef>
              <a:defRPr>
                <a:solidFill>
                  <a:srgbClr val="898989"/>
                </a:solidFill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58" name="Rectangle 10">
            <a:extLst>
              <a:ext uri="{FF2B5EF4-FFF2-40B4-BE49-F238E27FC236}">
                <a16:creationId xmlns:a16="http://schemas.microsoft.com/office/drawing/2014/main" id="{EF8D3F74-1369-B5C9-3461-4C548E12A8C5}"/>
              </a:ext>
            </a:extLst>
          </p:cNvPr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3122613" y="6353175"/>
            <a:ext cx="2894012" cy="3651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1028700" eaLnBrk="1" latinLnBrk="1" hangingPunct="1">
              <a:spcBef>
                <a:spcPct val="0"/>
              </a:spcBef>
              <a:defRPr>
                <a:solidFill>
                  <a:srgbClr val="898989"/>
                </a:solidFill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59" name="Rectangle 11">
            <a:extLst>
              <a:ext uri="{FF2B5EF4-FFF2-40B4-BE49-F238E27FC236}">
                <a16:creationId xmlns:a16="http://schemas.microsoft.com/office/drawing/2014/main" id="{DD837A5B-3F1C-9F5F-DB7F-C08FF5B6C92B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6550025" y="6353175"/>
            <a:ext cx="2133600" cy="3651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defTabSz="1028700" eaLnBrk="1" latinLnBrk="1" hangingPunct="1">
              <a:spcBef>
                <a:spcPct val="0"/>
              </a:spcBef>
              <a:defRPr>
                <a:solidFill>
                  <a:srgbClr val="898989"/>
                </a:solidFill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defRPr>
            </a:lvl1pPr>
          </a:lstStyle>
          <a:p>
            <a:pPr>
              <a:defRPr/>
            </a:pPr>
            <a:fld id="{64514323-A99C-834C-B361-0A9F9A5BC27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latinLnBrk="1" hangingPunct="0">
        <a:lnSpc>
          <a:spcPct val="110000"/>
        </a:lnSpc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ctr" rtl="0" eaLnBrk="0" fontAlgn="base" latinLnBrk="1" hangingPunct="0">
        <a:lnSpc>
          <a:spcPct val="11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2pPr>
      <a:lvl3pPr algn="ctr" rtl="0" eaLnBrk="0" fontAlgn="base" latinLnBrk="1" hangingPunct="0">
        <a:lnSpc>
          <a:spcPct val="11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3pPr>
      <a:lvl4pPr algn="ctr" rtl="0" eaLnBrk="0" fontAlgn="base" latinLnBrk="1" hangingPunct="0">
        <a:lnSpc>
          <a:spcPct val="11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4pPr>
      <a:lvl5pPr algn="ctr" rtl="0" eaLnBrk="0" fontAlgn="base" latinLnBrk="1" hangingPunct="0">
        <a:lnSpc>
          <a:spcPct val="11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5pPr>
      <a:lvl6pPr marL="457200"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6pPr>
      <a:lvl7pPr marL="914400"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7pPr>
      <a:lvl8pPr marL="1371600"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8pPr>
      <a:lvl9pPr marL="1828800"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9pPr>
    </p:titleStyle>
    <p:bodyStyle>
      <a:lvl1pPr marL="342900" indent="-342900" algn="l" rtl="0" eaLnBrk="0" fontAlgn="base" latinLnBrk="1" hangingPunct="0">
        <a:lnSpc>
          <a:spcPct val="110000"/>
        </a:lnSpc>
        <a:spcBef>
          <a:spcPct val="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742950" indent="-285750" algn="l" rtl="0" eaLnBrk="0" fontAlgn="base" latinLnBrk="1" hangingPunct="0">
        <a:lnSpc>
          <a:spcPct val="110000"/>
        </a:lnSpc>
        <a:spcBef>
          <a:spcPct val="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143000" indent="-228600" algn="l" rtl="0" eaLnBrk="0" fontAlgn="base" latinLnBrk="1" hangingPunct="0">
        <a:lnSpc>
          <a:spcPct val="110000"/>
        </a:lnSpc>
        <a:spcBef>
          <a:spcPct val="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600200" indent="-228600" algn="l" rtl="0" eaLnBrk="0" fontAlgn="base" latinLnBrk="1" hangingPunct="0">
        <a:lnSpc>
          <a:spcPct val="110000"/>
        </a:lnSpc>
        <a:spcBef>
          <a:spcPct val="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2057400" indent="-228600" algn="l" rtl="0" eaLnBrk="0" fontAlgn="base" latinLnBrk="1" hangingPunct="0">
        <a:lnSpc>
          <a:spcPct val="110000"/>
        </a:lnSpc>
        <a:spcBef>
          <a:spcPct val="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slide" Target="slide4.xml"/><Relationship Id="rId4" Type="http://schemas.openxmlformats.org/officeDocument/2006/relationships/slide" Target="slide3.xml"/><Relationship Id="rId5" Type="http://schemas.openxmlformats.org/officeDocument/2006/relationships/slide" Target="slide5.xml"/><Relationship Id="rId6" Type="http://schemas.openxmlformats.org/officeDocument/2006/relationships/slide" Target="slide6.xml"/><Relationship Id="rId7" Type="http://schemas.openxmlformats.org/officeDocument/2006/relationships/slide" Target="slide7.xml"/><Relationship Id="rId8" Type="http://schemas.openxmlformats.org/officeDocument/2006/relationships/slide" Target="slide8.xml"/><Relationship Id="rId9" Type="http://schemas.openxmlformats.org/officeDocument/2006/relationships/slide" Target="slide9.xml"/><Relationship Id="rId10" Type="http://schemas.openxmlformats.org/officeDocument/2006/relationships/slide" Target="slide11.xml"/><Relationship Id="rId11" Type="http://schemas.openxmlformats.org/officeDocument/2006/relationships/slide" Target="slide12.xml"/><Relationship Id="rId12" Type="http://schemas.openxmlformats.org/officeDocument/2006/relationships/slide" Target="slide13.xml"/><Relationship Id="rId13" Type="http://schemas.openxmlformats.org/officeDocument/2006/relationships/slide" Target="slide14.xml"/><Relationship Id="rId14" Type="http://schemas.openxmlformats.org/officeDocument/2006/relationships/slide" Target="slide15.xml"/><Relationship Id="rId15" Type="http://schemas.openxmlformats.org/officeDocument/2006/relationships/slide" Target="slide16.xml"/><Relationship Id="rId16" Type="http://schemas.openxmlformats.org/officeDocument/2006/relationships/slide" Target="slide17.xml"/><Relationship Id="rId17" Type="http://schemas.openxmlformats.org/officeDocument/2006/relationships/slide" Target="slide1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" Target="slide3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" Target="slide3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" Target="slide3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" Target="slide3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" Target="slide3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" Target="slide3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" Target="slide3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" Target="slide3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" Target="slide3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" Target="slide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" Target="slide3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" Target="slide3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" Target="slide3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" Target="slide3.xml"/><Relationship Id="rId3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" Target="slide3.xml"/><Relationship Id="rId3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" Target="slide3.xml"/><Relationship Id="rId3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" Target="slide3.xml"/><Relationship Id="rId3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" Target="slide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4">
            <a:extLst>
              <a:ext uri="{FF2B5EF4-FFF2-40B4-BE49-F238E27FC236}">
                <a16:creationId xmlns:a16="http://schemas.microsoft.com/office/drawing/2014/main" id="{FD8462BA-FDF6-4141-872B-B6D5622CF11A}"/>
              </a:ext>
            </a:extLst>
          </p:cNvPr>
          <p:cNvSpPr>
            <a:spLocks noChangeArrowheads="1"/>
          </p:cNvSpPr>
          <p:nvPr>
            <p:ph type="ctrTitle" idx="4294967295"/>
          </p:nvPr>
        </p:nvSpPr>
        <p:spPr>
          <a:xfrm>
            <a:off x="682625" y="403225"/>
            <a:ext cx="7770813" cy="1470025"/>
          </a:xfrm>
        </p:spPr>
        <p:txBody>
          <a:bodyPr/>
          <a:lstStyle/>
          <a:p>
            <a:pPr defTabSz="1028700" eaLnBrk="1" hangingPunct="1">
              <a:lnSpc>
                <a:spcPct val="100000"/>
              </a:lnSpc>
            </a:pPr>
            <a:r>
              <a:rPr lang="ko-KR" altLang="en-US" sz="6000" b="1">
                <a:solidFill>
                  <a:srgbClr val="000000"/>
                </a:solidFill>
                <a:latin typeface="휴먼엑스포" pitchFamily="18" charset="-127"/>
                <a:ea typeface="휴먼엑스포" pitchFamily="18" charset="-127"/>
              </a:rPr>
              <a:t>이구동성 게임</a:t>
            </a:r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82934C13-D50C-DB0A-C4CA-4AE02B0477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70063"/>
            <a:ext cx="9144000" cy="437515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defTabSz="1028700"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89013" defTabSz="1028700"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528763" defTabSz="1028700"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2068513" defTabSz="1028700"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609850" defTabSz="1028700"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3067050" defTabSz="1028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524250" defTabSz="1028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981450" defTabSz="1028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438650" defTabSz="1028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514350" indent="-514350" eaLnBrk="1" latinLnBrk="1" hangingPunct="1">
              <a:spcBef>
                <a:spcPct val="20000"/>
              </a:spcBef>
              <a:buFontTx/>
              <a:buAutoNum type="arabicPeriod"/>
              <a:defRPr/>
            </a:pPr>
            <a:r>
              <a:rPr lang="ko-KR" altLang="en-US" sz="3000" dirty="0">
                <a:solidFill>
                  <a:srgbClr val="00000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각 팀에서 대표가 한 명씩 나온다</a:t>
            </a:r>
            <a:r>
              <a:rPr lang="en-US" altLang="ko-KR" sz="3000" dirty="0">
                <a:solidFill>
                  <a:srgbClr val="00000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.</a:t>
            </a:r>
          </a:p>
          <a:p>
            <a:pPr marL="514350" indent="-514350" eaLnBrk="1" latinLnBrk="1" hangingPunct="1">
              <a:spcBef>
                <a:spcPct val="20000"/>
              </a:spcBef>
              <a:buFontTx/>
              <a:buAutoNum type="arabicPeriod"/>
              <a:defRPr/>
            </a:pPr>
            <a:endParaRPr lang="en-US" altLang="ko-KR" sz="3000" dirty="0">
              <a:solidFill>
                <a:srgbClr val="000000"/>
              </a:solidFill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  <a:p>
            <a:pPr eaLnBrk="1" latinLnBrk="1" hangingPunct="1">
              <a:spcBef>
                <a:spcPct val="20000"/>
              </a:spcBef>
              <a:defRPr/>
            </a:pPr>
            <a:r>
              <a:rPr lang="en-US" altLang="ko-KR" sz="3000" dirty="0">
                <a:solidFill>
                  <a:srgbClr val="00000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2. </a:t>
            </a:r>
            <a:r>
              <a:rPr lang="en-US" altLang="ko-KR" sz="3000" dirty="0" err="1">
                <a:solidFill>
                  <a:srgbClr val="00000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선생님이</a:t>
            </a:r>
            <a:r>
              <a:rPr lang="en-US" altLang="ko-KR" sz="3000" dirty="0">
                <a:solidFill>
                  <a:srgbClr val="00000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 </a:t>
            </a:r>
            <a:r>
              <a:rPr lang="en-US" altLang="ko-KR" sz="3000" dirty="0">
                <a:solidFill>
                  <a:srgbClr val="000000"/>
                </a:solidFill>
                <a:latin typeface="맑은 고딕" panose="020B0503020000020004" pitchFamily="50" charset="-127"/>
                <a:ea typeface="휴먼엑스포" panose="02030504000101010101" pitchFamily="18" charset="-127"/>
              </a:rPr>
              <a:t>“</a:t>
            </a:r>
            <a:r>
              <a:rPr lang="en-US" altLang="ko-KR" sz="3000" dirty="0">
                <a:solidFill>
                  <a:srgbClr val="00000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3-2-1</a:t>
            </a:r>
            <a:r>
              <a:rPr lang="en-US" altLang="ko-KR" sz="3000" dirty="0">
                <a:solidFill>
                  <a:srgbClr val="000000"/>
                </a:solidFill>
                <a:latin typeface="맑은 고딕" panose="020B0503020000020004" pitchFamily="50" charset="-127"/>
                <a:ea typeface="휴먼엑스포" panose="02030504000101010101" pitchFamily="18" charset="-127"/>
              </a:rPr>
              <a:t>”</a:t>
            </a:r>
            <a:r>
              <a:rPr lang="en-US" altLang="ko-KR" sz="3000" dirty="0">
                <a:solidFill>
                  <a:srgbClr val="00000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하면 </a:t>
            </a:r>
            <a:r>
              <a:rPr lang="ko-KR" altLang="en-US" sz="3000" dirty="0">
                <a:solidFill>
                  <a:srgbClr val="00000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첫번째 </a:t>
            </a:r>
            <a:r>
              <a:rPr lang="en-US" altLang="ko-KR" sz="3000" dirty="0">
                <a:solidFill>
                  <a:srgbClr val="00000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팀</a:t>
            </a:r>
            <a:r>
              <a:rPr lang="ko-KR" altLang="en-US" sz="3000" dirty="0">
                <a:solidFill>
                  <a:srgbClr val="00000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원들이</a:t>
            </a:r>
            <a:r>
              <a:rPr lang="en-US" altLang="ko-KR" sz="3000" dirty="0">
                <a:solidFill>
                  <a:srgbClr val="00000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 </a:t>
            </a:r>
            <a:r>
              <a:rPr lang="en-US" altLang="ko-KR" sz="3000" dirty="0" err="1">
                <a:solidFill>
                  <a:srgbClr val="00000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자신이</a:t>
            </a:r>
            <a:r>
              <a:rPr lang="en-US" altLang="ko-KR" sz="3000" dirty="0">
                <a:solidFill>
                  <a:srgbClr val="00000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 </a:t>
            </a:r>
            <a:r>
              <a:rPr lang="en-US" altLang="ko-KR" sz="3000" dirty="0" err="1">
                <a:solidFill>
                  <a:srgbClr val="00000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맡은</a:t>
            </a:r>
            <a:r>
              <a:rPr lang="en-US" altLang="ko-KR" sz="3000" dirty="0">
                <a:solidFill>
                  <a:srgbClr val="00000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 </a:t>
            </a:r>
            <a:r>
              <a:rPr lang="en-US" altLang="ko-KR" sz="3000" dirty="0" err="1">
                <a:solidFill>
                  <a:srgbClr val="FF000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단어</a:t>
            </a:r>
            <a:r>
              <a:rPr lang="en-US" altLang="ko-KR" sz="3000" dirty="0" err="1">
                <a:solidFill>
                  <a:srgbClr val="00000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를</a:t>
            </a:r>
            <a:r>
              <a:rPr lang="en-US" altLang="ko-KR" sz="3000" dirty="0">
                <a:solidFill>
                  <a:srgbClr val="00000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 </a:t>
            </a:r>
            <a:r>
              <a:rPr lang="en-US" altLang="ko-KR" sz="3000" dirty="0" err="1">
                <a:solidFill>
                  <a:srgbClr val="00000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크게</a:t>
            </a:r>
            <a:r>
              <a:rPr lang="en-US" altLang="ko-KR" sz="3000" dirty="0">
                <a:solidFill>
                  <a:srgbClr val="00000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 </a:t>
            </a:r>
            <a:r>
              <a:rPr lang="en-US" altLang="ko-KR" sz="3000" dirty="0" err="1">
                <a:solidFill>
                  <a:srgbClr val="00000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말한다</a:t>
            </a:r>
            <a:r>
              <a:rPr lang="en-US" altLang="ko-KR" sz="3000" dirty="0">
                <a:solidFill>
                  <a:srgbClr val="00000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.</a:t>
            </a:r>
          </a:p>
          <a:p>
            <a:pPr eaLnBrk="1" latinLnBrk="1" hangingPunct="1">
              <a:spcBef>
                <a:spcPct val="20000"/>
              </a:spcBef>
              <a:defRPr/>
            </a:pPr>
            <a:endParaRPr lang="en-US" altLang="ko-KR" sz="3000" dirty="0">
              <a:solidFill>
                <a:srgbClr val="000000"/>
              </a:solidFill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  <a:p>
            <a:pPr eaLnBrk="1" latinLnBrk="1" hangingPunct="1">
              <a:spcBef>
                <a:spcPct val="20000"/>
              </a:spcBef>
              <a:defRPr/>
            </a:pPr>
            <a:r>
              <a:rPr lang="en-US" altLang="ko-KR" sz="3000" dirty="0">
                <a:solidFill>
                  <a:srgbClr val="00000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3. </a:t>
            </a:r>
            <a:r>
              <a:rPr lang="ko-KR" altLang="en-US" sz="3000" dirty="0">
                <a:solidFill>
                  <a:srgbClr val="00000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대표가 손을 들고 </a:t>
            </a:r>
            <a:r>
              <a:rPr lang="ko-KR" altLang="en-US" sz="3000" dirty="0">
                <a:solidFill>
                  <a:srgbClr val="FF000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문장</a:t>
            </a:r>
            <a:r>
              <a:rPr lang="ko-KR" altLang="en-US" sz="3000" dirty="0">
                <a:solidFill>
                  <a:srgbClr val="00000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과 그 </a:t>
            </a:r>
            <a:r>
              <a:rPr lang="ko-KR" altLang="en-US" sz="3000" dirty="0">
                <a:solidFill>
                  <a:srgbClr val="FF000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문장의 뜻</a:t>
            </a:r>
            <a:r>
              <a:rPr lang="ko-KR" altLang="en-US" sz="3000" dirty="0">
                <a:solidFill>
                  <a:srgbClr val="00000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을 맞춘다</a:t>
            </a:r>
            <a:r>
              <a:rPr lang="en-US" altLang="ko-KR" sz="3000" dirty="0">
                <a:solidFill>
                  <a:srgbClr val="00000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.</a:t>
            </a:r>
          </a:p>
          <a:p>
            <a:pPr eaLnBrk="1" latinLnBrk="1" hangingPunct="1">
              <a:spcBef>
                <a:spcPct val="20000"/>
              </a:spcBef>
              <a:defRPr/>
            </a:pPr>
            <a:endParaRPr lang="en-US" altLang="ko-KR" sz="3000" dirty="0">
              <a:solidFill>
                <a:srgbClr val="000000"/>
              </a:solidFill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  <a:p>
            <a:pPr eaLnBrk="1" latinLnBrk="1" hangingPunct="1">
              <a:spcBef>
                <a:spcPct val="20000"/>
              </a:spcBef>
              <a:defRPr/>
            </a:pPr>
            <a:r>
              <a:rPr lang="en-US" altLang="ko-KR" sz="3000" dirty="0">
                <a:solidFill>
                  <a:srgbClr val="00000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4. </a:t>
            </a:r>
            <a:r>
              <a:rPr lang="ko-KR" altLang="en-US" sz="3000" dirty="0">
                <a:solidFill>
                  <a:srgbClr val="00000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문제를 맞춘 팀은 </a:t>
            </a:r>
            <a:r>
              <a:rPr lang="en-US" altLang="ko-KR" sz="3000" dirty="0">
                <a:solidFill>
                  <a:srgbClr val="FF000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10</a:t>
            </a:r>
            <a:r>
              <a:rPr lang="ko-KR" altLang="en-US" sz="3000" dirty="0">
                <a:solidFill>
                  <a:srgbClr val="FF000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점</a:t>
            </a:r>
            <a:r>
              <a:rPr lang="ko-KR" altLang="en-US" sz="3000" dirty="0">
                <a:solidFill>
                  <a:srgbClr val="00000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 획득 후 </a:t>
            </a:r>
            <a:r>
              <a:rPr lang="ko-KR" altLang="en-US" sz="3000" dirty="0">
                <a:solidFill>
                  <a:srgbClr val="FF000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멤버 교체</a:t>
            </a:r>
            <a:endParaRPr lang="en-US" altLang="ko-KR" sz="3000" dirty="0">
              <a:solidFill>
                <a:srgbClr val="FF0000"/>
              </a:solidFill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>
            <a:extLst>
              <a:ext uri="{FF2B5EF4-FFF2-40B4-BE49-F238E27FC236}">
                <a16:creationId xmlns:a16="http://schemas.microsoft.com/office/drawing/2014/main" id="{C403DDDA-8EC5-1060-C2A7-2D111E049F5A}"/>
              </a:ext>
            </a:extLst>
          </p:cNvPr>
          <p:cNvSpPr>
            <a:spLocks noChangeArrowheads="1"/>
          </p:cNvSpPr>
          <p:nvPr>
            <p:ph type="title" idx="4294967295"/>
          </p:nvPr>
        </p:nvSpPr>
        <p:spPr>
          <a:noFill/>
        </p:spPr>
        <p:txBody>
          <a:bodyPr/>
          <a:lstStyle/>
          <a:p>
            <a:pPr defTabSz="1028700">
              <a:lnSpc>
                <a:spcPct val="100000"/>
              </a:lnSpc>
            </a:pPr>
            <a:r>
              <a:rPr lang="ko-KR" altLang="en-US">
                <a:solidFill>
                  <a:srgbClr val="3B0F8C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연습게임</a:t>
            </a:r>
          </a:p>
        </p:txBody>
      </p:sp>
      <p:sp>
        <p:nvSpPr>
          <p:cNvPr id="3075" name="Rectangle 5">
            <a:extLst>
              <a:ext uri="{FF2B5EF4-FFF2-40B4-BE49-F238E27FC236}">
                <a16:creationId xmlns:a16="http://schemas.microsoft.com/office/drawing/2014/main" id="{CF10BDB7-6D3F-000C-F193-3518EC414DCD}"/>
              </a:ext>
            </a:extLst>
          </p:cNvPr>
          <p:cNvSpPr>
            <a:spLocks noChangeArrowheads="1"/>
          </p:cNvSpPr>
          <p:nvPr>
            <p:ph type="body" idx="4294967295"/>
          </p:nvPr>
        </p:nvSpPr>
        <p:spPr>
          <a:xfrm>
            <a:off x="455613" y="1598613"/>
            <a:ext cx="8228012" cy="4524375"/>
          </a:xfrm>
          <a:noFill/>
        </p:spPr>
        <p:txBody>
          <a:bodyPr/>
          <a:lstStyle/>
          <a:p>
            <a:pPr marL="0" indent="0" algn="ctr" defTabSz="1028700">
              <a:lnSpc>
                <a:spcPct val="100000"/>
              </a:lnSpc>
              <a:spcBef>
                <a:spcPct val="20000"/>
              </a:spcBef>
              <a:buClrTx/>
              <a:buFontTx/>
              <a:buNone/>
            </a:pPr>
            <a:r>
              <a:rPr kumimoji="1" lang="ko-KR" altLang="en-US" sz="5000">
                <a:solidFill>
                  <a:srgbClr val="075F75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What's your favorite subject?</a:t>
            </a:r>
          </a:p>
          <a:p>
            <a:pPr marL="0" indent="0" algn="ctr" defTabSz="1028700">
              <a:lnSpc>
                <a:spcPct val="100000"/>
              </a:lnSpc>
              <a:spcBef>
                <a:spcPct val="20000"/>
              </a:spcBef>
              <a:buClr>
                <a:srgbClr val="075F75"/>
              </a:buClr>
              <a:buFont typeface="Arial" panose="020B0604020202020204" pitchFamily="34" charset="0"/>
              <a:buAutoNum type="arabicPeriod"/>
            </a:pPr>
            <a:r>
              <a:rPr kumimoji="1" lang="ko-KR" altLang="en-US" sz="5000">
                <a:solidFill>
                  <a:srgbClr val="075F75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What's</a:t>
            </a:r>
          </a:p>
          <a:p>
            <a:pPr marL="0" indent="0" algn="ctr" defTabSz="1028700">
              <a:lnSpc>
                <a:spcPct val="100000"/>
              </a:lnSpc>
              <a:spcBef>
                <a:spcPct val="20000"/>
              </a:spcBef>
              <a:buClr>
                <a:srgbClr val="075F75"/>
              </a:buClr>
              <a:buFont typeface="Arial" panose="020B0604020202020204" pitchFamily="34" charset="0"/>
              <a:buAutoNum type="arabicPeriod" startAt="2"/>
            </a:pPr>
            <a:r>
              <a:rPr kumimoji="1" lang="ko-KR" altLang="en-US" sz="5000">
                <a:solidFill>
                  <a:srgbClr val="075F75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your</a:t>
            </a:r>
          </a:p>
          <a:p>
            <a:pPr marL="0" indent="0" algn="ctr" defTabSz="1028700">
              <a:lnSpc>
                <a:spcPct val="100000"/>
              </a:lnSpc>
              <a:spcBef>
                <a:spcPct val="20000"/>
              </a:spcBef>
              <a:buClr>
                <a:srgbClr val="075F75"/>
              </a:buClr>
              <a:buFont typeface="Arial" panose="020B0604020202020204" pitchFamily="34" charset="0"/>
              <a:buAutoNum type="arabicPeriod" startAt="3"/>
            </a:pPr>
            <a:r>
              <a:rPr kumimoji="1" lang="ko-KR" altLang="en-US" sz="5000">
                <a:solidFill>
                  <a:srgbClr val="075F75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favorite</a:t>
            </a:r>
          </a:p>
          <a:p>
            <a:pPr marL="0" indent="0" algn="ctr" defTabSz="1028700">
              <a:lnSpc>
                <a:spcPct val="100000"/>
              </a:lnSpc>
              <a:spcBef>
                <a:spcPct val="20000"/>
              </a:spcBef>
              <a:buClr>
                <a:srgbClr val="075F75"/>
              </a:buClr>
              <a:buFont typeface="Arial" panose="020B0604020202020204" pitchFamily="34" charset="0"/>
              <a:buAutoNum type="arabicPeriod" startAt="4"/>
            </a:pPr>
            <a:r>
              <a:rPr kumimoji="1" lang="ko-KR" altLang="en-US" sz="5000">
                <a:solidFill>
                  <a:srgbClr val="075F75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subject?</a:t>
            </a:r>
          </a:p>
        </p:txBody>
      </p:sp>
    </p:spTree>
  </p:cSld>
  <p:clrMapOvr>
    <a:masterClrMapping/>
  </p:clrMapOvr>
  <p:bg>
    <p:bgPr>
      <a:solidFill>
        <a:srgbClr val="F5F3FF"/>
      </a:solidFill>
    </p:bgPr>
  </p:bg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reeform 4">
            <a:hlinkClick r:id="rId3" action="ppaction://hlinksldjump"/>
            <a:extLst>
              <a:ext uri="{FF2B5EF4-FFF2-40B4-BE49-F238E27FC236}">
                <a16:creationId xmlns:a16="http://schemas.microsoft.com/office/drawing/2014/main" id="{52E3CDB2-1E77-28C1-3432-2DFDDD02F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6450" y="547688"/>
            <a:ext cx="1150938" cy="1079500"/>
          </a:xfrm>
          <a:custGeom>
            <a:avLst/>
            <a:gdLst>
              <a:gd name="T0" fmla="*/ 0 w 725"/>
              <a:gd name="T1" fmla="*/ 856853125 h 680"/>
              <a:gd name="T2" fmla="*/ 912296959 w 725"/>
              <a:gd name="T3" fmla="*/ 0 h 680"/>
              <a:gd name="T4" fmla="*/ 1827114869 w 725"/>
              <a:gd name="T5" fmla="*/ 856853125 h 680"/>
              <a:gd name="T6" fmla="*/ 912296959 w 725"/>
              <a:gd name="T7" fmla="*/ 1713706250 h 680"/>
              <a:gd name="T8" fmla="*/ 0 w 725"/>
              <a:gd name="T9" fmla="*/ 856853125 h 680"/>
              <a:gd name="T10" fmla="*/ 0 w 725"/>
              <a:gd name="T11" fmla="*/ 856853125 h 680"/>
              <a:gd name="T12" fmla="*/ 178931965 w 725"/>
              <a:gd name="T13" fmla="*/ 856853125 h 680"/>
              <a:gd name="T14" fmla="*/ 912296959 w 725"/>
              <a:gd name="T15" fmla="*/ 1547375938 h 680"/>
              <a:gd name="T16" fmla="*/ 1648182904 w 725"/>
              <a:gd name="T17" fmla="*/ 856853125 h 680"/>
              <a:gd name="T18" fmla="*/ 912296959 w 725"/>
              <a:gd name="T19" fmla="*/ 168851263 h 680"/>
              <a:gd name="T20" fmla="*/ 178931965 w 725"/>
              <a:gd name="T21" fmla="*/ 856853125 h 680"/>
              <a:gd name="T22" fmla="*/ 178931965 w 725"/>
              <a:gd name="T23" fmla="*/ 856853125 h 68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725"/>
              <a:gd name="T37" fmla="*/ 0 h 680"/>
              <a:gd name="T38" fmla="*/ 725 w 725"/>
              <a:gd name="T39" fmla="*/ 680 h 680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725" h="680">
                <a:moveTo>
                  <a:pt x="0" y="340"/>
                </a:moveTo>
                <a:cubicBezTo>
                  <a:pt x="0" y="153"/>
                  <a:pt x="162" y="0"/>
                  <a:pt x="362" y="0"/>
                </a:cubicBezTo>
                <a:cubicBezTo>
                  <a:pt x="562" y="0"/>
                  <a:pt x="725" y="153"/>
                  <a:pt x="725" y="340"/>
                </a:cubicBezTo>
                <a:cubicBezTo>
                  <a:pt x="725" y="528"/>
                  <a:pt x="562" y="680"/>
                  <a:pt x="362" y="680"/>
                </a:cubicBezTo>
                <a:cubicBezTo>
                  <a:pt x="162" y="680"/>
                  <a:pt x="0" y="528"/>
                  <a:pt x="0" y="340"/>
                </a:cubicBezTo>
                <a:close/>
                <a:moveTo>
                  <a:pt x="71" y="340"/>
                </a:moveTo>
                <a:cubicBezTo>
                  <a:pt x="71" y="491"/>
                  <a:pt x="201" y="614"/>
                  <a:pt x="362" y="614"/>
                </a:cubicBezTo>
                <a:cubicBezTo>
                  <a:pt x="523" y="614"/>
                  <a:pt x="654" y="491"/>
                  <a:pt x="654" y="340"/>
                </a:cubicBezTo>
                <a:cubicBezTo>
                  <a:pt x="654" y="189"/>
                  <a:pt x="523" y="67"/>
                  <a:pt x="362" y="67"/>
                </a:cubicBezTo>
                <a:cubicBezTo>
                  <a:pt x="201" y="67"/>
                  <a:pt x="71" y="189"/>
                  <a:pt x="71" y="340"/>
                </a:cubicBezTo>
                <a:close/>
              </a:path>
            </a:pathLst>
          </a:custGeom>
          <a:solidFill>
            <a:srgbClr val="0000FF"/>
          </a:solidFill>
          <a:ln w="9544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defTabSz="1028700" latinLnBrk="1">
              <a:lnSpc>
                <a:spcPct val="11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 defTabSz="1028700" latinLnBrk="1">
              <a:lnSpc>
                <a:spcPct val="110000"/>
              </a:lnSpc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 defTabSz="1028700" latinLnBrk="1">
              <a:lnSpc>
                <a:spcPct val="11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 defTabSz="1028700" latinLnBrk="1">
              <a:lnSpc>
                <a:spcPct val="110000"/>
              </a:lnSpc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 defTabSz="1028700" latinLnBrk="1">
              <a:lnSpc>
                <a:spcPct val="110000"/>
              </a:lnSpc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ko-KR" altLang="en-US" sz="3600">
                <a:solidFill>
                  <a:srgbClr val="000000"/>
                </a:solidFill>
                <a:latin typeface="휴먼모음T" pitchFamily="18" charset="-127"/>
                <a:ea typeface="휴먼모음T" pitchFamily="18" charset="-127"/>
              </a:rPr>
              <a:t>3</a:t>
            </a:r>
          </a:p>
        </p:txBody>
      </p:sp>
      <p:sp>
        <p:nvSpPr>
          <p:cNvPr id="4099" name="Freeform 5">
            <a:hlinkClick r:id="rId4" action="ppaction://hlinksldjump"/>
            <a:extLst>
              <a:ext uri="{FF2B5EF4-FFF2-40B4-BE49-F238E27FC236}">
                <a16:creationId xmlns:a16="http://schemas.microsoft.com/office/drawing/2014/main" id="{A5FBD1D7-0939-C1D9-454A-B45E2599D7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3563" y="547688"/>
            <a:ext cx="1150937" cy="1079500"/>
          </a:xfrm>
          <a:custGeom>
            <a:avLst/>
            <a:gdLst>
              <a:gd name="T0" fmla="*/ 0 w 725"/>
              <a:gd name="T1" fmla="*/ 856853125 h 680"/>
              <a:gd name="T2" fmla="*/ 914815528 w 725"/>
              <a:gd name="T3" fmla="*/ 0 h 680"/>
              <a:gd name="T4" fmla="*/ 1827111694 w 725"/>
              <a:gd name="T5" fmla="*/ 856853125 h 680"/>
              <a:gd name="T6" fmla="*/ 914815528 w 725"/>
              <a:gd name="T7" fmla="*/ 1713706250 h 680"/>
              <a:gd name="T8" fmla="*/ 0 w 725"/>
              <a:gd name="T9" fmla="*/ 856853125 h 680"/>
              <a:gd name="T10" fmla="*/ 0 w 725"/>
              <a:gd name="T11" fmla="*/ 856853125 h 680"/>
              <a:gd name="T12" fmla="*/ 178930222 w 725"/>
              <a:gd name="T13" fmla="*/ 856853125 h 680"/>
              <a:gd name="T14" fmla="*/ 914815528 w 725"/>
              <a:gd name="T15" fmla="*/ 1547375938 h 680"/>
              <a:gd name="T16" fmla="*/ 1648181471 w 725"/>
              <a:gd name="T17" fmla="*/ 856853125 h 680"/>
              <a:gd name="T18" fmla="*/ 914815528 w 725"/>
              <a:gd name="T19" fmla="*/ 168851263 h 680"/>
              <a:gd name="T20" fmla="*/ 178930222 w 725"/>
              <a:gd name="T21" fmla="*/ 856853125 h 680"/>
              <a:gd name="T22" fmla="*/ 178930222 w 725"/>
              <a:gd name="T23" fmla="*/ 856853125 h 68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725"/>
              <a:gd name="T37" fmla="*/ 0 h 680"/>
              <a:gd name="T38" fmla="*/ 725 w 725"/>
              <a:gd name="T39" fmla="*/ 680 h 680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725" h="680">
                <a:moveTo>
                  <a:pt x="0" y="340"/>
                </a:moveTo>
                <a:cubicBezTo>
                  <a:pt x="0" y="153"/>
                  <a:pt x="162" y="0"/>
                  <a:pt x="363" y="0"/>
                </a:cubicBezTo>
                <a:cubicBezTo>
                  <a:pt x="563" y="0"/>
                  <a:pt x="725" y="153"/>
                  <a:pt x="725" y="340"/>
                </a:cubicBezTo>
                <a:cubicBezTo>
                  <a:pt x="725" y="528"/>
                  <a:pt x="563" y="680"/>
                  <a:pt x="363" y="680"/>
                </a:cubicBezTo>
                <a:cubicBezTo>
                  <a:pt x="162" y="680"/>
                  <a:pt x="0" y="528"/>
                  <a:pt x="0" y="340"/>
                </a:cubicBezTo>
                <a:close/>
                <a:moveTo>
                  <a:pt x="71" y="340"/>
                </a:moveTo>
                <a:cubicBezTo>
                  <a:pt x="71" y="491"/>
                  <a:pt x="202" y="614"/>
                  <a:pt x="363" y="614"/>
                </a:cubicBezTo>
                <a:cubicBezTo>
                  <a:pt x="523" y="614"/>
                  <a:pt x="654" y="491"/>
                  <a:pt x="654" y="340"/>
                </a:cubicBezTo>
                <a:cubicBezTo>
                  <a:pt x="654" y="189"/>
                  <a:pt x="523" y="67"/>
                  <a:pt x="363" y="67"/>
                </a:cubicBezTo>
                <a:cubicBezTo>
                  <a:pt x="202" y="67"/>
                  <a:pt x="71" y="189"/>
                  <a:pt x="71" y="340"/>
                </a:cubicBezTo>
                <a:close/>
              </a:path>
            </a:pathLst>
          </a:custGeom>
          <a:solidFill>
            <a:srgbClr val="C0504D"/>
          </a:solidFill>
          <a:ln w="9544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defTabSz="1028700" latinLnBrk="1">
              <a:lnSpc>
                <a:spcPct val="11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 defTabSz="1028700" latinLnBrk="1">
              <a:lnSpc>
                <a:spcPct val="110000"/>
              </a:lnSpc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 defTabSz="1028700" latinLnBrk="1">
              <a:lnSpc>
                <a:spcPct val="11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 defTabSz="1028700" latinLnBrk="1">
              <a:lnSpc>
                <a:spcPct val="110000"/>
              </a:lnSpc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 defTabSz="1028700" latinLnBrk="1">
              <a:lnSpc>
                <a:spcPct val="110000"/>
              </a:lnSpc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ko-KR" altLang="en-US" sz="3600">
                <a:solidFill>
                  <a:srgbClr val="000000"/>
                </a:solidFill>
                <a:latin typeface="휴먼모음T" pitchFamily="18" charset="-127"/>
                <a:ea typeface="휴먼모음T" pitchFamily="18" charset="-127"/>
              </a:rPr>
              <a:t>2</a:t>
            </a:r>
          </a:p>
        </p:txBody>
      </p:sp>
      <p:sp>
        <p:nvSpPr>
          <p:cNvPr id="4100" name="Freeform 6">
            <a:hlinkClick r:id="rId3" action="ppaction://hlinksldjump"/>
            <a:extLst>
              <a:ext uri="{FF2B5EF4-FFF2-40B4-BE49-F238E27FC236}">
                <a16:creationId xmlns:a16="http://schemas.microsoft.com/office/drawing/2014/main" id="{9D5F4C4C-186C-9CD9-B69C-13283B1A8D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263" y="547688"/>
            <a:ext cx="1150937" cy="1079500"/>
          </a:xfrm>
          <a:custGeom>
            <a:avLst/>
            <a:gdLst>
              <a:gd name="T0" fmla="*/ 0 w 725"/>
              <a:gd name="T1" fmla="*/ 856853125 h 680"/>
              <a:gd name="T2" fmla="*/ 914815528 w 725"/>
              <a:gd name="T3" fmla="*/ 0 h 680"/>
              <a:gd name="T4" fmla="*/ 1827111694 w 725"/>
              <a:gd name="T5" fmla="*/ 856853125 h 680"/>
              <a:gd name="T6" fmla="*/ 914815528 w 725"/>
              <a:gd name="T7" fmla="*/ 1713706250 h 680"/>
              <a:gd name="T8" fmla="*/ 0 w 725"/>
              <a:gd name="T9" fmla="*/ 856853125 h 680"/>
              <a:gd name="T10" fmla="*/ 0 w 725"/>
              <a:gd name="T11" fmla="*/ 856853125 h 680"/>
              <a:gd name="T12" fmla="*/ 178930222 w 725"/>
              <a:gd name="T13" fmla="*/ 856853125 h 680"/>
              <a:gd name="T14" fmla="*/ 914815528 w 725"/>
              <a:gd name="T15" fmla="*/ 1547375938 h 680"/>
              <a:gd name="T16" fmla="*/ 1648181471 w 725"/>
              <a:gd name="T17" fmla="*/ 856853125 h 680"/>
              <a:gd name="T18" fmla="*/ 914815528 w 725"/>
              <a:gd name="T19" fmla="*/ 168851263 h 680"/>
              <a:gd name="T20" fmla="*/ 178930222 w 725"/>
              <a:gd name="T21" fmla="*/ 856853125 h 680"/>
              <a:gd name="T22" fmla="*/ 178930222 w 725"/>
              <a:gd name="T23" fmla="*/ 856853125 h 68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725"/>
              <a:gd name="T37" fmla="*/ 0 h 680"/>
              <a:gd name="T38" fmla="*/ 725 w 725"/>
              <a:gd name="T39" fmla="*/ 680 h 680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725" h="680">
                <a:moveTo>
                  <a:pt x="0" y="340"/>
                </a:moveTo>
                <a:cubicBezTo>
                  <a:pt x="0" y="153"/>
                  <a:pt x="163" y="0"/>
                  <a:pt x="363" y="0"/>
                </a:cubicBezTo>
                <a:cubicBezTo>
                  <a:pt x="563" y="0"/>
                  <a:pt x="725" y="153"/>
                  <a:pt x="725" y="340"/>
                </a:cubicBezTo>
                <a:cubicBezTo>
                  <a:pt x="725" y="528"/>
                  <a:pt x="563" y="680"/>
                  <a:pt x="363" y="680"/>
                </a:cubicBezTo>
                <a:cubicBezTo>
                  <a:pt x="163" y="680"/>
                  <a:pt x="0" y="528"/>
                  <a:pt x="0" y="340"/>
                </a:cubicBezTo>
                <a:close/>
                <a:moveTo>
                  <a:pt x="71" y="340"/>
                </a:moveTo>
                <a:cubicBezTo>
                  <a:pt x="71" y="491"/>
                  <a:pt x="202" y="614"/>
                  <a:pt x="363" y="614"/>
                </a:cubicBezTo>
                <a:cubicBezTo>
                  <a:pt x="524" y="614"/>
                  <a:pt x="654" y="491"/>
                  <a:pt x="654" y="340"/>
                </a:cubicBezTo>
                <a:cubicBezTo>
                  <a:pt x="654" y="189"/>
                  <a:pt x="524" y="67"/>
                  <a:pt x="363" y="67"/>
                </a:cubicBezTo>
                <a:cubicBezTo>
                  <a:pt x="202" y="67"/>
                  <a:pt x="71" y="189"/>
                  <a:pt x="71" y="340"/>
                </a:cubicBezTo>
                <a:close/>
              </a:path>
            </a:pathLst>
          </a:custGeom>
          <a:solidFill>
            <a:srgbClr val="4F81BD"/>
          </a:solidFill>
          <a:ln w="9544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defTabSz="1028700" latinLnBrk="1">
              <a:lnSpc>
                <a:spcPct val="11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 defTabSz="1028700" latinLnBrk="1">
              <a:lnSpc>
                <a:spcPct val="110000"/>
              </a:lnSpc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 defTabSz="1028700" latinLnBrk="1">
              <a:lnSpc>
                <a:spcPct val="11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 defTabSz="1028700" latinLnBrk="1">
              <a:lnSpc>
                <a:spcPct val="110000"/>
              </a:lnSpc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 defTabSz="1028700" latinLnBrk="1">
              <a:lnSpc>
                <a:spcPct val="110000"/>
              </a:lnSpc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ko-KR" altLang="en-US" sz="3600">
                <a:solidFill>
                  <a:srgbClr val="000000"/>
                </a:solidFill>
                <a:latin typeface="휴먼모음T" pitchFamily="18" charset="-127"/>
                <a:ea typeface="휴먼모음T" pitchFamily="18" charset="-127"/>
              </a:rPr>
              <a:t>1</a:t>
            </a:r>
          </a:p>
        </p:txBody>
      </p:sp>
      <p:sp>
        <p:nvSpPr>
          <p:cNvPr id="4101" name="Freeform 7">
            <a:hlinkClick r:id="rId5" action="ppaction://hlinksldjump"/>
            <a:extLst>
              <a:ext uri="{FF2B5EF4-FFF2-40B4-BE49-F238E27FC236}">
                <a16:creationId xmlns:a16="http://schemas.microsoft.com/office/drawing/2014/main" id="{88507FD2-38CB-C736-20AC-190EF86AAC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4425" y="1843088"/>
            <a:ext cx="1150938" cy="1079500"/>
          </a:xfrm>
          <a:custGeom>
            <a:avLst/>
            <a:gdLst>
              <a:gd name="T0" fmla="*/ 0 w 725"/>
              <a:gd name="T1" fmla="*/ 856853125 h 680"/>
              <a:gd name="T2" fmla="*/ 914817910 w 725"/>
              <a:gd name="T3" fmla="*/ 0 h 680"/>
              <a:gd name="T4" fmla="*/ 1827114869 w 725"/>
              <a:gd name="T5" fmla="*/ 856853125 h 680"/>
              <a:gd name="T6" fmla="*/ 914817910 w 725"/>
              <a:gd name="T7" fmla="*/ 1713706250 h 680"/>
              <a:gd name="T8" fmla="*/ 0 w 725"/>
              <a:gd name="T9" fmla="*/ 856853125 h 680"/>
              <a:gd name="T10" fmla="*/ 0 w 725"/>
              <a:gd name="T11" fmla="*/ 856853125 h 680"/>
              <a:gd name="T12" fmla="*/ 178931965 w 725"/>
              <a:gd name="T13" fmla="*/ 856853125 h 680"/>
              <a:gd name="T14" fmla="*/ 914817910 w 725"/>
              <a:gd name="T15" fmla="*/ 1544856575 h 680"/>
              <a:gd name="T16" fmla="*/ 1648182904 w 725"/>
              <a:gd name="T17" fmla="*/ 856853125 h 680"/>
              <a:gd name="T18" fmla="*/ 914817910 w 725"/>
              <a:gd name="T19" fmla="*/ 168851263 h 680"/>
              <a:gd name="T20" fmla="*/ 178931965 w 725"/>
              <a:gd name="T21" fmla="*/ 856853125 h 680"/>
              <a:gd name="T22" fmla="*/ 178931965 w 725"/>
              <a:gd name="T23" fmla="*/ 856853125 h 68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725"/>
              <a:gd name="T37" fmla="*/ 0 h 680"/>
              <a:gd name="T38" fmla="*/ 725 w 725"/>
              <a:gd name="T39" fmla="*/ 680 h 680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725" h="680">
                <a:moveTo>
                  <a:pt x="0" y="340"/>
                </a:moveTo>
                <a:cubicBezTo>
                  <a:pt x="0" y="152"/>
                  <a:pt x="163" y="0"/>
                  <a:pt x="363" y="0"/>
                </a:cubicBezTo>
                <a:cubicBezTo>
                  <a:pt x="563" y="0"/>
                  <a:pt x="725" y="152"/>
                  <a:pt x="725" y="340"/>
                </a:cubicBezTo>
                <a:cubicBezTo>
                  <a:pt x="725" y="528"/>
                  <a:pt x="563" y="680"/>
                  <a:pt x="363" y="680"/>
                </a:cubicBezTo>
                <a:cubicBezTo>
                  <a:pt x="163" y="680"/>
                  <a:pt x="0" y="528"/>
                  <a:pt x="0" y="340"/>
                </a:cubicBezTo>
                <a:close/>
                <a:moveTo>
                  <a:pt x="71" y="340"/>
                </a:moveTo>
                <a:cubicBezTo>
                  <a:pt x="71" y="491"/>
                  <a:pt x="202" y="613"/>
                  <a:pt x="363" y="613"/>
                </a:cubicBezTo>
                <a:cubicBezTo>
                  <a:pt x="524" y="613"/>
                  <a:pt x="654" y="491"/>
                  <a:pt x="654" y="340"/>
                </a:cubicBezTo>
                <a:cubicBezTo>
                  <a:pt x="654" y="189"/>
                  <a:pt x="524" y="67"/>
                  <a:pt x="363" y="67"/>
                </a:cubicBezTo>
                <a:cubicBezTo>
                  <a:pt x="202" y="67"/>
                  <a:pt x="71" y="189"/>
                  <a:pt x="71" y="340"/>
                </a:cubicBezTo>
                <a:close/>
              </a:path>
            </a:pathLst>
          </a:custGeom>
          <a:solidFill>
            <a:srgbClr val="E436CB"/>
          </a:solidFill>
          <a:ln w="9544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defTabSz="1028700" latinLnBrk="1">
              <a:lnSpc>
                <a:spcPct val="11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 defTabSz="1028700" latinLnBrk="1">
              <a:lnSpc>
                <a:spcPct val="110000"/>
              </a:lnSpc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 defTabSz="1028700" latinLnBrk="1">
              <a:lnSpc>
                <a:spcPct val="11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 defTabSz="1028700" latinLnBrk="1">
              <a:lnSpc>
                <a:spcPct val="110000"/>
              </a:lnSpc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 defTabSz="1028700" latinLnBrk="1">
              <a:lnSpc>
                <a:spcPct val="110000"/>
              </a:lnSpc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ko-KR" altLang="en-US" sz="3600">
                <a:solidFill>
                  <a:srgbClr val="000000"/>
                </a:solidFill>
                <a:latin typeface="휴먼모음T" pitchFamily="18" charset="-127"/>
                <a:ea typeface="휴먼모음T" pitchFamily="18" charset="-127"/>
              </a:rPr>
              <a:t>4</a:t>
            </a:r>
          </a:p>
        </p:txBody>
      </p:sp>
      <p:sp>
        <p:nvSpPr>
          <p:cNvPr id="4102" name="Freeform 8">
            <a:hlinkClick r:id="rId6" action="ppaction://hlinksldjump"/>
            <a:extLst>
              <a:ext uri="{FF2B5EF4-FFF2-40B4-BE49-F238E27FC236}">
                <a16:creationId xmlns:a16="http://schemas.microsoft.com/office/drawing/2014/main" id="{7A09BC4F-55F0-7897-39D4-EE990EDAC2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5725" y="1771650"/>
            <a:ext cx="1150938" cy="1079500"/>
          </a:xfrm>
          <a:custGeom>
            <a:avLst/>
            <a:gdLst>
              <a:gd name="T0" fmla="*/ 0 w 725"/>
              <a:gd name="T1" fmla="*/ 856853125 h 680"/>
              <a:gd name="T2" fmla="*/ 912296959 w 725"/>
              <a:gd name="T3" fmla="*/ 0 h 680"/>
              <a:gd name="T4" fmla="*/ 1827114869 w 725"/>
              <a:gd name="T5" fmla="*/ 856853125 h 680"/>
              <a:gd name="T6" fmla="*/ 912296959 w 725"/>
              <a:gd name="T7" fmla="*/ 1713706250 h 680"/>
              <a:gd name="T8" fmla="*/ 0 w 725"/>
              <a:gd name="T9" fmla="*/ 856853125 h 680"/>
              <a:gd name="T10" fmla="*/ 0 w 725"/>
              <a:gd name="T11" fmla="*/ 856853125 h 680"/>
              <a:gd name="T12" fmla="*/ 178931965 w 725"/>
              <a:gd name="T13" fmla="*/ 856853125 h 680"/>
              <a:gd name="T14" fmla="*/ 912296959 w 725"/>
              <a:gd name="T15" fmla="*/ 1544856575 h 680"/>
              <a:gd name="T16" fmla="*/ 1648182904 w 725"/>
              <a:gd name="T17" fmla="*/ 856853125 h 680"/>
              <a:gd name="T18" fmla="*/ 912296959 w 725"/>
              <a:gd name="T19" fmla="*/ 168851263 h 680"/>
              <a:gd name="T20" fmla="*/ 178931965 w 725"/>
              <a:gd name="T21" fmla="*/ 856853125 h 680"/>
              <a:gd name="T22" fmla="*/ 178931965 w 725"/>
              <a:gd name="T23" fmla="*/ 856853125 h 68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725"/>
              <a:gd name="T37" fmla="*/ 0 h 680"/>
              <a:gd name="T38" fmla="*/ 725 w 725"/>
              <a:gd name="T39" fmla="*/ 680 h 680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725" h="680">
                <a:moveTo>
                  <a:pt x="0" y="340"/>
                </a:moveTo>
                <a:cubicBezTo>
                  <a:pt x="0" y="152"/>
                  <a:pt x="162" y="0"/>
                  <a:pt x="362" y="0"/>
                </a:cubicBezTo>
                <a:cubicBezTo>
                  <a:pt x="563" y="0"/>
                  <a:pt x="725" y="152"/>
                  <a:pt x="725" y="340"/>
                </a:cubicBezTo>
                <a:cubicBezTo>
                  <a:pt x="725" y="528"/>
                  <a:pt x="563" y="680"/>
                  <a:pt x="362" y="680"/>
                </a:cubicBezTo>
                <a:cubicBezTo>
                  <a:pt x="162" y="680"/>
                  <a:pt x="0" y="528"/>
                  <a:pt x="0" y="340"/>
                </a:cubicBezTo>
                <a:close/>
                <a:moveTo>
                  <a:pt x="71" y="340"/>
                </a:moveTo>
                <a:cubicBezTo>
                  <a:pt x="71" y="491"/>
                  <a:pt x="201" y="613"/>
                  <a:pt x="362" y="613"/>
                </a:cubicBezTo>
                <a:cubicBezTo>
                  <a:pt x="523" y="613"/>
                  <a:pt x="654" y="491"/>
                  <a:pt x="654" y="340"/>
                </a:cubicBezTo>
                <a:cubicBezTo>
                  <a:pt x="654" y="189"/>
                  <a:pt x="523" y="67"/>
                  <a:pt x="362" y="67"/>
                </a:cubicBezTo>
                <a:cubicBezTo>
                  <a:pt x="201" y="67"/>
                  <a:pt x="71" y="189"/>
                  <a:pt x="71" y="340"/>
                </a:cubicBezTo>
                <a:close/>
              </a:path>
            </a:pathLst>
          </a:custGeom>
          <a:solidFill>
            <a:srgbClr val="4F81BD"/>
          </a:solidFill>
          <a:ln w="9544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defTabSz="1028700" latinLnBrk="1">
              <a:lnSpc>
                <a:spcPct val="11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 defTabSz="1028700" latinLnBrk="1">
              <a:lnSpc>
                <a:spcPct val="110000"/>
              </a:lnSpc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 defTabSz="1028700" latinLnBrk="1">
              <a:lnSpc>
                <a:spcPct val="11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 defTabSz="1028700" latinLnBrk="1">
              <a:lnSpc>
                <a:spcPct val="110000"/>
              </a:lnSpc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 defTabSz="1028700" latinLnBrk="1">
              <a:lnSpc>
                <a:spcPct val="110000"/>
              </a:lnSpc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ko-KR" altLang="en-US" sz="3600">
                <a:solidFill>
                  <a:srgbClr val="000000"/>
                </a:solidFill>
                <a:latin typeface="휴먼모음T" pitchFamily="18" charset="-127"/>
                <a:ea typeface="휴먼모음T" pitchFamily="18" charset="-127"/>
              </a:rPr>
              <a:t>5</a:t>
            </a:r>
          </a:p>
        </p:txBody>
      </p:sp>
      <p:sp>
        <p:nvSpPr>
          <p:cNvPr id="4103" name="Freeform 9">
            <a:hlinkClick r:id="rId7" action="ppaction://hlinksldjump"/>
            <a:extLst>
              <a:ext uri="{FF2B5EF4-FFF2-40B4-BE49-F238E27FC236}">
                <a16:creationId xmlns:a16="http://schemas.microsoft.com/office/drawing/2014/main" id="{E39D06A7-7FF5-8B9E-6744-D9146FE946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0050" y="1843088"/>
            <a:ext cx="1149350" cy="1079500"/>
          </a:xfrm>
          <a:custGeom>
            <a:avLst/>
            <a:gdLst>
              <a:gd name="T0" fmla="*/ 0 w 724"/>
              <a:gd name="T1" fmla="*/ 856853125 h 680"/>
              <a:gd name="T2" fmla="*/ 912296563 w 724"/>
              <a:gd name="T3" fmla="*/ 0 h 680"/>
              <a:gd name="T4" fmla="*/ 1824593125 w 724"/>
              <a:gd name="T5" fmla="*/ 856853125 h 680"/>
              <a:gd name="T6" fmla="*/ 912296563 w 724"/>
              <a:gd name="T7" fmla="*/ 1713706250 h 680"/>
              <a:gd name="T8" fmla="*/ 0 w 724"/>
              <a:gd name="T9" fmla="*/ 856853125 h 680"/>
              <a:gd name="T10" fmla="*/ 0 w 724"/>
              <a:gd name="T11" fmla="*/ 856853125 h 680"/>
              <a:gd name="T12" fmla="*/ 178931888 w 724"/>
              <a:gd name="T13" fmla="*/ 856853125 h 680"/>
              <a:gd name="T14" fmla="*/ 912296563 w 724"/>
              <a:gd name="T15" fmla="*/ 1544856575 h 680"/>
              <a:gd name="T16" fmla="*/ 1648182188 w 724"/>
              <a:gd name="T17" fmla="*/ 856853125 h 680"/>
              <a:gd name="T18" fmla="*/ 912296563 w 724"/>
              <a:gd name="T19" fmla="*/ 168851263 h 680"/>
              <a:gd name="T20" fmla="*/ 178931888 w 724"/>
              <a:gd name="T21" fmla="*/ 856853125 h 680"/>
              <a:gd name="T22" fmla="*/ 178931888 w 724"/>
              <a:gd name="T23" fmla="*/ 856853125 h 68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724"/>
              <a:gd name="T37" fmla="*/ 0 h 680"/>
              <a:gd name="T38" fmla="*/ 724 w 724"/>
              <a:gd name="T39" fmla="*/ 680 h 680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724" h="680">
                <a:moveTo>
                  <a:pt x="0" y="340"/>
                </a:moveTo>
                <a:cubicBezTo>
                  <a:pt x="0" y="152"/>
                  <a:pt x="162" y="0"/>
                  <a:pt x="362" y="0"/>
                </a:cubicBezTo>
                <a:cubicBezTo>
                  <a:pt x="562" y="0"/>
                  <a:pt x="724" y="152"/>
                  <a:pt x="724" y="340"/>
                </a:cubicBezTo>
                <a:cubicBezTo>
                  <a:pt x="724" y="528"/>
                  <a:pt x="562" y="680"/>
                  <a:pt x="362" y="680"/>
                </a:cubicBezTo>
                <a:cubicBezTo>
                  <a:pt x="162" y="680"/>
                  <a:pt x="0" y="528"/>
                  <a:pt x="0" y="340"/>
                </a:cubicBezTo>
                <a:close/>
                <a:moveTo>
                  <a:pt x="71" y="340"/>
                </a:moveTo>
                <a:cubicBezTo>
                  <a:pt x="71" y="491"/>
                  <a:pt x="201" y="613"/>
                  <a:pt x="362" y="613"/>
                </a:cubicBezTo>
                <a:cubicBezTo>
                  <a:pt x="523" y="613"/>
                  <a:pt x="654" y="491"/>
                  <a:pt x="654" y="340"/>
                </a:cubicBezTo>
                <a:cubicBezTo>
                  <a:pt x="654" y="189"/>
                  <a:pt x="523" y="67"/>
                  <a:pt x="362" y="67"/>
                </a:cubicBezTo>
                <a:cubicBezTo>
                  <a:pt x="201" y="67"/>
                  <a:pt x="71" y="189"/>
                  <a:pt x="71" y="340"/>
                </a:cubicBezTo>
                <a:close/>
              </a:path>
            </a:pathLst>
          </a:custGeom>
          <a:solidFill>
            <a:srgbClr val="9630EA"/>
          </a:solidFill>
          <a:ln w="9544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defTabSz="1028700" latinLnBrk="1">
              <a:lnSpc>
                <a:spcPct val="11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 defTabSz="1028700" latinLnBrk="1">
              <a:lnSpc>
                <a:spcPct val="110000"/>
              </a:lnSpc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 defTabSz="1028700" latinLnBrk="1">
              <a:lnSpc>
                <a:spcPct val="11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 defTabSz="1028700" latinLnBrk="1">
              <a:lnSpc>
                <a:spcPct val="110000"/>
              </a:lnSpc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 defTabSz="1028700" latinLnBrk="1">
              <a:lnSpc>
                <a:spcPct val="110000"/>
              </a:lnSpc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ko-KR" altLang="en-US" sz="3600">
                <a:solidFill>
                  <a:srgbClr val="000000"/>
                </a:solidFill>
                <a:latin typeface="휴먼모음T" pitchFamily="18" charset="-127"/>
                <a:ea typeface="휴먼모음T" pitchFamily="18" charset="-127"/>
              </a:rPr>
              <a:t>6</a:t>
            </a:r>
          </a:p>
        </p:txBody>
      </p:sp>
      <p:sp>
        <p:nvSpPr>
          <p:cNvPr id="4104" name="Freeform 10">
            <a:hlinkClick r:id="rId8" action="ppaction://hlinksldjump"/>
            <a:extLst>
              <a:ext uri="{FF2B5EF4-FFF2-40B4-BE49-F238E27FC236}">
                <a16:creationId xmlns:a16="http://schemas.microsoft.com/office/drawing/2014/main" id="{B458A979-0FDA-1E8A-5798-F12186A199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3650" y="2995613"/>
            <a:ext cx="1150938" cy="1079500"/>
          </a:xfrm>
          <a:custGeom>
            <a:avLst/>
            <a:gdLst>
              <a:gd name="T0" fmla="*/ 0 w 725"/>
              <a:gd name="T1" fmla="*/ 856853125 h 680"/>
              <a:gd name="T2" fmla="*/ 914817910 w 725"/>
              <a:gd name="T3" fmla="*/ 0 h 680"/>
              <a:gd name="T4" fmla="*/ 1827114869 w 725"/>
              <a:gd name="T5" fmla="*/ 856853125 h 680"/>
              <a:gd name="T6" fmla="*/ 914817910 w 725"/>
              <a:gd name="T7" fmla="*/ 1713706250 h 680"/>
              <a:gd name="T8" fmla="*/ 0 w 725"/>
              <a:gd name="T9" fmla="*/ 856853125 h 680"/>
              <a:gd name="T10" fmla="*/ 0 w 725"/>
              <a:gd name="T11" fmla="*/ 856853125 h 680"/>
              <a:gd name="T12" fmla="*/ 178931965 w 725"/>
              <a:gd name="T13" fmla="*/ 856853125 h 680"/>
              <a:gd name="T14" fmla="*/ 914817910 w 725"/>
              <a:gd name="T15" fmla="*/ 1544856575 h 680"/>
              <a:gd name="T16" fmla="*/ 1648182904 w 725"/>
              <a:gd name="T17" fmla="*/ 856853125 h 680"/>
              <a:gd name="T18" fmla="*/ 914817910 w 725"/>
              <a:gd name="T19" fmla="*/ 166330313 h 680"/>
              <a:gd name="T20" fmla="*/ 178931965 w 725"/>
              <a:gd name="T21" fmla="*/ 856853125 h 680"/>
              <a:gd name="T22" fmla="*/ 178931965 w 725"/>
              <a:gd name="T23" fmla="*/ 856853125 h 68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725"/>
              <a:gd name="T37" fmla="*/ 0 h 680"/>
              <a:gd name="T38" fmla="*/ 725 w 725"/>
              <a:gd name="T39" fmla="*/ 680 h 680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725" h="680">
                <a:moveTo>
                  <a:pt x="0" y="340"/>
                </a:moveTo>
                <a:cubicBezTo>
                  <a:pt x="0" y="152"/>
                  <a:pt x="163" y="0"/>
                  <a:pt x="363" y="0"/>
                </a:cubicBezTo>
                <a:cubicBezTo>
                  <a:pt x="563" y="0"/>
                  <a:pt x="725" y="152"/>
                  <a:pt x="725" y="340"/>
                </a:cubicBezTo>
                <a:cubicBezTo>
                  <a:pt x="725" y="528"/>
                  <a:pt x="563" y="680"/>
                  <a:pt x="363" y="680"/>
                </a:cubicBezTo>
                <a:cubicBezTo>
                  <a:pt x="163" y="680"/>
                  <a:pt x="0" y="528"/>
                  <a:pt x="0" y="340"/>
                </a:cubicBezTo>
                <a:close/>
                <a:moveTo>
                  <a:pt x="71" y="340"/>
                </a:moveTo>
                <a:cubicBezTo>
                  <a:pt x="71" y="491"/>
                  <a:pt x="202" y="613"/>
                  <a:pt x="363" y="613"/>
                </a:cubicBezTo>
                <a:cubicBezTo>
                  <a:pt x="524" y="613"/>
                  <a:pt x="654" y="491"/>
                  <a:pt x="654" y="340"/>
                </a:cubicBezTo>
                <a:cubicBezTo>
                  <a:pt x="654" y="189"/>
                  <a:pt x="524" y="66"/>
                  <a:pt x="363" y="66"/>
                </a:cubicBezTo>
                <a:cubicBezTo>
                  <a:pt x="202" y="66"/>
                  <a:pt x="71" y="189"/>
                  <a:pt x="71" y="340"/>
                </a:cubicBezTo>
                <a:close/>
              </a:path>
            </a:pathLst>
          </a:custGeom>
          <a:solidFill>
            <a:srgbClr val="71B466"/>
          </a:solidFill>
          <a:ln w="9544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defTabSz="1028700" latinLnBrk="1">
              <a:lnSpc>
                <a:spcPct val="11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 defTabSz="1028700" latinLnBrk="1">
              <a:lnSpc>
                <a:spcPct val="110000"/>
              </a:lnSpc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 defTabSz="1028700" latinLnBrk="1">
              <a:lnSpc>
                <a:spcPct val="11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 defTabSz="1028700" latinLnBrk="1">
              <a:lnSpc>
                <a:spcPct val="110000"/>
              </a:lnSpc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 defTabSz="1028700" latinLnBrk="1">
              <a:lnSpc>
                <a:spcPct val="110000"/>
              </a:lnSpc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ko-KR" altLang="en-US" sz="3600">
                <a:solidFill>
                  <a:srgbClr val="000000"/>
                </a:solidFill>
                <a:latin typeface="휴먼모음T" pitchFamily="18" charset="-127"/>
                <a:ea typeface="휴먼모음T" pitchFamily="18" charset="-127"/>
              </a:rPr>
              <a:t>9</a:t>
            </a:r>
          </a:p>
        </p:txBody>
      </p:sp>
      <p:sp>
        <p:nvSpPr>
          <p:cNvPr id="4105" name="Freeform 11">
            <a:hlinkClick r:id="rId9" action="ppaction://hlinksldjump"/>
            <a:extLst>
              <a:ext uri="{FF2B5EF4-FFF2-40B4-BE49-F238E27FC236}">
                <a16:creationId xmlns:a16="http://schemas.microsoft.com/office/drawing/2014/main" id="{3E5BB79A-D38D-5A4A-DE54-FCF38784FC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0913" y="2995613"/>
            <a:ext cx="1150937" cy="1079500"/>
          </a:xfrm>
          <a:custGeom>
            <a:avLst/>
            <a:gdLst>
              <a:gd name="T0" fmla="*/ 0 w 725"/>
              <a:gd name="T1" fmla="*/ 856853125 h 680"/>
              <a:gd name="T2" fmla="*/ 912296166 w 725"/>
              <a:gd name="T3" fmla="*/ 0 h 680"/>
              <a:gd name="T4" fmla="*/ 1827111694 w 725"/>
              <a:gd name="T5" fmla="*/ 856853125 h 680"/>
              <a:gd name="T6" fmla="*/ 912296166 w 725"/>
              <a:gd name="T7" fmla="*/ 1713706250 h 680"/>
              <a:gd name="T8" fmla="*/ 0 w 725"/>
              <a:gd name="T9" fmla="*/ 856853125 h 680"/>
              <a:gd name="T10" fmla="*/ 0 w 725"/>
              <a:gd name="T11" fmla="*/ 856853125 h 680"/>
              <a:gd name="T12" fmla="*/ 178930222 w 725"/>
              <a:gd name="T13" fmla="*/ 856853125 h 680"/>
              <a:gd name="T14" fmla="*/ 912296166 w 725"/>
              <a:gd name="T15" fmla="*/ 1544856575 h 680"/>
              <a:gd name="T16" fmla="*/ 1648181471 w 725"/>
              <a:gd name="T17" fmla="*/ 856853125 h 680"/>
              <a:gd name="T18" fmla="*/ 912296166 w 725"/>
              <a:gd name="T19" fmla="*/ 166330313 h 680"/>
              <a:gd name="T20" fmla="*/ 178930222 w 725"/>
              <a:gd name="T21" fmla="*/ 856853125 h 680"/>
              <a:gd name="T22" fmla="*/ 178930222 w 725"/>
              <a:gd name="T23" fmla="*/ 856853125 h 68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725"/>
              <a:gd name="T37" fmla="*/ 0 h 680"/>
              <a:gd name="T38" fmla="*/ 725 w 725"/>
              <a:gd name="T39" fmla="*/ 680 h 680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725" h="680">
                <a:moveTo>
                  <a:pt x="0" y="340"/>
                </a:moveTo>
                <a:cubicBezTo>
                  <a:pt x="0" y="152"/>
                  <a:pt x="162" y="0"/>
                  <a:pt x="362" y="0"/>
                </a:cubicBezTo>
                <a:cubicBezTo>
                  <a:pt x="562" y="0"/>
                  <a:pt x="725" y="152"/>
                  <a:pt x="725" y="340"/>
                </a:cubicBezTo>
                <a:cubicBezTo>
                  <a:pt x="725" y="528"/>
                  <a:pt x="562" y="680"/>
                  <a:pt x="362" y="680"/>
                </a:cubicBezTo>
                <a:cubicBezTo>
                  <a:pt x="162" y="680"/>
                  <a:pt x="0" y="528"/>
                  <a:pt x="0" y="340"/>
                </a:cubicBezTo>
                <a:close/>
                <a:moveTo>
                  <a:pt x="71" y="340"/>
                </a:moveTo>
                <a:cubicBezTo>
                  <a:pt x="71" y="491"/>
                  <a:pt x="201" y="613"/>
                  <a:pt x="362" y="613"/>
                </a:cubicBezTo>
                <a:cubicBezTo>
                  <a:pt x="523" y="613"/>
                  <a:pt x="654" y="491"/>
                  <a:pt x="654" y="340"/>
                </a:cubicBezTo>
                <a:cubicBezTo>
                  <a:pt x="654" y="189"/>
                  <a:pt x="523" y="66"/>
                  <a:pt x="362" y="66"/>
                </a:cubicBezTo>
                <a:cubicBezTo>
                  <a:pt x="201" y="66"/>
                  <a:pt x="71" y="189"/>
                  <a:pt x="71" y="340"/>
                </a:cubicBezTo>
                <a:close/>
              </a:path>
            </a:pathLst>
          </a:custGeom>
          <a:solidFill>
            <a:srgbClr val="E436CB"/>
          </a:solidFill>
          <a:ln w="9544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defTabSz="1028700" latinLnBrk="1">
              <a:lnSpc>
                <a:spcPct val="11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 defTabSz="1028700" latinLnBrk="1">
              <a:lnSpc>
                <a:spcPct val="110000"/>
              </a:lnSpc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 defTabSz="1028700" latinLnBrk="1">
              <a:lnSpc>
                <a:spcPct val="11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 defTabSz="1028700" latinLnBrk="1">
              <a:lnSpc>
                <a:spcPct val="110000"/>
              </a:lnSpc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 defTabSz="1028700" latinLnBrk="1">
              <a:lnSpc>
                <a:spcPct val="110000"/>
              </a:lnSpc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ko-KR" altLang="en-US" sz="3600">
                <a:solidFill>
                  <a:srgbClr val="000000"/>
                </a:solidFill>
                <a:latin typeface="휴먼모음T" pitchFamily="18" charset="-127"/>
                <a:ea typeface="휴먼모음T" pitchFamily="18" charset="-127"/>
              </a:rPr>
              <a:t>8</a:t>
            </a:r>
          </a:p>
        </p:txBody>
      </p:sp>
      <p:sp>
        <p:nvSpPr>
          <p:cNvPr id="4106" name="Freeform 12">
            <a:hlinkClick r:id="rId8" action="ppaction://hlinksldjump"/>
            <a:extLst>
              <a:ext uri="{FF2B5EF4-FFF2-40B4-BE49-F238E27FC236}">
                <a16:creationId xmlns:a16="http://schemas.microsoft.com/office/drawing/2014/main" id="{04A9B53D-785B-4A9B-CA2F-F56FC0C427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8025" y="2995613"/>
            <a:ext cx="1150938" cy="1079500"/>
          </a:xfrm>
          <a:custGeom>
            <a:avLst/>
            <a:gdLst>
              <a:gd name="T0" fmla="*/ 0 w 725"/>
              <a:gd name="T1" fmla="*/ 856853125 h 680"/>
              <a:gd name="T2" fmla="*/ 912296959 w 725"/>
              <a:gd name="T3" fmla="*/ 0 h 680"/>
              <a:gd name="T4" fmla="*/ 1827114869 w 725"/>
              <a:gd name="T5" fmla="*/ 856853125 h 680"/>
              <a:gd name="T6" fmla="*/ 912296959 w 725"/>
              <a:gd name="T7" fmla="*/ 1713706250 h 680"/>
              <a:gd name="T8" fmla="*/ 0 w 725"/>
              <a:gd name="T9" fmla="*/ 856853125 h 680"/>
              <a:gd name="T10" fmla="*/ 0 w 725"/>
              <a:gd name="T11" fmla="*/ 856853125 h 680"/>
              <a:gd name="T12" fmla="*/ 178931965 w 725"/>
              <a:gd name="T13" fmla="*/ 856853125 h 680"/>
              <a:gd name="T14" fmla="*/ 912296959 w 725"/>
              <a:gd name="T15" fmla="*/ 1544856575 h 680"/>
              <a:gd name="T16" fmla="*/ 1648182904 w 725"/>
              <a:gd name="T17" fmla="*/ 856853125 h 680"/>
              <a:gd name="T18" fmla="*/ 912296959 w 725"/>
              <a:gd name="T19" fmla="*/ 166330313 h 680"/>
              <a:gd name="T20" fmla="*/ 178931965 w 725"/>
              <a:gd name="T21" fmla="*/ 856853125 h 680"/>
              <a:gd name="T22" fmla="*/ 178931965 w 725"/>
              <a:gd name="T23" fmla="*/ 856853125 h 68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725"/>
              <a:gd name="T37" fmla="*/ 0 h 680"/>
              <a:gd name="T38" fmla="*/ 725 w 725"/>
              <a:gd name="T39" fmla="*/ 680 h 680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725" h="680">
                <a:moveTo>
                  <a:pt x="0" y="340"/>
                </a:moveTo>
                <a:cubicBezTo>
                  <a:pt x="0" y="152"/>
                  <a:pt x="162" y="0"/>
                  <a:pt x="362" y="0"/>
                </a:cubicBezTo>
                <a:cubicBezTo>
                  <a:pt x="563" y="0"/>
                  <a:pt x="725" y="152"/>
                  <a:pt x="725" y="340"/>
                </a:cubicBezTo>
                <a:cubicBezTo>
                  <a:pt x="725" y="528"/>
                  <a:pt x="563" y="680"/>
                  <a:pt x="362" y="680"/>
                </a:cubicBezTo>
                <a:cubicBezTo>
                  <a:pt x="162" y="680"/>
                  <a:pt x="0" y="528"/>
                  <a:pt x="0" y="340"/>
                </a:cubicBezTo>
                <a:close/>
                <a:moveTo>
                  <a:pt x="71" y="340"/>
                </a:moveTo>
                <a:cubicBezTo>
                  <a:pt x="71" y="491"/>
                  <a:pt x="202" y="613"/>
                  <a:pt x="362" y="613"/>
                </a:cubicBezTo>
                <a:cubicBezTo>
                  <a:pt x="523" y="613"/>
                  <a:pt x="654" y="491"/>
                  <a:pt x="654" y="340"/>
                </a:cubicBezTo>
                <a:cubicBezTo>
                  <a:pt x="654" y="189"/>
                  <a:pt x="523" y="66"/>
                  <a:pt x="362" y="66"/>
                </a:cubicBezTo>
                <a:cubicBezTo>
                  <a:pt x="202" y="66"/>
                  <a:pt x="71" y="189"/>
                  <a:pt x="71" y="340"/>
                </a:cubicBezTo>
                <a:close/>
              </a:path>
            </a:pathLst>
          </a:custGeom>
          <a:solidFill>
            <a:srgbClr val="FC9D1E"/>
          </a:solidFill>
          <a:ln w="9544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defTabSz="1028700" latinLnBrk="1">
              <a:lnSpc>
                <a:spcPct val="11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 defTabSz="1028700" latinLnBrk="1">
              <a:lnSpc>
                <a:spcPct val="110000"/>
              </a:lnSpc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 defTabSz="1028700" latinLnBrk="1">
              <a:lnSpc>
                <a:spcPct val="11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 defTabSz="1028700" latinLnBrk="1">
              <a:lnSpc>
                <a:spcPct val="110000"/>
              </a:lnSpc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 defTabSz="1028700" latinLnBrk="1">
              <a:lnSpc>
                <a:spcPct val="110000"/>
              </a:lnSpc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ko-KR" altLang="en-US" sz="3600">
                <a:solidFill>
                  <a:srgbClr val="000000"/>
                </a:solidFill>
                <a:latin typeface="휴먼모음T" pitchFamily="18" charset="-127"/>
                <a:ea typeface="휴먼모음T" pitchFamily="18" charset="-127"/>
              </a:rPr>
              <a:t>7</a:t>
            </a:r>
          </a:p>
        </p:txBody>
      </p:sp>
      <p:sp>
        <p:nvSpPr>
          <p:cNvPr id="4107" name="Freeform 13">
            <a:hlinkClick r:id="rId10" action="ppaction://hlinksldjump"/>
            <a:extLst>
              <a:ext uri="{FF2B5EF4-FFF2-40B4-BE49-F238E27FC236}">
                <a16:creationId xmlns:a16="http://schemas.microsoft.com/office/drawing/2014/main" id="{2A2A7294-C20B-B537-5DFA-C8CA14E7F0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8750" y="4148138"/>
            <a:ext cx="1150938" cy="1077912"/>
          </a:xfrm>
          <a:custGeom>
            <a:avLst/>
            <a:gdLst>
              <a:gd name="T0" fmla="*/ 0 w 725"/>
              <a:gd name="T1" fmla="*/ 856852728 h 679"/>
              <a:gd name="T2" fmla="*/ 912296959 w 725"/>
              <a:gd name="T3" fmla="*/ 0 h 679"/>
              <a:gd name="T4" fmla="*/ 1827114869 w 725"/>
              <a:gd name="T5" fmla="*/ 856852728 h 679"/>
              <a:gd name="T6" fmla="*/ 912296959 w 725"/>
              <a:gd name="T7" fmla="*/ 1711184506 h 679"/>
              <a:gd name="T8" fmla="*/ 0 w 725"/>
              <a:gd name="T9" fmla="*/ 856852728 h 679"/>
              <a:gd name="T10" fmla="*/ 0 w 725"/>
              <a:gd name="T11" fmla="*/ 856852728 h 679"/>
              <a:gd name="T12" fmla="*/ 178931965 w 725"/>
              <a:gd name="T13" fmla="*/ 856852728 h 679"/>
              <a:gd name="T14" fmla="*/ 912296959 w 725"/>
              <a:gd name="T15" fmla="*/ 1544854271 h 679"/>
              <a:gd name="T16" fmla="*/ 1648182904 w 725"/>
              <a:gd name="T17" fmla="*/ 856852728 h 679"/>
              <a:gd name="T18" fmla="*/ 912296959 w 725"/>
              <a:gd name="T19" fmla="*/ 166330235 h 679"/>
              <a:gd name="T20" fmla="*/ 178931965 w 725"/>
              <a:gd name="T21" fmla="*/ 856852728 h 679"/>
              <a:gd name="T22" fmla="*/ 178931965 w 725"/>
              <a:gd name="T23" fmla="*/ 856852728 h 679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725"/>
              <a:gd name="T37" fmla="*/ 0 h 679"/>
              <a:gd name="T38" fmla="*/ 725 w 725"/>
              <a:gd name="T39" fmla="*/ 679 h 679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725" h="679">
                <a:moveTo>
                  <a:pt x="0" y="340"/>
                </a:moveTo>
                <a:cubicBezTo>
                  <a:pt x="0" y="152"/>
                  <a:pt x="162" y="0"/>
                  <a:pt x="362" y="0"/>
                </a:cubicBezTo>
                <a:cubicBezTo>
                  <a:pt x="563" y="0"/>
                  <a:pt x="725" y="152"/>
                  <a:pt x="725" y="340"/>
                </a:cubicBezTo>
                <a:cubicBezTo>
                  <a:pt x="725" y="527"/>
                  <a:pt x="563" y="679"/>
                  <a:pt x="362" y="679"/>
                </a:cubicBezTo>
                <a:cubicBezTo>
                  <a:pt x="162" y="679"/>
                  <a:pt x="0" y="527"/>
                  <a:pt x="0" y="340"/>
                </a:cubicBezTo>
                <a:close/>
                <a:moveTo>
                  <a:pt x="71" y="340"/>
                </a:moveTo>
                <a:cubicBezTo>
                  <a:pt x="71" y="491"/>
                  <a:pt x="201" y="613"/>
                  <a:pt x="362" y="613"/>
                </a:cubicBezTo>
                <a:cubicBezTo>
                  <a:pt x="523" y="613"/>
                  <a:pt x="654" y="491"/>
                  <a:pt x="654" y="340"/>
                </a:cubicBezTo>
                <a:cubicBezTo>
                  <a:pt x="654" y="189"/>
                  <a:pt x="523" y="66"/>
                  <a:pt x="362" y="66"/>
                </a:cubicBezTo>
                <a:cubicBezTo>
                  <a:pt x="201" y="66"/>
                  <a:pt x="71" y="189"/>
                  <a:pt x="71" y="340"/>
                </a:cubicBezTo>
                <a:close/>
              </a:path>
            </a:pathLst>
          </a:custGeom>
          <a:solidFill>
            <a:srgbClr val="71B466"/>
          </a:solidFill>
          <a:ln w="9544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defTabSz="1028700" latinLnBrk="1">
              <a:lnSpc>
                <a:spcPct val="11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 defTabSz="1028700" latinLnBrk="1">
              <a:lnSpc>
                <a:spcPct val="110000"/>
              </a:lnSpc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 defTabSz="1028700" latinLnBrk="1">
              <a:lnSpc>
                <a:spcPct val="11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 defTabSz="1028700" latinLnBrk="1">
              <a:lnSpc>
                <a:spcPct val="110000"/>
              </a:lnSpc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 defTabSz="1028700" latinLnBrk="1">
              <a:lnSpc>
                <a:spcPct val="110000"/>
              </a:lnSpc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ko-KR" altLang="en-US" sz="3600">
                <a:solidFill>
                  <a:srgbClr val="000000"/>
                </a:solidFill>
                <a:latin typeface="휴먼모음T" pitchFamily="18" charset="-127"/>
                <a:ea typeface="휴먼모음T" pitchFamily="18" charset="-127"/>
              </a:rPr>
              <a:t>10</a:t>
            </a:r>
          </a:p>
        </p:txBody>
      </p:sp>
      <p:sp>
        <p:nvSpPr>
          <p:cNvPr id="4108" name="Freeform 14">
            <a:hlinkClick r:id="rId11" action="ppaction://hlinksldjump"/>
            <a:extLst>
              <a:ext uri="{FF2B5EF4-FFF2-40B4-BE49-F238E27FC236}">
                <a16:creationId xmlns:a16="http://schemas.microsoft.com/office/drawing/2014/main" id="{599C9E5F-0204-54F1-91A7-CF36B9D919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5950" y="4219575"/>
            <a:ext cx="1149350" cy="1077913"/>
          </a:xfrm>
          <a:custGeom>
            <a:avLst/>
            <a:gdLst>
              <a:gd name="T0" fmla="*/ 0 w 724"/>
              <a:gd name="T1" fmla="*/ 856853522 h 679"/>
              <a:gd name="T2" fmla="*/ 912296563 w 724"/>
              <a:gd name="T3" fmla="*/ 0 h 679"/>
              <a:gd name="T4" fmla="*/ 1824593125 w 724"/>
              <a:gd name="T5" fmla="*/ 856853522 h 679"/>
              <a:gd name="T6" fmla="*/ 912296563 w 724"/>
              <a:gd name="T7" fmla="*/ 1711187681 h 679"/>
              <a:gd name="T8" fmla="*/ 0 w 724"/>
              <a:gd name="T9" fmla="*/ 856853522 h 679"/>
              <a:gd name="T10" fmla="*/ 0 w 724"/>
              <a:gd name="T11" fmla="*/ 856853522 h 679"/>
              <a:gd name="T12" fmla="*/ 178931888 w 724"/>
              <a:gd name="T13" fmla="*/ 856853522 h 679"/>
              <a:gd name="T14" fmla="*/ 912296563 w 724"/>
              <a:gd name="T15" fmla="*/ 1544857292 h 679"/>
              <a:gd name="T16" fmla="*/ 1645662825 w 724"/>
              <a:gd name="T17" fmla="*/ 856853522 h 679"/>
              <a:gd name="T18" fmla="*/ 912296563 w 724"/>
              <a:gd name="T19" fmla="*/ 166330390 h 679"/>
              <a:gd name="T20" fmla="*/ 178931888 w 724"/>
              <a:gd name="T21" fmla="*/ 856853522 h 679"/>
              <a:gd name="T22" fmla="*/ 178931888 w 724"/>
              <a:gd name="T23" fmla="*/ 856853522 h 679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724"/>
              <a:gd name="T37" fmla="*/ 0 h 679"/>
              <a:gd name="T38" fmla="*/ 724 w 724"/>
              <a:gd name="T39" fmla="*/ 679 h 679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724" h="679">
                <a:moveTo>
                  <a:pt x="0" y="340"/>
                </a:moveTo>
                <a:cubicBezTo>
                  <a:pt x="0" y="152"/>
                  <a:pt x="162" y="0"/>
                  <a:pt x="362" y="0"/>
                </a:cubicBezTo>
                <a:cubicBezTo>
                  <a:pt x="562" y="0"/>
                  <a:pt x="724" y="152"/>
                  <a:pt x="724" y="340"/>
                </a:cubicBezTo>
                <a:cubicBezTo>
                  <a:pt x="724" y="527"/>
                  <a:pt x="562" y="679"/>
                  <a:pt x="362" y="679"/>
                </a:cubicBezTo>
                <a:cubicBezTo>
                  <a:pt x="162" y="679"/>
                  <a:pt x="0" y="527"/>
                  <a:pt x="0" y="340"/>
                </a:cubicBezTo>
                <a:close/>
                <a:moveTo>
                  <a:pt x="71" y="340"/>
                </a:moveTo>
                <a:cubicBezTo>
                  <a:pt x="71" y="491"/>
                  <a:pt x="201" y="613"/>
                  <a:pt x="362" y="613"/>
                </a:cubicBezTo>
                <a:cubicBezTo>
                  <a:pt x="523" y="613"/>
                  <a:pt x="653" y="491"/>
                  <a:pt x="653" y="340"/>
                </a:cubicBezTo>
                <a:cubicBezTo>
                  <a:pt x="653" y="189"/>
                  <a:pt x="523" y="66"/>
                  <a:pt x="362" y="66"/>
                </a:cubicBezTo>
                <a:cubicBezTo>
                  <a:pt x="201" y="66"/>
                  <a:pt x="71" y="189"/>
                  <a:pt x="71" y="340"/>
                </a:cubicBezTo>
                <a:close/>
              </a:path>
            </a:pathLst>
          </a:custGeom>
          <a:solidFill>
            <a:srgbClr val="C0504D"/>
          </a:solidFill>
          <a:ln w="9544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defTabSz="1028700" latinLnBrk="1">
              <a:lnSpc>
                <a:spcPct val="11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 defTabSz="1028700" latinLnBrk="1">
              <a:lnSpc>
                <a:spcPct val="110000"/>
              </a:lnSpc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 defTabSz="1028700" latinLnBrk="1">
              <a:lnSpc>
                <a:spcPct val="11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 defTabSz="1028700" latinLnBrk="1">
              <a:lnSpc>
                <a:spcPct val="110000"/>
              </a:lnSpc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 defTabSz="1028700" latinLnBrk="1">
              <a:lnSpc>
                <a:spcPct val="110000"/>
              </a:lnSpc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ko-KR" altLang="en-US" sz="3600">
                <a:solidFill>
                  <a:srgbClr val="000000"/>
                </a:solidFill>
                <a:latin typeface="휴먼모음T" pitchFamily="18" charset="-127"/>
                <a:ea typeface="휴먼모음T" pitchFamily="18" charset="-127"/>
              </a:rPr>
              <a:t>11</a:t>
            </a:r>
          </a:p>
        </p:txBody>
      </p:sp>
      <p:sp>
        <p:nvSpPr>
          <p:cNvPr id="4109" name="Freeform 15">
            <a:hlinkClick r:id="rId12" action="ppaction://hlinksldjump"/>
            <a:extLst>
              <a:ext uri="{FF2B5EF4-FFF2-40B4-BE49-F238E27FC236}">
                <a16:creationId xmlns:a16="http://schemas.microsoft.com/office/drawing/2014/main" id="{663151C2-A4B6-5B86-7BB6-A76DC0AADF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7250" y="4219575"/>
            <a:ext cx="1150938" cy="1077913"/>
          </a:xfrm>
          <a:custGeom>
            <a:avLst/>
            <a:gdLst>
              <a:gd name="T0" fmla="*/ 0 w 725"/>
              <a:gd name="T1" fmla="*/ 856853522 h 679"/>
              <a:gd name="T2" fmla="*/ 914817910 w 725"/>
              <a:gd name="T3" fmla="*/ 0 h 679"/>
              <a:gd name="T4" fmla="*/ 1827114869 w 725"/>
              <a:gd name="T5" fmla="*/ 856853522 h 679"/>
              <a:gd name="T6" fmla="*/ 914817910 w 725"/>
              <a:gd name="T7" fmla="*/ 1711187681 h 679"/>
              <a:gd name="T8" fmla="*/ 0 w 725"/>
              <a:gd name="T9" fmla="*/ 856853522 h 679"/>
              <a:gd name="T10" fmla="*/ 0 w 725"/>
              <a:gd name="T11" fmla="*/ 856853522 h 679"/>
              <a:gd name="T12" fmla="*/ 178931965 w 725"/>
              <a:gd name="T13" fmla="*/ 856853522 h 679"/>
              <a:gd name="T14" fmla="*/ 914817910 w 725"/>
              <a:gd name="T15" fmla="*/ 1544857292 h 679"/>
              <a:gd name="T16" fmla="*/ 1648182904 w 725"/>
              <a:gd name="T17" fmla="*/ 856853522 h 679"/>
              <a:gd name="T18" fmla="*/ 914817910 w 725"/>
              <a:gd name="T19" fmla="*/ 166330390 h 679"/>
              <a:gd name="T20" fmla="*/ 178931965 w 725"/>
              <a:gd name="T21" fmla="*/ 856853522 h 679"/>
              <a:gd name="T22" fmla="*/ 178931965 w 725"/>
              <a:gd name="T23" fmla="*/ 856853522 h 679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725"/>
              <a:gd name="T37" fmla="*/ 0 h 679"/>
              <a:gd name="T38" fmla="*/ 725 w 725"/>
              <a:gd name="T39" fmla="*/ 679 h 679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725" h="679">
                <a:moveTo>
                  <a:pt x="0" y="340"/>
                </a:moveTo>
                <a:cubicBezTo>
                  <a:pt x="0" y="152"/>
                  <a:pt x="163" y="0"/>
                  <a:pt x="363" y="0"/>
                </a:cubicBezTo>
                <a:cubicBezTo>
                  <a:pt x="563" y="0"/>
                  <a:pt x="725" y="152"/>
                  <a:pt x="725" y="340"/>
                </a:cubicBezTo>
                <a:cubicBezTo>
                  <a:pt x="725" y="527"/>
                  <a:pt x="563" y="679"/>
                  <a:pt x="363" y="679"/>
                </a:cubicBezTo>
                <a:cubicBezTo>
                  <a:pt x="163" y="679"/>
                  <a:pt x="0" y="527"/>
                  <a:pt x="0" y="340"/>
                </a:cubicBezTo>
                <a:close/>
                <a:moveTo>
                  <a:pt x="71" y="340"/>
                </a:moveTo>
                <a:cubicBezTo>
                  <a:pt x="71" y="491"/>
                  <a:pt x="202" y="613"/>
                  <a:pt x="363" y="613"/>
                </a:cubicBezTo>
                <a:cubicBezTo>
                  <a:pt x="524" y="613"/>
                  <a:pt x="654" y="491"/>
                  <a:pt x="654" y="340"/>
                </a:cubicBezTo>
                <a:cubicBezTo>
                  <a:pt x="654" y="189"/>
                  <a:pt x="524" y="66"/>
                  <a:pt x="363" y="66"/>
                </a:cubicBezTo>
                <a:cubicBezTo>
                  <a:pt x="202" y="66"/>
                  <a:pt x="71" y="189"/>
                  <a:pt x="71" y="340"/>
                </a:cubicBezTo>
                <a:close/>
              </a:path>
            </a:pathLst>
          </a:custGeom>
          <a:solidFill>
            <a:srgbClr val="FC9D1E"/>
          </a:solidFill>
          <a:ln w="9544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defTabSz="1028700" latinLnBrk="1">
              <a:lnSpc>
                <a:spcPct val="11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 defTabSz="1028700" latinLnBrk="1">
              <a:lnSpc>
                <a:spcPct val="110000"/>
              </a:lnSpc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 defTabSz="1028700" latinLnBrk="1">
              <a:lnSpc>
                <a:spcPct val="11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 defTabSz="1028700" latinLnBrk="1">
              <a:lnSpc>
                <a:spcPct val="110000"/>
              </a:lnSpc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 defTabSz="1028700" latinLnBrk="1">
              <a:lnSpc>
                <a:spcPct val="110000"/>
              </a:lnSpc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ko-KR" altLang="en-US" sz="3600">
                <a:solidFill>
                  <a:srgbClr val="000000"/>
                </a:solidFill>
                <a:latin typeface="휴먼모음T" pitchFamily="18" charset="-127"/>
                <a:ea typeface="휴먼모음T" pitchFamily="18" charset="-127"/>
              </a:rPr>
              <a:t>12</a:t>
            </a:r>
          </a:p>
        </p:txBody>
      </p:sp>
      <p:sp>
        <p:nvSpPr>
          <p:cNvPr id="4110" name="Freeform 16">
            <a:hlinkClick r:id="rId13" action="ppaction://hlinksldjump"/>
            <a:extLst>
              <a:ext uri="{FF2B5EF4-FFF2-40B4-BE49-F238E27FC236}">
                <a16:creationId xmlns:a16="http://schemas.microsoft.com/office/drawing/2014/main" id="{6FC81EE0-05E4-AAAB-4E3B-D349132A4A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8550" y="4219575"/>
            <a:ext cx="1150938" cy="1077913"/>
          </a:xfrm>
          <a:custGeom>
            <a:avLst/>
            <a:gdLst>
              <a:gd name="T0" fmla="*/ 0 w 725"/>
              <a:gd name="T1" fmla="*/ 856853522 h 679"/>
              <a:gd name="T2" fmla="*/ 912296959 w 725"/>
              <a:gd name="T3" fmla="*/ 0 h 679"/>
              <a:gd name="T4" fmla="*/ 1827114869 w 725"/>
              <a:gd name="T5" fmla="*/ 856853522 h 679"/>
              <a:gd name="T6" fmla="*/ 912296959 w 725"/>
              <a:gd name="T7" fmla="*/ 1711187681 h 679"/>
              <a:gd name="T8" fmla="*/ 0 w 725"/>
              <a:gd name="T9" fmla="*/ 856853522 h 679"/>
              <a:gd name="T10" fmla="*/ 0 w 725"/>
              <a:gd name="T11" fmla="*/ 856853522 h 679"/>
              <a:gd name="T12" fmla="*/ 178931965 w 725"/>
              <a:gd name="T13" fmla="*/ 856853522 h 679"/>
              <a:gd name="T14" fmla="*/ 912296959 w 725"/>
              <a:gd name="T15" fmla="*/ 1544857292 h 679"/>
              <a:gd name="T16" fmla="*/ 1648182904 w 725"/>
              <a:gd name="T17" fmla="*/ 856853522 h 679"/>
              <a:gd name="T18" fmla="*/ 912296959 w 725"/>
              <a:gd name="T19" fmla="*/ 166330390 h 679"/>
              <a:gd name="T20" fmla="*/ 178931965 w 725"/>
              <a:gd name="T21" fmla="*/ 856853522 h 679"/>
              <a:gd name="T22" fmla="*/ 178931965 w 725"/>
              <a:gd name="T23" fmla="*/ 856853522 h 679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725"/>
              <a:gd name="T37" fmla="*/ 0 h 679"/>
              <a:gd name="T38" fmla="*/ 725 w 725"/>
              <a:gd name="T39" fmla="*/ 679 h 679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725" h="679">
                <a:moveTo>
                  <a:pt x="0" y="340"/>
                </a:moveTo>
                <a:cubicBezTo>
                  <a:pt x="0" y="152"/>
                  <a:pt x="162" y="0"/>
                  <a:pt x="362" y="0"/>
                </a:cubicBezTo>
                <a:cubicBezTo>
                  <a:pt x="563" y="0"/>
                  <a:pt x="725" y="152"/>
                  <a:pt x="725" y="340"/>
                </a:cubicBezTo>
                <a:cubicBezTo>
                  <a:pt x="725" y="527"/>
                  <a:pt x="563" y="679"/>
                  <a:pt x="362" y="679"/>
                </a:cubicBezTo>
                <a:cubicBezTo>
                  <a:pt x="162" y="679"/>
                  <a:pt x="0" y="527"/>
                  <a:pt x="0" y="340"/>
                </a:cubicBezTo>
                <a:close/>
                <a:moveTo>
                  <a:pt x="71" y="340"/>
                </a:moveTo>
                <a:cubicBezTo>
                  <a:pt x="71" y="491"/>
                  <a:pt x="201" y="613"/>
                  <a:pt x="362" y="613"/>
                </a:cubicBezTo>
                <a:cubicBezTo>
                  <a:pt x="523" y="613"/>
                  <a:pt x="654" y="491"/>
                  <a:pt x="654" y="340"/>
                </a:cubicBezTo>
                <a:cubicBezTo>
                  <a:pt x="654" y="189"/>
                  <a:pt x="523" y="66"/>
                  <a:pt x="362" y="66"/>
                </a:cubicBezTo>
                <a:cubicBezTo>
                  <a:pt x="201" y="66"/>
                  <a:pt x="71" y="189"/>
                  <a:pt x="71" y="340"/>
                </a:cubicBezTo>
                <a:close/>
              </a:path>
            </a:pathLst>
          </a:custGeom>
          <a:solidFill>
            <a:srgbClr val="E436CB"/>
          </a:solidFill>
          <a:ln w="9544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defTabSz="1028700" latinLnBrk="1">
              <a:lnSpc>
                <a:spcPct val="11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 defTabSz="1028700" latinLnBrk="1">
              <a:lnSpc>
                <a:spcPct val="110000"/>
              </a:lnSpc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 defTabSz="1028700" latinLnBrk="1">
              <a:lnSpc>
                <a:spcPct val="11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 defTabSz="1028700" latinLnBrk="1">
              <a:lnSpc>
                <a:spcPct val="110000"/>
              </a:lnSpc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 defTabSz="1028700" latinLnBrk="1">
              <a:lnSpc>
                <a:spcPct val="110000"/>
              </a:lnSpc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ko-KR" altLang="en-US" sz="3600">
                <a:solidFill>
                  <a:srgbClr val="000000"/>
                </a:solidFill>
                <a:latin typeface="휴먼모음T" pitchFamily="18" charset="-127"/>
                <a:ea typeface="휴먼모음T" pitchFamily="18" charset="-127"/>
              </a:rPr>
              <a:t>13</a:t>
            </a:r>
          </a:p>
        </p:txBody>
      </p:sp>
      <p:sp>
        <p:nvSpPr>
          <p:cNvPr id="4111" name="Freeform 20">
            <a:hlinkClick r:id="rId14" action="ppaction://hlinksldjump"/>
            <a:extLst>
              <a:ext uri="{FF2B5EF4-FFF2-40B4-BE49-F238E27FC236}">
                <a16:creationId xmlns:a16="http://schemas.microsoft.com/office/drawing/2014/main" id="{B1049530-EB9F-549D-05C3-C57EA8A152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2350" y="5370513"/>
            <a:ext cx="1150938" cy="1079500"/>
          </a:xfrm>
          <a:custGeom>
            <a:avLst/>
            <a:gdLst>
              <a:gd name="T0" fmla="*/ 0 w 725"/>
              <a:gd name="T1" fmla="*/ 856853125 h 680"/>
              <a:gd name="T2" fmla="*/ 912296959 w 725"/>
              <a:gd name="T3" fmla="*/ 0 h 680"/>
              <a:gd name="T4" fmla="*/ 1827114869 w 725"/>
              <a:gd name="T5" fmla="*/ 856853125 h 680"/>
              <a:gd name="T6" fmla="*/ 912296959 w 725"/>
              <a:gd name="T7" fmla="*/ 1713706250 h 680"/>
              <a:gd name="T8" fmla="*/ 0 w 725"/>
              <a:gd name="T9" fmla="*/ 856853125 h 680"/>
              <a:gd name="T10" fmla="*/ 0 w 725"/>
              <a:gd name="T11" fmla="*/ 856853125 h 680"/>
              <a:gd name="T12" fmla="*/ 178931965 w 725"/>
              <a:gd name="T13" fmla="*/ 856853125 h 680"/>
              <a:gd name="T14" fmla="*/ 912296959 w 725"/>
              <a:gd name="T15" fmla="*/ 1547375938 h 680"/>
              <a:gd name="T16" fmla="*/ 1648182904 w 725"/>
              <a:gd name="T17" fmla="*/ 856853125 h 680"/>
              <a:gd name="T18" fmla="*/ 912296959 w 725"/>
              <a:gd name="T19" fmla="*/ 168851263 h 680"/>
              <a:gd name="T20" fmla="*/ 178931965 w 725"/>
              <a:gd name="T21" fmla="*/ 856853125 h 680"/>
              <a:gd name="T22" fmla="*/ 178931965 w 725"/>
              <a:gd name="T23" fmla="*/ 856853125 h 68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725"/>
              <a:gd name="T37" fmla="*/ 0 h 680"/>
              <a:gd name="T38" fmla="*/ 725 w 725"/>
              <a:gd name="T39" fmla="*/ 680 h 680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725" h="680">
                <a:moveTo>
                  <a:pt x="0" y="340"/>
                </a:moveTo>
                <a:cubicBezTo>
                  <a:pt x="0" y="153"/>
                  <a:pt x="162" y="0"/>
                  <a:pt x="362" y="0"/>
                </a:cubicBezTo>
                <a:cubicBezTo>
                  <a:pt x="562" y="0"/>
                  <a:pt x="725" y="153"/>
                  <a:pt x="725" y="340"/>
                </a:cubicBezTo>
                <a:cubicBezTo>
                  <a:pt x="725" y="528"/>
                  <a:pt x="562" y="680"/>
                  <a:pt x="362" y="680"/>
                </a:cubicBezTo>
                <a:cubicBezTo>
                  <a:pt x="162" y="680"/>
                  <a:pt x="0" y="528"/>
                  <a:pt x="0" y="340"/>
                </a:cubicBezTo>
                <a:close/>
                <a:moveTo>
                  <a:pt x="71" y="340"/>
                </a:moveTo>
                <a:cubicBezTo>
                  <a:pt x="71" y="491"/>
                  <a:pt x="201" y="614"/>
                  <a:pt x="362" y="614"/>
                </a:cubicBezTo>
                <a:cubicBezTo>
                  <a:pt x="523" y="614"/>
                  <a:pt x="654" y="491"/>
                  <a:pt x="654" y="340"/>
                </a:cubicBezTo>
                <a:cubicBezTo>
                  <a:pt x="654" y="189"/>
                  <a:pt x="523" y="67"/>
                  <a:pt x="362" y="67"/>
                </a:cubicBezTo>
                <a:cubicBezTo>
                  <a:pt x="201" y="67"/>
                  <a:pt x="71" y="189"/>
                  <a:pt x="71" y="340"/>
                </a:cubicBezTo>
                <a:close/>
              </a:path>
            </a:pathLst>
          </a:custGeom>
          <a:solidFill>
            <a:srgbClr val="9630EA"/>
          </a:solidFill>
          <a:ln w="9544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defTabSz="1028700" latinLnBrk="1">
              <a:lnSpc>
                <a:spcPct val="11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 defTabSz="1028700" latinLnBrk="1">
              <a:lnSpc>
                <a:spcPct val="110000"/>
              </a:lnSpc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 defTabSz="1028700" latinLnBrk="1">
              <a:lnSpc>
                <a:spcPct val="11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 defTabSz="1028700" latinLnBrk="1">
              <a:lnSpc>
                <a:spcPct val="110000"/>
              </a:lnSpc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 defTabSz="1028700" latinLnBrk="1">
              <a:lnSpc>
                <a:spcPct val="110000"/>
              </a:lnSpc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ko-KR" altLang="en-US" sz="3600">
                <a:solidFill>
                  <a:srgbClr val="000000"/>
                </a:solidFill>
                <a:latin typeface="휴먼모음T" pitchFamily="18" charset="-127"/>
                <a:ea typeface="휴먼모음T" pitchFamily="18" charset="-127"/>
              </a:rPr>
              <a:t>14</a:t>
            </a:r>
          </a:p>
        </p:txBody>
      </p:sp>
      <p:sp>
        <p:nvSpPr>
          <p:cNvPr id="4112" name="Freeform 21">
            <a:hlinkClick r:id="rId15" action="ppaction://hlinksldjump"/>
            <a:extLst>
              <a:ext uri="{FF2B5EF4-FFF2-40B4-BE49-F238E27FC236}">
                <a16:creationId xmlns:a16="http://schemas.microsoft.com/office/drawing/2014/main" id="{90A1456E-0BE2-A172-BA6E-D7763BCD27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2213" y="5370513"/>
            <a:ext cx="1149350" cy="1079500"/>
          </a:xfrm>
          <a:custGeom>
            <a:avLst/>
            <a:gdLst>
              <a:gd name="T0" fmla="*/ 0 w 724"/>
              <a:gd name="T1" fmla="*/ 856853125 h 680"/>
              <a:gd name="T2" fmla="*/ 912296563 w 724"/>
              <a:gd name="T3" fmla="*/ 0 h 680"/>
              <a:gd name="T4" fmla="*/ 1824593125 w 724"/>
              <a:gd name="T5" fmla="*/ 856853125 h 680"/>
              <a:gd name="T6" fmla="*/ 912296563 w 724"/>
              <a:gd name="T7" fmla="*/ 1713706250 h 680"/>
              <a:gd name="T8" fmla="*/ 0 w 724"/>
              <a:gd name="T9" fmla="*/ 856853125 h 680"/>
              <a:gd name="T10" fmla="*/ 0 w 724"/>
              <a:gd name="T11" fmla="*/ 856853125 h 680"/>
              <a:gd name="T12" fmla="*/ 176410938 w 724"/>
              <a:gd name="T13" fmla="*/ 856853125 h 680"/>
              <a:gd name="T14" fmla="*/ 912296563 w 724"/>
              <a:gd name="T15" fmla="*/ 1547375938 h 680"/>
              <a:gd name="T16" fmla="*/ 1645662825 w 724"/>
              <a:gd name="T17" fmla="*/ 856853125 h 680"/>
              <a:gd name="T18" fmla="*/ 912296563 w 724"/>
              <a:gd name="T19" fmla="*/ 168851263 h 680"/>
              <a:gd name="T20" fmla="*/ 176410938 w 724"/>
              <a:gd name="T21" fmla="*/ 856853125 h 680"/>
              <a:gd name="T22" fmla="*/ 176410938 w 724"/>
              <a:gd name="T23" fmla="*/ 856853125 h 68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724"/>
              <a:gd name="T37" fmla="*/ 0 h 680"/>
              <a:gd name="T38" fmla="*/ 724 w 724"/>
              <a:gd name="T39" fmla="*/ 680 h 680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724" h="680">
                <a:moveTo>
                  <a:pt x="0" y="340"/>
                </a:moveTo>
                <a:cubicBezTo>
                  <a:pt x="0" y="153"/>
                  <a:pt x="162" y="0"/>
                  <a:pt x="362" y="0"/>
                </a:cubicBezTo>
                <a:cubicBezTo>
                  <a:pt x="562" y="0"/>
                  <a:pt x="724" y="153"/>
                  <a:pt x="724" y="340"/>
                </a:cubicBezTo>
                <a:cubicBezTo>
                  <a:pt x="724" y="528"/>
                  <a:pt x="562" y="680"/>
                  <a:pt x="362" y="680"/>
                </a:cubicBezTo>
                <a:cubicBezTo>
                  <a:pt x="162" y="680"/>
                  <a:pt x="0" y="528"/>
                  <a:pt x="0" y="340"/>
                </a:cubicBezTo>
                <a:close/>
                <a:moveTo>
                  <a:pt x="70" y="340"/>
                </a:moveTo>
                <a:cubicBezTo>
                  <a:pt x="70" y="491"/>
                  <a:pt x="201" y="614"/>
                  <a:pt x="362" y="614"/>
                </a:cubicBezTo>
                <a:cubicBezTo>
                  <a:pt x="523" y="614"/>
                  <a:pt x="653" y="491"/>
                  <a:pt x="653" y="340"/>
                </a:cubicBezTo>
                <a:cubicBezTo>
                  <a:pt x="653" y="189"/>
                  <a:pt x="523" y="67"/>
                  <a:pt x="362" y="67"/>
                </a:cubicBezTo>
                <a:cubicBezTo>
                  <a:pt x="201" y="67"/>
                  <a:pt x="70" y="189"/>
                  <a:pt x="70" y="340"/>
                </a:cubicBezTo>
                <a:close/>
              </a:path>
            </a:pathLst>
          </a:custGeom>
          <a:solidFill>
            <a:srgbClr val="0000FF"/>
          </a:solidFill>
          <a:ln w="9544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defTabSz="1028700" latinLnBrk="1">
              <a:lnSpc>
                <a:spcPct val="11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 defTabSz="1028700" latinLnBrk="1">
              <a:lnSpc>
                <a:spcPct val="110000"/>
              </a:lnSpc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 defTabSz="1028700" latinLnBrk="1">
              <a:lnSpc>
                <a:spcPct val="11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 defTabSz="1028700" latinLnBrk="1">
              <a:lnSpc>
                <a:spcPct val="110000"/>
              </a:lnSpc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 defTabSz="1028700" latinLnBrk="1">
              <a:lnSpc>
                <a:spcPct val="110000"/>
              </a:lnSpc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ko-KR" altLang="en-US" sz="3600">
                <a:solidFill>
                  <a:srgbClr val="000000"/>
                </a:solidFill>
                <a:latin typeface="휴먼모음T" pitchFamily="18" charset="-127"/>
                <a:ea typeface="휴먼모음T" pitchFamily="18" charset="-127"/>
              </a:rPr>
              <a:t>15</a:t>
            </a:r>
          </a:p>
        </p:txBody>
      </p:sp>
      <p:sp>
        <p:nvSpPr>
          <p:cNvPr id="4113" name="Freeform 22">
            <a:hlinkClick r:id="rId16" action="ppaction://hlinksldjump"/>
            <a:extLst>
              <a:ext uri="{FF2B5EF4-FFF2-40B4-BE49-F238E27FC236}">
                <a16:creationId xmlns:a16="http://schemas.microsoft.com/office/drawing/2014/main" id="{37AAB5E6-8F27-AD4F-7B26-E781583FCD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0488" y="5441950"/>
            <a:ext cx="1150937" cy="1079500"/>
          </a:xfrm>
          <a:custGeom>
            <a:avLst/>
            <a:gdLst>
              <a:gd name="T0" fmla="*/ 0 w 725"/>
              <a:gd name="T1" fmla="*/ 856853125 h 680"/>
              <a:gd name="T2" fmla="*/ 914815528 w 725"/>
              <a:gd name="T3" fmla="*/ 0 h 680"/>
              <a:gd name="T4" fmla="*/ 1827111694 w 725"/>
              <a:gd name="T5" fmla="*/ 856853125 h 680"/>
              <a:gd name="T6" fmla="*/ 914815528 w 725"/>
              <a:gd name="T7" fmla="*/ 1713706250 h 680"/>
              <a:gd name="T8" fmla="*/ 0 w 725"/>
              <a:gd name="T9" fmla="*/ 856853125 h 680"/>
              <a:gd name="T10" fmla="*/ 0 w 725"/>
              <a:gd name="T11" fmla="*/ 856853125 h 680"/>
              <a:gd name="T12" fmla="*/ 178930222 w 725"/>
              <a:gd name="T13" fmla="*/ 856853125 h 680"/>
              <a:gd name="T14" fmla="*/ 914815528 w 725"/>
              <a:gd name="T15" fmla="*/ 1547375938 h 680"/>
              <a:gd name="T16" fmla="*/ 1648181471 w 725"/>
              <a:gd name="T17" fmla="*/ 856853125 h 680"/>
              <a:gd name="T18" fmla="*/ 914815528 w 725"/>
              <a:gd name="T19" fmla="*/ 168851263 h 680"/>
              <a:gd name="T20" fmla="*/ 178930222 w 725"/>
              <a:gd name="T21" fmla="*/ 856853125 h 680"/>
              <a:gd name="T22" fmla="*/ 178930222 w 725"/>
              <a:gd name="T23" fmla="*/ 856853125 h 68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725"/>
              <a:gd name="T37" fmla="*/ 0 h 680"/>
              <a:gd name="T38" fmla="*/ 725 w 725"/>
              <a:gd name="T39" fmla="*/ 680 h 680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725" h="680">
                <a:moveTo>
                  <a:pt x="0" y="340"/>
                </a:moveTo>
                <a:cubicBezTo>
                  <a:pt x="0" y="153"/>
                  <a:pt x="162" y="0"/>
                  <a:pt x="363" y="0"/>
                </a:cubicBezTo>
                <a:cubicBezTo>
                  <a:pt x="563" y="0"/>
                  <a:pt x="725" y="153"/>
                  <a:pt x="725" y="340"/>
                </a:cubicBezTo>
                <a:cubicBezTo>
                  <a:pt x="725" y="528"/>
                  <a:pt x="563" y="680"/>
                  <a:pt x="363" y="680"/>
                </a:cubicBezTo>
                <a:cubicBezTo>
                  <a:pt x="162" y="680"/>
                  <a:pt x="0" y="528"/>
                  <a:pt x="0" y="340"/>
                </a:cubicBezTo>
                <a:close/>
                <a:moveTo>
                  <a:pt x="71" y="340"/>
                </a:moveTo>
                <a:cubicBezTo>
                  <a:pt x="71" y="491"/>
                  <a:pt x="202" y="614"/>
                  <a:pt x="363" y="614"/>
                </a:cubicBezTo>
                <a:cubicBezTo>
                  <a:pt x="524" y="614"/>
                  <a:pt x="654" y="491"/>
                  <a:pt x="654" y="340"/>
                </a:cubicBezTo>
                <a:cubicBezTo>
                  <a:pt x="654" y="189"/>
                  <a:pt x="524" y="67"/>
                  <a:pt x="363" y="67"/>
                </a:cubicBezTo>
                <a:cubicBezTo>
                  <a:pt x="202" y="67"/>
                  <a:pt x="71" y="189"/>
                  <a:pt x="71" y="340"/>
                </a:cubicBezTo>
                <a:close/>
              </a:path>
            </a:pathLst>
          </a:custGeom>
          <a:solidFill>
            <a:srgbClr val="4F81BD"/>
          </a:solidFill>
          <a:ln w="9544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defTabSz="1028700" latinLnBrk="1">
              <a:lnSpc>
                <a:spcPct val="11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 defTabSz="1028700" latinLnBrk="1">
              <a:lnSpc>
                <a:spcPct val="110000"/>
              </a:lnSpc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 defTabSz="1028700" latinLnBrk="1">
              <a:lnSpc>
                <a:spcPct val="11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 defTabSz="1028700" latinLnBrk="1">
              <a:lnSpc>
                <a:spcPct val="110000"/>
              </a:lnSpc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 defTabSz="1028700" latinLnBrk="1">
              <a:lnSpc>
                <a:spcPct val="110000"/>
              </a:lnSpc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ko-KR" altLang="en-US" sz="3600">
                <a:solidFill>
                  <a:srgbClr val="000000"/>
                </a:solidFill>
                <a:latin typeface="휴먼모음T" pitchFamily="18" charset="-127"/>
                <a:ea typeface="휴먼모음T" pitchFamily="18" charset="-127"/>
              </a:rPr>
              <a:t>16</a:t>
            </a:r>
          </a:p>
        </p:txBody>
      </p:sp>
      <p:sp>
        <p:nvSpPr>
          <p:cNvPr id="4114" name="Freeform 23">
            <a:hlinkClick r:id="rId17" action="ppaction://hlinksldjump"/>
            <a:extLst>
              <a:ext uri="{FF2B5EF4-FFF2-40B4-BE49-F238E27FC236}">
                <a16:creationId xmlns:a16="http://schemas.microsoft.com/office/drawing/2014/main" id="{7A2558BD-9C2B-A830-AA30-E4D5140DF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08913" y="5513388"/>
            <a:ext cx="1150937" cy="1079500"/>
          </a:xfrm>
          <a:custGeom>
            <a:avLst/>
            <a:gdLst>
              <a:gd name="T0" fmla="*/ 0 w 725"/>
              <a:gd name="T1" fmla="*/ 856853125 h 680"/>
              <a:gd name="T2" fmla="*/ 912296166 w 725"/>
              <a:gd name="T3" fmla="*/ 0 h 680"/>
              <a:gd name="T4" fmla="*/ 1827111694 w 725"/>
              <a:gd name="T5" fmla="*/ 856853125 h 680"/>
              <a:gd name="T6" fmla="*/ 912296166 w 725"/>
              <a:gd name="T7" fmla="*/ 1713706250 h 680"/>
              <a:gd name="T8" fmla="*/ 0 w 725"/>
              <a:gd name="T9" fmla="*/ 856853125 h 680"/>
              <a:gd name="T10" fmla="*/ 0 w 725"/>
              <a:gd name="T11" fmla="*/ 856853125 h 680"/>
              <a:gd name="T12" fmla="*/ 178930222 w 725"/>
              <a:gd name="T13" fmla="*/ 856853125 h 680"/>
              <a:gd name="T14" fmla="*/ 912296166 w 725"/>
              <a:gd name="T15" fmla="*/ 1547375938 h 680"/>
              <a:gd name="T16" fmla="*/ 1648181471 w 725"/>
              <a:gd name="T17" fmla="*/ 856853125 h 680"/>
              <a:gd name="T18" fmla="*/ 912296166 w 725"/>
              <a:gd name="T19" fmla="*/ 168851263 h 680"/>
              <a:gd name="T20" fmla="*/ 178930222 w 725"/>
              <a:gd name="T21" fmla="*/ 856853125 h 680"/>
              <a:gd name="T22" fmla="*/ 178930222 w 725"/>
              <a:gd name="T23" fmla="*/ 856853125 h 68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725"/>
              <a:gd name="T37" fmla="*/ 0 h 680"/>
              <a:gd name="T38" fmla="*/ 725 w 725"/>
              <a:gd name="T39" fmla="*/ 680 h 680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725" h="680">
                <a:moveTo>
                  <a:pt x="0" y="340"/>
                </a:moveTo>
                <a:cubicBezTo>
                  <a:pt x="0" y="153"/>
                  <a:pt x="162" y="0"/>
                  <a:pt x="362" y="0"/>
                </a:cubicBezTo>
                <a:cubicBezTo>
                  <a:pt x="562" y="0"/>
                  <a:pt x="725" y="153"/>
                  <a:pt x="725" y="340"/>
                </a:cubicBezTo>
                <a:cubicBezTo>
                  <a:pt x="725" y="528"/>
                  <a:pt x="562" y="680"/>
                  <a:pt x="362" y="680"/>
                </a:cubicBezTo>
                <a:cubicBezTo>
                  <a:pt x="162" y="680"/>
                  <a:pt x="0" y="528"/>
                  <a:pt x="0" y="340"/>
                </a:cubicBezTo>
                <a:close/>
                <a:moveTo>
                  <a:pt x="71" y="340"/>
                </a:moveTo>
                <a:cubicBezTo>
                  <a:pt x="71" y="491"/>
                  <a:pt x="201" y="614"/>
                  <a:pt x="362" y="614"/>
                </a:cubicBezTo>
                <a:cubicBezTo>
                  <a:pt x="523" y="614"/>
                  <a:pt x="654" y="491"/>
                  <a:pt x="654" y="340"/>
                </a:cubicBezTo>
                <a:cubicBezTo>
                  <a:pt x="654" y="189"/>
                  <a:pt x="523" y="67"/>
                  <a:pt x="362" y="67"/>
                </a:cubicBezTo>
                <a:cubicBezTo>
                  <a:pt x="201" y="67"/>
                  <a:pt x="71" y="189"/>
                  <a:pt x="71" y="340"/>
                </a:cubicBezTo>
                <a:close/>
              </a:path>
            </a:pathLst>
          </a:custGeom>
          <a:solidFill>
            <a:srgbClr val="C0504D"/>
          </a:solidFill>
          <a:ln w="9544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defTabSz="1028700" latinLnBrk="1">
              <a:lnSpc>
                <a:spcPct val="11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 defTabSz="1028700" latinLnBrk="1">
              <a:lnSpc>
                <a:spcPct val="110000"/>
              </a:lnSpc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 defTabSz="1028700" latinLnBrk="1">
              <a:lnSpc>
                <a:spcPct val="11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 defTabSz="1028700" latinLnBrk="1">
              <a:lnSpc>
                <a:spcPct val="110000"/>
              </a:lnSpc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 defTabSz="1028700" latinLnBrk="1">
              <a:lnSpc>
                <a:spcPct val="110000"/>
              </a:lnSpc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ko-KR" altLang="en-US" sz="3600">
                <a:solidFill>
                  <a:srgbClr val="000000"/>
                </a:solidFill>
                <a:latin typeface="휴먼모음T" pitchFamily="18" charset="-127"/>
                <a:ea typeface="휴먼모음T" pitchFamily="18" charset="-127"/>
              </a:rPr>
              <a:t>17</a:t>
            </a:r>
          </a:p>
        </p:txBody>
      </p:sp>
    </p:spTree>
  </p:cSld>
  <p:clrMapOvr>
    <a:masterClrMapping/>
  </p:clrMapOvr>
  <p:transition advClick="0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>
            <a:extLst>
              <a:ext uri="{FF2B5EF4-FFF2-40B4-BE49-F238E27FC236}">
                <a16:creationId xmlns:a16="http://schemas.microsoft.com/office/drawing/2014/main" id="{0326B54E-E0A3-AA89-1272-3AC60D48125C}"/>
              </a:ext>
            </a:extLst>
          </p:cNvPr>
          <p:cNvSpPr>
            <a:spLocks noChangeArrowheads="1"/>
          </p:cNvSpPr>
          <p:nvPr>
            <p:ph type="ctrTitle" idx="4294967295"/>
          </p:nvPr>
        </p:nvSpPr>
        <p:spPr>
          <a:xfrm>
            <a:off x="684213" y="379413"/>
            <a:ext cx="7770812" cy="1752600"/>
          </a:xfrm>
          <a:noFill/>
        </p:spPr>
        <p:txBody>
          <a:bodyPr/>
          <a:lstStyle/>
          <a:p>
            <a:pPr defTabSz="1028700" eaLnBrk="1" hangingPunct="1">
              <a:lnSpc>
                <a:spcPct val="100000"/>
              </a:lnSpc>
            </a:pPr>
            <a:r>
              <a:rPr lang="en-US" altLang="ko-KR" sz="5000">
                <a:solidFill>
                  <a:srgbClr val="3B0F8C"/>
                </a:solidFill>
                <a:latin typeface="휴먼엑스포" pitchFamily="18" charset="-127"/>
                <a:ea typeface="휴먼엑스포" pitchFamily="18" charset="-127"/>
              </a:rPr>
              <a:t>My favorite subject is music.</a:t>
            </a:r>
          </a:p>
        </p:txBody>
      </p:sp>
      <p:pic>
        <p:nvPicPr>
          <p:cNvPr id="5123" name="Picture 5">
            <a:hlinkClick r:id="rId2" action="ppaction://hlinksldjump"/>
            <a:extLst>
              <a:ext uri="{FF2B5EF4-FFF2-40B4-BE49-F238E27FC236}">
                <a16:creationId xmlns:a16="http://schemas.microsoft.com/office/drawing/2014/main" id="{FD3BC436-61DB-3BB9-7FAB-F256660983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75" y="5370513"/>
            <a:ext cx="936625" cy="100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4" name="Rectangle 6">
            <a:extLst>
              <a:ext uri="{FF2B5EF4-FFF2-40B4-BE49-F238E27FC236}">
                <a16:creationId xmlns:a16="http://schemas.microsoft.com/office/drawing/2014/main" id="{E8217E40-6445-0650-592B-978164627D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4288" y="2347913"/>
            <a:ext cx="4752975" cy="3455987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marL="912813" indent="-912813" defTabSz="1028700" latinLnBrk="1">
              <a:lnSpc>
                <a:spcPct val="11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 defTabSz="1028700" latinLnBrk="1">
              <a:lnSpc>
                <a:spcPct val="110000"/>
              </a:lnSpc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 defTabSz="1028700" latinLnBrk="1">
              <a:lnSpc>
                <a:spcPct val="11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 defTabSz="1028700" latinLnBrk="1">
              <a:lnSpc>
                <a:spcPct val="110000"/>
              </a:lnSpc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 defTabSz="1028700" latinLnBrk="1">
              <a:lnSpc>
                <a:spcPct val="110000"/>
              </a:lnSpc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>
                <a:srgbClr val="075F75"/>
              </a:buClr>
              <a:buFont typeface="Arial" panose="020B0604020202020204" pitchFamily="34" charset="0"/>
              <a:buAutoNum type="arabicPeriod"/>
            </a:pPr>
            <a:r>
              <a:rPr lang="en-US" altLang="ko-KR" sz="5000">
                <a:solidFill>
                  <a:srgbClr val="075F75"/>
                </a:solidFill>
                <a:latin typeface="휴먼엑스포" pitchFamily="18" charset="-127"/>
                <a:ea typeface="휴먼엑스포" pitchFamily="18" charset="-127"/>
              </a:rPr>
              <a:t>My</a:t>
            </a:r>
          </a:p>
          <a:p>
            <a:pPr eaLnBrk="1" hangingPunct="1">
              <a:lnSpc>
                <a:spcPct val="100000"/>
              </a:lnSpc>
              <a:buClr>
                <a:srgbClr val="075F75"/>
              </a:buClr>
              <a:buFont typeface="Arial" panose="020B0604020202020204" pitchFamily="34" charset="0"/>
              <a:buAutoNum type="arabicPeriod" startAt="2"/>
            </a:pPr>
            <a:r>
              <a:rPr lang="en-US" altLang="ko-KR" sz="5000">
                <a:solidFill>
                  <a:srgbClr val="075F75"/>
                </a:solidFill>
                <a:latin typeface="휴먼엑스포" pitchFamily="18" charset="-127"/>
                <a:ea typeface="휴먼엑스포" pitchFamily="18" charset="-127"/>
              </a:rPr>
              <a:t>favorite</a:t>
            </a:r>
          </a:p>
          <a:p>
            <a:pPr eaLnBrk="1" hangingPunct="1">
              <a:lnSpc>
                <a:spcPct val="100000"/>
              </a:lnSpc>
              <a:buClr>
                <a:srgbClr val="075F75"/>
              </a:buClr>
              <a:buFont typeface="Arial" panose="020B0604020202020204" pitchFamily="34" charset="0"/>
              <a:buAutoNum type="arabicPeriod" startAt="3"/>
            </a:pPr>
            <a:r>
              <a:rPr lang="en-US" altLang="ko-KR" sz="5000">
                <a:solidFill>
                  <a:srgbClr val="075F75"/>
                </a:solidFill>
                <a:latin typeface="휴먼엑스포" pitchFamily="18" charset="-127"/>
                <a:ea typeface="휴먼엑스포" pitchFamily="18" charset="-127"/>
              </a:rPr>
              <a:t>subject</a:t>
            </a:r>
          </a:p>
          <a:p>
            <a:pPr eaLnBrk="1" hangingPunct="1">
              <a:lnSpc>
                <a:spcPct val="100000"/>
              </a:lnSpc>
              <a:buClr>
                <a:srgbClr val="075F75"/>
              </a:buClr>
              <a:buFont typeface="Arial" panose="020B0604020202020204" pitchFamily="34" charset="0"/>
              <a:buAutoNum type="arabicPeriod" startAt="4"/>
            </a:pPr>
            <a:r>
              <a:rPr lang="en-US" altLang="ko-KR" sz="5000">
                <a:solidFill>
                  <a:srgbClr val="075F75"/>
                </a:solidFill>
                <a:latin typeface="휴먼엑스포" pitchFamily="18" charset="-127"/>
                <a:ea typeface="휴먼엑스포" pitchFamily="18" charset="-127"/>
              </a:rPr>
              <a:t>is</a:t>
            </a:r>
          </a:p>
          <a:p>
            <a:pPr eaLnBrk="1" hangingPunct="1">
              <a:lnSpc>
                <a:spcPct val="100000"/>
              </a:lnSpc>
              <a:buClr>
                <a:srgbClr val="075F75"/>
              </a:buClr>
              <a:buFont typeface="Arial" panose="020B0604020202020204" pitchFamily="34" charset="0"/>
              <a:buAutoNum type="arabicPeriod" startAt="5"/>
            </a:pPr>
            <a:r>
              <a:rPr lang="en-US" altLang="ko-KR" sz="5000">
                <a:solidFill>
                  <a:srgbClr val="075F75"/>
                </a:solidFill>
                <a:latin typeface="휴먼엑스포" pitchFamily="18" charset="-127"/>
                <a:ea typeface="휴먼엑스포" pitchFamily="18" charset="-127"/>
              </a:rPr>
              <a:t>music.</a:t>
            </a:r>
          </a:p>
        </p:txBody>
      </p:sp>
    </p:spTree>
  </p:cSld>
  <p:clrMapOvr>
    <a:masterClrMapping/>
  </p:clrMapOvr>
  <p:bg>
    <p:bgPr>
      <a:solidFill>
        <a:srgbClr val="F5F3FF"/>
      </a:solidFill>
    </p:bgPr>
  </p:bg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>
            <a:extLst>
              <a:ext uri="{FF2B5EF4-FFF2-40B4-BE49-F238E27FC236}">
                <a16:creationId xmlns:a16="http://schemas.microsoft.com/office/drawing/2014/main" id="{F10ADF31-5591-AF4C-BE7E-5FA5D8E70642}"/>
              </a:ext>
            </a:extLst>
          </p:cNvPr>
          <p:cNvSpPr>
            <a:spLocks noChangeArrowheads="1"/>
          </p:cNvSpPr>
          <p:nvPr>
            <p:ph type="ctrTitle" idx="4294967295"/>
          </p:nvPr>
        </p:nvSpPr>
        <p:spPr>
          <a:xfrm>
            <a:off x="684213" y="379413"/>
            <a:ext cx="7770812" cy="1752600"/>
          </a:xfrm>
          <a:noFill/>
        </p:spPr>
        <p:txBody>
          <a:bodyPr/>
          <a:lstStyle/>
          <a:p>
            <a:pPr defTabSz="1028700" eaLnBrk="1" hangingPunct="1">
              <a:lnSpc>
                <a:spcPct val="100000"/>
              </a:lnSpc>
            </a:pPr>
            <a:r>
              <a:rPr lang="en-US" altLang="ko-KR" sz="5000">
                <a:solidFill>
                  <a:srgbClr val="3B0F8C"/>
                </a:solidFill>
                <a:latin typeface="휴먼엑스포" pitchFamily="18" charset="-127"/>
                <a:ea typeface="휴먼엑스포" pitchFamily="18" charset="-127"/>
              </a:rPr>
              <a:t>My favorite subject is art.</a:t>
            </a:r>
          </a:p>
        </p:txBody>
      </p:sp>
      <p:pic>
        <p:nvPicPr>
          <p:cNvPr id="6147" name="Picture 5">
            <a:hlinkClick r:id="rId2" action="ppaction://hlinksldjump"/>
            <a:extLst>
              <a:ext uri="{FF2B5EF4-FFF2-40B4-BE49-F238E27FC236}">
                <a16:creationId xmlns:a16="http://schemas.microsoft.com/office/drawing/2014/main" id="{EBB37B59-E6BC-3F9E-22E2-EF4CA98421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75" y="5370513"/>
            <a:ext cx="936625" cy="100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8" name="Rectangle 6">
            <a:extLst>
              <a:ext uri="{FF2B5EF4-FFF2-40B4-BE49-F238E27FC236}">
                <a16:creationId xmlns:a16="http://schemas.microsoft.com/office/drawing/2014/main" id="{C0D11FA1-B2F9-9882-FFDB-B85772580B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4288" y="2347913"/>
            <a:ext cx="4752975" cy="3455987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marL="912813" indent="-912813" defTabSz="1028700" latinLnBrk="1">
              <a:lnSpc>
                <a:spcPct val="11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 defTabSz="1028700" latinLnBrk="1">
              <a:lnSpc>
                <a:spcPct val="110000"/>
              </a:lnSpc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 defTabSz="1028700" latinLnBrk="1">
              <a:lnSpc>
                <a:spcPct val="11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 defTabSz="1028700" latinLnBrk="1">
              <a:lnSpc>
                <a:spcPct val="110000"/>
              </a:lnSpc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 defTabSz="1028700" latinLnBrk="1">
              <a:lnSpc>
                <a:spcPct val="110000"/>
              </a:lnSpc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>
                <a:srgbClr val="075F75"/>
              </a:buClr>
              <a:buFont typeface="Arial" panose="020B0604020202020204" pitchFamily="34" charset="0"/>
              <a:buAutoNum type="arabicPeriod"/>
            </a:pPr>
            <a:r>
              <a:rPr lang="en-US" altLang="ko-KR" sz="5000">
                <a:solidFill>
                  <a:srgbClr val="075F75"/>
                </a:solidFill>
                <a:latin typeface="휴먼엑스포" pitchFamily="18" charset="-127"/>
                <a:ea typeface="휴먼엑스포" pitchFamily="18" charset="-127"/>
              </a:rPr>
              <a:t>My</a:t>
            </a:r>
          </a:p>
          <a:p>
            <a:pPr eaLnBrk="1" hangingPunct="1">
              <a:lnSpc>
                <a:spcPct val="100000"/>
              </a:lnSpc>
              <a:buClr>
                <a:srgbClr val="075F75"/>
              </a:buClr>
              <a:buFont typeface="Arial" panose="020B0604020202020204" pitchFamily="34" charset="0"/>
              <a:buAutoNum type="arabicPeriod" startAt="2"/>
            </a:pPr>
            <a:r>
              <a:rPr lang="en-US" altLang="ko-KR" sz="5000">
                <a:solidFill>
                  <a:srgbClr val="075F75"/>
                </a:solidFill>
                <a:latin typeface="휴먼엑스포" pitchFamily="18" charset="-127"/>
                <a:ea typeface="휴먼엑스포" pitchFamily="18" charset="-127"/>
              </a:rPr>
              <a:t>favorite</a:t>
            </a:r>
          </a:p>
          <a:p>
            <a:pPr eaLnBrk="1" hangingPunct="1">
              <a:lnSpc>
                <a:spcPct val="100000"/>
              </a:lnSpc>
              <a:buClr>
                <a:srgbClr val="075F75"/>
              </a:buClr>
              <a:buFont typeface="Arial" panose="020B0604020202020204" pitchFamily="34" charset="0"/>
              <a:buAutoNum type="arabicPeriod" startAt="3"/>
            </a:pPr>
            <a:r>
              <a:rPr lang="en-US" altLang="ko-KR" sz="5000">
                <a:solidFill>
                  <a:srgbClr val="075F75"/>
                </a:solidFill>
                <a:latin typeface="휴먼엑스포" pitchFamily="18" charset="-127"/>
                <a:ea typeface="휴먼엑스포" pitchFamily="18" charset="-127"/>
              </a:rPr>
              <a:t>subject</a:t>
            </a:r>
          </a:p>
          <a:p>
            <a:pPr eaLnBrk="1" hangingPunct="1">
              <a:lnSpc>
                <a:spcPct val="100000"/>
              </a:lnSpc>
              <a:buClr>
                <a:srgbClr val="075F75"/>
              </a:buClr>
              <a:buFont typeface="Arial" panose="020B0604020202020204" pitchFamily="34" charset="0"/>
              <a:buAutoNum type="arabicPeriod" startAt="4"/>
            </a:pPr>
            <a:r>
              <a:rPr lang="en-US" altLang="ko-KR" sz="5000">
                <a:solidFill>
                  <a:srgbClr val="075F75"/>
                </a:solidFill>
                <a:latin typeface="휴먼엑스포" pitchFamily="18" charset="-127"/>
                <a:ea typeface="휴먼엑스포" pitchFamily="18" charset="-127"/>
              </a:rPr>
              <a:t>is</a:t>
            </a:r>
          </a:p>
          <a:p>
            <a:pPr eaLnBrk="1" hangingPunct="1">
              <a:lnSpc>
                <a:spcPct val="100000"/>
              </a:lnSpc>
              <a:buClr>
                <a:srgbClr val="075F75"/>
              </a:buClr>
              <a:buFont typeface="Arial" panose="020B0604020202020204" pitchFamily="34" charset="0"/>
              <a:buAutoNum type="arabicPeriod" startAt="5"/>
            </a:pPr>
            <a:r>
              <a:rPr lang="en-US" altLang="ko-KR" sz="5000">
                <a:solidFill>
                  <a:srgbClr val="075F75"/>
                </a:solidFill>
                <a:latin typeface="휴먼엑스포" pitchFamily="18" charset="-127"/>
                <a:ea typeface="휴먼엑스포" pitchFamily="18" charset="-127"/>
              </a:rPr>
              <a:t>art.</a:t>
            </a:r>
          </a:p>
        </p:txBody>
      </p:sp>
    </p:spTree>
  </p:cSld>
  <p:clrMapOvr>
    <a:masterClrMapping/>
  </p:clrMapOvr>
  <p:bg>
    <p:bgPr>
      <a:solidFill>
        <a:srgbClr val="F5F3FF"/>
      </a:solidFill>
    </p:bgPr>
  </p:bg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4">
            <a:extLst>
              <a:ext uri="{FF2B5EF4-FFF2-40B4-BE49-F238E27FC236}">
                <a16:creationId xmlns:a16="http://schemas.microsoft.com/office/drawing/2014/main" id="{DF469047-3E1C-0D2D-6819-BBF90BF027CE}"/>
              </a:ext>
            </a:extLst>
          </p:cNvPr>
          <p:cNvSpPr>
            <a:spLocks noChangeArrowheads="1"/>
          </p:cNvSpPr>
          <p:nvPr>
            <p:ph type="ctrTitle" idx="4294967295"/>
          </p:nvPr>
        </p:nvSpPr>
        <p:spPr>
          <a:xfrm>
            <a:off x="322263" y="379413"/>
            <a:ext cx="8350250" cy="1752600"/>
          </a:xfrm>
          <a:noFill/>
        </p:spPr>
        <p:txBody>
          <a:bodyPr/>
          <a:lstStyle/>
          <a:p>
            <a:pPr defTabSz="1028700" eaLnBrk="1" hangingPunct="1">
              <a:lnSpc>
                <a:spcPct val="100000"/>
              </a:lnSpc>
            </a:pPr>
            <a:r>
              <a:rPr lang="en-US" altLang="ko-KR" sz="5000">
                <a:solidFill>
                  <a:srgbClr val="3B0F8C"/>
                </a:solidFill>
                <a:latin typeface="휴먼엑스포" pitchFamily="18" charset="-127"/>
                <a:ea typeface="휴먼엑스포" pitchFamily="18" charset="-127"/>
              </a:rPr>
              <a:t>My favorite subject is Korean.</a:t>
            </a:r>
          </a:p>
        </p:txBody>
      </p:sp>
      <p:pic>
        <p:nvPicPr>
          <p:cNvPr id="7171" name="Picture 5">
            <a:hlinkClick r:id="rId2" action="ppaction://hlinksldjump"/>
            <a:extLst>
              <a:ext uri="{FF2B5EF4-FFF2-40B4-BE49-F238E27FC236}">
                <a16:creationId xmlns:a16="http://schemas.microsoft.com/office/drawing/2014/main" id="{D26A28BB-B22C-7492-F375-F32801B05B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75" y="5370513"/>
            <a:ext cx="936625" cy="100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2" name="Rectangle 6">
            <a:extLst>
              <a:ext uri="{FF2B5EF4-FFF2-40B4-BE49-F238E27FC236}">
                <a16:creationId xmlns:a16="http://schemas.microsoft.com/office/drawing/2014/main" id="{9BA6B8C8-6469-86C6-2F98-B09471B783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8388" y="2635250"/>
            <a:ext cx="4752975" cy="3455988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marL="912813" indent="-912813" defTabSz="1028700" latinLnBrk="1">
              <a:lnSpc>
                <a:spcPct val="11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 defTabSz="1028700" latinLnBrk="1">
              <a:lnSpc>
                <a:spcPct val="110000"/>
              </a:lnSpc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 defTabSz="1028700" latinLnBrk="1">
              <a:lnSpc>
                <a:spcPct val="11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 defTabSz="1028700" latinLnBrk="1">
              <a:lnSpc>
                <a:spcPct val="110000"/>
              </a:lnSpc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 defTabSz="1028700" latinLnBrk="1">
              <a:lnSpc>
                <a:spcPct val="110000"/>
              </a:lnSpc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>
                <a:srgbClr val="075F75"/>
              </a:buClr>
              <a:buFont typeface="Arial" panose="020B0604020202020204" pitchFamily="34" charset="0"/>
              <a:buAutoNum type="arabicPeriod"/>
            </a:pPr>
            <a:r>
              <a:rPr lang="en-US" altLang="ko-KR" sz="5000">
                <a:solidFill>
                  <a:srgbClr val="075F75"/>
                </a:solidFill>
                <a:latin typeface="휴먼엑스포" pitchFamily="18" charset="-127"/>
                <a:ea typeface="휴먼엑스포" pitchFamily="18" charset="-127"/>
              </a:rPr>
              <a:t>My</a:t>
            </a:r>
          </a:p>
          <a:p>
            <a:pPr eaLnBrk="1" hangingPunct="1">
              <a:lnSpc>
                <a:spcPct val="100000"/>
              </a:lnSpc>
              <a:buClr>
                <a:srgbClr val="075F75"/>
              </a:buClr>
              <a:buFont typeface="Arial" panose="020B0604020202020204" pitchFamily="34" charset="0"/>
              <a:buAutoNum type="arabicPeriod" startAt="2"/>
            </a:pPr>
            <a:r>
              <a:rPr lang="en-US" altLang="ko-KR" sz="5000">
                <a:solidFill>
                  <a:srgbClr val="075F75"/>
                </a:solidFill>
                <a:latin typeface="휴먼엑스포" pitchFamily="18" charset="-127"/>
                <a:ea typeface="휴먼엑스포" pitchFamily="18" charset="-127"/>
              </a:rPr>
              <a:t>favorite</a:t>
            </a:r>
          </a:p>
          <a:p>
            <a:pPr eaLnBrk="1" hangingPunct="1">
              <a:lnSpc>
                <a:spcPct val="100000"/>
              </a:lnSpc>
              <a:buClr>
                <a:srgbClr val="075F75"/>
              </a:buClr>
              <a:buFont typeface="Arial" panose="020B0604020202020204" pitchFamily="34" charset="0"/>
              <a:buAutoNum type="arabicPeriod" startAt="3"/>
            </a:pPr>
            <a:r>
              <a:rPr lang="en-US" altLang="ko-KR" sz="5000">
                <a:solidFill>
                  <a:srgbClr val="075F75"/>
                </a:solidFill>
                <a:latin typeface="휴먼엑스포" pitchFamily="18" charset="-127"/>
                <a:ea typeface="휴먼엑스포" pitchFamily="18" charset="-127"/>
              </a:rPr>
              <a:t>subject</a:t>
            </a:r>
          </a:p>
          <a:p>
            <a:pPr eaLnBrk="1" hangingPunct="1">
              <a:lnSpc>
                <a:spcPct val="100000"/>
              </a:lnSpc>
              <a:buClr>
                <a:srgbClr val="075F75"/>
              </a:buClr>
              <a:buFont typeface="Arial" panose="020B0604020202020204" pitchFamily="34" charset="0"/>
              <a:buAutoNum type="arabicPeriod" startAt="4"/>
            </a:pPr>
            <a:r>
              <a:rPr lang="en-US" altLang="ko-KR" sz="5000">
                <a:solidFill>
                  <a:srgbClr val="075F75"/>
                </a:solidFill>
                <a:latin typeface="휴먼엑스포" pitchFamily="18" charset="-127"/>
                <a:ea typeface="휴먼엑스포" pitchFamily="18" charset="-127"/>
              </a:rPr>
              <a:t>is</a:t>
            </a:r>
          </a:p>
          <a:p>
            <a:pPr eaLnBrk="1" hangingPunct="1">
              <a:lnSpc>
                <a:spcPct val="100000"/>
              </a:lnSpc>
              <a:buClr>
                <a:srgbClr val="075F75"/>
              </a:buClr>
              <a:buFont typeface="Arial" panose="020B0604020202020204" pitchFamily="34" charset="0"/>
              <a:buAutoNum type="arabicPeriod" startAt="5"/>
            </a:pPr>
            <a:r>
              <a:rPr lang="en-US" altLang="ko-KR" sz="5000">
                <a:solidFill>
                  <a:srgbClr val="075F75"/>
                </a:solidFill>
                <a:latin typeface="휴먼엑스포" pitchFamily="18" charset="-127"/>
                <a:ea typeface="휴먼엑스포" pitchFamily="18" charset="-127"/>
              </a:rPr>
              <a:t>Korean.</a:t>
            </a:r>
          </a:p>
        </p:txBody>
      </p:sp>
    </p:spTree>
  </p:cSld>
  <p:clrMapOvr>
    <a:masterClrMapping/>
  </p:clrMapOvr>
  <p:bg>
    <p:bgPr>
      <a:solidFill>
        <a:srgbClr val="F5F3FF"/>
      </a:solidFill>
    </p:bgPr>
  </p:bg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4">
            <a:extLst>
              <a:ext uri="{FF2B5EF4-FFF2-40B4-BE49-F238E27FC236}">
                <a16:creationId xmlns:a16="http://schemas.microsoft.com/office/drawing/2014/main" id="{5A8E6408-28D8-0B6A-6354-ED1901DBCEC1}"/>
              </a:ext>
            </a:extLst>
          </p:cNvPr>
          <p:cNvSpPr>
            <a:spLocks noChangeArrowheads="1"/>
          </p:cNvSpPr>
          <p:nvPr>
            <p:ph type="ctrTitle" idx="4294967295"/>
          </p:nvPr>
        </p:nvSpPr>
        <p:spPr>
          <a:xfrm>
            <a:off x="684213" y="379413"/>
            <a:ext cx="7770812" cy="1752600"/>
          </a:xfrm>
          <a:noFill/>
        </p:spPr>
        <p:txBody>
          <a:bodyPr/>
          <a:lstStyle/>
          <a:p>
            <a:pPr defTabSz="1028700" eaLnBrk="1" hangingPunct="1">
              <a:lnSpc>
                <a:spcPct val="100000"/>
              </a:lnSpc>
            </a:pPr>
            <a:r>
              <a:rPr lang="ko-KR" altLang="en-US" sz="5000">
                <a:solidFill>
                  <a:srgbClr val="3B0F8C"/>
                </a:solidFill>
                <a:latin typeface="휴먼엑스포" pitchFamily="18" charset="-127"/>
                <a:ea typeface="휴먼엑스포" pitchFamily="18" charset="-127"/>
              </a:rPr>
              <a:t>I like singing songs.</a:t>
            </a:r>
            <a:endParaRPr lang="ko-KR" altLang="en-US" sz="5000">
              <a:solidFill>
                <a:srgbClr val="9630EA"/>
              </a:solidFill>
              <a:latin typeface="휴먼엑스포" pitchFamily="18" charset="-127"/>
              <a:ea typeface="휴먼엑스포" pitchFamily="18" charset="-127"/>
            </a:endParaRPr>
          </a:p>
        </p:txBody>
      </p:sp>
      <p:pic>
        <p:nvPicPr>
          <p:cNvPr id="8195" name="Picture 5">
            <a:hlinkClick r:id="rId2" action="ppaction://hlinksldjump"/>
            <a:extLst>
              <a:ext uri="{FF2B5EF4-FFF2-40B4-BE49-F238E27FC236}">
                <a16:creationId xmlns:a16="http://schemas.microsoft.com/office/drawing/2014/main" id="{24C14DCE-A87D-88A6-38D4-206CFC0301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75" y="5370513"/>
            <a:ext cx="936625" cy="100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6" name="Rectangle 6">
            <a:extLst>
              <a:ext uri="{FF2B5EF4-FFF2-40B4-BE49-F238E27FC236}">
                <a16:creationId xmlns:a16="http://schemas.microsoft.com/office/drawing/2014/main" id="{137BBBFF-3443-47A9-5927-D08E4038EC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4288" y="2347913"/>
            <a:ext cx="4752975" cy="3455987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marL="912813" indent="-912813" defTabSz="1028700" latinLnBrk="1">
              <a:lnSpc>
                <a:spcPct val="11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 defTabSz="1028700" latinLnBrk="1">
              <a:lnSpc>
                <a:spcPct val="110000"/>
              </a:lnSpc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 defTabSz="1028700" latinLnBrk="1">
              <a:lnSpc>
                <a:spcPct val="11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 defTabSz="1028700" latinLnBrk="1">
              <a:lnSpc>
                <a:spcPct val="110000"/>
              </a:lnSpc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 defTabSz="1028700" latinLnBrk="1">
              <a:lnSpc>
                <a:spcPct val="110000"/>
              </a:lnSpc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>
                <a:srgbClr val="075F75"/>
              </a:buClr>
              <a:buFont typeface="Arial" panose="020B0604020202020204" pitchFamily="34" charset="0"/>
              <a:buAutoNum type="arabicPeriod"/>
            </a:pPr>
            <a:r>
              <a:rPr lang="en-US" altLang="ko-KR" sz="5000">
                <a:solidFill>
                  <a:srgbClr val="075F75"/>
                </a:solidFill>
                <a:latin typeface="휴먼엑스포" pitchFamily="18" charset="-127"/>
                <a:ea typeface="휴먼엑스포" pitchFamily="18" charset="-127"/>
              </a:rPr>
              <a:t>I</a:t>
            </a:r>
          </a:p>
          <a:p>
            <a:pPr eaLnBrk="1" hangingPunct="1">
              <a:lnSpc>
                <a:spcPct val="100000"/>
              </a:lnSpc>
              <a:buClr>
                <a:srgbClr val="075F75"/>
              </a:buClr>
              <a:buFont typeface="Arial" panose="020B0604020202020204" pitchFamily="34" charset="0"/>
              <a:buAutoNum type="arabicPeriod" startAt="2"/>
            </a:pPr>
            <a:r>
              <a:rPr lang="en-US" altLang="ko-KR" sz="5000">
                <a:solidFill>
                  <a:srgbClr val="075F75"/>
                </a:solidFill>
                <a:latin typeface="휴먼엑스포" pitchFamily="18" charset="-127"/>
                <a:ea typeface="휴먼엑스포" pitchFamily="18" charset="-127"/>
              </a:rPr>
              <a:t>like</a:t>
            </a:r>
          </a:p>
          <a:p>
            <a:pPr eaLnBrk="1" hangingPunct="1">
              <a:lnSpc>
                <a:spcPct val="100000"/>
              </a:lnSpc>
              <a:buClr>
                <a:srgbClr val="075F75"/>
              </a:buClr>
              <a:buFont typeface="Arial" panose="020B0604020202020204" pitchFamily="34" charset="0"/>
              <a:buAutoNum type="arabicPeriod" startAt="3"/>
            </a:pPr>
            <a:r>
              <a:rPr lang="en-US" altLang="ko-KR" sz="5000">
                <a:solidFill>
                  <a:srgbClr val="075F75"/>
                </a:solidFill>
                <a:latin typeface="휴먼엑스포" pitchFamily="18" charset="-127"/>
                <a:ea typeface="휴먼엑스포" pitchFamily="18" charset="-127"/>
              </a:rPr>
              <a:t>singing</a:t>
            </a:r>
          </a:p>
          <a:p>
            <a:pPr eaLnBrk="1" hangingPunct="1">
              <a:lnSpc>
                <a:spcPct val="100000"/>
              </a:lnSpc>
              <a:buClr>
                <a:srgbClr val="075F75"/>
              </a:buClr>
              <a:buFont typeface="Arial" panose="020B0604020202020204" pitchFamily="34" charset="0"/>
              <a:buAutoNum type="arabicPeriod" startAt="4"/>
            </a:pPr>
            <a:r>
              <a:rPr lang="en-US" altLang="ko-KR" sz="5000">
                <a:solidFill>
                  <a:srgbClr val="075F75"/>
                </a:solidFill>
                <a:latin typeface="휴먼엑스포" pitchFamily="18" charset="-127"/>
                <a:ea typeface="휴먼엑스포" pitchFamily="18" charset="-127"/>
              </a:rPr>
              <a:t>songs.</a:t>
            </a:r>
          </a:p>
        </p:txBody>
      </p:sp>
    </p:spTree>
  </p:cSld>
  <p:clrMapOvr>
    <a:masterClrMapping/>
  </p:clrMapOvr>
  <p:bg>
    <p:bgPr>
      <a:solidFill>
        <a:srgbClr val="F5F3FF"/>
      </a:solidFill>
    </p:bgPr>
  </p:bg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4">
            <a:extLst>
              <a:ext uri="{FF2B5EF4-FFF2-40B4-BE49-F238E27FC236}">
                <a16:creationId xmlns:a16="http://schemas.microsoft.com/office/drawing/2014/main" id="{15119796-EBEA-1F8E-6E37-6A992B90843F}"/>
              </a:ext>
            </a:extLst>
          </p:cNvPr>
          <p:cNvSpPr>
            <a:spLocks noChangeArrowheads="1"/>
          </p:cNvSpPr>
          <p:nvPr>
            <p:ph type="ctrTitle" idx="4294967295"/>
          </p:nvPr>
        </p:nvSpPr>
        <p:spPr>
          <a:xfrm>
            <a:off x="322263" y="379413"/>
            <a:ext cx="8567737" cy="1752600"/>
          </a:xfrm>
          <a:noFill/>
        </p:spPr>
        <p:txBody>
          <a:bodyPr/>
          <a:lstStyle/>
          <a:p>
            <a:pPr defTabSz="1028700" eaLnBrk="1" hangingPunct="1">
              <a:lnSpc>
                <a:spcPct val="100000"/>
              </a:lnSpc>
            </a:pPr>
            <a:r>
              <a:rPr lang="en-US" altLang="ko-KR" sz="5000">
                <a:solidFill>
                  <a:srgbClr val="3B0F8C"/>
                </a:solidFill>
                <a:latin typeface="휴먼엑스포" pitchFamily="18" charset="-127"/>
                <a:ea typeface="휴먼엑스포" pitchFamily="18" charset="-127"/>
              </a:rPr>
              <a:t>I like doing math problems.</a:t>
            </a:r>
            <a:endParaRPr lang="ko-KR" altLang="en-US" sz="5000">
              <a:solidFill>
                <a:srgbClr val="9630EA"/>
              </a:solidFill>
              <a:latin typeface="휴먼엑스포" pitchFamily="18" charset="-127"/>
              <a:ea typeface="휴먼엑스포" pitchFamily="18" charset="-127"/>
            </a:endParaRPr>
          </a:p>
        </p:txBody>
      </p:sp>
      <p:pic>
        <p:nvPicPr>
          <p:cNvPr id="9219" name="Picture 5">
            <a:hlinkClick r:id="rId2" action="ppaction://hlinksldjump"/>
            <a:extLst>
              <a:ext uri="{FF2B5EF4-FFF2-40B4-BE49-F238E27FC236}">
                <a16:creationId xmlns:a16="http://schemas.microsoft.com/office/drawing/2014/main" id="{AB891691-A7E7-8BB0-B8FA-B9E00DE447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75" y="5370513"/>
            <a:ext cx="936625" cy="100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0" name="Rectangle 6">
            <a:extLst>
              <a:ext uri="{FF2B5EF4-FFF2-40B4-BE49-F238E27FC236}">
                <a16:creationId xmlns:a16="http://schemas.microsoft.com/office/drawing/2014/main" id="{A7995788-E7FD-6003-B21A-7DB3678AF8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4288" y="2347913"/>
            <a:ext cx="4752975" cy="3455987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marL="912813" indent="-912813" defTabSz="1028700" latinLnBrk="1">
              <a:lnSpc>
                <a:spcPct val="11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 defTabSz="1028700" latinLnBrk="1">
              <a:lnSpc>
                <a:spcPct val="110000"/>
              </a:lnSpc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 defTabSz="1028700" latinLnBrk="1">
              <a:lnSpc>
                <a:spcPct val="11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 defTabSz="1028700" latinLnBrk="1">
              <a:lnSpc>
                <a:spcPct val="110000"/>
              </a:lnSpc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 defTabSz="1028700" latinLnBrk="1">
              <a:lnSpc>
                <a:spcPct val="110000"/>
              </a:lnSpc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>
                <a:srgbClr val="075F75"/>
              </a:buClr>
              <a:buFont typeface="Arial" panose="020B0604020202020204" pitchFamily="34" charset="0"/>
              <a:buAutoNum type="arabicPeriod"/>
            </a:pPr>
            <a:r>
              <a:rPr lang="en-US" altLang="ko-KR" sz="5000">
                <a:solidFill>
                  <a:srgbClr val="075F75"/>
                </a:solidFill>
                <a:latin typeface="휴먼엑스포" pitchFamily="18" charset="-127"/>
                <a:ea typeface="휴먼엑스포" pitchFamily="18" charset="-127"/>
              </a:rPr>
              <a:t>I</a:t>
            </a:r>
          </a:p>
          <a:p>
            <a:pPr eaLnBrk="1" hangingPunct="1">
              <a:lnSpc>
                <a:spcPct val="100000"/>
              </a:lnSpc>
              <a:buClr>
                <a:srgbClr val="075F75"/>
              </a:buClr>
              <a:buFont typeface="Arial" panose="020B0604020202020204" pitchFamily="34" charset="0"/>
              <a:buAutoNum type="arabicPeriod" startAt="2"/>
            </a:pPr>
            <a:r>
              <a:rPr lang="en-US" altLang="ko-KR" sz="5000">
                <a:solidFill>
                  <a:srgbClr val="075F75"/>
                </a:solidFill>
                <a:latin typeface="휴먼엑스포" pitchFamily="18" charset="-127"/>
                <a:ea typeface="휴먼엑스포" pitchFamily="18" charset="-127"/>
              </a:rPr>
              <a:t>like</a:t>
            </a:r>
          </a:p>
          <a:p>
            <a:pPr eaLnBrk="1" hangingPunct="1">
              <a:lnSpc>
                <a:spcPct val="100000"/>
              </a:lnSpc>
              <a:buClr>
                <a:srgbClr val="075F75"/>
              </a:buClr>
              <a:buFont typeface="Arial" panose="020B0604020202020204" pitchFamily="34" charset="0"/>
              <a:buAutoNum type="arabicPeriod" startAt="3"/>
            </a:pPr>
            <a:r>
              <a:rPr lang="en-US" altLang="ko-KR" sz="5000">
                <a:solidFill>
                  <a:srgbClr val="075F75"/>
                </a:solidFill>
                <a:latin typeface="휴먼엑스포" pitchFamily="18" charset="-127"/>
                <a:ea typeface="휴먼엑스포" pitchFamily="18" charset="-127"/>
              </a:rPr>
              <a:t>doing</a:t>
            </a:r>
          </a:p>
          <a:p>
            <a:pPr eaLnBrk="1" hangingPunct="1">
              <a:lnSpc>
                <a:spcPct val="100000"/>
              </a:lnSpc>
              <a:buClr>
                <a:srgbClr val="075F75"/>
              </a:buClr>
              <a:buFont typeface="Arial" panose="020B0604020202020204" pitchFamily="34" charset="0"/>
              <a:buAutoNum type="arabicPeriod" startAt="4"/>
            </a:pPr>
            <a:r>
              <a:rPr lang="en-US" altLang="ko-KR" sz="5000">
                <a:solidFill>
                  <a:srgbClr val="075F75"/>
                </a:solidFill>
                <a:latin typeface="휴먼엑스포" pitchFamily="18" charset="-127"/>
                <a:ea typeface="휴먼엑스포" pitchFamily="18" charset="-127"/>
              </a:rPr>
              <a:t>math</a:t>
            </a:r>
          </a:p>
          <a:p>
            <a:pPr eaLnBrk="1" hangingPunct="1">
              <a:lnSpc>
                <a:spcPct val="100000"/>
              </a:lnSpc>
              <a:buClr>
                <a:srgbClr val="075F75"/>
              </a:buClr>
              <a:buFont typeface="Arial" panose="020B0604020202020204" pitchFamily="34" charset="0"/>
              <a:buAutoNum type="arabicPeriod" startAt="5"/>
            </a:pPr>
            <a:r>
              <a:rPr lang="en-US" altLang="ko-KR" sz="5000">
                <a:solidFill>
                  <a:srgbClr val="075F75"/>
                </a:solidFill>
                <a:latin typeface="휴먼엑스포" pitchFamily="18" charset="-127"/>
                <a:ea typeface="휴먼엑스포" pitchFamily="18" charset="-127"/>
              </a:rPr>
              <a:t>problems.</a:t>
            </a:r>
          </a:p>
        </p:txBody>
      </p:sp>
    </p:spTree>
  </p:cSld>
  <p:clrMapOvr>
    <a:masterClrMapping/>
  </p:clrMapOvr>
  <p:bg>
    <p:bgPr>
      <a:solidFill>
        <a:srgbClr val="F5F3FF"/>
      </a:solidFill>
    </p:bgPr>
  </p:bg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4">
            <a:extLst>
              <a:ext uri="{FF2B5EF4-FFF2-40B4-BE49-F238E27FC236}">
                <a16:creationId xmlns:a16="http://schemas.microsoft.com/office/drawing/2014/main" id="{97CC3774-9785-6714-CE85-B1CAB6C2240A}"/>
              </a:ext>
            </a:extLst>
          </p:cNvPr>
          <p:cNvSpPr>
            <a:spLocks noChangeArrowheads="1"/>
          </p:cNvSpPr>
          <p:nvPr>
            <p:ph type="ctrTitle" idx="4294967295"/>
          </p:nvPr>
        </p:nvSpPr>
        <p:spPr>
          <a:xfrm>
            <a:off x="684213" y="379413"/>
            <a:ext cx="7770812" cy="1752600"/>
          </a:xfrm>
          <a:noFill/>
        </p:spPr>
        <p:txBody>
          <a:bodyPr/>
          <a:lstStyle/>
          <a:p>
            <a:pPr defTabSz="1028700" eaLnBrk="1" hangingPunct="1">
              <a:lnSpc>
                <a:spcPct val="100000"/>
              </a:lnSpc>
            </a:pPr>
            <a:r>
              <a:rPr lang="en-US" altLang="ko-KR" sz="5000">
                <a:solidFill>
                  <a:srgbClr val="3B0F8C"/>
                </a:solidFill>
                <a:latin typeface="휴먼엑스포" pitchFamily="18" charset="-127"/>
                <a:ea typeface="휴먼엑스포" pitchFamily="18" charset="-127"/>
              </a:rPr>
              <a:t>I like drawing pictures.</a:t>
            </a:r>
            <a:endParaRPr lang="ko-KR" altLang="en-US" sz="5000">
              <a:solidFill>
                <a:srgbClr val="9630EA"/>
              </a:solidFill>
              <a:latin typeface="휴먼엑스포" pitchFamily="18" charset="-127"/>
              <a:ea typeface="휴먼엑스포" pitchFamily="18" charset="-127"/>
            </a:endParaRPr>
          </a:p>
        </p:txBody>
      </p:sp>
      <p:pic>
        <p:nvPicPr>
          <p:cNvPr id="10243" name="Picture 5">
            <a:hlinkClick r:id="rId2" action="ppaction://hlinksldjump"/>
            <a:extLst>
              <a:ext uri="{FF2B5EF4-FFF2-40B4-BE49-F238E27FC236}">
                <a16:creationId xmlns:a16="http://schemas.microsoft.com/office/drawing/2014/main" id="{4C511023-C9DC-8D76-E6FC-85C4E3B015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75" y="5370513"/>
            <a:ext cx="936625" cy="100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4" name="Rectangle 6">
            <a:extLst>
              <a:ext uri="{FF2B5EF4-FFF2-40B4-BE49-F238E27FC236}">
                <a16:creationId xmlns:a16="http://schemas.microsoft.com/office/drawing/2014/main" id="{13B98D29-3452-4D6F-838A-C13D2BFD61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4288" y="2347913"/>
            <a:ext cx="4752975" cy="3455987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marL="912813" indent="-912813" defTabSz="1028700" latinLnBrk="1">
              <a:lnSpc>
                <a:spcPct val="11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 defTabSz="1028700" latinLnBrk="1">
              <a:lnSpc>
                <a:spcPct val="110000"/>
              </a:lnSpc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 defTabSz="1028700" latinLnBrk="1">
              <a:lnSpc>
                <a:spcPct val="11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 defTabSz="1028700" latinLnBrk="1">
              <a:lnSpc>
                <a:spcPct val="110000"/>
              </a:lnSpc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 defTabSz="1028700" latinLnBrk="1">
              <a:lnSpc>
                <a:spcPct val="110000"/>
              </a:lnSpc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>
                <a:srgbClr val="075F75"/>
              </a:buClr>
              <a:buFont typeface="Arial" panose="020B0604020202020204" pitchFamily="34" charset="0"/>
              <a:buAutoNum type="arabicPeriod"/>
            </a:pPr>
            <a:r>
              <a:rPr lang="en-US" altLang="ko-KR" sz="5000">
                <a:solidFill>
                  <a:srgbClr val="075F75"/>
                </a:solidFill>
                <a:latin typeface="휴먼엑스포" pitchFamily="18" charset="-127"/>
                <a:ea typeface="휴먼엑스포" pitchFamily="18" charset="-127"/>
              </a:rPr>
              <a:t>I</a:t>
            </a:r>
          </a:p>
          <a:p>
            <a:pPr eaLnBrk="1" hangingPunct="1">
              <a:lnSpc>
                <a:spcPct val="100000"/>
              </a:lnSpc>
              <a:buClr>
                <a:srgbClr val="075F75"/>
              </a:buClr>
              <a:buFont typeface="Arial" panose="020B0604020202020204" pitchFamily="34" charset="0"/>
              <a:buAutoNum type="arabicPeriod" startAt="2"/>
            </a:pPr>
            <a:r>
              <a:rPr lang="en-US" altLang="ko-KR" sz="5000">
                <a:solidFill>
                  <a:srgbClr val="075F75"/>
                </a:solidFill>
                <a:latin typeface="휴먼엑스포" pitchFamily="18" charset="-127"/>
                <a:ea typeface="휴먼엑스포" pitchFamily="18" charset="-127"/>
              </a:rPr>
              <a:t>like</a:t>
            </a:r>
          </a:p>
          <a:p>
            <a:pPr eaLnBrk="1" hangingPunct="1">
              <a:lnSpc>
                <a:spcPct val="100000"/>
              </a:lnSpc>
              <a:buClr>
                <a:srgbClr val="075F75"/>
              </a:buClr>
              <a:buFont typeface="Arial" panose="020B0604020202020204" pitchFamily="34" charset="0"/>
              <a:buAutoNum type="arabicPeriod" startAt="3"/>
            </a:pPr>
            <a:r>
              <a:rPr lang="en-US" altLang="ko-KR" sz="5000">
                <a:solidFill>
                  <a:srgbClr val="075F75"/>
                </a:solidFill>
                <a:latin typeface="휴먼엑스포" pitchFamily="18" charset="-127"/>
                <a:ea typeface="휴먼엑스포" pitchFamily="18" charset="-127"/>
              </a:rPr>
              <a:t>drawing</a:t>
            </a:r>
          </a:p>
          <a:p>
            <a:pPr eaLnBrk="1" hangingPunct="1">
              <a:lnSpc>
                <a:spcPct val="100000"/>
              </a:lnSpc>
              <a:buClr>
                <a:srgbClr val="075F75"/>
              </a:buClr>
              <a:buFont typeface="Arial" panose="020B0604020202020204" pitchFamily="34" charset="0"/>
              <a:buAutoNum type="arabicPeriod" startAt="4"/>
            </a:pPr>
            <a:r>
              <a:rPr lang="en-US" altLang="ko-KR" sz="5000">
                <a:solidFill>
                  <a:srgbClr val="075F75"/>
                </a:solidFill>
                <a:latin typeface="휴먼엑스포" pitchFamily="18" charset="-127"/>
                <a:ea typeface="휴먼엑스포" pitchFamily="18" charset="-127"/>
              </a:rPr>
              <a:t>pictures.</a:t>
            </a:r>
          </a:p>
        </p:txBody>
      </p:sp>
    </p:spTree>
  </p:cSld>
  <p:clrMapOvr>
    <a:masterClrMapping/>
  </p:clrMapOvr>
  <p:bg>
    <p:bgPr>
      <a:solidFill>
        <a:srgbClr val="F5F3FF"/>
      </a:solidFill>
    </p:bgPr>
  </p:bg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4">
            <a:extLst>
              <a:ext uri="{FF2B5EF4-FFF2-40B4-BE49-F238E27FC236}">
                <a16:creationId xmlns:a16="http://schemas.microsoft.com/office/drawing/2014/main" id="{BDF4888F-9996-8316-A7AC-BD206201B92C}"/>
              </a:ext>
            </a:extLst>
          </p:cNvPr>
          <p:cNvSpPr>
            <a:spLocks noChangeArrowheads="1"/>
          </p:cNvSpPr>
          <p:nvPr>
            <p:ph type="ctrTitle" idx="4294967295"/>
          </p:nvPr>
        </p:nvSpPr>
        <p:spPr>
          <a:xfrm>
            <a:off x="684213" y="379413"/>
            <a:ext cx="7770812" cy="1752600"/>
          </a:xfrm>
          <a:noFill/>
        </p:spPr>
        <p:txBody>
          <a:bodyPr/>
          <a:lstStyle/>
          <a:p>
            <a:pPr defTabSz="1028700" eaLnBrk="1" hangingPunct="1">
              <a:lnSpc>
                <a:spcPct val="100000"/>
              </a:lnSpc>
            </a:pPr>
            <a:r>
              <a:rPr lang="en-US" altLang="ko-KR" sz="5000" b="1">
                <a:solidFill>
                  <a:srgbClr val="3B0F8C"/>
                </a:solidFill>
                <a:latin typeface="휴먼엑스포" pitchFamily="18" charset="-127"/>
                <a:ea typeface="휴먼엑스포" pitchFamily="18" charset="-127"/>
              </a:rPr>
              <a:t>Do you like math?</a:t>
            </a:r>
            <a:endParaRPr lang="ko-KR" altLang="en-US" sz="5000">
              <a:solidFill>
                <a:srgbClr val="9630EA"/>
              </a:solidFill>
              <a:latin typeface="휴먼엑스포" pitchFamily="18" charset="-127"/>
              <a:ea typeface="휴먼엑스포" pitchFamily="18" charset="-127"/>
            </a:endParaRPr>
          </a:p>
        </p:txBody>
      </p:sp>
      <p:pic>
        <p:nvPicPr>
          <p:cNvPr id="11267" name="Picture 5">
            <a:hlinkClick r:id="rId2" action="ppaction://hlinksldjump"/>
            <a:extLst>
              <a:ext uri="{FF2B5EF4-FFF2-40B4-BE49-F238E27FC236}">
                <a16:creationId xmlns:a16="http://schemas.microsoft.com/office/drawing/2014/main" id="{E59F902E-BD7E-7C43-88E7-778ACA7E57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75" y="5370513"/>
            <a:ext cx="936625" cy="100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8" name="Rectangle 6">
            <a:extLst>
              <a:ext uri="{FF2B5EF4-FFF2-40B4-BE49-F238E27FC236}">
                <a16:creationId xmlns:a16="http://schemas.microsoft.com/office/drawing/2014/main" id="{E6A239F6-9243-DA64-84D3-DEC612BA0E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4288" y="2347913"/>
            <a:ext cx="4752975" cy="3455987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defTabSz="1028700" latinLnBrk="1">
              <a:lnSpc>
                <a:spcPct val="11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 defTabSz="1028700" latinLnBrk="1">
              <a:lnSpc>
                <a:spcPct val="110000"/>
              </a:lnSpc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 defTabSz="1028700" latinLnBrk="1">
              <a:lnSpc>
                <a:spcPct val="11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 defTabSz="1028700" latinLnBrk="1">
              <a:lnSpc>
                <a:spcPct val="110000"/>
              </a:lnSpc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 defTabSz="1028700" latinLnBrk="1">
              <a:lnSpc>
                <a:spcPct val="110000"/>
              </a:lnSpc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>
                <a:srgbClr val="075F75"/>
              </a:buClr>
              <a:buFont typeface="Arial" panose="020B0604020202020204" pitchFamily="34" charset="0"/>
              <a:buAutoNum type="arabicPeriod"/>
            </a:pPr>
            <a:r>
              <a:rPr lang="en-US" altLang="ko-KR" sz="5000">
                <a:solidFill>
                  <a:srgbClr val="075F75"/>
                </a:solidFill>
                <a:latin typeface="휴먼엑스포" pitchFamily="18" charset="-127"/>
                <a:ea typeface="휴먼엑스포" pitchFamily="18" charset="-127"/>
              </a:rPr>
              <a:t>Do</a:t>
            </a:r>
          </a:p>
          <a:p>
            <a:pPr eaLnBrk="1" hangingPunct="1">
              <a:lnSpc>
                <a:spcPct val="100000"/>
              </a:lnSpc>
              <a:buClr>
                <a:srgbClr val="075F75"/>
              </a:buClr>
              <a:buFont typeface="Arial" panose="020B0604020202020204" pitchFamily="34" charset="0"/>
              <a:buAutoNum type="arabicPeriod" startAt="2"/>
            </a:pPr>
            <a:r>
              <a:rPr lang="en-US" altLang="ko-KR" sz="5000">
                <a:solidFill>
                  <a:srgbClr val="075F75"/>
                </a:solidFill>
                <a:latin typeface="휴먼엑스포" pitchFamily="18" charset="-127"/>
                <a:ea typeface="휴먼엑스포" pitchFamily="18" charset="-127"/>
              </a:rPr>
              <a:t>you</a:t>
            </a:r>
          </a:p>
          <a:p>
            <a:pPr eaLnBrk="1" hangingPunct="1">
              <a:lnSpc>
                <a:spcPct val="100000"/>
              </a:lnSpc>
              <a:buClr>
                <a:srgbClr val="075F75"/>
              </a:buClr>
              <a:buFont typeface="Arial" panose="020B0604020202020204" pitchFamily="34" charset="0"/>
              <a:buAutoNum type="arabicPeriod" startAt="3"/>
            </a:pPr>
            <a:r>
              <a:rPr lang="en-US" altLang="ko-KR" sz="5000">
                <a:solidFill>
                  <a:srgbClr val="075F75"/>
                </a:solidFill>
                <a:latin typeface="휴먼엑스포" pitchFamily="18" charset="-127"/>
                <a:ea typeface="휴먼엑스포" pitchFamily="18" charset="-127"/>
              </a:rPr>
              <a:t>like</a:t>
            </a:r>
          </a:p>
          <a:p>
            <a:pPr eaLnBrk="1" hangingPunct="1">
              <a:lnSpc>
                <a:spcPct val="100000"/>
              </a:lnSpc>
              <a:buClr>
                <a:srgbClr val="075F75"/>
              </a:buClr>
              <a:buFont typeface="Arial" panose="020B0604020202020204" pitchFamily="34" charset="0"/>
              <a:buAutoNum type="arabicPeriod" startAt="4"/>
            </a:pPr>
            <a:r>
              <a:rPr lang="en-US" altLang="ko-KR" sz="5000">
                <a:solidFill>
                  <a:srgbClr val="075F75"/>
                </a:solidFill>
                <a:latin typeface="휴먼엑스포" pitchFamily="18" charset="-127"/>
                <a:ea typeface="휴먼엑스포" pitchFamily="18" charset="-127"/>
              </a:rPr>
              <a:t>math?</a:t>
            </a:r>
          </a:p>
        </p:txBody>
      </p:sp>
    </p:spTree>
  </p:cSld>
  <p:clrMapOvr>
    <a:masterClrMapping/>
  </p:clrMapOvr>
  <p:bg>
    <p:bgPr>
      <a:solidFill>
        <a:srgbClr val="F5F3FF"/>
      </a:solidFill>
    </p:bgPr>
  </p:bg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4">
            <a:extLst>
              <a:ext uri="{FF2B5EF4-FFF2-40B4-BE49-F238E27FC236}">
                <a16:creationId xmlns:a16="http://schemas.microsoft.com/office/drawing/2014/main" id="{448D1B28-3108-D7D4-FB1B-6B5E98C4450D}"/>
              </a:ext>
            </a:extLst>
          </p:cNvPr>
          <p:cNvSpPr>
            <a:spLocks noChangeArrowheads="1"/>
          </p:cNvSpPr>
          <p:nvPr>
            <p:ph type="ctrTitle" idx="4294967295"/>
          </p:nvPr>
        </p:nvSpPr>
        <p:spPr>
          <a:xfrm>
            <a:off x="684213" y="379413"/>
            <a:ext cx="7770812" cy="1752600"/>
          </a:xfrm>
          <a:noFill/>
        </p:spPr>
        <p:txBody>
          <a:bodyPr/>
          <a:lstStyle/>
          <a:p>
            <a:pPr defTabSz="1028700" eaLnBrk="1" hangingPunct="1">
              <a:lnSpc>
                <a:spcPct val="100000"/>
              </a:lnSpc>
            </a:pPr>
            <a:r>
              <a:rPr lang="en-US" altLang="ko-KR" sz="5000" b="1">
                <a:solidFill>
                  <a:srgbClr val="3B0F8C"/>
                </a:solidFill>
                <a:latin typeface="휴먼엑스포" pitchFamily="18" charset="-127"/>
                <a:ea typeface="휴먼엑스포" pitchFamily="18" charset="-127"/>
              </a:rPr>
              <a:t>Do you like playing games?</a:t>
            </a:r>
            <a:endParaRPr lang="ko-KR" altLang="en-US" sz="5000" b="1">
              <a:solidFill>
                <a:srgbClr val="9630EA"/>
              </a:solidFill>
              <a:latin typeface="휴먼엑스포" pitchFamily="18" charset="-127"/>
              <a:ea typeface="휴먼엑스포" pitchFamily="18" charset="-127"/>
            </a:endParaRPr>
          </a:p>
        </p:txBody>
      </p:sp>
      <p:pic>
        <p:nvPicPr>
          <p:cNvPr id="12291" name="Picture 5">
            <a:hlinkClick r:id="rId2" action="ppaction://hlinksldjump"/>
            <a:extLst>
              <a:ext uri="{FF2B5EF4-FFF2-40B4-BE49-F238E27FC236}">
                <a16:creationId xmlns:a16="http://schemas.microsoft.com/office/drawing/2014/main" id="{9CFED42C-C23F-28C8-4F2B-930116D28B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75" y="5370513"/>
            <a:ext cx="936625" cy="100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2" name="Rectangle 6">
            <a:extLst>
              <a:ext uri="{FF2B5EF4-FFF2-40B4-BE49-F238E27FC236}">
                <a16:creationId xmlns:a16="http://schemas.microsoft.com/office/drawing/2014/main" id="{10D4E025-931C-085F-D0B4-7FE224EBAC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4288" y="2347913"/>
            <a:ext cx="4752975" cy="3455987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defTabSz="1028700" latinLnBrk="1">
              <a:lnSpc>
                <a:spcPct val="11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 defTabSz="1028700" latinLnBrk="1">
              <a:lnSpc>
                <a:spcPct val="110000"/>
              </a:lnSpc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 defTabSz="1028700" latinLnBrk="1">
              <a:lnSpc>
                <a:spcPct val="11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 defTabSz="1028700" latinLnBrk="1">
              <a:lnSpc>
                <a:spcPct val="110000"/>
              </a:lnSpc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 defTabSz="1028700" latinLnBrk="1">
              <a:lnSpc>
                <a:spcPct val="110000"/>
              </a:lnSpc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>
                <a:srgbClr val="075F75"/>
              </a:buClr>
              <a:buFont typeface="Arial" panose="020B0604020202020204" pitchFamily="34" charset="0"/>
              <a:buAutoNum type="arabicPeriod"/>
            </a:pPr>
            <a:r>
              <a:rPr lang="en-US" altLang="ko-KR" sz="5000">
                <a:solidFill>
                  <a:srgbClr val="075F75"/>
                </a:solidFill>
                <a:latin typeface="휴먼엑스포" pitchFamily="18" charset="-127"/>
                <a:ea typeface="휴먼엑스포" pitchFamily="18" charset="-127"/>
              </a:rPr>
              <a:t>Do</a:t>
            </a:r>
          </a:p>
          <a:p>
            <a:pPr eaLnBrk="1" hangingPunct="1">
              <a:lnSpc>
                <a:spcPct val="100000"/>
              </a:lnSpc>
              <a:buClr>
                <a:srgbClr val="075F75"/>
              </a:buClr>
              <a:buFont typeface="Arial" panose="020B0604020202020204" pitchFamily="34" charset="0"/>
              <a:buAutoNum type="arabicPeriod" startAt="2"/>
            </a:pPr>
            <a:r>
              <a:rPr lang="en-US" altLang="ko-KR" sz="5000">
                <a:solidFill>
                  <a:srgbClr val="075F75"/>
                </a:solidFill>
                <a:latin typeface="휴먼엑스포" pitchFamily="18" charset="-127"/>
                <a:ea typeface="휴먼엑스포" pitchFamily="18" charset="-127"/>
              </a:rPr>
              <a:t>you</a:t>
            </a:r>
          </a:p>
          <a:p>
            <a:pPr eaLnBrk="1" hangingPunct="1">
              <a:lnSpc>
                <a:spcPct val="100000"/>
              </a:lnSpc>
              <a:buClr>
                <a:srgbClr val="075F75"/>
              </a:buClr>
              <a:buFont typeface="Arial" panose="020B0604020202020204" pitchFamily="34" charset="0"/>
              <a:buAutoNum type="arabicPeriod" startAt="3"/>
            </a:pPr>
            <a:r>
              <a:rPr lang="en-US" altLang="ko-KR" sz="5000">
                <a:solidFill>
                  <a:srgbClr val="075F75"/>
                </a:solidFill>
                <a:latin typeface="휴먼엑스포" pitchFamily="18" charset="-127"/>
                <a:ea typeface="휴먼엑스포" pitchFamily="18" charset="-127"/>
              </a:rPr>
              <a:t>like</a:t>
            </a:r>
          </a:p>
          <a:p>
            <a:pPr eaLnBrk="1" hangingPunct="1">
              <a:lnSpc>
                <a:spcPct val="100000"/>
              </a:lnSpc>
              <a:buClr>
                <a:srgbClr val="075F75"/>
              </a:buClr>
              <a:buFont typeface="Arial" panose="020B0604020202020204" pitchFamily="34" charset="0"/>
              <a:buAutoNum type="arabicPeriod" startAt="4"/>
            </a:pPr>
            <a:r>
              <a:rPr lang="en-US" altLang="ko-KR" sz="5000">
                <a:solidFill>
                  <a:srgbClr val="075F75"/>
                </a:solidFill>
                <a:latin typeface="휴먼엑스포" pitchFamily="18" charset="-127"/>
                <a:ea typeface="휴먼엑스포" pitchFamily="18" charset="-127"/>
              </a:rPr>
              <a:t>playing</a:t>
            </a:r>
          </a:p>
          <a:p>
            <a:pPr eaLnBrk="1" hangingPunct="1">
              <a:lnSpc>
                <a:spcPct val="100000"/>
              </a:lnSpc>
              <a:buClr>
                <a:srgbClr val="075F75"/>
              </a:buClr>
              <a:buFont typeface="Arial" panose="020B0604020202020204" pitchFamily="34" charset="0"/>
              <a:buAutoNum type="arabicPeriod" startAt="5"/>
            </a:pPr>
            <a:r>
              <a:rPr lang="en-US" altLang="ko-KR" sz="5000">
                <a:solidFill>
                  <a:srgbClr val="075F75"/>
                </a:solidFill>
                <a:latin typeface="휴먼엑스포" pitchFamily="18" charset="-127"/>
                <a:ea typeface="휴먼엑스포" pitchFamily="18" charset="-127"/>
              </a:rPr>
              <a:t>games?</a:t>
            </a:r>
          </a:p>
        </p:txBody>
      </p:sp>
    </p:spTree>
  </p:cSld>
  <p:clrMapOvr>
    <a:masterClrMapping/>
  </p:clrMapOvr>
  <p:bg>
    <p:bgPr>
      <a:solidFill>
        <a:srgbClr val="F5F3FF"/>
      </a:solidFill>
    </p:bgPr>
  </p:bg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4">
            <a:extLst>
              <a:ext uri="{FF2B5EF4-FFF2-40B4-BE49-F238E27FC236}">
                <a16:creationId xmlns:a16="http://schemas.microsoft.com/office/drawing/2014/main" id="{1E10463F-026F-D6E0-977D-85CC382590DB}"/>
              </a:ext>
            </a:extLst>
          </p:cNvPr>
          <p:cNvSpPr>
            <a:spLocks noChangeArrowheads="1"/>
          </p:cNvSpPr>
          <p:nvPr>
            <p:ph type="ctrTitle" idx="4294967295"/>
          </p:nvPr>
        </p:nvSpPr>
        <p:spPr>
          <a:xfrm>
            <a:off x="684213" y="379413"/>
            <a:ext cx="7770812" cy="1752600"/>
          </a:xfrm>
          <a:noFill/>
        </p:spPr>
        <p:txBody>
          <a:bodyPr/>
          <a:lstStyle/>
          <a:p>
            <a:pPr defTabSz="1028700" eaLnBrk="1" hangingPunct="1">
              <a:lnSpc>
                <a:spcPct val="100000"/>
              </a:lnSpc>
            </a:pPr>
            <a:r>
              <a:rPr lang="en-US" altLang="ko-KR" sz="5000" b="1">
                <a:solidFill>
                  <a:srgbClr val="3B0F8C"/>
                </a:solidFill>
                <a:latin typeface="휴먼엑스포" pitchFamily="18" charset="-127"/>
                <a:ea typeface="휴먼엑스포" pitchFamily="18" charset="-127"/>
              </a:rPr>
              <a:t>Let's play games together.</a:t>
            </a:r>
            <a:endParaRPr lang="ko-KR" altLang="en-US" sz="5000" b="1">
              <a:solidFill>
                <a:srgbClr val="9630EA"/>
              </a:solidFill>
              <a:latin typeface="휴먼엑스포" pitchFamily="18" charset="-127"/>
              <a:ea typeface="휴먼엑스포" pitchFamily="18" charset="-127"/>
            </a:endParaRPr>
          </a:p>
        </p:txBody>
      </p:sp>
      <p:pic>
        <p:nvPicPr>
          <p:cNvPr id="13315" name="Picture 5">
            <a:hlinkClick r:id="rId2" action="ppaction://hlinksldjump"/>
            <a:extLst>
              <a:ext uri="{FF2B5EF4-FFF2-40B4-BE49-F238E27FC236}">
                <a16:creationId xmlns:a16="http://schemas.microsoft.com/office/drawing/2014/main" id="{66D28CDD-14EB-84BA-8C74-ED63E7D021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75" y="5370513"/>
            <a:ext cx="936625" cy="100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6" name="Rectangle 6">
            <a:extLst>
              <a:ext uri="{FF2B5EF4-FFF2-40B4-BE49-F238E27FC236}">
                <a16:creationId xmlns:a16="http://schemas.microsoft.com/office/drawing/2014/main" id="{7BEFAF0D-DE5C-A8B6-362F-CABE8B5054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4288" y="2347913"/>
            <a:ext cx="4752975" cy="3455987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defTabSz="1028700" latinLnBrk="1">
              <a:lnSpc>
                <a:spcPct val="11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 defTabSz="1028700" latinLnBrk="1">
              <a:lnSpc>
                <a:spcPct val="110000"/>
              </a:lnSpc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 defTabSz="1028700" latinLnBrk="1">
              <a:lnSpc>
                <a:spcPct val="11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 defTabSz="1028700" latinLnBrk="1">
              <a:lnSpc>
                <a:spcPct val="110000"/>
              </a:lnSpc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 defTabSz="1028700" latinLnBrk="1">
              <a:lnSpc>
                <a:spcPct val="110000"/>
              </a:lnSpc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>
                <a:srgbClr val="075F75"/>
              </a:buClr>
              <a:buFont typeface="Arial" panose="020B0604020202020204" pitchFamily="34" charset="0"/>
              <a:buAutoNum type="arabicPeriod"/>
            </a:pPr>
            <a:r>
              <a:rPr lang="en-US" altLang="ko-KR" sz="5000">
                <a:solidFill>
                  <a:srgbClr val="075F75"/>
                </a:solidFill>
                <a:latin typeface="휴먼엑스포" pitchFamily="18" charset="-127"/>
                <a:ea typeface="휴먼엑스포" pitchFamily="18" charset="-127"/>
              </a:rPr>
              <a:t>Let's</a:t>
            </a:r>
          </a:p>
          <a:p>
            <a:pPr eaLnBrk="1" hangingPunct="1">
              <a:lnSpc>
                <a:spcPct val="100000"/>
              </a:lnSpc>
              <a:buClr>
                <a:srgbClr val="075F75"/>
              </a:buClr>
              <a:buFont typeface="Arial" panose="020B0604020202020204" pitchFamily="34" charset="0"/>
              <a:buAutoNum type="arabicPeriod" startAt="2"/>
            </a:pPr>
            <a:r>
              <a:rPr lang="en-US" altLang="ko-KR" sz="5000">
                <a:solidFill>
                  <a:srgbClr val="075F75"/>
                </a:solidFill>
                <a:latin typeface="휴먼엑스포" pitchFamily="18" charset="-127"/>
                <a:ea typeface="휴먼엑스포" pitchFamily="18" charset="-127"/>
              </a:rPr>
              <a:t>play</a:t>
            </a:r>
          </a:p>
          <a:p>
            <a:pPr eaLnBrk="1" hangingPunct="1">
              <a:lnSpc>
                <a:spcPct val="100000"/>
              </a:lnSpc>
              <a:buClr>
                <a:srgbClr val="075F75"/>
              </a:buClr>
              <a:buFont typeface="Arial" panose="020B0604020202020204" pitchFamily="34" charset="0"/>
              <a:buAutoNum type="arabicPeriod" startAt="3"/>
            </a:pPr>
            <a:r>
              <a:rPr lang="en-US" altLang="ko-KR" sz="5000">
                <a:solidFill>
                  <a:srgbClr val="075F75"/>
                </a:solidFill>
                <a:latin typeface="휴먼엑스포" pitchFamily="18" charset="-127"/>
                <a:ea typeface="휴먼엑스포" pitchFamily="18" charset="-127"/>
              </a:rPr>
              <a:t>games</a:t>
            </a:r>
          </a:p>
          <a:p>
            <a:pPr eaLnBrk="1" hangingPunct="1">
              <a:lnSpc>
                <a:spcPct val="100000"/>
              </a:lnSpc>
              <a:buClr>
                <a:srgbClr val="075F75"/>
              </a:buClr>
              <a:buFont typeface="Arial" panose="020B0604020202020204" pitchFamily="34" charset="0"/>
              <a:buAutoNum type="arabicPeriod" startAt="4"/>
            </a:pPr>
            <a:r>
              <a:rPr lang="en-US" altLang="ko-KR" sz="5000">
                <a:solidFill>
                  <a:srgbClr val="075F75"/>
                </a:solidFill>
                <a:latin typeface="휴먼엑스포" pitchFamily="18" charset="-127"/>
                <a:ea typeface="휴먼엑스포" pitchFamily="18" charset="-127"/>
              </a:rPr>
              <a:t>together.</a:t>
            </a:r>
          </a:p>
        </p:txBody>
      </p:sp>
    </p:spTree>
  </p:cSld>
  <p:clrMapOvr>
    <a:masterClrMapping/>
  </p:clrMapOvr>
  <p:bg>
    <p:bgPr>
      <a:solidFill>
        <a:srgbClr val="F5F3FF"/>
      </a:solidFill>
    </p:bgPr>
  </p:bg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4">
            <a:extLst>
              <a:ext uri="{FF2B5EF4-FFF2-40B4-BE49-F238E27FC236}">
                <a16:creationId xmlns:a16="http://schemas.microsoft.com/office/drawing/2014/main" id="{474DE448-400F-34FF-7808-685EC0D90A5A}"/>
              </a:ext>
            </a:extLst>
          </p:cNvPr>
          <p:cNvSpPr>
            <a:spLocks noChangeArrowheads="1"/>
          </p:cNvSpPr>
          <p:nvPr>
            <p:ph type="ctrTitle" idx="4294967295"/>
          </p:nvPr>
        </p:nvSpPr>
        <p:spPr>
          <a:xfrm>
            <a:off x="322263" y="379413"/>
            <a:ext cx="8132762" cy="1752600"/>
          </a:xfrm>
          <a:noFill/>
        </p:spPr>
        <p:txBody>
          <a:bodyPr/>
          <a:lstStyle/>
          <a:p>
            <a:pPr defTabSz="1028700" eaLnBrk="1" hangingPunct="1">
              <a:lnSpc>
                <a:spcPct val="100000"/>
              </a:lnSpc>
            </a:pPr>
            <a:r>
              <a:rPr lang="en-US" altLang="ko-KR" sz="5000" b="1">
                <a:solidFill>
                  <a:srgbClr val="3B0F8C"/>
                </a:solidFill>
                <a:latin typeface="휴먼엑스포" pitchFamily="18" charset="-127"/>
                <a:ea typeface="휴먼엑스포" pitchFamily="18" charset="-127"/>
              </a:rPr>
              <a:t>Korean letters are beautiful.</a:t>
            </a:r>
            <a:endParaRPr lang="ko-KR" altLang="en-US" sz="5000" b="1">
              <a:solidFill>
                <a:srgbClr val="9630EA"/>
              </a:solidFill>
              <a:latin typeface="휴먼엑스포" pitchFamily="18" charset="-127"/>
              <a:ea typeface="휴먼엑스포" pitchFamily="18" charset="-127"/>
            </a:endParaRPr>
          </a:p>
        </p:txBody>
      </p:sp>
      <p:pic>
        <p:nvPicPr>
          <p:cNvPr id="14339" name="Picture 5">
            <a:hlinkClick r:id="rId2" action="ppaction://hlinksldjump"/>
            <a:extLst>
              <a:ext uri="{FF2B5EF4-FFF2-40B4-BE49-F238E27FC236}">
                <a16:creationId xmlns:a16="http://schemas.microsoft.com/office/drawing/2014/main" id="{465F506C-8FA9-2F0A-5D44-484557954B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75" y="5370513"/>
            <a:ext cx="936625" cy="100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0" name="Rectangle 6">
            <a:extLst>
              <a:ext uri="{FF2B5EF4-FFF2-40B4-BE49-F238E27FC236}">
                <a16:creationId xmlns:a16="http://schemas.microsoft.com/office/drawing/2014/main" id="{C4F7E232-9A9B-1BD2-4993-A91C2C1EAE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6950" y="2347913"/>
            <a:ext cx="5038725" cy="3454400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defTabSz="1028700" latinLnBrk="1">
              <a:lnSpc>
                <a:spcPct val="11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 defTabSz="1028700" latinLnBrk="1">
              <a:lnSpc>
                <a:spcPct val="110000"/>
              </a:lnSpc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 defTabSz="1028700" latinLnBrk="1">
              <a:lnSpc>
                <a:spcPct val="11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 defTabSz="1028700" latinLnBrk="1">
              <a:lnSpc>
                <a:spcPct val="110000"/>
              </a:lnSpc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 defTabSz="1028700" latinLnBrk="1">
              <a:lnSpc>
                <a:spcPct val="110000"/>
              </a:lnSpc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>
                <a:srgbClr val="075F75"/>
              </a:buClr>
              <a:buFont typeface="Arial" panose="020B0604020202020204" pitchFamily="34" charset="0"/>
              <a:buAutoNum type="arabicPeriod"/>
            </a:pPr>
            <a:r>
              <a:rPr lang="ko-KR" altLang="en-US" sz="5000">
                <a:solidFill>
                  <a:srgbClr val="075F75"/>
                </a:solidFill>
                <a:latin typeface="휴먼엑스포" pitchFamily="18" charset="-127"/>
                <a:ea typeface="휴먼엑스포" pitchFamily="18" charset="-127"/>
              </a:rPr>
              <a:t>Korean</a:t>
            </a:r>
            <a:endParaRPr lang="ko-KR" altLang="en-US" sz="5000">
              <a:solidFill>
                <a:srgbClr val="4F81BD"/>
              </a:solidFill>
              <a:latin typeface="휴먼엑스포" pitchFamily="18" charset="-127"/>
              <a:ea typeface="휴먼엑스포" pitchFamily="18" charset="-127"/>
            </a:endParaRPr>
          </a:p>
          <a:p>
            <a:pPr eaLnBrk="1" hangingPunct="1">
              <a:lnSpc>
                <a:spcPct val="100000"/>
              </a:lnSpc>
              <a:buClr>
                <a:srgbClr val="075F75"/>
              </a:buClr>
              <a:buFont typeface="Arial" panose="020B0604020202020204" pitchFamily="34" charset="0"/>
              <a:buAutoNum type="arabicPeriod" startAt="2"/>
            </a:pPr>
            <a:r>
              <a:rPr lang="ko-KR" altLang="en-US" sz="5000">
                <a:solidFill>
                  <a:srgbClr val="075F75"/>
                </a:solidFill>
                <a:latin typeface="휴먼엑스포" pitchFamily="18" charset="-127"/>
                <a:ea typeface="휴먼엑스포" pitchFamily="18" charset="-127"/>
              </a:rPr>
              <a:t>letters</a:t>
            </a:r>
            <a:endParaRPr lang="ko-KR" altLang="en-US" sz="5000">
              <a:solidFill>
                <a:srgbClr val="4F81BD"/>
              </a:solidFill>
              <a:latin typeface="휴먼엑스포" pitchFamily="18" charset="-127"/>
              <a:ea typeface="휴먼엑스포" pitchFamily="18" charset="-127"/>
            </a:endParaRPr>
          </a:p>
          <a:p>
            <a:pPr eaLnBrk="1" hangingPunct="1">
              <a:lnSpc>
                <a:spcPct val="100000"/>
              </a:lnSpc>
              <a:buClr>
                <a:srgbClr val="075F75"/>
              </a:buClr>
              <a:buFont typeface="Arial" panose="020B0604020202020204" pitchFamily="34" charset="0"/>
              <a:buAutoNum type="arabicPeriod" startAt="3"/>
            </a:pPr>
            <a:r>
              <a:rPr lang="ko-KR" altLang="en-US" sz="5000">
                <a:solidFill>
                  <a:srgbClr val="075F75"/>
                </a:solidFill>
                <a:latin typeface="휴먼엑스포" pitchFamily="18" charset="-127"/>
                <a:ea typeface="휴먼엑스포" pitchFamily="18" charset="-127"/>
              </a:rPr>
              <a:t>are</a:t>
            </a:r>
            <a:endParaRPr lang="ko-KR" altLang="en-US" sz="5000">
              <a:solidFill>
                <a:srgbClr val="4F81BD"/>
              </a:solidFill>
              <a:latin typeface="휴먼엑스포" pitchFamily="18" charset="-127"/>
              <a:ea typeface="휴먼엑스포" pitchFamily="18" charset="-127"/>
            </a:endParaRPr>
          </a:p>
          <a:p>
            <a:pPr eaLnBrk="1" hangingPunct="1">
              <a:lnSpc>
                <a:spcPct val="100000"/>
              </a:lnSpc>
              <a:buClr>
                <a:srgbClr val="075F75"/>
              </a:buClr>
              <a:buFont typeface="Arial" panose="020B0604020202020204" pitchFamily="34" charset="0"/>
              <a:buAutoNum type="arabicPeriod" startAt="4"/>
            </a:pPr>
            <a:r>
              <a:rPr lang="ko-KR" altLang="en-US" sz="5000">
                <a:solidFill>
                  <a:srgbClr val="075F75"/>
                </a:solidFill>
                <a:latin typeface="휴먼엑스포" pitchFamily="18" charset="-127"/>
                <a:ea typeface="휴먼엑스포" pitchFamily="18" charset="-127"/>
              </a:rPr>
              <a:t>beautiful.</a:t>
            </a:r>
          </a:p>
        </p:txBody>
      </p:sp>
    </p:spTree>
  </p:cSld>
  <p:clrMapOvr>
    <a:masterClrMapping/>
  </p:clrMapOvr>
  <p:bg>
    <p:bgPr>
      <a:solidFill>
        <a:srgbClr val="F5F3FF"/>
      </a:solidFill>
    </p:bgPr>
  </p:bg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4">
            <a:extLst>
              <a:ext uri="{FF2B5EF4-FFF2-40B4-BE49-F238E27FC236}">
                <a16:creationId xmlns:a16="http://schemas.microsoft.com/office/drawing/2014/main" id="{49CB5A15-8874-6C95-F93B-1CD5720F98A4}"/>
              </a:ext>
            </a:extLst>
          </p:cNvPr>
          <p:cNvSpPr>
            <a:spLocks noChangeArrowheads="1"/>
          </p:cNvSpPr>
          <p:nvPr>
            <p:ph type="ctrTitle" idx="4294967295"/>
          </p:nvPr>
        </p:nvSpPr>
        <p:spPr>
          <a:xfrm>
            <a:off x="684213" y="379413"/>
            <a:ext cx="7770812" cy="1752600"/>
          </a:xfrm>
          <a:noFill/>
        </p:spPr>
        <p:txBody>
          <a:bodyPr/>
          <a:lstStyle/>
          <a:p>
            <a:pPr defTabSz="1028700" eaLnBrk="1" hangingPunct="1">
              <a:lnSpc>
                <a:spcPct val="100000"/>
              </a:lnSpc>
            </a:pPr>
            <a:r>
              <a:rPr lang="en-US" altLang="ko-KR" sz="5000" b="1">
                <a:solidFill>
                  <a:srgbClr val="3B0F8C"/>
                </a:solidFill>
                <a:latin typeface="휴먼엑스포" pitchFamily="18" charset="-127"/>
                <a:ea typeface="휴먼엑스포" pitchFamily="18" charset="-127"/>
              </a:rPr>
              <a:t>Look at my Korean notebooks.</a:t>
            </a:r>
            <a:endParaRPr lang="ko-KR" altLang="en-US" sz="5000" b="1">
              <a:solidFill>
                <a:srgbClr val="9630EA"/>
              </a:solidFill>
              <a:latin typeface="휴먼엑스포" pitchFamily="18" charset="-127"/>
              <a:ea typeface="휴먼엑스포" pitchFamily="18" charset="-127"/>
            </a:endParaRPr>
          </a:p>
        </p:txBody>
      </p:sp>
      <p:pic>
        <p:nvPicPr>
          <p:cNvPr id="15363" name="Picture 5">
            <a:hlinkClick r:id="rId2" action="ppaction://hlinksldjump"/>
            <a:extLst>
              <a:ext uri="{FF2B5EF4-FFF2-40B4-BE49-F238E27FC236}">
                <a16:creationId xmlns:a16="http://schemas.microsoft.com/office/drawing/2014/main" id="{46A44602-A7FE-7C7E-4A1C-B887795526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75" y="5370513"/>
            <a:ext cx="936625" cy="100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4" name="Rectangle 6">
            <a:extLst>
              <a:ext uri="{FF2B5EF4-FFF2-40B4-BE49-F238E27FC236}">
                <a16:creationId xmlns:a16="http://schemas.microsoft.com/office/drawing/2014/main" id="{D0C213F1-A78F-36DA-B358-1D3049FA27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6950" y="2347913"/>
            <a:ext cx="5040313" cy="3455987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defTabSz="1028700" latinLnBrk="1">
              <a:lnSpc>
                <a:spcPct val="11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 defTabSz="1028700" latinLnBrk="1">
              <a:lnSpc>
                <a:spcPct val="110000"/>
              </a:lnSpc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 defTabSz="1028700" latinLnBrk="1">
              <a:lnSpc>
                <a:spcPct val="11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 defTabSz="1028700" latinLnBrk="1">
              <a:lnSpc>
                <a:spcPct val="110000"/>
              </a:lnSpc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 defTabSz="1028700" latinLnBrk="1">
              <a:lnSpc>
                <a:spcPct val="110000"/>
              </a:lnSpc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>
                <a:srgbClr val="075F75"/>
              </a:buClr>
              <a:buFont typeface="Arial" panose="020B0604020202020204" pitchFamily="34" charset="0"/>
              <a:buAutoNum type="arabicPeriod"/>
            </a:pPr>
            <a:r>
              <a:rPr lang="en-US" altLang="ko-KR" sz="5000">
                <a:solidFill>
                  <a:srgbClr val="075F75"/>
                </a:solidFill>
                <a:latin typeface="휴먼엑스포" pitchFamily="18" charset="-127"/>
                <a:ea typeface="휴먼엑스포" pitchFamily="18" charset="-127"/>
              </a:rPr>
              <a:t>Look</a:t>
            </a:r>
          </a:p>
          <a:p>
            <a:pPr eaLnBrk="1" hangingPunct="1">
              <a:lnSpc>
                <a:spcPct val="100000"/>
              </a:lnSpc>
              <a:buClr>
                <a:srgbClr val="075F75"/>
              </a:buClr>
              <a:buFont typeface="Arial" panose="020B0604020202020204" pitchFamily="34" charset="0"/>
              <a:buAutoNum type="arabicPeriod" startAt="2"/>
            </a:pPr>
            <a:r>
              <a:rPr lang="en-US" altLang="ko-KR" sz="5000">
                <a:solidFill>
                  <a:srgbClr val="075F75"/>
                </a:solidFill>
                <a:latin typeface="휴먼엑스포" pitchFamily="18" charset="-127"/>
                <a:ea typeface="휴먼엑스포" pitchFamily="18" charset="-127"/>
              </a:rPr>
              <a:t>at</a:t>
            </a:r>
          </a:p>
          <a:p>
            <a:pPr eaLnBrk="1" hangingPunct="1">
              <a:lnSpc>
                <a:spcPct val="100000"/>
              </a:lnSpc>
              <a:buClr>
                <a:srgbClr val="075F75"/>
              </a:buClr>
              <a:buFont typeface="Arial" panose="020B0604020202020204" pitchFamily="34" charset="0"/>
              <a:buAutoNum type="arabicPeriod" startAt="3"/>
            </a:pPr>
            <a:r>
              <a:rPr lang="en-US" altLang="ko-KR" sz="5000">
                <a:solidFill>
                  <a:srgbClr val="075F75"/>
                </a:solidFill>
                <a:latin typeface="휴먼엑스포" pitchFamily="18" charset="-127"/>
                <a:ea typeface="휴먼엑스포" pitchFamily="18" charset="-127"/>
              </a:rPr>
              <a:t>my</a:t>
            </a:r>
          </a:p>
          <a:p>
            <a:pPr eaLnBrk="1" hangingPunct="1">
              <a:lnSpc>
                <a:spcPct val="100000"/>
              </a:lnSpc>
              <a:buClr>
                <a:srgbClr val="075F75"/>
              </a:buClr>
              <a:buFont typeface="Arial" panose="020B0604020202020204" pitchFamily="34" charset="0"/>
              <a:buAutoNum type="arabicPeriod" startAt="4"/>
            </a:pPr>
            <a:r>
              <a:rPr lang="en-US" altLang="ko-KR" sz="5000">
                <a:solidFill>
                  <a:srgbClr val="075F75"/>
                </a:solidFill>
                <a:latin typeface="휴먼엑스포" pitchFamily="18" charset="-127"/>
                <a:ea typeface="휴먼엑스포" pitchFamily="18" charset="-127"/>
              </a:rPr>
              <a:t>Korean</a:t>
            </a:r>
          </a:p>
          <a:p>
            <a:pPr eaLnBrk="1" hangingPunct="1">
              <a:lnSpc>
                <a:spcPct val="100000"/>
              </a:lnSpc>
              <a:buClr>
                <a:srgbClr val="075F75"/>
              </a:buClr>
              <a:buFont typeface="Arial" panose="020B0604020202020204" pitchFamily="34" charset="0"/>
              <a:buAutoNum type="arabicPeriod" startAt="5"/>
            </a:pPr>
            <a:r>
              <a:rPr lang="en-US" altLang="ko-KR" sz="5000">
                <a:solidFill>
                  <a:srgbClr val="075F75"/>
                </a:solidFill>
                <a:latin typeface="휴먼엑스포" pitchFamily="18" charset="-127"/>
                <a:ea typeface="휴먼엑스포" pitchFamily="18" charset="-127"/>
              </a:rPr>
              <a:t>notebooks.</a:t>
            </a:r>
          </a:p>
        </p:txBody>
      </p:sp>
    </p:spTree>
  </p:cSld>
  <p:clrMapOvr>
    <a:masterClrMapping/>
  </p:clrMapOvr>
  <p:bg>
    <p:bgPr>
      <a:solidFill>
        <a:srgbClr val="F5F3FF"/>
      </a:solidFill>
    </p:bgPr>
  </p:bg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4">
            <a:extLst>
              <a:ext uri="{FF2B5EF4-FFF2-40B4-BE49-F238E27FC236}">
                <a16:creationId xmlns:a16="http://schemas.microsoft.com/office/drawing/2014/main" id="{35B6F500-6CCF-0789-69D7-2F6B55954667}"/>
              </a:ext>
            </a:extLst>
          </p:cNvPr>
          <p:cNvSpPr>
            <a:spLocks noChangeArrowheads="1"/>
          </p:cNvSpPr>
          <p:nvPr>
            <p:ph type="ctrTitle" idx="4294967295"/>
          </p:nvPr>
        </p:nvSpPr>
        <p:spPr>
          <a:xfrm>
            <a:off x="684213" y="379413"/>
            <a:ext cx="7770812" cy="1752600"/>
          </a:xfrm>
          <a:noFill/>
        </p:spPr>
        <p:txBody>
          <a:bodyPr/>
          <a:lstStyle/>
          <a:p>
            <a:pPr defTabSz="1028700" eaLnBrk="1" hangingPunct="1">
              <a:lnSpc>
                <a:spcPct val="100000"/>
              </a:lnSpc>
            </a:pPr>
            <a:r>
              <a:rPr lang="en-US" altLang="ko-KR" sz="5000" b="1">
                <a:solidFill>
                  <a:srgbClr val="3B0F8C"/>
                </a:solidFill>
                <a:latin typeface="휴먼엑스포" pitchFamily="18" charset="-127"/>
                <a:ea typeface="휴먼엑스포" pitchFamily="18" charset="-127"/>
              </a:rPr>
              <a:t>I like making robots.</a:t>
            </a:r>
            <a:endParaRPr lang="ko-KR" altLang="en-US" sz="5000" b="1">
              <a:solidFill>
                <a:srgbClr val="9630EA"/>
              </a:solidFill>
              <a:latin typeface="휴먼엑스포" pitchFamily="18" charset="-127"/>
              <a:ea typeface="휴먼엑스포" pitchFamily="18" charset="-127"/>
            </a:endParaRPr>
          </a:p>
        </p:txBody>
      </p:sp>
      <p:pic>
        <p:nvPicPr>
          <p:cNvPr id="16387" name="Picture 5">
            <a:hlinkClick r:id="rId2" action="ppaction://hlinksldjump"/>
            <a:extLst>
              <a:ext uri="{FF2B5EF4-FFF2-40B4-BE49-F238E27FC236}">
                <a16:creationId xmlns:a16="http://schemas.microsoft.com/office/drawing/2014/main" id="{787EC024-E7D1-B9DF-07DD-CFAC63362E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75" y="5370513"/>
            <a:ext cx="936625" cy="100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8" name="Rectangle 6">
            <a:extLst>
              <a:ext uri="{FF2B5EF4-FFF2-40B4-BE49-F238E27FC236}">
                <a16:creationId xmlns:a16="http://schemas.microsoft.com/office/drawing/2014/main" id="{69C449D9-1369-F361-1405-F024CD83A6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6950" y="2347913"/>
            <a:ext cx="5040313" cy="3455987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defTabSz="1028700" latinLnBrk="1">
              <a:lnSpc>
                <a:spcPct val="11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 defTabSz="1028700" latinLnBrk="1">
              <a:lnSpc>
                <a:spcPct val="110000"/>
              </a:lnSpc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 defTabSz="1028700" latinLnBrk="1">
              <a:lnSpc>
                <a:spcPct val="11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 defTabSz="1028700" latinLnBrk="1">
              <a:lnSpc>
                <a:spcPct val="110000"/>
              </a:lnSpc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 defTabSz="1028700" latinLnBrk="1">
              <a:lnSpc>
                <a:spcPct val="110000"/>
              </a:lnSpc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>
                <a:srgbClr val="075F75"/>
              </a:buClr>
              <a:buFont typeface="Arial" panose="020B0604020202020204" pitchFamily="34" charset="0"/>
              <a:buAutoNum type="arabicPeriod"/>
            </a:pPr>
            <a:r>
              <a:rPr lang="en-US" altLang="ko-KR" sz="5000">
                <a:solidFill>
                  <a:srgbClr val="075F75"/>
                </a:solidFill>
                <a:latin typeface="휴먼엑스포" pitchFamily="18" charset="-127"/>
                <a:ea typeface="휴먼엑스포" pitchFamily="18" charset="-127"/>
              </a:rPr>
              <a:t>I</a:t>
            </a:r>
          </a:p>
          <a:p>
            <a:pPr eaLnBrk="1" hangingPunct="1">
              <a:lnSpc>
                <a:spcPct val="100000"/>
              </a:lnSpc>
              <a:buClr>
                <a:srgbClr val="075F75"/>
              </a:buClr>
              <a:buFont typeface="Arial" panose="020B0604020202020204" pitchFamily="34" charset="0"/>
              <a:buAutoNum type="arabicPeriod" startAt="2"/>
            </a:pPr>
            <a:r>
              <a:rPr lang="en-US" altLang="ko-KR" sz="5000">
                <a:solidFill>
                  <a:srgbClr val="075F75"/>
                </a:solidFill>
                <a:latin typeface="휴먼엑스포" pitchFamily="18" charset="-127"/>
                <a:ea typeface="휴먼엑스포" pitchFamily="18" charset="-127"/>
              </a:rPr>
              <a:t>like</a:t>
            </a:r>
          </a:p>
          <a:p>
            <a:pPr eaLnBrk="1" hangingPunct="1">
              <a:lnSpc>
                <a:spcPct val="100000"/>
              </a:lnSpc>
              <a:buClr>
                <a:srgbClr val="075F75"/>
              </a:buClr>
              <a:buFont typeface="Arial" panose="020B0604020202020204" pitchFamily="34" charset="0"/>
              <a:buAutoNum type="arabicPeriod" startAt="3"/>
            </a:pPr>
            <a:r>
              <a:rPr lang="en-US" altLang="ko-KR" sz="5000">
                <a:solidFill>
                  <a:srgbClr val="075F75"/>
                </a:solidFill>
                <a:latin typeface="휴먼엑스포" pitchFamily="18" charset="-127"/>
                <a:ea typeface="휴먼엑스포" pitchFamily="18" charset="-127"/>
              </a:rPr>
              <a:t>making</a:t>
            </a:r>
          </a:p>
          <a:p>
            <a:pPr eaLnBrk="1" hangingPunct="1">
              <a:lnSpc>
                <a:spcPct val="100000"/>
              </a:lnSpc>
              <a:buClr>
                <a:srgbClr val="075F75"/>
              </a:buClr>
              <a:buFont typeface="Arial" panose="020B0604020202020204" pitchFamily="34" charset="0"/>
              <a:buAutoNum type="arabicPeriod" startAt="4"/>
            </a:pPr>
            <a:r>
              <a:rPr lang="en-US" altLang="ko-KR" sz="5000">
                <a:solidFill>
                  <a:srgbClr val="075F75"/>
                </a:solidFill>
                <a:latin typeface="휴먼엑스포" pitchFamily="18" charset="-127"/>
                <a:ea typeface="휴먼엑스포" pitchFamily="18" charset="-127"/>
              </a:rPr>
              <a:t>robots.</a:t>
            </a:r>
          </a:p>
        </p:txBody>
      </p:sp>
    </p:spTree>
  </p:cSld>
  <p:clrMapOvr>
    <a:masterClrMapping/>
  </p:clrMapOvr>
  <p:bg>
    <p:bgPr>
      <a:solidFill>
        <a:srgbClr val="F5F3FF"/>
      </a:solidFill>
    </p:bgPr>
  </p:bg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4">
            <a:extLst>
              <a:ext uri="{FF2B5EF4-FFF2-40B4-BE49-F238E27FC236}">
                <a16:creationId xmlns:a16="http://schemas.microsoft.com/office/drawing/2014/main" id="{DADC154D-E739-A320-74F5-FBAE34E16A13}"/>
              </a:ext>
            </a:extLst>
          </p:cNvPr>
          <p:cNvSpPr>
            <a:spLocks noChangeArrowheads="1"/>
          </p:cNvSpPr>
          <p:nvPr>
            <p:ph type="ctrTitle" idx="4294967295"/>
          </p:nvPr>
        </p:nvSpPr>
        <p:spPr>
          <a:xfrm>
            <a:off x="684213" y="379413"/>
            <a:ext cx="7770812" cy="1752600"/>
          </a:xfrm>
          <a:noFill/>
        </p:spPr>
        <p:txBody>
          <a:bodyPr/>
          <a:lstStyle/>
          <a:p>
            <a:pPr defTabSz="1028700" eaLnBrk="1" hangingPunct="1">
              <a:lnSpc>
                <a:spcPct val="100000"/>
              </a:lnSpc>
            </a:pPr>
            <a:r>
              <a:rPr lang="en-US" altLang="ko-KR" sz="5000" b="1">
                <a:solidFill>
                  <a:srgbClr val="3B0F8C"/>
                </a:solidFill>
                <a:latin typeface="휴먼엑스포" pitchFamily="18" charset="-127"/>
                <a:ea typeface="휴먼엑스포" pitchFamily="18" charset="-127"/>
              </a:rPr>
              <a:t>I like playing sports.</a:t>
            </a:r>
            <a:endParaRPr lang="ko-KR" altLang="en-US" sz="5000" b="1">
              <a:solidFill>
                <a:srgbClr val="9630EA"/>
              </a:solidFill>
              <a:latin typeface="휴먼엑스포" pitchFamily="18" charset="-127"/>
              <a:ea typeface="휴먼엑스포" pitchFamily="18" charset="-127"/>
            </a:endParaRPr>
          </a:p>
        </p:txBody>
      </p:sp>
      <p:pic>
        <p:nvPicPr>
          <p:cNvPr id="17411" name="Picture 5">
            <a:hlinkClick r:id="rId2" action="ppaction://hlinksldjump"/>
            <a:extLst>
              <a:ext uri="{FF2B5EF4-FFF2-40B4-BE49-F238E27FC236}">
                <a16:creationId xmlns:a16="http://schemas.microsoft.com/office/drawing/2014/main" id="{E59C1270-7A0D-7279-7FAE-616DA5C645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75" y="5370513"/>
            <a:ext cx="936625" cy="100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2" name="Rectangle 6">
            <a:extLst>
              <a:ext uri="{FF2B5EF4-FFF2-40B4-BE49-F238E27FC236}">
                <a16:creationId xmlns:a16="http://schemas.microsoft.com/office/drawing/2014/main" id="{BE3BB619-0D24-23C7-0F52-BB63859CC4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4788" y="2347913"/>
            <a:ext cx="6191250" cy="3455987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defTabSz="1028700" latinLnBrk="1">
              <a:lnSpc>
                <a:spcPct val="11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 defTabSz="1028700" latinLnBrk="1">
              <a:lnSpc>
                <a:spcPct val="110000"/>
              </a:lnSpc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 defTabSz="1028700" latinLnBrk="1">
              <a:lnSpc>
                <a:spcPct val="11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 defTabSz="1028700" latinLnBrk="1">
              <a:lnSpc>
                <a:spcPct val="110000"/>
              </a:lnSpc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 defTabSz="1028700" latinLnBrk="1">
              <a:lnSpc>
                <a:spcPct val="110000"/>
              </a:lnSpc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>
                <a:srgbClr val="075F75"/>
              </a:buClr>
              <a:buFont typeface="Arial" panose="020B0604020202020204" pitchFamily="34" charset="0"/>
              <a:buAutoNum type="arabicPeriod"/>
            </a:pPr>
            <a:r>
              <a:rPr lang="en-US" altLang="ko-KR" sz="5000">
                <a:solidFill>
                  <a:srgbClr val="075F75"/>
                </a:solidFill>
                <a:latin typeface="휴먼엑스포" pitchFamily="18" charset="-127"/>
                <a:ea typeface="휴먼엑스포" pitchFamily="18" charset="-127"/>
              </a:rPr>
              <a:t>I</a:t>
            </a:r>
          </a:p>
          <a:p>
            <a:pPr eaLnBrk="1" hangingPunct="1">
              <a:lnSpc>
                <a:spcPct val="100000"/>
              </a:lnSpc>
              <a:buClr>
                <a:srgbClr val="075F75"/>
              </a:buClr>
              <a:buFont typeface="Arial" panose="020B0604020202020204" pitchFamily="34" charset="0"/>
              <a:buAutoNum type="arabicPeriod" startAt="2"/>
            </a:pPr>
            <a:r>
              <a:rPr lang="en-US" altLang="ko-KR" sz="5000">
                <a:solidFill>
                  <a:srgbClr val="075F75"/>
                </a:solidFill>
                <a:latin typeface="휴먼엑스포" pitchFamily="18" charset="-127"/>
                <a:ea typeface="휴먼엑스포" pitchFamily="18" charset="-127"/>
              </a:rPr>
              <a:t>like</a:t>
            </a:r>
          </a:p>
          <a:p>
            <a:pPr eaLnBrk="1" hangingPunct="1">
              <a:lnSpc>
                <a:spcPct val="100000"/>
              </a:lnSpc>
              <a:buClr>
                <a:srgbClr val="075F75"/>
              </a:buClr>
              <a:buFont typeface="Arial" panose="020B0604020202020204" pitchFamily="34" charset="0"/>
              <a:buAutoNum type="arabicPeriod" startAt="3"/>
            </a:pPr>
            <a:r>
              <a:rPr lang="en-US" altLang="ko-KR" sz="5000">
                <a:solidFill>
                  <a:srgbClr val="075F75"/>
                </a:solidFill>
                <a:latin typeface="휴먼엑스포" pitchFamily="18" charset="-127"/>
                <a:ea typeface="휴먼엑스포" pitchFamily="18" charset="-127"/>
              </a:rPr>
              <a:t>playing</a:t>
            </a:r>
          </a:p>
          <a:p>
            <a:pPr eaLnBrk="1" hangingPunct="1">
              <a:lnSpc>
                <a:spcPct val="100000"/>
              </a:lnSpc>
              <a:buClr>
                <a:srgbClr val="075F75"/>
              </a:buClr>
              <a:buFont typeface="Arial" panose="020B0604020202020204" pitchFamily="34" charset="0"/>
              <a:buAutoNum type="arabicPeriod" startAt="4"/>
            </a:pPr>
            <a:r>
              <a:rPr lang="en-US" altLang="ko-KR" sz="5000">
                <a:solidFill>
                  <a:srgbClr val="075F75"/>
                </a:solidFill>
                <a:latin typeface="휴먼엑스포" pitchFamily="18" charset="-127"/>
                <a:ea typeface="휴먼엑스포" pitchFamily="18" charset="-127"/>
              </a:rPr>
              <a:t>sports.</a:t>
            </a:r>
          </a:p>
        </p:txBody>
      </p:sp>
    </p:spTree>
  </p:cSld>
  <p:clrMapOvr>
    <a:masterClrMapping/>
  </p:clrMapOvr>
  <p:bg>
    <p:bgPr>
      <a:solidFill>
        <a:srgbClr val="F5F3FF"/>
      </a:solidFill>
    </p:bgPr>
  </p:bg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4">
            <a:extLst>
              <a:ext uri="{FF2B5EF4-FFF2-40B4-BE49-F238E27FC236}">
                <a16:creationId xmlns:a16="http://schemas.microsoft.com/office/drawing/2014/main" id="{A4E3E4D8-099A-8BD0-428A-985A480B18A1}"/>
              </a:ext>
            </a:extLst>
          </p:cNvPr>
          <p:cNvSpPr>
            <a:spLocks noChangeArrowheads="1"/>
          </p:cNvSpPr>
          <p:nvPr>
            <p:ph type="ctrTitle" idx="4294967295"/>
          </p:nvPr>
        </p:nvSpPr>
        <p:spPr>
          <a:xfrm>
            <a:off x="322263" y="379413"/>
            <a:ext cx="8567737" cy="1752600"/>
          </a:xfrm>
          <a:noFill/>
        </p:spPr>
        <p:txBody>
          <a:bodyPr/>
          <a:lstStyle/>
          <a:p>
            <a:pPr defTabSz="1028700" eaLnBrk="1" hangingPunct="1">
              <a:lnSpc>
                <a:spcPct val="100000"/>
              </a:lnSpc>
            </a:pPr>
            <a:r>
              <a:rPr lang="en-US" altLang="ko-KR" sz="5000" b="1">
                <a:solidFill>
                  <a:srgbClr val="3B0F8C"/>
                </a:solidFill>
                <a:latin typeface="휴먼엑스포" pitchFamily="18" charset="-127"/>
                <a:ea typeface="휴먼엑스포" pitchFamily="18" charset="-127"/>
              </a:rPr>
              <a:t>Do you like English?</a:t>
            </a:r>
            <a:endParaRPr lang="ko-KR" altLang="en-US" sz="5000" b="1">
              <a:solidFill>
                <a:srgbClr val="9630EA"/>
              </a:solidFill>
              <a:latin typeface="휴먼엑스포" pitchFamily="18" charset="-127"/>
              <a:ea typeface="휴먼엑스포" pitchFamily="18" charset="-127"/>
            </a:endParaRPr>
          </a:p>
        </p:txBody>
      </p:sp>
      <p:pic>
        <p:nvPicPr>
          <p:cNvPr id="18435" name="Picture 5">
            <a:hlinkClick r:id="rId2" action="ppaction://hlinksldjump"/>
            <a:extLst>
              <a:ext uri="{FF2B5EF4-FFF2-40B4-BE49-F238E27FC236}">
                <a16:creationId xmlns:a16="http://schemas.microsoft.com/office/drawing/2014/main" id="{C913371C-A0F7-C739-E790-5CE37EBFD4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75" y="5370513"/>
            <a:ext cx="936625" cy="100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6" name="Rectangle 6">
            <a:extLst>
              <a:ext uri="{FF2B5EF4-FFF2-40B4-BE49-F238E27FC236}">
                <a16:creationId xmlns:a16="http://schemas.microsoft.com/office/drawing/2014/main" id="{12B17B68-46E2-C3B0-1298-25C72CC057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4788" y="2347913"/>
            <a:ext cx="6191250" cy="3455987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defTabSz="1028700" latinLnBrk="1">
              <a:lnSpc>
                <a:spcPct val="11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 defTabSz="1028700" latinLnBrk="1">
              <a:lnSpc>
                <a:spcPct val="110000"/>
              </a:lnSpc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 defTabSz="1028700" latinLnBrk="1">
              <a:lnSpc>
                <a:spcPct val="11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 defTabSz="1028700" latinLnBrk="1">
              <a:lnSpc>
                <a:spcPct val="110000"/>
              </a:lnSpc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 defTabSz="1028700" latinLnBrk="1">
              <a:lnSpc>
                <a:spcPct val="110000"/>
              </a:lnSpc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>
                <a:srgbClr val="075F75"/>
              </a:buClr>
              <a:buFont typeface="Arial" panose="020B0604020202020204" pitchFamily="34" charset="0"/>
              <a:buAutoNum type="arabicPeriod"/>
            </a:pPr>
            <a:r>
              <a:rPr lang="en-US" altLang="ko-KR" sz="5000">
                <a:solidFill>
                  <a:srgbClr val="075F75"/>
                </a:solidFill>
                <a:latin typeface="휴먼엑스포" pitchFamily="18" charset="-127"/>
                <a:ea typeface="휴먼엑스포" pitchFamily="18" charset="-127"/>
              </a:rPr>
              <a:t>Do</a:t>
            </a:r>
          </a:p>
          <a:p>
            <a:pPr eaLnBrk="1" hangingPunct="1">
              <a:lnSpc>
                <a:spcPct val="100000"/>
              </a:lnSpc>
              <a:buClr>
                <a:srgbClr val="075F75"/>
              </a:buClr>
              <a:buFont typeface="Arial" panose="020B0604020202020204" pitchFamily="34" charset="0"/>
              <a:buAutoNum type="arabicPeriod" startAt="2"/>
            </a:pPr>
            <a:r>
              <a:rPr lang="en-US" altLang="ko-KR" sz="5000">
                <a:solidFill>
                  <a:srgbClr val="075F75"/>
                </a:solidFill>
                <a:latin typeface="휴먼엑스포" pitchFamily="18" charset="-127"/>
                <a:ea typeface="휴먼엑스포" pitchFamily="18" charset="-127"/>
              </a:rPr>
              <a:t>you</a:t>
            </a:r>
          </a:p>
          <a:p>
            <a:pPr eaLnBrk="1" hangingPunct="1">
              <a:lnSpc>
                <a:spcPct val="100000"/>
              </a:lnSpc>
              <a:buClr>
                <a:srgbClr val="075F75"/>
              </a:buClr>
              <a:buFont typeface="Arial" panose="020B0604020202020204" pitchFamily="34" charset="0"/>
              <a:buAutoNum type="arabicPeriod" startAt="3"/>
            </a:pPr>
            <a:r>
              <a:rPr lang="en-US" altLang="ko-KR" sz="5000">
                <a:solidFill>
                  <a:srgbClr val="075F75"/>
                </a:solidFill>
                <a:latin typeface="휴먼엑스포" pitchFamily="18" charset="-127"/>
                <a:ea typeface="휴먼엑스포" pitchFamily="18" charset="-127"/>
              </a:rPr>
              <a:t>like</a:t>
            </a:r>
          </a:p>
          <a:p>
            <a:pPr eaLnBrk="1" hangingPunct="1">
              <a:lnSpc>
                <a:spcPct val="100000"/>
              </a:lnSpc>
              <a:buClr>
                <a:srgbClr val="075F75"/>
              </a:buClr>
              <a:buFont typeface="Arial" panose="020B0604020202020204" pitchFamily="34" charset="0"/>
              <a:buAutoNum type="arabicPeriod" startAt="4"/>
            </a:pPr>
            <a:r>
              <a:rPr lang="en-US" altLang="ko-KR" sz="5000">
                <a:solidFill>
                  <a:srgbClr val="075F75"/>
                </a:solidFill>
                <a:latin typeface="휴먼엑스포" pitchFamily="18" charset="-127"/>
                <a:ea typeface="휴먼엑스포" pitchFamily="18" charset="-127"/>
              </a:rPr>
              <a:t>English?</a:t>
            </a:r>
          </a:p>
        </p:txBody>
      </p:sp>
    </p:spTree>
  </p:cSld>
  <p:clrMapOvr>
    <a:masterClrMapping/>
  </p:clrMapOvr>
  <p:bg>
    <p:bgPr>
      <a:solidFill>
        <a:srgbClr val="F5F3FF"/>
      </a:solidFill>
    </p:bgPr>
  </p:bg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4">
            <a:extLst>
              <a:ext uri="{FF2B5EF4-FFF2-40B4-BE49-F238E27FC236}">
                <a16:creationId xmlns:a16="http://schemas.microsoft.com/office/drawing/2014/main" id="{CFC9B3A9-5E19-22C2-352B-D85D4B4E348B}"/>
              </a:ext>
            </a:extLst>
          </p:cNvPr>
          <p:cNvSpPr>
            <a:spLocks noChangeArrowheads="1"/>
          </p:cNvSpPr>
          <p:nvPr>
            <p:ph type="ctrTitle" idx="4294967295"/>
          </p:nvPr>
        </p:nvSpPr>
        <p:spPr>
          <a:xfrm>
            <a:off x="684213" y="379413"/>
            <a:ext cx="7770812" cy="1752600"/>
          </a:xfrm>
          <a:noFill/>
        </p:spPr>
        <p:txBody>
          <a:bodyPr/>
          <a:lstStyle/>
          <a:p>
            <a:pPr defTabSz="1028700" eaLnBrk="1" hangingPunct="1">
              <a:lnSpc>
                <a:spcPct val="100000"/>
              </a:lnSpc>
            </a:pPr>
            <a:r>
              <a:rPr lang="en-US" altLang="ko-KR" sz="5000" b="1">
                <a:solidFill>
                  <a:srgbClr val="3B0F8C"/>
                </a:solidFill>
                <a:latin typeface="휴먼엑스포" pitchFamily="18" charset="-127"/>
                <a:ea typeface="휴먼엑스포" pitchFamily="18" charset="-127"/>
              </a:rPr>
              <a:t>It's my favorite subject.</a:t>
            </a:r>
            <a:endParaRPr lang="ko-KR" altLang="en-US" sz="5000" b="1">
              <a:solidFill>
                <a:srgbClr val="9630EA"/>
              </a:solidFill>
              <a:latin typeface="휴먼엑스포" pitchFamily="18" charset="-127"/>
              <a:ea typeface="휴먼엑스포" pitchFamily="18" charset="-127"/>
            </a:endParaRPr>
          </a:p>
        </p:txBody>
      </p:sp>
      <p:pic>
        <p:nvPicPr>
          <p:cNvPr id="19459" name="Picture 5">
            <a:hlinkClick r:id="rId2" action="ppaction://hlinksldjump"/>
            <a:extLst>
              <a:ext uri="{FF2B5EF4-FFF2-40B4-BE49-F238E27FC236}">
                <a16:creationId xmlns:a16="http://schemas.microsoft.com/office/drawing/2014/main" id="{A1709081-8F16-DE42-6344-19A4615DCF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75" y="5370513"/>
            <a:ext cx="936625" cy="100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0" name="Rectangle 6">
            <a:extLst>
              <a:ext uri="{FF2B5EF4-FFF2-40B4-BE49-F238E27FC236}">
                <a16:creationId xmlns:a16="http://schemas.microsoft.com/office/drawing/2014/main" id="{872C365E-A94D-19E9-25C9-2B377D8D26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4788" y="2347913"/>
            <a:ext cx="6189662" cy="3454400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defTabSz="1028700" latinLnBrk="1">
              <a:lnSpc>
                <a:spcPct val="11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 defTabSz="1028700" latinLnBrk="1">
              <a:lnSpc>
                <a:spcPct val="110000"/>
              </a:lnSpc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 defTabSz="1028700" latinLnBrk="1">
              <a:lnSpc>
                <a:spcPct val="11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 defTabSz="1028700" latinLnBrk="1">
              <a:lnSpc>
                <a:spcPct val="110000"/>
              </a:lnSpc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 defTabSz="1028700" latinLnBrk="1">
              <a:lnSpc>
                <a:spcPct val="110000"/>
              </a:lnSpc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>
                <a:srgbClr val="075F75"/>
              </a:buClr>
              <a:buFont typeface="Arial" panose="020B0604020202020204" pitchFamily="34" charset="0"/>
              <a:buAutoNum type="arabicPeriod"/>
            </a:pPr>
            <a:r>
              <a:rPr lang="ko-KR" altLang="en-US" sz="5000">
                <a:solidFill>
                  <a:srgbClr val="075F75"/>
                </a:solidFill>
                <a:latin typeface="휴먼엑스포" pitchFamily="18" charset="-127"/>
                <a:ea typeface="휴먼엑스포" pitchFamily="18" charset="-127"/>
              </a:rPr>
              <a:t>It's</a:t>
            </a:r>
            <a:endParaRPr lang="ko-KR" altLang="en-US" sz="5000">
              <a:solidFill>
                <a:srgbClr val="4F81BD"/>
              </a:solidFill>
              <a:latin typeface="휴먼엑스포" pitchFamily="18" charset="-127"/>
              <a:ea typeface="휴먼엑스포" pitchFamily="18" charset="-127"/>
            </a:endParaRPr>
          </a:p>
          <a:p>
            <a:pPr eaLnBrk="1" hangingPunct="1">
              <a:lnSpc>
                <a:spcPct val="100000"/>
              </a:lnSpc>
              <a:buClr>
                <a:srgbClr val="075F75"/>
              </a:buClr>
              <a:buFont typeface="Arial" panose="020B0604020202020204" pitchFamily="34" charset="0"/>
              <a:buAutoNum type="arabicPeriod" startAt="2"/>
            </a:pPr>
            <a:r>
              <a:rPr lang="ko-KR" altLang="en-US" sz="5000">
                <a:solidFill>
                  <a:srgbClr val="075F75"/>
                </a:solidFill>
                <a:latin typeface="휴먼엑스포" pitchFamily="18" charset="-127"/>
                <a:ea typeface="휴먼엑스포" pitchFamily="18" charset="-127"/>
              </a:rPr>
              <a:t>my</a:t>
            </a:r>
            <a:endParaRPr lang="ko-KR" altLang="en-US" sz="5000">
              <a:solidFill>
                <a:srgbClr val="4F81BD"/>
              </a:solidFill>
              <a:latin typeface="휴먼엑스포" pitchFamily="18" charset="-127"/>
              <a:ea typeface="휴먼엑스포" pitchFamily="18" charset="-127"/>
            </a:endParaRPr>
          </a:p>
          <a:p>
            <a:pPr eaLnBrk="1" hangingPunct="1">
              <a:lnSpc>
                <a:spcPct val="100000"/>
              </a:lnSpc>
              <a:buClr>
                <a:srgbClr val="075F75"/>
              </a:buClr>
              <a:buFont typeface="Arial" panose="020B0604020202020204" pitchFamily="34" charset="0"/>
              <a:buAutoNum type="arabicPeriod" startAt="3"/>
            </a:pPr>
            <a:r>
              <a:rPr lang="ko-KR" altLang="en-US" sz="5000">
                <a:solidFill>
                  <a:srgbClr val="075F75"/>
                </a:solidFill>
                <a:latin typeface="휴먼엑스포" pitchFamily="18" charset="-127"/>
                <a:ea typeface="휴먼엑스포" pitchFamily="18" charset="-127"/>
              </a:rPr>
              <a:t>favorite</a:t>
            </a:r>
            <a:endParaRPr lang="ko-KR" altLang="en-US" sz="5000">
              <a:solidFill>
                <a:srgbClr val="4F81BD"/>
              </a:solidFill>
              <a:latin typeface="휴먼엑스포" pitchFamily="18" charset="-127"/>
              <a:ea typeface="휴먼엑스포" pitchFamily="18" charset="-127"/>
            </a:endParaRPr>
          </a:p>
          <a:p>
            <a:pPr eaLnBrk="1" hangingPunct="1">
              <a:lnSpc>
                <a:spcPct val="100000"/>
              </a:lnSpc>
              <a:buClr>
                <a:srgbClr val="075F75"/>
              </a:buClr>
              <a:buFont typeface="Arial" panose="020B0604020202020204" pitchFamily="34" charset="0"/>
              <a:buAutoNum type="arabicPeriod" startAt="4"/>
            </a:pPr>
            <a:r>
              <a:rPr lang="ko-KR" altLang="en-US" sz="5000">
                <a:solidFill>
                  <a:srgbClr val="075F75"/>
                </a:solidFill>
                <a:latin typeface="휴먼엑스포" pitchFamily="18" charset="-127"/>
                <a:ea typeface="휴먼엑스포" pitchFamily="18" charset="-127"/>
              </a:rPr>
              <a:t>subject.</a:t>
            </a:r>
            <a:endParaRPr lang="ko-KR" altLang="en-US" sz="5000">
              <a:solidFill>
                <a:srgbClr val="4F81BD"/>
              </a:solidFill>
              <a:latin typeface="휴먼엑스포" pitchFamily="18" charset="-127"/>
              <a:ea typeface="휴먼엑스포" pitchFamily="18" charset="-127"/>
            </a:endParaRPr>
          </a:p>
        </p:txBody>
      </p:sp>
    </p:spTree>
  </p:cSld>
  <p:clrMapOvr>
    <a:masterClrMapping/>
  </p:clrMapOvr>
  <p:bg>
    <p:bgPr>
      <a:solidFill>
        <a:srgbClr val="F5F3FF"/>
      </a:solidFill>
    </p:bgPr>
  </p:bg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4">
            <a:extLst>
              <a:ext uri="{FF2B5EF4-FFF2-40B4-BE49-F238E27FC236}">
                <a16:creationId xmlns:a16="http://schemas.microsoft.com/office/drawing/2014/main" id="{788DA7ED-F623-005C-8EB4-7473261EE6FD}"/>
              </a:ext>
            </a:extLst>
          </p:cNvPr>
          <p:cNvSpPr>
            <a:spLocks noChangeArrowheads="1"/>
          </p:cNvSpPr>
          <p:nvPr>
            <p:ph type="ctrTitle" idx="4294967295"/>
          </p:nvPr>
        </p:nvSpPr>
        <p:spPr>
          <a:xfrm>
            <a:off x="684213" y="379413"/>
            <a:ext cx="7770812" cy="1752600"/>
          </a:xfrm>
          <a:noFill/>
        </p:spPr>
        <p:txBody>
          <a:bodyPr/>
          <a:lstStyle/>
          <a:p>
            <a:pPr defTabSz="1028700" eaLnBrk="1" hangingPunct="1">
              <a:lnSpc>
                <a:spcPct val="100000"/>
              </a:lnSpc>
            </a:pPr>
            <a:r>
              <a:rPr lang="en-US" altLang="ko-KR" sz="5000" b="1">
                <a:solidFill>
                  <a:srgbClr val="3B0F8C"/>
                </a:solidFill>
                <a:latin typeface="휴먼엑스포" pitchFamily="18" charset="-127"/>
                <a:ea typeface="휴먼엑스포" pitchFamily="18" charset="-127"/>
              </a:rPr>
              <a:t>I love P.E. Day!</a:t>
            </a:r>
            <a:endParaRPr lang="ko-KR" altLang="en-US" sz="5000" b="1">
              <a:solidFill>
                <a:srgbClr val="9630EA"/>
              </a:solidFill>
              <a:latin typeface="휴먼엑스포" pitchFamily="18" charset="-127"/>
              <a:ea typeface="휴먼엑스포" pitchFamily="18" charset="-127"/>
            </a:endParaRPr>
          </a:p>
        </p:txBody>
      </p:sp>
      <p:pic>
        <p:nvPicPr>
          <p:cNvPr id="20483" name="Picture 5">
            <a:hlinkClick r:id="rId2" action="ppaction://hlinksldjump"/>
            <a:extLst>
              <a:ext uri="{FF2B5EF4-FFF2-40B4-BE49-F238E27FC236}">
                <a16:creationId xmlns:a16="http://schemas.microsoft.com/office/drawing/2014/main" id="{4861132E-BE58-3EFB-2510-69472F4664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75" y="5370513"/>
            <a:ext cx="936625" cy="100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4" name="Rectangle 6">
            <a:extLst>
              <a:ext uri="{FF2B5EF4-FFF2-40B4-BE49-F238E27FC236}">
                <a16:creationId xmlns:a16="http://schemas.microsoft.com/office/drawing/2014/main" id="{C8271837-8957-A85E-AE4F-E6FB690E88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4788" y="2347913"/>
            <a:ext cx="6189662" cy="3454400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defTabSz="1028700" latinLnBrk="1">
              <a:lnSpc>
                <a:spcPct val="11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 defTabSz="1028700" latinLnBrk="1">
              <a:lnSpc>
                <a:spcPct val="110000"/>
              </a:lnSpc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 defTabSz="1028700" latinLnBrk="1">
              <a:lnSpc>
                <a:spcPct val="11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 defTabSz="1028700" latinLnBrk="1">
              <a:lnSpc>
                <a:spcPct val="110000"/>
              </a:lnSpc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 defTabSz="1028700" latinLnBrk="1">
              <a:lnSpc>
                <a:spcPct val="110000"/>
              </a:lnSpc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>
                <a:srgbClr val="075F75"/>
              </a:buClr>
              <a:buFont typeface="Arial" panose="020B0604020202020204" pitchFamily="34" charset="0"/>
              <a:buAutoNum type="arabicPeriod"/>
            </a:pPr>
            <a:r>
              <a:rPr lang="ko-KR" altLang="en-US" sz="5000">
                <a:solidFill>
                  <a:srgbClr val="075F75"/>
                </a:solidFill>
                <a:latin typeface="휴먼엑스포" pitchFamily="18" charset="-127"/>
                <a:ea typeface="휴먼엑스포" pitchFamily="18" charset="-127"/>
              </a:rPr>
              <a:t>I</a:t>
            </a:r>
            <a:endParaRPr lang="ko-KR" altLang="en-US" sz="5000">
              <a:solidFill>
                <a:srgbClr val="4F81BD"/>
              </a:solidFill>
              <a:latin typeface="휴먼엑스포" pitchFamily="18" charset="-127"/>
              <a:ea typeface="휴먼엑스포" pitchFamily="18" charset="-127"/>
            </a:endParaRPr>
          </a:p>
          <a:p>
            <a:pPr eaLnBrk="1" hangingPunct="1">
              <a:lnSpc>
                <a:spcPct val="100000"/>
              </a:lnSpc>
              <a:buClr>
                <a:srgbClr val="075F75"/>
              </a:buClr>
              <a:buFont typeface="Arial" panose="020B0604020202020204" pitchFamily="34" charset="0"/>
              <a:buAutoNum type="arabicPeriod" startAt="2"/>
            </a:pPr>
            <a:r>
              <a:rPr lang="ko-KR" altLang="en-US" sz="5000">
                <a:solidFill>
                  <a:srgbClr val="075F75"/>
                </a:solidFill>
                <a:latin typeface="휴먼엑스포" pitchFamily="18" charset="-127"/>
                <a:ea typeface="휴먼엑스포" pitchFamily="18" charset="-127"/>
              </a:rPr>
              <a:t>love</a:t>
            </a:r>
            <a:endParaRPr lang="ko-KR" altLang="en-US" sz="5000">
              <a:solidFill>
                <a:srgbClr val="4F81BD"/>
              </a:solidFill>
              <a:latin typeface="휴먼엑스포" pitchFamily="18" charset="-127"/>
              <a:ea typeface="휴먼엑스포" pitchFamily="18" charset="-127"/>
            </a:endParaRPr>
          </a:p>
          <a:p>
            <a:pPr eaLnBrk="1" hangingPunct="1">
              <a:lnSpc>
                <a:spcPct val="100000"/>
              </a:lnSpc>
              <a:buClr>
                <a:srgbClr val="075F75"/>
              </a:buClr>
              <a:buFont typeface="Arial" panose="020B0604020202020204" pitchFamily="34" charset="0"/>
              <a:buAutoNum type="arabicPeriod" startAt="3"/>
            </a:pPr>
            <a:r>
              <a:rPr lang="ko-KR" altLang="en-US" sz="5000">
                <a:solidFill>
                  <a:srgbClr val="075F75"/>
                </a:solidFill>
                <a:latin typeface="휴먼엑스포" pitchFamily="18" charset="-127"/>
                <a:ea typeface="휴먼엑스포" pitchFamily="18" charset="-127"/>
              </a:rPr>
              <a:t>P.E.</a:t>
            </a:r>
            <a:endParaRPr lang="ko-KR" altLang="en-US" sz="5000">
              <a:solidFill>
                <a:srgbClr val="4F81BD"/>
              </a:solidFill>
              <a:latin typeface="휴먼엑스포" pitchFamily="18" charset="-127"/>
              <a:ea typeface="휴먼엑스포" pitchFamily="18" charset="-127"/>
            </a:endParaRPr>
          </a:p>
          <a:p>
            <a:pPr eaLnBrk="1" hangingPunct="1">
              <a:lnSpc>
                <a:spcPct val="100000"/>
              </a:lnSpc>
              <a:buClr>
                <a:srgbClr val="075F75"/>
              </a:buClr>
              <a:buFont typeface="Arial" panose="020B0604020202020204" pitchFamily="34" charset="0"/>
              <a:buAutoNum type="arabicPeriod" startAt="4"/>
            </a:pPr>
            <a:r>
              <a:rPr lang="ko-KR" altLang="en-US" sz="5000">
                <a:solidFill>
                  <a:srgbClr val="075F75"/>
                </a:solidFill>
                <a:latin typeface="휴먼엑스포" pitchFamily="18" charset="-127"/>
                <a:ea typeface="휴먼엑스포" pitchFamily="18" charset="-127"/>
              </a:rPr>
              <a:t>Day!</a:t>
            </a:r>
            <a:endParaRPr lang="ko-KR" altLang="en-US" sz="5000">
              <a:solidFill>
                <a:srgbClr val="4F81BD"/>
              </a:solidFill>
              <a:latin typeface="휴먼엑스포" pitchFamily="18" charset="-127"/>
              <a:ea typeface="휴먼엑스포" pitchFamily="18" charset="-127"/>
            </a:endParaRPr>
          </a:p>
        </p:txBody>
      </p:sp>
    </p:spTree>
  </p:cSld>
  <p:clrMapOvr>
    <a:masterClrMapping/>
  </p:clrMapOvr>
  <p:bg>
    <p:bgPr>
      <a:solidFill>
        <a:srgbClr val="F5F3FF"/>
      </a:solidFill>
    </p:bgPr>
  </p:bg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4">
            <a:extLst>
              <a:ext uri="{FF2B5EF4-FFF2-40B4-BE49-F238E27FC236}">
                <a16:creationId xmlns:a16="http://schemas.microsoft.com/office/drawing/2014/main" id="{0F4F46F4-3660-BFA6-64E0-5D475A90C9DE}"/>
              </a:ext>
            </a:extLst>
          </p:cNvPr>
          <p:cNvSpPr>
            <a:spLocks noChangeArrowheads="1"/>
          </p:cNvSpPr>
          <p:nvPr>
            <p:ph type="ctrTitle" idx="4294967295"/>
          </p:nvPr>
        </p:nvSpPr>
        <p:spPr>
          <a:xfrm>
            <a:off x="684213" y="379413"/>
            <a:ext cx="7770812" cy="1752600"/>
          </a:xfrm>
          <a:noFill/>
        </p:spPr>
        <p:txBody>
          <a:bodyPr/>
          <a:lstStyle/>
          <a:p>
            <a:pPr defTabSz="1028700" eaLnBrk="1" hangingPunct="1">
              <a:lnSpc>
                <a:spcPct val="100000"/>
              </a:lnSpc>
            </a:pPr>
            <a:r>
              <a:rPr lang="en-US" altLang="ko-KR" sz="5000" b="1">
                <a:solidFill>
                  <a:srgbClr val="3B0F8C"/>
                </a:solidFill>
                <a:latin typeface="휴먼엑스포" pitchFamily="18" charset="-127"/>
                <a:ea typeface="휴먼엑스포" pitchFamily="18" charset="-127"/>
              </a:rPr>
              <a:t>Science is fun.</a:t>
            </a:r>
            <a:endParaRPr lang="ko-KR" altLang="en-US" sz="5000" b="1">
              <a:solidFill>
                <a:srgbClr val="9630EA"/>
              </a:solidFill>
              <a:latin typeface="휴먼엑스포" pitchFamily="18" charset="-127"/>
              <a:ea typeface="휴먼엑스포" pitchFamily="18" charset="-127"/>
            </a:endParaRPr>
          </a:p>
        </p:txBody>
      </p:sp>
      <p:pic>
        <p:nvPicPr>
          <p:cNvPr id="21507" name="Picture 5">
            <a:hlinkClick r:id="rId2" action="ppaction://hlinksldjump"/>
            <a:extLst>
              <a:ext uri="{FF2B5EF4-FFF2-40B4-BE49-F238E27FC236}">
                <a16:creationId xmlns:a16="http://schemas.microsoft.com/office/drawing/2014/main" id="{77167895-E154-C5DF-81C3-04882F9115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75" y="5370513"/>
            <a:ext cx="936625" cy="100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8" name="Rectangle 6">
            <a:extLst>
              <a:ext uri="{FF2B5EF4-FFF2-40B4-BE49-F238E27FC236}">
                <a16:creationId xmlns:a16="http://schemas.microsoft.com/office/drawing/2014/main" id="{89A12001-8AC9-90E8-BB09-F3FA74F5BA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4788" y="2347913"/>
            <a:ext cx="6189662" cy="3454400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defTabSz="1028700" latinLnBrk="1">
              <a:lnSpc>
                <a:spcPct val="11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 defTabSz="1028700" latinLnBrk="1">
              <a:lnSpc>
                <a:spcPct val="110000"/>
              </a:lnSpc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 defTabSz="1028700" latinLnBrk="1">
              <a:lnSpc>
                <a:spcPct val="11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 defTabSz="1028700" latinLnBrk="1">
              <a:lnSpc>
                <a:spcPct val="110000"/>
              </a:lnSpc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 defTabSz="1028700" latinLnBrk="1">
              <a:lnSpc>
                <a:spcPct val="110000"/>
              </a:lnSpc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>
                <a:srgbClr val="075F75"/>
              </a:buClr>
              <a:buFont typeface="Arial" panose="020B0604020202020204" pitchFamily="34" charset="0"/>
              <a:buAutoNum type="arabicPeriod"/>
            </a:pPr>
            <a:r>
              <a:rPr lang="ko-KR" altLang="en-US" sz="5000">
                <a:solidFill>
                  <a:srgbClr val="075F75"/>
                </a:solidFill>
                <a:latin typeface="휴먼엑스포" pitchFamily="18" charset="-127"/>
                <a:ea typeface="휴먼엑스포" pitchFamily="18" charset="-127"/>
              </a:rPr>
              <a:t>Science</a:t>
            </a:r>
            <a:endParaRPr lang="ko-KR" altLang="en-US" sz="5000">
              <a:solidFill>
                <a:srgbClr val="4F81BD"/>
              </a:solidFill>
              <a:latin typeface="휴먼엑스포" pitchFamily="18" charset="-127"/>
              <a:ea typeface="휴먼엑스포" pitchFamily="18" charset="-127"/>
            </a:endParaRPr>
          </a:p>
          <a:p>
            <a:pPr eaLnBrk="1" hangingPunct="1">
              <a:lnSpc>
                <a:spcPct val="100000"/>
              </a:lnSpc>
              <a:buClr>
                <a:srgbClr val="075F75"/>
              </a:buClr>
              <a:buFont typeface="Arial" panose="020B0604020202020204" pitchFamily="34" charset="0"/>
              <a:buAutoNum type="arabicPeriod" startAt="2"/>
            </a:pPr>
            <a:r>
              <a:rPr lang="en-US" altLang="ko-KR" sz="5000">
                <a:solidFill>
                  <a:srgbClr val="075F75"/>
                </a:solidFill>
                <a:latin typeface="휴먼엑스포" pitchFamily="18" charset="-127"/>
                <a:ea typeface="휴먼엑스포" pitchFamily="18" charset="-127"/>
              </a:rPr>
              <a:t>is</a:t>
            </a:r>
            <a:endParaRPr lang="ko-KR" altLang="en-US" sz="5000">
              <a:solidFill>
                <a:srgbClr val="4F81BD"/>
              </a:solidFill>
              <a:latin typeface="휴먼엑스포" pitchFamily="18" charset="-127"/>
              <a:ea typeface="휴먼엑스포" pitchFamily="18" charset="-127"/>
            </a:endParaRPr>
          </a:p>
          <a:p>
            <a:pPr eaLnBrk="1" hangingPunct="1">
              <a:lnSpc>
                <a:spcPct val="100000"/>
              </a:lnSpc>
              <a:buClr>
                <a:srgbClr val="075F75"/>
              </a:buClr>
              <a:buFont typeface="Arial" panose="020B0604020202020204" pitchFamily="34" charset="0"/>
              <a:buAutoNum type="arabicPeriod" startAt="3"/>
            </a:pPr>
            <a:r>
              <a:rPr lang="ko-KR" altLang="en-US" sz="5000">
                <a:solidFill>
                  <a:srgbClr val="075F75"/>
                </a:solidFill>
                <a:latin typeface="휴먼엑스포" pitchFamily="18" charset="-127"/>
                <a:ea typeface="휴먼엑스포" pitchFamily="18" charset="-127"/>
              </a:rPr>
              <a:t>fun.</a:t>
            </a:r>
            <a:endParaRPr lang="ko-KR" altLang="en-US" sz="5000">
              <a:solidFill>
                <a:srgbClr val="4F81BD"/>
              </a:solidFill>
              <a:latin typeface="휴먼엑스포" pitchFamily="18" charset="-127"/>
              <a:ea typeface="휴먼엑스포" pitchFamily="18" charset="-127"/>
            </a:endParaRPr>
          </a:p>
        </p:txBody>
      </p:sp>
    </p:spTree>
  </p:cSld>
  <p:clrMapOvr>
    <a:masterClrMapping/>
  </p:clrMapOvr>
  <p:bg>
    <p:bgPr>
      <a:solidFill>
        <a:srgbClr val="F5F3FF"/>
      </a:solidFill>
    </p:bgPr>
  </p:bg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4">
            <a:extLst>
              <a:ext uri="{FF2B5EF4-FFF2-40B4-BE49-F238E27FC236}">
                <a16:creationId xmlns:a16="http://schemas.microsoft.com/office/drawing/2014/main" id="{29AD6B20-E17F-BDF8-298B-41CC8FD16BFF}"/>
              </a:ext>
            </a:extLst>
          </p:cNvPr>
          <p:cNvSpPr>
            <a:spLocks noChangeArrowheads="1"/>
          </p:cNvSpPr>
          <p:nvPr>
            <p:ph type="ctrTitle" idx="4294967295"/>
          </p:nvPr>
        </p:nvSpPr>
        <p:spPr>
          <a:xfrm>
            <a:off x="684213" y="379413"/>
            <a:ext cx="7770812" cy="1752600"/>
          </a:xfrm>
          <a:noFill/>
        </p:spPr>
        <p:txBody>
          <a:bodyPr/>
          <a:lstStyle/>
          <a:p>
            <a:pPr defTabSz="1028700" eaLnBrk="1" hangingPunct="1">
              <a:lnSpc>
                <a:spcPct val="100000"/>
              </a:lnSpc>
            </a:pPr>
            <a:r>
              <a:rPr lang="en-US" altLang="ko-KR" sz="5000" b="1">
                <a:solidFill>
                  <a:srgbClr val="3B0F8C"/>
                </a:solidFill>
                <a:latin typeface="휴먼엑스포" pitchFamily="18" charset="-127"/>
                <a:ea typeface="휴먼엑스포" pitchFamily="18" charset="-127"/>
              </a:rPr>
              <a:t>Sounds great!</a:t>
            </a:r>
            <a:endParaRPr lang="ko-KR" altLang="en-US" sz="5000" b="1">
              <a:solidFill>
                <a:srgbClr val="9630EA"/>
              </a:solidFill>
              <a:latin typeface="휴먼엑스포" pitchFamily="18" charset="-127"/>
              <a:ea typeface="휴먼엑스포" pitchFamily="18" charset="-127"/>
            </a:endParaRPr>
          </a:p>
        </p:txBody>
      </p:sp>
      <p:pic>
        <p:nvPicPr>
          <p:cNvPr id="22531" name="Picture 5">
            <a:hlinkClick r:id="rId2" action="ppaction://hlinksldjump"/>
            <a:extLst>
              <a:ext uri="{FF2B5EF4-FFF2-40B4-BE49-F238E27FC236}">
                <a16:creationId xmlns:a16="http://schemas.microsoft.com/office/drawing/2014/main" id="{41A3B3B2-968C-2155-7C72-DF7A441A52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75" y="5370513"/>
            <a:ext cx="936625" cy="100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2" name="Rectangle 6">
            <a:extLst>
              <a:ext uri="{FF2B5EF4-FFF2-40B4-BE49-F238E27FC236}">
                <a16:creationId xmlns:a16="http://schemas.microsoft.com/office/drawing/2014/main" id="{C7836DBA-E4A0-B525-71E1-893326F618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4788" y="2347913"/>
            <a:ext cx="6189662" cy="3454400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defTabSz="1028700" latinLnBrk="1">
              <a:lnSpc>
                <a:spcPct val="11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 defTabSz="1028700" latinLnBrk="1">
              <a:lnSpc>
                <a:spcPct val="110000"/>
              </a:lnSpc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 defTabSz="1028700" latinLnBrk="1">
              <a:lnSpc>
                <a:spcPct val="11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 defTabSz="1028700" latinLnBrk="1">
              <a:lnSpc>
                <a:spcPct val="110000"/>
              </a:lnSpc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 defTabSz="1028700" latinLnBrk="1">
              <a:lnSpc>
                <a:spcPct val="110000"/>
              </a:lnSpc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102870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>
                <a:srgbClr val="075F75"/>
              </a:buClr>
              <a:buFont typeface="Arial" panose="020B0604020202020204" pitchFamily="34" charset="0"/>
              <a:buAutoNum type="arabicPeriod"/>
            </a:pPr>
            <a:r>
              <a:rPr lang="ko-KR" altLang="en-US" sz="5000">
                <a:solidFill>
                  <a:srgbClr val="075F75"/>
                </a:solidFill>
                <a:latin typeface="휴먼엑스포" pitchFamily="18" charset="-127"/>
                <a:ea typeface="휴먼엑스포" pitchFamily="18" charset="-127"/>
              </a:rPr>
              <a:t>Sounds</a:t>
            </a:r>
            <a:endParaRPr lang="ko-KR" altLang="en-US" sz="5000">
              <a:solidFill>
                <a:srgbClr val="4F81BD"/>
              </a:solidFill>
              <a:latin typeface="휴먼엑스포" pitchFamily="18" charset="-127"/>
              <a:ea typeface="휴먼엑스포" pitchFamily="18" charset="-127"/>
            </a:endParaRPr>
          </a:p>
          <a:p>
            <a:pPr eaLnBrk="1" hangingPunct="1">
              <a:lnSpc>
                <a:spcPct val="100000"/>
              </a:lnSpc>
              <a:buClr>
                <a:srgbClr val="075F75"/>
              </a:buClr>
              <a:buFont typeface="Arial" panose="020B0604020202020204" pitchFamily="34" charset="0"/>
              <a:buAutoNum type="arabicPeriod" startAt="2"/>
            </a:pPr>
            <a:r>
              <a:rPr lang="ko-KR" altLang="en-US" sz="5000">
                <a:solidFill>
                  <a:srgbClr val="075F75"/>
                </a:solidFill>
                <a:latin typeface="휴먼엑스포" pitchFamily="18" charset="-127"/>
                <a:ea typeface="휴먼엑스포" pitchFamily="18" charset="-127"/>
              </a:rPr>
              <a:t>great!</a:t>
            </a:r>
            <a:endParaRPr lang="ko-KR" altLang="en-US" sz="5000">
              <a:solidFill>
                <a:srgbClr val="4F81BD"/>
              </a:solidFill>
              <a:latin typeface="휴먼엑스포" pitchFamily="18" charset="-127"/>
              <a:ea typeface="휴먼엑스포" pitchFamily="18" charset="-127"/>
            </a:endParaRPr>
          </a:p>
        </p:txBody>
      </p:sp>
    </p:spTree>
  </p:cSld>
  <p:clrMapOvr>
    <a:masterClrMapping/>
  </p:clrMapOvr>
  <p:bg>
    <p:bgPr>
      <a:solidFill>
        <a:srgbClr val="F5F3FF"/>
      </a:solidFill>
    </p:bgPr>
  </p:bg>
  <p:transition/>
</p:sld>
</file>

<file path=ppt/theme/theme1.xml><?xml version="1.0" encoding="utf-8"?>
<a:theme xmlns:a="http://schemas.openxmlformats.org/drawingml/2006/main" name="내용 4개">
  <a:themeElements>
    <a:clrScheme name="">
      <a:dk1>
        <a:srgbClr val="000000"/>
      </a:dk1>
      <a:lt1>
        <a:srgbClr val="FFFFFF"/>
      </a:lt1>
      <a:dk2>
        <a:srgbClr val="000000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내용 4개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1" hangingPunct="0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1" hangingPunct="0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내용 4개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내용 4개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내용 4개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내용 4개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내용 4개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내용 4개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내용 4개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내용 4개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내용 4개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내용 4개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내용 4개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내용 4개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</TotalTime>
  <Pages>23</Pages>
  <Words>297</Words>
  <Characters>0</Characters>
  <Application>Microsoft Macintosh PowerPoint</Application>
  <DocSecurity>0</DocSecurity>
  <PresentationFormat>사용자 지정</PresentationFormat>
  <Paragraphs>124</Paragraphs>
  <Slides>21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8" baseType="lpstr">
      <vt:lpstr>Arial</vt:lpstr>
      <vt:lpstr>맑은 고딕</vt:lpstr>
      <vt:lpstr>함초롬돋움</vt:lpstr>
      <vt:lpstr>휴먼엑스포</vt:lpstr>
      <vt:lpstr>Calibri</vt:lpstr>
      <vt:lpstr>휴먼모음T</vt:lpstr>
      <vt:lpstr>내용 4개</vt:lpstr>
      <vt:lpstr>이구동성 게임</vt:lpstr>
      <vt:lpstr>연습게임</vt:lpstr>
      <vt:lpstr>PowerPoint 프레젠테이션</vt:lpstr>
      <vt:lpstr>When is the piano concert?</vt:lpstr>
      <vt:lpstr>It’s on May third. </vt:lpstr>
      <vt:lpstr>Can you come to piano concert?</vt:lpstr>
      <vt:lpstr>Can you come to birthday party?</vt:lpstr>
      <vt:lpstr>When is your birthday?</vt:lpstr>
      <vt:lpstr>It’s on April fourth.</vt:lpstr>
      <vt:lpstr>Sorry, I can’t.</vt:lpstr>
      <vt:lpstr>When is the club festival?</vt:lpstr>
      <vt:lpstr>It’s on June first.</vt:lpstr>
      <vt:lpstr>When is the dance contest?</vt:lpstr>
      <vt:lpstr>It’s on September eleventh. </vt:lpstr>
      <vt:lpstr>Of course.</vt:lpstr>
      <vt:lpstr>Can you come to robot festival?</vt:lpstr>
      <vt:lpstr>It’s on December eighteenth.</vt:lpstr>
      <vt:lpstr>I love you.</vt:lpstr>
      <vt:lpstr>I like English teacher.</vt:lpstr>
      <vt:lpstr>It’s on January twenty fifth.</vt:lpstr>
      <vt:lpstr>It’s on November fifth.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Telepathy Game</dc:title>
  <dc:subject/>
  <dc:creator>admin1</dc:creator>
  <cp:keywords/>
  <dc:description/>
  <cp:lastModifiedBy>Jeeyoung Jeon</cp:lastModifiedBy>
  <cp:revision>36</cp:revision>
  <cp:lastPrinted>1601-01-01T00:00:00Z</cp:lastPrinted>
  <dcterms:created xsi:type="dcterms:W3CDTF">2011-06-29T00:44:09Z</dcterms:created>
  <dcterms:modified xsi:type="dcterms:W3CDTF">2026-04-05T16:36:43Z</dcterms:modified>
</cp:coreProperties>
</file>