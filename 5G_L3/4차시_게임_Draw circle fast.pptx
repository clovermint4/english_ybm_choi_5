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A6C19-61DA-4498-B7F4-28672104F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6268A0-4B3E-43F4-BC8A-B395D1416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E39749-E283-415D-B76E-8AD11064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EDC3A-1B82-44DF-BCAD-F065E1C5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B5499F-A89B-4D79-9C12-2C614CDE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9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11CE0-89D2-4F94-9221-21AEDD7D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DA424-D8F6-40D1-8742-C5BE7124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56AF8-3C28-4455-A232-DCF9AF62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931C9-0CFC-44A3-B05A-4539B277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AF0C26-AAFA-44A6-AA9D-A6365254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A554F-C374-4F45-AD1B-247C87AD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1DB1E-CFFC-4073-9450-D29E4B35B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1FD-9079-4C2F-A335-1BB326B9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6B598-C2AD-42DA-A75F-C0AE9308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DB18F-F9B4-43FD-A787-335D69A7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5107C-BCAB-4CB3-8621-40B1EF5C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3910A-6E08-4CED-BB91-67D9FC003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998A56-A73C-4F6E-B1DD-978A74946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C5286-4C8D-48C7-9DAD-F5ACBE1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DBACD-D336-4635-97B7-84914345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391D51-225F-471C-A187-55235A68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13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085E4-A906-4B7F-AF3C-4ECA79C3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6F0161-2919-44B8-9060-86623210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4833BA-D24D-467C-A7C0-981D32FFE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AD3FC4-F1A4-4488-9803-7C5EC2A24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192C4B-DA98-49EC-B365-58CA032EE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BEC54B-5957-4F30-B6BA-7F4659D7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F93B1A-F6AC-405A-92DB-7D3D1075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819431-FE65-42D8-83C1-41BB65F3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58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4156C-1193-44A4-A65B-50E2414C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44450C-AE22-456F-818D-4A86D98B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5562CF-FF20-41E7-95B7-675BC375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702FC2-78FF-4D14-BC6A-94A08314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6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410548-38E6-41E9-86A1-F1830F03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B6208F-D6DB-4DAC-884E-928B543B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4E8AC-C120-41D2-9C61-CE250822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6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132A2-60D9-466D-9606-95457FD4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BA7A28-22F3-4C84-A58F-ECE51F79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979C9-9745-427E-90ED-84B4AECE6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CE01B6-6B71-4C85-B8CF-A60383A5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1478F1-5925-4EEF-87AA-3A803C5E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F2971-5E8F-4742-BB23-09195F7F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8177E-4E95-4057-BD8C-1DD41F13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704401-1595-40C5-B0A8-DBC33B872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74D4E5-C748-4FE5-80F8-483B41FE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7A2DE4-640E-4EE0-9F81-4ED20CC6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DAA58-B14E-4DB8-B30D-F733B695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1C85F2-B3C3-43FF-9483-30E0BEF4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67157-4FB3-41C3-83EE-14521687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73EA08-D805-4E05-B794-AF9B23CE0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73C65-7160-4660-A50B-CA60D8D7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2FA63-831C-4716-A37E-F2133012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69CD70-60E1-4287-9559-2F256AB6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8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A372E8-87A6-4E6F-B720-69FF49DC8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0E27F9-3AFE-47F7-A148-D9ECEECFB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B2964-5CD8-471E-900F-506F6B9F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1CDDA-0679-45DA-B837-62A32F9E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6186D0-99D4-452B-8B23-C3FE90FF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7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1FF3EB-78A5-47AA-A948-06327F04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5528A0-F241-43F9-BF48-02DA3587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18D298-C694-424C-A68C-D5D31A36F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0348A-FFCA-476F-86E9-F4A476048DE4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1E819-4D1E-4FAE-B349-704AC376F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306B7-6E7E-46DA-A80B-8A10F8D21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592F2-E982-4C0F-A279-BB21075BC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00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FF6A1-C008-4603-B1F2-69923D6E65F4}"/>
              </a:ext>
            </a:extLst>
          </p:cNvPr>
          <p:cNvSpPr txBox="1"/>
          <p:nvPr/>
        </p:nvSpPr>
        <p:spPr>
          <a:xfrm rot="21195611">
            <a:off x="6688118" y="210849"/>
            <a:ext cx="3379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lt"/>
                <a:cs typeface="Aharoni" panose="02010803020104030203" pitchFamily="2" charset="-79"/>
              </a:rPr>
              <a:t>What’s your favorite subject?</a:t>
            </a:r>
            <a:endParaRPr lang="ko-KR" altLang="en-US" sz="2400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747A4-A3F8-4BC8-9693-C95A29AB7257}"/>
              </a:ext>
            </a:extLst>
          </p:cNvPr>
          <p:cNvSpPr txBox="1"/>
          <p:nvPr/>
        </p:nvSpPr>
        <p:spPr>
          <a:xfrm rot="21382053">
            <a:off x="328361" y="5079479"/>
            <a:ext cx="340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haroni" panose="02010803020104030203" pitchFamily="2" charset="-79"/>
                <a:cs typeface="Aharoni" panose="02010803020104030203" pitchFamily="2" charset="-79"/>
              </a:rPr>
              <a:t>Little stars are in the dark sky!</a:t>
            </a:r>
            <a:endParaRPr lang="ko-KR" alt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36A5F-22E0-43D9-8A18-4DD4DF4F891B}"/>
              </a:ext>
            </a:extLst>
          </p:cNvPr>
          <p:cNvSpPr txBox="1"/>
          <p:nvPr/>
        </p:nvSpPr>
        <p:spPr>
          <a:xfrm>
            <a:off x="7143447" y="1723163"/>
            <a:ext cx="4697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08서울남산체 L" panose="02020603020101020101" pitchFamily="18" charset="-127"/>
                <a:ea typeface="08서울남산체 L" panose="02020603020101020101" pitchFamily="18" charset="-127"/>
                <a:cs typeface="Aharoni" panose="02010803020104030203" pitchFamily="2" charset="-79"/>
              </a:rPr>
              <a:t>My favorite subject is science.</a:t>
            </a:r>
            <a:endParaRPr lang="ko-KR" altLang="en-US" sz="4000" dirty="0">
              <a:latin typeface="08서울남산체 L" panose="02020603020101020101" pitchFamily="18" charset="-127"/>
              <a:ea typeface="08서울남산체 L" panose="02020603020101020101" pitchFamily="18" charset="-127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3E061-9527-4D1B-8BFA-ED29D3BFD9C2}"/>
              </a:ext>
            </a:extLst>
          </p:cNvPr>
          <p:cNvSpPr txBox="1"/>
          <p:nvPr/>
        </p:nvSpPr>
        <p:spPr>
          <a:xfrm rot="307730">
            <a:off x="2602185" y="473162"/>
            <a:ext cx="4079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+mj-ea"/>
                <a:ea typeface="+mj-ea"/>
                <a:cs typeface="Aharoni" panose="02010803020104030203" pitchFamily="2" charset="-79"/>
              </a:rPr>
              <a:t>My favorite subject is music.</a:t>
            </a:r>
            <a:endParaRPr lang="ko-KR" altLang="en-US" sz="4000" b="1" dirty="0">
              <a:latin typeface="+mj-ea"/>
              <a:ea typeface="+mj-ea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E2B49-1583-4EEA-B4DD-49694405C770}"/>
              </a:ext>
            </a:extLst>
          </p:cNvPr>
          <p:cNvSpPr txBox="1"/>
          <p:nvPr/>
        </p:nvSpPr>
        <p:spPr>
          <a:xfrm rot="21360906">
            <a:off x="6739477" y="4292996"/>
            <a:ext cx="5505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venir Next LT Pro" panose="020B0604020202020204" pitchFamily="34" charset="0"/>
                <a:cs typeface="Aharoni" panose="02010803020104030203" pitchFamily="2" charset="-79"/>
              </a:rPr>
              <a:t>The dog is my favorite animal.</a:t>
            </a:r>
            <a:endParaRPr lang="ko-KR" altLang="en-US" sz="2800" dirty="0">
              <a:latin typeface="Avenir Next LT Pro" panose="020B06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E0D4DD-A62A-4D83-A146-9A173CF3488D}"/>
              </a:ext>
            </a:extLst>
          </p:cNvPr>
          <p:cNvSpPr txBox="1"/>
          <p:nvPr/>
        </p:nvSpPr>
        <p:spPr>
          <a:xfrm>
            <a:off x="153922" y="124912"/>
            <a:ext cx="22230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haroni" panose="02010803020104030203" pitchFamily="2" charset="-79"/>
                <a:cs typeface="Aharoni" panose="02010803020104030203" pitchFamily="2" charset="-79"/>
              </a:rPr>
              <a:t>A blue bird is in the tree!</a:t>
            </a:r>
            <a:endParaRPr lang="ko-KR" alt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22B3D-B3FB-427F-8CC2-67722F4742FD}"/>
              </a:ext>
            </a:extLst>
          </p:cNvPr>
          <p:cNvSpPr txBox="1"/>
          <p:nvPr/>
        </p:nvSpPr>
        <p:spPr>
          <a:xfrm rot="866670">
            <a:off x="324007" y="3890322"/>
            <a:ext cx="388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venir Next LT Pro" panose="020B0604020202020204" pitchFamily="34" charset="0"/>
                <a:cs typeface="Aharoni" panose="02010803020104030203" pitchFamily="2" charset="-79"/>
              </a:rPr>
              <a:t>I like singing songs.</a:t>
            </a:r>
            <a:endParaRPr lang="ko-KR" altLang="en-US" sz="2800" dirty="0">
              <a:latin typeface="Avenir Next LT Pro" panose="020B06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F05B1-D0CA-42C5-916E-42BC2605581E}"/>
              </a:ext>
            </a:extLst>
          </p:cNvPr>
          <p:cNvSpPr txBox="1"/>
          <p:nvPr/>
        </p:nvSpPr>
        <p:spPr>
          <a:xfrm>
            <a:off x="3767765" y="3557736"/>
            <a:ext cx="525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I like playing with my dog.</a:t>
            </a:r>
            <a:endParaRPr lang="ko-KR" alt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1C306-B124-4539-B4C4-3E997E4F9D0E}"/>
              </a:ext>
            </a:extLst>
          </p:cNvPr>
          <p:cNvSpPr txBox="1"/>
          <p:nvPr/>
        </p:nvSpPr>
        <p:spPr>
          <a:xfrm>
            <a:off x="2407954" y="6168170"/>
            <a:ext cx="2719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haroni" panose="02010803020104030203" pitchFamily="2" charset="-79"/>
                <a:cs typeface="Aharoni" panose="02010803020104030203" pitchFamily="2" charset="-79"/>
              </a:rPr>
              <a:t>I like watching the blue bird.</a:t>
            </a:r>
            <a:endParaRPr lang="ko-KR" alt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94B69-496C-40FA-B69A-F4C5112A3542}"/>
              </a:ext>
            </a:extLst>
          </p:cNvPr>
          <p:cNvSpPr txBox="1"/>
          <p:nvPr/>
        </p:nvSpPr>
        <p:spPr>
          <a:xfrm>
            <a:off x="10083220" y="312330"/>
            <a:ext cx="2223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haroni" panose="02010803020104030203" pitchFamily="2" charset="-79"/>
                <a:cs typeface="Aharoni" panose="02010803020104030203" pitchFamily="2" charset="-79"/>
              </a:rPr>
              <a:t>Blue is my favorite color.</a:t>
            </a:r>
            <a:endParaRPr lang="ko-KR" alt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008FAC-3EA4-4409-B4DD-C4C07AB5CF72}"/>
              </a:ext>
            </a:extLst>
          </p:cNvPr>
          <p:cNvSpPr txBox="1"/>
          <p:nvPr/>
        </p:nvSpPr>
        <p:spPr>
          <a:xfrm>
            <a:off x="914400" y="2192270"/>
            <a:ext cx="6629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haroni" panose="02010803020104030203" pitchFamily="2" charset="-79"/>
                <a:cs typeface="Aharoni" panose="02010803020104030203" pitchFamily="2" charset="-79"/>
              </a:rPr>
              <a:t>A little dog is in the park!</a:t>
            </a:r>
            <a:endParaRPr lang="ko-KR" alt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D2641-8B29-4B03-B33F-1FEC9B7D6AB0}"/>
              </a:ext>
            </a:extLst>
          </p:cNvPr>
          <p:cNvSpPr txBox="1"/>
          <p:nvPr/>
        </p:nvSpPr>
        <p:spPr>
          <a:xfrm rot="679901">
            <a:off x="4338570" y="5883654"/>
            <a:ext cx="4272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한강체 L" panose="02020603020101020101" pitchFamily="18" charset="-127"/>
                <a:ea typeface="08서울한강체 L" panose="02020603020101020101" pitchFamily="18" charset="-127"/>
                <a:cs typeface="Aharoni" panose="02010803020104030203" pitchFamily="2" charset="-79"/>
              </a:rPr>
              <a:t>I like drawing stars.</a:t>
            </a:r>
            <a:endParaRPr lang="ko-KR" alt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한강체 L" panose="02020603020101020101" pitchFamily="18" charset="-127"/>
              <a:ea typeface="08서울한강체 L" panose="02020603020101020101" pitchFamily="18" charset="-127"/>
              <a:cs typeface="Aharoni" panose="02010803020104030203" pitchFamily="2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3E799-49AC-4E22-9BDA-E94140A92990}"/>
              </a:ext>
            </a:extLst>
          </p:cNvPr>
          <p:cNvSpPr txBox="1"/>
          <p:nvPr/>
        </p:nvSpPr>
        <p:spPr>
          <a:xfrm>
            <a:off x="9006270" y="5145873"/>
            <a:ext cx="330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Aharoni" panose="02010803020104030203" pitchFamily="2" charset="-79"/>
                <a:cs typeface="Aharoni" panose="02010803020104030203" pitchFamily="2" charset="-79"/>
              </a:rPr>
              <a:t>Art is my favorite subject.</a:t>
            </a:r>
            <a:endParaRPr lang="ko-KR" altLang="en-U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4169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FF6A1-C008-4603-B1F2-69923D6E65F4}"/>
              </a:ext>
            </a:extLst>
          </p:cNvPr>
          <p:cNvSpPr txBox="1"/>
          <p:nvPr/>
        </p:nvSpPr>
        <p:spPr>
          <a:xfrm rot="21195611">
            <a:off x="6688118" y="210849"/>
            <a:ext cx="3379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lt"/>
                <a:cs typeface="Aharoni" panose="02010803020104030203" pitchFamily="2" charset="-79"/>
              </a:rPr>
              <a:t>What’s your favorite subject?</a:t>
            </a:r>
            <a:endParaRPr lang="ko-KR" altLang="en-US" sz="2400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747A4-A3F8-4BC8-9693-C95A29AB7257}"/>
              </a:ext>
            </a:extLst>
          </p:cNvPr>
          <p:cNvSpPr txBox="1"/>
          <p:nvPr/>
        </p:nvSpPr>
        <p:spPr>
          <a:xfrm rot="21382053">
            <a:off x="328361" y="5079479"/>
            <a:ext cx="340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haroni" panose="02010803020104030203" pitchFamily="2" charset="-79"/>
                <a:cs typeface="Aharoni" panose="02010803020104030203" pitchFamily="2" charset="-79"/>
              </a:rPr>
              <a:t>Little stars are in the dark sky!</a:t>
            </a:r>
            <a:endParaRPr lang="ko-KR" alt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36A5F-22E0-43D9-8A18-4DD4DF4F891B}"/>
              </a:ext>
            </a:extLst>
          </p:cNvPr>
          <p:cNvSpPr txBox="1"/>
          <p:nvPr/>
        </p:nvSpPr>
        <p:spPr>
          <a:xfrm>
            <a:off x="7143447" y="1723163"/>
            <a:ext cx="4697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08서울남산체 L" panose="02020603020101020101" pitchFamily="18" charset="-127"/>
                <a:ea typeface="08서울남산체 L" panose="02020603020101020101" pitchFamily="18" charset="-127"/>
                <a:cs typeface="Aharoni" panose="02010803020104030203" pitchFamily="2" charset="-79"/>
              </a:rPr>
              <a:t>My favorite subject is science.</a:t>
            </a:r>
            <a:endParaRPr lang="ko-KR" altLang="en-US" sz="4000" dirty="0">
              <a:latin typeface="08서울남산체 L" panose="02020603020101020101" pitchFamily="18" charset="-127"/>
              <a:ea typeface="08서울남산체 L" panose="02020603020101020101" pitchFamily="18" charset="-127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3E061-9527-4D1B-8BFA-ED29D3BFD9C2}"/>
              </a:ext>
            </a:extLst>
          </p:cNvPr>
          <p:cNvSpPr txBox="1"/>
          <p:nvPr/>
        </p:nvSpPr>
        <p:spPr>
          <a:xfrm rot="307730">
            <a:off x="2602185" y="473162"/>
            <a:ext cx="4079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+mj-ea"/>
                <a:ea typeface="+mj-ea"/>
                <a:cs typeface="Aharoni" panose="02010803020104030203" pitchFamily="2" charset="-79"/>
              </a:rPr>
              <a:t>My favorite subject is music.</a:t>
            </a:r>
            <a:endParaRPr lang="ko-KR" altLang="en-US" sz="4000" b="1" dirty="0">
              <a:latin typeface="+mj-ea"/>
              <a:ea typeface="+mj-ea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E2B49-1583-4EEA-B4DD-49694405C770}"/>
              </a:ext>
            </a:extLst>
          </p:cNvPr>
          <p:cNvSpPr txBox="1"/>
          <p:nvPr/>
        </p:nvSpPr>
        <p:spPr>
          <a:xfrm rot="21360906">
            <a:off x="6739477" y="4292996"/>
            <a:ext cx="5505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venir Next LT Pro" panose="020B0604020202020204" pitchFamily="34" charset="0"/>
                <a:cs typeface="Aharoni" panose="02010803020104030203" pitchFamily="2" charset="-79"/>
              </a:rPr>
              <a:t>The dog is my favorite animal.</a:t>
            </a:r>
            <a:endParaRPr lang="ko-KR" altLang="en-US" sz="2800" dirty="0">
              <a:latin typeface="Avenir Next LT Pro" panose="020B06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E0D4DD-A62A-4D83-A146-9A173CF3488D}"/>
              </a:ext>
            </a:extLst>
          </p:cNvPr>
          <p:cNvSpPr txBox="1"/>
          <p:nvPr/>
        </p:nvSpPr>
        <p:spPr>
          <a:xfrm>
            <a:off x="153922" y="124912"/>
            <a:ext cx="22230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haroni" panose="02010803020104030203" pitchFamily="2" charset="-79"/>
                <a:cs typeface="Aharoni" panose="02010803020104030203" pitchFamily="2" charset="-79"/>
              </a:rPr>
              <a:t>A blue bird is in the tree!</a:t>
            </a:r>
            <a:endParaRPr lang="ko-KR" alt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22B3D-B3FB-427F-8CC2-67722F4742FD}"/>
              </a:ext>
            </a:extLst>
          </p:cNvPr>
          <p:cNvSpPr txBox="1"/>
          <p:nvPr/>
        </p:nvSpPr>
        <p:spPr>
          <a:xfrm rot="866670">
            <a:off x="324007" y="3890322"/>
            <a:ext cx="388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venir Next LT Pro" panose="020B0604020202020204" pitchFamily="34" charset="0"/>
                <a:cs typeface="Aharoni" panose="02010803020104030203" pitchFamily="2" charset="-79"/>
              </a:rPr>
              <a:t>I like singing songs.</a:t>
            </a:r>
            <a:endParaRPr lang="ko-KR" altLang="en-US" sz="2800" dirty="0">
              <a:latin typeface="Avenir Next LT Pro" panose="020B06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F05B1-D0CA-42C5-916E-42BC2605581E}"/>
              </a:ext>
            </a:extLst>
          </p:cNvPr>
          <p:cNvSpPr txBox="1"/>
          <p:nvPr/>
        </p:nvSpPr>
        <p:spPr>
          <a:xfrm>
            <a:off x="3767765" y="3557736"/>
            <a:ext cx="525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I like playing with my dog.</a:t>
            </a:r>
            <a:endParaRPr lang="ko-KR" alt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1C306-B124-4539-B4C4-3E997E4F9D0E}"/>
              </a:ext>
            </a:extLst>
          </p:cNvPr>
          <p:cNvSpPr txBox="1"/>
          <p:nvPr/>
        </p:nvSpPr>
        <p:spPr>
          <a:xfrm>
            <a:off x="2407954" y="6168170"/>
            <a:ext cx="2719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haroni" panose="02010803020104030203" pitchFamily="2" charset="-79"/>
                <a:cs typeface="Aharoni" panose="02010803020104030203" pitchFamily="2" charset="-79"/>
              </a:rPr>
              <a:t>I like watching the blue bird.</a:t>
            </a:r>
            <a:endParaRPr lang="ko-KR" alt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94B69-496C-40FA-B69A-F4C5112A3542}"/>
              </a:ext>
            </a:extLst>
          </p:cNvPr>
          <p:cNvSpPr txBox="1"/>
          <p:nvPr/>
        </p:nvSpPr>
        <p:spPr>
          <a:xfrm>
            <a:off x="10083220" y="312330"/>
            <a:ext cx="2223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haroni" panose="02010803020104030203" pitchFamily="2" charset="-79"/>
                <a:cs typeface="Aharoni" panose="02010803020104030203" pitchFamily="2" charset="-79"/>
              </a:rPr>
              <a:t>Blue is my favorite color.</a:t>
            </a:r>
            <a:endParaRPr lang="ko-KR" alt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008FAC-3EA4-4409-B4DD-C4C07AB5CF72}"/>
              </a:ext>
            </a:extLst>
          </p:cNvPr>
          <p:cNvSpPr txBox="1"/>
          <p:nvPr/>
        </p:nvSpPr>
        <p:spPr>
          <a:xfrm>
            <a:off x="914400" y="2192270"/>
            <a:ext cx="6629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haroni" panose="02010803020104030203" pitchFamily="2" charset="-79"/>
                <a:cs typeface="Aharoni" panose="02010803020104030203" pitchFamily="2" charset="-79"/>
              </a:rPr>
              <a:t>A little dog is in the park!</a:t>
            </a:r>
            <a:endParaRPr lang="ko-KR" alt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D2641-8B29-4B03-B33F-1FEC9B7D6AB0}"/>
              </a:ext>
            </a:extLst>
          </p:cNvPr>
          <p:cNvSpPr txBox="1"/>
          <p:nvPr/>
        </p:nvSpPr>
        <p:spPr>
          <a:xfrm rot="679901">
            <a:off x="4338570" y="5883654"/>
            <a:ext cx="4272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한강체 L" panose="02020603020101020101" pitchFamily="18" charset="-127"/>
                <a:ea typeface="08서울한강체 L" panose="02020603020101020101" pitchFamily="18" charset="-127"/>
                <a:cs typeface="Aharoni" panose="02010803020104030203" pitchFamily="2" charset="-79"/>
              </a:rPr>
              <a:t>I like drawing stars.</a:t>
            </a:r>
            <a:endParaRPr lang="ko-KR" alt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한강체 L" panose="02020603020101020101" pitchFamily="18" charset="-127"/>
              <a:ea typeface="08서울한강체 L" panose="02020603020101020101" pitchFamily="18" charset="-127"/>
              <a:cs typeface="Aharoni" panose="02010803020104030203" pitchFamily="2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3E799-49AC-4E22-9BDA-E94140A92990}"/>
              </a:ext>
            </a:extLst>
          </p:cNvPr>
          <p:cNvSpPr txBox="1"/>
          <p:nvPr/>
        </p:nvSpPr>
        <p:spPr>
          <a:xfrm>
            <a:off x="9006270" y="5145873"/>
            <a:ext cx="330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Aharoni" panose="02010803020104030203" pitchFamily="2" charset="-79"/>
                <a:cs typeface="Aharoni" panose="02010803020104030203" pitchFamily="2" charset="-79"/>
              </a:rPr>
              <a:t>Art is my favorite subject.</a:t>
            </a:r>
            <a:endParaRPr lang="ko-KR" altLang="en-U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594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</Words>
  <Application>Microsoft Macintosh PowerPoint</Application>
  <PresentationFormat>와이드스크린</PresentationFormat>
  <Paragraphs>26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08서울남산체 L</vt:lpstr>
      <vt:lpstr>08서울한강체 L</vt:lpstr>
      <vt:lpstr>맑은 고딕</vt:lpstr>
      <vt:lpstr>Aharoni</vt:lpstr>
      <vt:lpstr>Arial</vt:lpstr>
      <vt:lpstr>Avenir Next LT Pro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Jeeyoung Jeon</cp:lastModifiedBy>
  <cp:revision>2</cp:revision>
  <cp:lastPrinted>2021-11-01T02:41:43Z</cp:lastPrinted>
  <dcterms:created xsi:type="dcterms:W3CDTF">2021-11-01T02:32:20Z</dcterms:created>
  <dcterms:modified xsi:type="dcterms:W3CDTF">2026-04-13T02:10:50Z</dcterms:modified>
</cp:coreProperties>
</file>