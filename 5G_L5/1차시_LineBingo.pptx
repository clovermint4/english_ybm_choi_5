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2" r:id="rId1"/>
  </p:sldMasterIdLst>
  <p:notesMasterIdLst>
    <p:notesMasterId r:id="rId20"/>
  </p:notesMasterIdLst>
  <p:sldIdLst>
    <p:sldId id="259" r:id="rId2"/>
    <p:sldId id="295" r:id="rId3"/>
    <p:sldId id="290" r:id="rId4"/>
    <p:sldId id="277" r:id="rId5"/>
    <p:sldId id="280" r:id="rId6"/>
    <p:sldId id="278" r:id="rId7"/>
    <p:sldId id="291" r:id="rId8"/>
    <p:sldId id="292" r:id="rId9"/>
    <p:sldId id="294" r:id="rId10"/>
    <p:sldId id="282" r:id="rId11"/>
    <p:sldId id="283" r:id="rId12"/>
    <p:sldId id="284" r:id="rId13"/>
    <p:sldId id="285" r:id="rId14"/>
    <p:sldId id="286" r:id="rId15"/>
    <p:sldId id="287" r:id="rId16"/>
    <p:sldId id="288" r:id="rId17"/>
    <p:sldId id="260" r:id="rId18"/>
    <p:sldId id="289" r:id="rId19"/>
  </p:sldIdLst>
  <p:sldSz cx="9144000" cy="5143500" type="screen16x9"/>
  <p:notesSz cx="6858000" cy="9144000"/>
  <p:embeddedFontLst>
    <p:embeddedFont>
      <p:font typeface="HY산B" panose="02030600000101010101" charset="-127"/>
      <p:regular r:id="rId21"/>
    </p:embeddedFont>
    <p:embeddedFont>
      <p:font typeface="Calibri" panose="020F0502020204030204" pitchFamily="34" charset="0"/>
      <p:regular r:id="rId22"/>
      <p:bold r:id="rId23"/>
      <p:italic r:id="rId24"/>
      <p:boldItalic r:id="rId25"/>
    </p:embeddedFont>
    <p:embeddedFont>
      <p:font typeface="Cooper Black" panose="0208090404030B020404" pitchFamily="18"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istening Version" id="{5914EF86-70BE-1D4C-B977-65F8139857FB}">
          <p14:sldIdLst>
            <p14:sldId id="259"/>
            <p14:sldId id="295"/>
            <p14:sldId id="290"/>
            <p14:sldId id="277"/>
            <p14:sldId id="280"/>
            <p14:sldId id="278"/>
            <p14:sldId id="291"/>
            <p14:sldId id="292"/>
            <p14:sldId id="294"/>
          </p14:sldIdLst>
        </p14:section>
        <p14:section name="Listening &amp; Reading Version" id="{D7CE7CDE-4133-F04B-9261-3A5666971DEE}">
          <p14:sldIdLst>
            <p14:sldId id="282"/>
            <p14:sldId id="283"/>
            <p14:sldId id="284"/>
            <p14:sldId id="285"/>
            <p14:sldId id="286"/>
            <p14:sldId id="287"/>
            <p14:sldId id="288"/>
          </p14:sldIdLst>
        </p14:section>
        <p14:section name="Game Cards" id="{F76FE47C-C7C9-7C40-B757-8B1D3C860FBD}">
          <p14:sldIdLst>
            <p14:sldId id="260"/>
            <p14:sldId id="28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E1AB"/>
    <a:srgbClr val="F7C158"/>
    <a:srgbClr val="F8DF5D"/>
    <a:srgbClr val="F19C27"/>
    <a:srgbClr val="F7E930"/>
    <a:srgbClr val="F5B9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26" autoAdjust="0"/>
    <p:restoredTop sz="88707" autoAdjust="0"/>
  </p:normalViewPr>
  <p:slideViewPr>
    <p:cSldViewPr>
      <p:cViewPr varScale="1">
        <p:scale>
          <a:sx n="132" d="100"/>
          <a:sy n="132" d="100"/>
        </p:scale>
        <p:origin x="774" y="114"/>
      </p:cViewPr>
      <p:guideLst>
        <p:guide orient="horz" pos="1620"/>
        <p:guide pos="2880"/>
      </p:guideLst>
    </p:cSldViewPr>
  </p:slideViewPr>
  <p:outlineViewPr>
    <p:cViewPr>
      <p:scale>
        <a:sx n="33" d="100"/>
        <a:sy n="33" d="100"/>
      </p:scale>
      <p:origin x="0" y="214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이수경" userId="18dff3ca-13f6-4578-8fb9-ff93a1d6b419" providerId="ADAL" clId="{DF6516EA-61EA-48F0-9541-C915EE52AFAD}"/>
    <pc:docChg chg="undo custSel addSld delSld modSld sldOrd modMainMaster modSection">
      <pc:chgData name="이수경" userId="18dff3ca-13f6-4578-8fb9-ff93a1d6b419" providerId="ADAL" clId="{DF6516EA-61EA-48F0-9541-C915EE52AFAD}" dt="2026-03-17T06:01:57.199" v="209" actId="20577"/>
      <pc:docMkLst>
        <pc:docMk/>
      </pc:docMkLst>
      <pc:sldChg chg="addSp delSp modSp mod delAnim">
        <pc:chgData name="이수경" userId="18dff3ca-13f6-4578-8fb9-ff93a1d6b419" providerId="ADAL" clId="{DF6516EA-61EA-48F0-9541-C915EE52AFAD}" dt="2026-03-17T01:29:47.956" v="194" actId="14100"/>
        <pc:sldMkLst>
          <pc:docMk/>
          <pc:sldMk cId="105419503" sldId="277"/>
        </pc:sldMkLst>
        <pc:spChg chg="del">
          <ac:chgData name="이수경" userId="18dff3ca-13f6-4578-8fb9-ff93a1d6b419" providerId="ADAL" clId="{DF6516EA-61EA-48F0-9541-C915EE52AFAD}" dt="2026-03-16T01:36:28.101" v="20" actId="478"/>
          <ac:spMkLst>
            <pc:docMk/>
            <pc:sldMk cId="105419503" sldId="277"/>
            <ac:spMk id="8" creationId="{64A035EE-EDDE-440F-8181-63B448E4198F}"/>
          </ac:spMkLst>
        </pc:spChg>
        <pc:spChg chg="add mod">
          <ac:chgData name="이수경" userId="18dff3ca-13f6-4578-8fb9-ff93a1d6b419" providerId="ADAL" clId="{DF6516EA-61EA-48F0-9541-C915EE52AFAD}" dt="2026-03-17T01:29:47.956" v="194" actId="14100"/>
          <ac:spMkLst>
            <pc:docMk/>
            <pc:sldMk cId="105419503" sldId="277"/>
            <ac:spMk id="8" creationId="{82BC3C43-EAA5-4C1A-9CA4-C14D2DA8F3E1}"/>
          </ac:spMkLst>
        </pc:spChg>
        <pc:spChg chg="mod">
          <ac:chgData name="이수경" userId="18dff3ca-13f6-4578-8fb9-ff93a1d6b419" providerId="ADAL" clId="{DF6516EA-61EA-48F0-9541-C915EE52AFAD}" dt="2026-03-17T01:29:38.985" v="192" actId="14100"/>
          <ac:spMkLst>
            <pc:docMk/>
            <pc:sldMk cId="105419503" sldId="277"/>
            <ac:spMk id="10" creationId="{5DBE4026-A2AA-9D43-BDA1-3C9F08EE33C9}"/>
          </ac:spMkLst>
        </pc:spChg>
      </pc:sldChg>
      <pc:sldChg chg="modSp">
        <pc:chgData name="이수경" userId="18dff3ca-13f6-4578-8fb9-ff93a1d6b419" providerId="ADAL" clId="{DF6516EA-61EA-48F0-9541-C915EE52AFAD}" dt="2026-03-17T06:01:57.199" v="209" actId="20577"/>
        <pc:sldMkLst>
          <pc:docMk/>
          <pc:sldMk cId="120305066" sldId="280"/>
        </pc:sldMkLst>
        <pc:spChg chg="mod">
          <ac:chgData name="이수경" userId="18dff3ca-13f6-4578-8fb9-ff93a1d6b419" providerId="ADAL" clId="{DF6516EA-61EA-48F0-9541-C915EE52AFAD}" dt="2026-03-17T06:01:57.199" v="209" actId="20577"/>
          <ac:spMkLst>
            <pc:docMk/>
            <pc:sldMk cId="120305066" sldId="280"/>
            <ac:spMk id="3" creationId="{00000000-0000-0000-0000-000000000000}"/>
          </ac:spMkLst>
        </pc:spChg>
      </pc:sldChg>
      <pc:sldChg chg="modSp mod">
        <pc:chgData name="이수경" userId="18dff3ca-13f6-4578-8fb9-ff93a1d6b419" providerId="ADAL" clId="{DF6516EA-61EA-48F0-9541-C915EE52AFAD}" dt="2026-03-17T01:28:57.489" v="145" actId="20577"/>
        <pc:sldMkLst>
          <pc:docMk/>
          <pc:sldMk cId="767089446" sldId="290"/>
        </pc:sldMkLst>
        <pc:spChg chg="mod">
          <ac:chgData name="이수경" userId="18dff3ca-13f6-4578-8fb9-ff93a1d6b419" providerId="ADAL" clId="{DF6516EA-61EA-48F0-9541-C915EE52AFAD}" dt="2026-03-17T01:28:57.489" v="145" actId="20577"/>
          <ac:spMkLst>
            <pc:docMk/>
            <pc:sldMk cId="767089446" sldId="290"/>
            <ac:spMk id="3" creationId="{00000000-0000-0000-0000-000000000000}"/>
          </ac:spMkLst>
        </pc:spChg>
      </pc:sldChg>
      <pc:sldChg chg="delSp modSp del mod">
        <pc:chgData name="이수경" userId="18dff3ca-13f6-4578-8fb9-ff93a1d6b419" providerId="ADAL" clId="{DF6516EA-61EA-48F0-9541-C915EE52AFAD}" dt="2026-03-17T01:31:14.525" v="202" actId="47"/>
        <pc:sldMkLst>
          <pc:docMk/>
          <pc:sldMk cId="5904" sldId="293"/>
        </pc:sldMkLst>
        <pc:graphicFrameChg chg="mod modGraphic">
          <ac:chgData name="이수경" userId="18dff3ca-13f6-4578-8fb9-ff93a1d6b419" providerId="ADAL" clId="{DF6516EA-61EA-48F0-9541-C915EE52AFAD}" dt="2026-03-16T01:37:14.635" v="55" actId="1038"/>
          <ac:graphicFrameMkLst>
            <pc:docMk/>
            <pc:sldMk cId="5904" sldId="293"/>
            <ac:graphicFrameMk id="3" creationId="{0FF1EEFF-0398-45EE-956C-24111BACA5E4}"/>
          </ac:graphicFrameMkLst>
        </pc:graphicFrameChg>
        <pc:graphicFrameChg chg="mod modGraphic">
          <ac:chgData name="이수경" userId="18dff3ca-13f6-4578-8fb9-ff93a1d6b419" providerId="ADAL" clId="{DF6516EA-61EA-48F0-9541-C915EE52AFAD}" dt="2026-03-16T01:37:14.635" v="55" actId="1038"/>
          <ac:graphicFrameMkLst>
            <pc:docMk/>
            <pc:sldMk cId="5904" sldId="293"/>
            <ac:graphicFrameMk id="4" creationId="{1E96C092-C6AB-4661-A905-8E0C61EBD56E}"/>
          </ac:graphicFrameMkLst>
        </pc:graphicFrameChg>
        <pc:graphicFrameChg chg="mod modGraphic">
          <ac:chgData name="이수경" userId="18dff3ca-13f6-4578-8fb9-ff93a1d6b419" providerId="ADAL" clId="{DF6516EA-61EA-48F0-9541-C915EE52AFAD}" dt="2026-03-16T01:37:14.635" v="55" actId="1038"/>
          <ac:graphicFrameMkLst>
            <pc:docMk/>
            <pc:sldMk cId="5904" sldId="293"/>
            <ac:graphicFrameMk id="5" creationId="{DB8CB661-DD9F-4743-A969-0A1CA46B6C83}"/>
          </ac:graphicFrameMkLst>
        </pc:graphicFrameChg>
        <pc:graphicFrameChg chg="mod modGraphic">
          <ac:chgData name="이수경" userId="18dff3ca-13f6-4578-8fb9-ff93a1d6b419" providerId="ADAL" clId="{DF6516EA-61EA-48F0-9541-C915EE52AFAD}" dt="2026-03-16T01:37:14.635" v="55" actId="1038"/>
          <ac:graphicFrameMkLst>
            <pc:docMk/>
            <pc:sldMk cId="5904" sldId="293"/>
            <ac:graphicFrameMk id="6" creationId="{BC1E9502-FFAE-412B-B40C-4B6EF972B274}"/>
          </ac:graphicFrameMkLst>
        </pc:graphicFrameChg>
        <pc:picChg chg="mod">
          <ac:chgData name="이수경" userId="18dff3ca-13f6-4578-8fb9-ff93a1d6b419" providerId="ADAL" clId="{DF6516EA-61EA-48F0-9541-C915EE52AFAD}" dt="2026-03-16T01:37:14.635" v="55" actId="1038"/>
          <ac:picMkLst>
            <pc:docMk/>
            <pc:sldMk cId="5904" sldId="293"/>
            <ac:picMk id="19" creationId="{FE7A5FE2-DB5A-441E-834C-FF88890689FF}"/>
          </ac:picMkLst>
        </pc:picChg>
        <pc:picChg chg="mod">
          <ac:chgData name="이수경" userId="18dff3ca-13f6-4578-8fb9-ff93a1d6b419" providerId="ADAL" clId="{DF6516EA-61EA-48F0-9541-C915EE52AFAD}" dt="2026-03-16T01:37:14.635" v="55" actId="1038"/>
          <ac:picMkLst>
            <pc:docMk/>
            <pc:sldMk cId="5904" sldId="293"/>
            <ac:picMk id="20" creationId="{68F0CDEC-46AD-4DC1-A99C-2A2DA157B953}"/>
          </ac:picMkLst>
        </pc:picChg>
        <pc:picChg chg="mod">
          <ac:chgData name="이수경" userId="18dff3ca-13f6-4578-8fb9-ff93a1d6b419" providerId="ADAL" clId="{DF6516EA-61EA-48F0-9541-C915EE52AFAD}" dt="2026-03-16T01:37:14.635" v="55" actId="1038"/>
          <ac:picMkLst>
            <pc:docMk/>
            <pc:sldMk cId="5904" sldId="293"/>
            <ac:picMk id="21" creationId="{DA100620-A286-478E-90B4-57937F378A2C}"/>
          </ac:picMkLst>
        </pc:picChg>
        <pc:picChg chg="mod">
          <ac:chgData name="이수경" userId="18dff3ca-13f6-4578-8fb9-ff93a1d6b419" providerId="ADAL" clId="{DF6516EA-61EA-48F0-9541-C915EE52AFAD}" dt="2026-03-16T01:37:14.635" v="55" actId="1038"/>
          <ac:picMkLst>
            <pc:docMk/>
            <pc:sldMk cId="5904" sldId="293"/>
            <ac:picMk id="22" creationId="{2C2D1EF2-DF30-420B-95EC-01F4F5F30AE2}"/>
          </ac:picMkLst>
        </pc:picChg>
        <pc:picChg chg="mod">
          <ac:chgData name="이수경" userId="18dff3ca-13f6-4578-8fb9-ff93a1d6b419" providerId="ADAL" clId="{DF6516EA-61EA-48F0-9541-C915EE52AFAD}" dt="2026-03-16T01:37:14.635" v="55" actId="1038"/>
          <ac:picMkLst>
            <pc:docMk/>
            <pc:sldMk cId="5904" sldId="293"/>
            <ac:picMk id="23" creationId="{64B896DB-9991-4B13-8CDF-900201A00871}"/>
          </ac:picMkLst>
        </pc:picChg>
        <pc:picChg chg="mod">
          <ac:chgData name="이수경" userId="18dff3ca-13f6-4578-8fb9-ff93a1d6b419" providerId="ADAL" clId="{DF6516EA-61EA-48F0-9541-C915EE52AFAD}" dt="2026-03-16T01:37:14.635" v="55" actId="1038"/>
          <ac:picMkLst>
            <pc:docMk/>
            <pc:sldMk cId="5904" sldId="293"/>
            <ac:picMk id="24" creationId="{5BDE19C0-E10E-42CF-8978-C63D7815CC7F}"/>
          </ac:picMkLst>
        </pc:picChg>
        <pc:picChg chg="mod">
          <ac:chgData name="이수경" userId="18dff3ca-13f6-4578-8fb9-ff93a1d6b419" providerId="ADAL" clId="{DF6516EA-61EA-48F0-9541-C915EE52AFAD}" dt="2026-03-16T01:37:14.635" v="55" actId="1038"/>
          <ac:picMkLst>
            <pc:docMk/>
            <pc:sldMk cId="5904" sldId="293"/>
            <ac:picMk id="25" creationId="{771924A8-98AE-4965-B19A-7A38A0CB0FD3}"/>
          </ac:picMkLst>
        </pc:picChg>
        <pc:picChg chg="mod">
          <ac:chgData name="이수경" userId="18dff3ca-13f6-4578-8fb9-ff93a1d6b419" providerId="ADAL" clId="{DF6516EA-61EA-48F0-9541-C915EE52AFAD}" dt="2026-03-16T01:37:14.635" v="55" actId="1038"/>
          <ac:picMkLst>
            <pc:docMk/>
            <pc:sldMk cId="5904" sldId="293"/>
            <ac:picMk id="26" creationId="{A1135979-154B-43D2-9506-E2F7A73BB142}"/>
          </ac:picMkLst>
        </pc:picChg>
        <pc:picChg chg="del">
          <ac:chgData name="이수경" userId="18dff3ca-13f6-4578-8fb9-ff93a1d6b419" providerId="ADAL" clId="{DF6516EA-61EA-48F0-9541-C915EE52AFAD}" dt="2026-03-16T01:36:36.216" v="21" actId="478"/>
          <ac:picMkLst>
            <pc:docMk/>
            <pc:sldMk cId="5904" sldId="293"/>
            <ac:picMk id="27" creationId="{94D59A5A-4077-46AF-8BD8-58D179B0137E}"/>
          </ac:picMkLst>
        </pc:picChg>
        <pc:picChg chg="mod">
          <ac:chgData name="이수경" userId="18dff3ca-13f6-4578-8fb9-ff93a1d6b419" providerId="ADAL" clId="{DF6516EA-61EA-48F0-9541-C915EE52AFAD}" dt="2026-03-16T01:37:14.635" v="55" actId="1038"/>
          <ac:picMkLst>
            <pc:docMk/>
            <pc:sldMk cId="5904" sldId="293"/>
            <ac:picMk id="28" creationId="{B6551BDD-C07D-4A90-88C2-DE8827ABF8C9}"/>
          </ac:picMkLst>
        </pc:picChg>
        <pc:picChg chg="mod">
          <ac:chgData name="이수경" userId="18dff3ca-13f6-4578-8fb9-ff93a1d6b419" providerId="ADAL" clId="{DF6516EA-61EA-48F0-9541-C915EE52AFAD}" dt="2026-03-16T01:37:14.635" v="55" actId="1038"/>
          <ac:picMkLst>
            <pc:docMk/>
            <pc:sldMk cId="5904" sldId="293"/>
            <ac:picMk id="29" creationId="{7CC5B0AD-4469-4140-B3EB-C0339CEF7842}"/>
          </ac:picMkLst>
        </pc:picChg>
        <pc:picChg chg="mod">
          <ac:chgData name="이수경" userId="18dff3ca-13f6-4578-8fb9-ff93a1d6b419" providerId="ADAL" clId="{DF6516EA-61EA-48F0-9541-C915EE52AFAD}" dt="2026-03-16T01:37:14.635" v="55" actId="1038"/>
          <ac:picMkLst>
            <pc:docMk/>
            <pc:sldMk cId="5904" sldId="293"/>
            <ac:picMk id="30" creationId="{39D30F04-74F6-44E9-9B2C-50EC99F5E2B0}"/>
          </ac:picMkLst>
        </pc:picChg>
        <pc:picChg chg="mod">
          <ac:chgData name="이수경" userId="18dff3ca-13f6-4578-8fb9-ff93a1d6b419" providerId="ADAL" clId="{DF6516EA-61EA-48F0-9541-C915EE52AFAD}" dt="2026-03-16T01:37:14.635" v="55" actId="1038"/>
          <ac:picMkLst>
            <pc:docMk/>
            <pc:sldMk cId="5904" sldId="293"/>
            <ac:picMk id="31" creationId="{AD9F80B6-73FD-48C0-BB68-45F3AE9D58A5}"/>
          </ac:picMkLst>
        </pc:picChg>
        <pc:picChg chg="mod">
          <ac:chgData name="이수경" userId="18dff3ca-13f6-4578-8fb9-ff93a1d6b419" providerId="ADAL" clId="{DF6516EA-61EA-48F0-9541-C915EE52AFAD}" dt="2026-03-16T01:37:14.635" v="55" actId="1038"/>
          <ac:picMkLst>
            <pc:docMk/>
            <pc:sldMk cId="5904" sldId="293"/>
            <ac:picMk id="32" creationId="{DFAA7152-3B44-4ED4-9089-9FB06EA6D82E}"/>
          </ac:picMkLst>
        </pc:picChg>
        <pc:picChg chg="mod">
          <ac:chgData name="이수경" userId="18dff3ca-13f6-4578-8fb9-ff93a1d6b419" providerId="ADAL" clId="{DF6516EA-61EA-48F0-9541-C915EE52AFAD}" dt="2026-03-16T01:37:14.635" v="55" actId="1038"/>
          <ac:picMkLst>
            <pc:docMk/>
            <pc:sldMk cId="5904" sldId="293"/>
            <ac:picMk id="33" creationId="{9C0030BA-6EA0-4D0E-886E-238BDDED4944}"/>
          </ac:picMkLst>
        </pc:picChg>
        <pc:picChg chg="mod">
          <ac:chgData name="이수경" userId="18dff3ca-13f6-4578-8fb9-ff93a1d6b419" providerId="ADAL" clId="{DF6516EA-61EA-48F0-9541-C915EE52AFAD}" dt="2026-03-16T01:37:14.635" v="55" actId="1038"/>
          <ac:picMkLst>
            <pc:docMk/>
            <pc:sldMk cId="5904" sldId="293"/>
            <ac:picMk id="34" creationId="{5237ACE2-B125-499C-B2FB-DB1446976A5B}"/>
          </ac:picMkLst>
        </pc:picChg>
        <pc:picChg chg="mod">
          <ac:chgData name="이수경" userId="18dff3ca-13f6-4578-8fb9-ff93a1d6b419" providerId="ADAL" clId="{DF6516EA-61EA-48F0-9541-C915EE52AFAD}" dt="2026-03-16T01:37:14.635" v="55" actId="1038"/>
          <ac:picMkLst>
            <pc:docMk/>
            <pc:sldMk cId="5904" sldId="293"/>
            <ac:picMk id="35" creationId="{7BF9F80F-7317-4432-9AAA-0A47AAE8991E}"/>
          </ac:picMkLst>
        </pc:picChg>
        <pc:picChg chg="del">
          <ac:chgData name="이수경" userId="18dff3ca-13f6-4578-8fb9-ff93a1d6b419" providerId="ADAL" clId="{DF6516EA-61EA-48F0-9541-C915EE52AFAD}" dt="2026-03-16T01:36:36.216" v="21" actId="478"/>
          <ac:picMkLst>
            <pc:docMk/>
            <pc:sldMk cId="5904" sldId="293"/>
            <ac:picMk id="36" creationId="{2F29627B-3B42-4367-836C-B6BD84D6858F}"/>
          </ac:picMkLst>
        </pc:picChg>
        <pc:picChg chg="mod">
          <ac:chgData name="이수경" userId="18dff3ca-13f6-4578-8fb9-ff93a1d6b419" providerId="ADAL" clId="{DF6516EA-61EA-48F0-9541-C915EE52AFAD}" dt="2026-03-16T01:37:14.635" v="55" actId="1038"/>
          <ac:picMkLst>
            <pc:docMk/>
            <pc:sldMk cId="5904" sldId="293"/>
            <ac:picMk id="37" creationId="{E8B2ADA3-F4ED-4E13-8E76-AF8AA1BDFBCC}"/>
          </ac:picMkLst>
        </pc:picChg>
        <pc:picChg chg="mod">
          <ac:chgData name="이수경" userId="18dff3ca-13f6-4578-8fb9-ff93a1d6b419" providerId="ADAL" clId="{DF6516EA-61EA-48F0-9541-C915EE52AFAD}" dt="2026-03-16T01:37:14.635" v="55" actId="1038"/>
          <ac:picMkLst>
            <pc:docMk/>
            <pc:sldMk cId="5904" sldId="293"/>
            <ac:picMk id="38" creationId="{08292A0E-9A20-4B25-B900-9D61BE48BC75}"/>
          </ac:picMkLst>
        </pc:picChg>
        <pc:picChg chg="mod">
          <ac:chgData name="이수경" userId="18dff3ca-13f6-4578-8fb9-ff93a1d6b419" providerId="ADAL" clId="{DF6516EA-61EA-48F0-9541-C915EE52AFAD}" dt="2026-03-16T01:37:14.635" v="55" actId="1038"/>
          <ac:picMkLst>
            <pc:docMk/>
            <pc:sldMk cId="5904" sldId="293"/>
            <ac:picMk id="39" creationId="{973E3979-43B0-4C32-A333-F50986817341}"/>
          </ac:picMkLst>
        </pc:picChg>
        <pc:picChg chg="mod">
          <ac:chgData name="이수경" userId="18dff3ca-13f6-4578-8fb9-ff93a1d6b419" providerId="ADAL" clId="{DF6516EA-61EA-48F0-9541-C915EE52AFAD}" dt="2026-03-16T01:37:14.635" v="55" actId="1038"/>
          <ac:picMkLst>
            <pc:docMk/>
            <pc:sldMk cId="5904" sldId="293"/>
            <ac:picMk id="40" creationId="{51F8213D-021B-43A6-9F33-D6667E39F2D2}"/>
          </ac:picMkLst>
        </pc:picChg>
        <pc:picChg chg="mod">
          <ac:chgData name="이수경" userId="18dff3ca-13f6-4578-8fb9-ff93a1d6b419" providerId="ADAL" clId="{DF6516EA-61EA-48F0-9541-C915EE52AFAD}" dt="2026-03-16T01:37:14.635" v="55" actId="1038"/>
          <ac:picMkLst>
            <pc:docMk/>
            <pc:sldMk cId="5904" sldId="293"/>
            <ac:picMk id="41" creationId="{19EF51DC-54E5-4895-AADF-F536CB234D1E}"/>
          </ac:picMkLst>
        </pc:picChg>
        <pc:picChg chg="mod">
          <ac:chgData name="이수경" userId="18dff3ca-13f6-4578-8fb9-ff93a1d6b419" providerId="ADAL" clId="{DF6516EA-61EA-48F0-9541-C915EE52AFAD}" dt="2026-03-16T01:37:14.635" v="55" actId="1038"/>
          <ac:picMkLst>
            <pc:docMk/>
            <pc:sldMk cId="5904" sldId="293"/>
            <ac:picMk id="42" creationId="{0408C8A7-2844-495D-8EA9-3E8A90113C42}"/>
          </ac:picMkLst>
        </pc:picChg>
        <pc:picChg chg="mod">
          <ac:chgData name="이수경" userId="18dff3ca-13f6-4578-8fb9-ff93a1d6b419" providerId="ADAL" clId="{DF6516EA-61EA-48F0-9541-C915EE52AFAD}" dt="2026-03-16T01:37:14.635" v="55" actId="1038"/>
          <ac:picMkLst>
            <pc:docMk/>
            <pc:sldMk cId="5904" sldId="293"/>
            <ac:picMk id="43" creationId="{505574E9-1C73-4DBA-B363-F78383A173DA}"/>
          </ac:picMkLst>
        </pc:picChg>
        <pc:picChg chg="mod">
          <ac:chgData name="이수경" userId="18dff3ca-13f6-4578-8fb9-ff93a1d6b419" providerId="ADAL" clId="{DF6516EA-61EA-48F0-9541-C915EE52AFAD}" dt="2026-03-16T01:37:14.635" v="55" actId="1038"/>
          <ac:picMkLst>
            <pc:docMk/>
            <pc:sldMk cId="5904" sldId="293"/>
            <ac:picMk id="44" creationId="{8715D0A8-C875-4E1F-B75E-DE6A4EB14927}"/>
          </ac:picMkLst>
        </pc:picChg>
        <pc:picChg chg="del">
          <ac:chgData name="이수경" userId="18dff3ca-13f6-4578-8fb9-ff93a1d6b419" providerId="ADAL" clId="{DF6516EA-61EA-48F0-9541-C915EE52AFAD}" dt="2026-03-16T01:36:36.216" v="21" actId="478"/>
          <ac:picMkLst>
            <pc:docMk/>
            <pc:sldMk cId="5904" sldId="293"/>
            <ac:picMk id="45" creationId="{16D185CB-AE8D-4748-89C3-A90B4CFA5AC5}"/>
          </ac:picMkLst>
        </pc:picChg>
        <pc:picChg chg="mod">
          <ac:chgData name="이수경" userId="18dff3ca-13f6-4578-8fb9-ff93a1d6b419" providerId="ADAL" clId="{DF6516EA-61EA-48F0-9541-C915EE52AFAD}" dt="2026-03-16T01:37:14.635" v="55" actId="1038"/>
          <ac:picMkLst>
            <pc:docMk/>
            <pc:sldMk cId="5904" sldId="293"/>
            <ac:picMk id="2049" creationId="{879C17F3-D3C8-420B-BB32-F76DADB9A53C}"/>
          </ac:picMkLst>
        </pc:picChg>
        <pc:picChg chg="mod">
          <ac:chgData name="이수경" userId="18dff3ca-13f6-4578-8fb9-ff93a1d6b419" providerId="ADAL" clId="{DF6516EA-61EA-48F0-9541-C915EE52AFAD}" dt="2026-03-16T01:37:14.635" v="55" actId="1038"/>
          <ac:picMkLst>
            <pc:docMk/>
            <pc:sldMk cId="5904" sldId="293"/>
            <ac:picMk id="2050" creationId="{BE805A25-A67C-46DE-8C69-1C2BD2C871FF}"/>
          </ac:picMkLst>
        </pc:picChg>
        <pc:picChg chg="mod">
          <ac:chgData name="이수경" userId="18dff3ca-13f6-4578-8fb9-ff93a1d6b419" providerId="ADAL" clId="{DF6516EA-61EA-48F0-9541-C915EE52AFAD}" dt="2026-03-16T01:37:14.635" v="55" actId="1038"/>
          <ac:picMkLst>
            <pc:docMk/>
            <pc:sldMk cId="5904" sldId="293"/>
            <ac:picMk id="2051" creationId="{E8E9B2B8-91B7-4556-A65C-CAE83B5568F6}"/>
          </ac:picMkLst>
        </pc:picChg>
        <pc:picChg chg="mod">
          <ac:chgData name="이수경" userId="18dff3ca-13f6-4578-8fb9-ff93a1d6b419" providerId="ADAL" clId="{DF6516EA-61EA-48F0-9541-C915EE52AFAD}" dt="2026-03-16T01:37:14.635" v="55" actId="1038"/>
          <ac:picMkLst>
            <pc:docMk/>
            <pc:sldMk cId="5904" sldId="293"/>
            <ac:picMk id="2052" creationId="{5DEA1462-0A64-4EB2-8F55-8A0709BFB5D8}"/>
          </ac:picMkLst>
        </pc:picChg>
        <pc:picChg chg="mod">
          <ac:chgData name="이수경" userId="18dff3ca-13f6-4578-8fb9-ff93a1d6b419" providerId="ADAL" clId="{DF6516EA-61EA-48F0-9541-C915EE52AFAD}" dt="2026-03-16T01:37:14.635" v="55" actId="1038"/>
          <ac:picMkLst>
            <pc:docMk/>
            <pc:sldMk cId="5904" sldId="293"/>
            <ac:picMk id="2053" creationId="{E135FC43-E4B3-47E6-AFCE-7EE80957085D}"/>
          </ac:picMkLst>
        </pc:picChg>
        <pc:picChg chg="mod">
          <ac:chgData name="이수경" userId="18dff3ca-13f6-4578-8fb9-ff93a1d6b419" providerId="ADAL" clId="{DF6516EA-61EA-48F0-9541-C915EE52AFAD}" dt="2026-03-16T01:37:14.635" v="55" actId="1038"/>
          <ac:picMkLst>
            <pc:docMk/>
            <pc:sldMk cId="5904" sldId="293"/>
            <ac:picMk id="2054" creationId="{23A6B5C0-C179-4275-B325-BB035FA15D63}"/>
          </ac:picMkLst>
        </pc:picChg>
        <pc:picChg chg="mod">
          <ac:chgData name="이수경" userId="18dff3ca-13f6-4578-8fb9-ff93a1d6b419" providerId="ADAL" clId="{DF6516EA-61EA-48F0-9541-C915EE52AFAD}" dt="2026-03-16T01:37:14.635" v="55" actId="1038"/>
          <ac:picMkLst>
            <pc:docMk/>
            <pc:sldMk cId="5904" sldId="293"/>
            <ac:picMk id="2055" creationId="{95FD1328-6EB8-40CD-924C-91E3F04CFCFE}"/>
          </ac:picMkLst>
        </pc:picChg>
        <pc:picChg chg="mod">
          <ac:chgData name="이수경" userId="18dff3ca-13f6-4578-8fb9-ff93a1d6b419" providerId="ADAL" clId="{DF6516EA-61EA-48F0-9541-C915EE52AFAD}" dt="2026-03-16T01:37:14.635" v="55" actId="1038"/>
          <ac:picMkLst>
            <pc:docMk/>
            <pc:sldMk cId="5904" sldId="293"/>
            <ac:picMk id="2056" creationId="{A74C1428-1C75-4A4B-B9FC-1A39DE8810E2}"/>
          </ac:picMkLst>
        </pc:picChg>
        <pc:picChg chg="del">
          <ac:chgData name="이수경" userId="18dff3ca-13f6-4578-8fb9-ff93a1d6b419" providerId="ADAL" clId="{DF6516EA-61EA-48F0-9541-C915EE52AFAD}" dt="2026-03-16T01:36:36.216" v="21" actId="478"/>
          <ac:picMkLst>
            <pc:docMk/>
            <pc:sldMk cId="5904" sldId="293"/>
            <ac:picMk id="2059" creationId="{A6F08082-EEDE-4901-968E-F916B7C4B5AA}"/>
          </ac:picMkLst>
        </pc:picChg>
      </pc:sldChg>
      <pc:sldChg chg="addSp delSp modSp add mod modAnim">
        <pc:chgData name="이수경" userId="18dff3ca-13f6-4578-8fb9-ff93a1d6b419" providerId="ADAL" clId="{DF6516EA-61EA-48F0-9541-C915EE52AFAD}" dt="2026-03-16T01:36:22.525" v="19" actId="1076"/>
        <pc:sldMkLst>
          <pc:docMk/>
          <pc:sldMk cId="635839263" sldId="294"/>
        </pc:sldMkLst>
        <pc:spChg chg="del">
          <ac:chgData name="이수경" userId="18dff3ca-13f6-4578-8fb9-ff93a1d6b419" providerId="ADAL" clId="{DF6516EA-61EA-48F0-9541-C915EE52AFAD}" dt="2026-03-16T01:35:28.672" v="1" actId="478"/>
          <ac:spMkLst>
            <pc:docMk/>
            <pc:sldMk cId="635839263" sldId="294"/>
            <ac:spMk id="3" creationId="{00000000-0000-0000-0000-000000000000}"/>
          </ac:spMkLst>
        </pc:spChg>
        <pc:spChg chg="del">
          <ac:chgData name="이수경" userId="18dff3ca-13f6-4578-8fb9-ff93a1d6b419" providerId="ADAL" clId="{DF6516EA-61EA-48F0-9541-C915EE52AFAD}" dt="2026-03-16T01:35:28.672" v="1" actId="478"/>
          <ac:spMkLst>
            <pc:docMk/>
            <pc:sldMk cId="635839263" sldId="294"/>
            <ac:spMk id="59" creationId="{FA8BC26A-083D-4943-8E57-0CC843E009A8}"/>
          </ac:spMkLst>
        </pc:spChg>
        <pc:grpChg chg="del">
          <ac:chgData name="이수경" userId="18dff3ca-13f6-4578-8fb9-ff93a1d6b419" providerId="ADAL" clId="{DF6516EA-61EA-48F0-9541-C915EE52AFAD}" dt="2026-03-16T01:35:28.672" v="1" actId="478"/>
          <ac:grpSpMkLst>
            <pc:docMk/>
            <pc:sldMk cId="635839263" sldId="294"/>
            <ac:grpSpMk id="40" creationId="{7B410869-9D35-40D0-8163-1A99EB0B50B9}"/>
          </ac:grpSpMkLst>
        </pc:grpChg>
        <pc:grpChg chg="del">
          <ac:chgData name="이수경" userId="18dff3ca-13f6-4578-8fb9-ff93a1d6b419" providerId="ADAL" clId="{DF6516EA-61EA-48F0-9541-C915EE52AFAD}" dt="2026-03-16T01:35:28.672" v="1" actId="478"/>
          <ac:grpSpMkLst>
            <pc:docMk/>
            <pc:sldMk cId="635839263" sldId="294"/>
            <ac:grpSpMk id="44" creationId="{34545262-4DFD-4F94-B05C-24063B9DF399}"/>
          </ac:grpSpMkLst>
        </pc:grpChg>
        <pc:grpChg chg="del">
          <ac:chgData name="이수경" userId="18dff3ca-13f6-4578-8fb9-ff93a1d6b419" providerId="ADAL" clId="{DF6516EA-61EA-48F0-9541-C915EE52AFAD}" dt="2026-03-16T01:35:28.672" v="1" actId="478"/>
          <ac:grpSpMkLst>
            <pc:docMk/>
            <pc:sldMk cId="635839263" sldId="294"/>
            <ac:grpSpMk id="47" creationId="{F12A0A06-A22D-4031-8D52-4004BABABB3D}"/>
          </ac:grpSpMkLst>
        </pc:grpChg>
        <pc:grpChg chg="del">
          <ac:chgData name="이수경" userId="18dff3ca-13f6-4578-8fb9-ff93a1d6b419" providerId="ADAL" clId="{DF6516EA-61EA-48F0-9541-C915EE52AFAD}" dt="2026-03-16T01:35:28.672" v="1" actId="478"/>
          <ac:grpSpMkLst>
            <pc:docMk/>
            <pc:sldMk cId="635839263" sldId="294"/>
            <ac:grpSpMk id="50" creationId="{18D47E3D-386C-4405-95DE-FE3D9DE59F7D}"/>
          </ac:grpSpMkLst>
        </pc:grpChg>
        <pc:grpChg chg="del">
          <ac:chgData name="이수경" userId="18dff3ca-13f6-4578-8fb9-ff93a1d6b419" providerId="ADAL" clId="{DF6516EA-61EA-48F0-9541-C915EE52AFAD}" dt="2026-03-16T01:35:28.672" v="1" actId="478"/>
          <ac:grpSpMkLst>
            <pc:docMk/>
            <pc:sldMk cId="635839263" sldId="294"/>
            <ac:grpSpMk id="53" creationId="{143719C6-7476-464A-AD00-36FAFB3A8454}"/>
          </ac:grpSpMkLst>
        </pc:grpChg>
        <pc:grpChg chg="del">
          <ac:chgData name="이수경" userId="18dff3ca-13f6-4578-8fb9-ff93a1d6b419" providerId="ADAL" clId="{DF6516EA-61EA-48F0-9541-C915EE52AFAD}" dt="2026-03-16T01:35:28.672" v="1" actId="478"/>
          <ac:grpSpMkLst>
            <pc:docMk/>
            <pc:sldMk cId="635839263" sldId="294"/>
            <ac:grpSpMk id="56" creationId="{050995DA-7C8D-4854-B40C-40DD6397E0B1}"/>
          </ac:grpSpMkLst>
        </pc:grpChg>
        <pc:graphicFrameChg chg="add mod modGraphic">
          <ac:chgData name="이수경" userId="18dff3ca-13f6-4578-8fb9-ff93a1d6b419" providerId="ADAL" clId="{DF6516EA-61EA-48F0-9541-C915EE52AFAD}" dt="2026-03-16T01:35:49.367" v="6" actId="1076"/>
          <ac:graphicFrameMkLst>
            <pc:docMk/>
            <pc:sldMk cId="635839263" sldId="294"/>
            <ac:graphicFrameMk id="22" creationId="{BE7A57C2-8302-4A7E-B9D7-845A61749EE4}"/>
          </ac:graphicFrameMkLst>
        </pc:graphicFrameChg>
        <pc:picChg chg="add mod">
          <ac:chgData name="이수경" userId="18dff3ca-13f6-4578-8fb9-ff93a1d6b419" providerId="ADAL" clId="{DF6516EA-61EA-48F0-9541-C915EE52AFAD}" dt="2026-03-16T01:36:02.262" v="10" actId="1076"/>
          <ac:picMkLst>
            <pc:docMk/>
            <pc:sldMk cId="635839263" sldId="294"/>
            <ac:picMk id="23" creationId="{6935B8B6-802A-4095-AEC4-5F354A0D3BD4}"/>
          </ac:picMkLst>
        </pc:picChg>
        <pc:picChg chg="add mod">
          <ac:chgData name="이수경" userId="18dff3ca-13f6-4578-8fb9-ff93a1d6b419" providerId="ADAL" clId="{DF6516EA-61EA-48F0-9541-C915EE52AFAD}" dt="2026-03-16T01:36:04.624" v="11" actId="1076"/>
          <ac:picMkLst>
            <pc:docMk/>
            <pc:sldMk cId="635839263" sldId="294"/>
            <ac:picMk id="24" creationId="{364E6902-4B82-4F40-948C-853BE17CE3C6}"/>
          </ac:picMkLst>
        </pc:picChg>
        <pc:picChg chg="add mod">
          <ac:chgData name="이수경" userId="18dff3ca-13f6-4578-8fb9-ff93a1d6b419" providerId="ADAL" clId="{DF6516EA-61EA-48F0-9541-C915EE52AFAD}" dt="2026-03-16T01:36:22.525" v="19" actId="1076"/>
          <ac:picMkLst>
            <pc:docMk/>
            <pc:sldMk cId="635839263" sldId="294"/>
            <ac:picMk id="25" creationId="{7CCC8FF2-CF98-46FC-A516-1967302E7FC9}"/>
          </ac:picMkLst>
        </pc:picChg>
        <pc:picChg chg="add mod">
          <ac:chgData name="이수경" userId="18dff3ca-13f6-4578-8fb9-ff93a1d6b419" providerId="ADAL" clId="{DF6516EA-61EA-48F0-9541-C915EE52AFAD}" dt="2026-03-16T01:36:13.629" v="15" actId="1076"/>
          <ac:picMkLst>
            <pc:docMk/>
            <pc:sldMk cId="635839263" sldId="294"/>
            <ac:picMk id="26" creationId="{657F78AB-DDC7-43F2-8039-C50B10C63A7E}"/>
          </ac:picMkLst>
        </pc:picChg>
        <pc:picChg chg="add mod">
          <ac:chgData name="이수경" userId="18dff3ca-13f6-4578-8fb9-ff93a1d6b419" providerId="ADAL" clId="{DF6516EA-61EA-48F0-9541-C915EE52AFAD}" dt="2026-03-16T01:36:15.386" v="16" actId="1076"/>
          <ac:picMkLst>
            <pc:docMk/>
            <pc:sldMk cId="635839263" sldId="294"/>
            <ac:picMk id="27" creationId="{21F85095-A768-4A3B-81C2-D0824651AE05}"/>
          </ac:picMkLst>
        </pc:picChg>
        <pc:picChg chg="add mod">
          <ac:chgData name="이수경" userId="18dff3ca-13f6-4578-8fb9-ff93a1d6b419" providerId="ADAL" clId="{DF6516EA-61EA-48F0-9541-C915EE52AFAD}" dt="2026-03-16T01:36:08.692" v="13" actId="1076"/>
          <ac:picMkLst>
            <pc:docMk/>
            <pc:sldMk cId="635839263" sldId="294"/>
            <ac:picMk id="28" creationId="{82FCACE3-9AB8-4D03-8AB4-7E42A05B36B3}"/>
          </ac:picMkLst>
        </pc:picChg>
        <pc:picChg chg="add mod">
          <ac:chgData name="이수경" userId="18dff3ca-13f6-4578-8fb9-ff93a1d6b419" providerId="ADAL" clId="{DF6516EA-61EA-48F0-9541-C915EE52AFAD}" dt="2026-03-16T01:36:17.350" v="17" actId="1076"/>
          <ac:picMkLst>
            <pc:docMk/>
            <pc:sldMk cId="635839263" sldId="294"/>
            <ac:picMk id="29" creationId="{688F666A-18C6-4EC3-85E1-A4651FCA6EF5}"/>
          </ac:picMkLst>
        </pc:picChg>
        <pc:picChg chg="add mod">
          <ac:chgData name="이수경" userId="18dff3ca-13f6-4578-8fb9-ff93a1d6b419" providerId="ADAL" clId="{DF6516EA-61EA-48F0-9541-C915EE52AFAD}" dt="2026-03-16T01:36:19.985" v="18" actId="1076"/>
          <ac:picMkLst>
            <pc:docMk/>
            <pc:sldMk cId="635839263" sldId="294"/>
            <ac:picMk id="30" creationId="{7C233E26-DCAE-4211-B7F7-04BE6FB51E25}"/>
          </ac:picMkLst>
        </pc:picChg>
      </pc:sldChg>
      <pc:sldChg chg="addSp delSp modSp add mod ord modAnim">
        <pc:chgData name="이수경" userId="18dff3ca-13f6-4578-8fb9-ff93a1d6b419" providerId="ADAL" clId="{DF6516EA-61EA-48F0-9541-C915EE52AFAD}" dt="2026-03-17T01:28:49.902" v="142" actId="1076"/>
        <pc:sldMkLst>
          <pc:docMk/>
          <pc:sldMk cId="23383385" sldId="295"/>
        </pc:sldMkLst>
        <pc:spChg chg="mod">
          <ac:chgData name="이수경" userId="18dff3ca-13f6-4578-8fb9-ff93a1d6b419" providerId="ADAL" clId="{DF6516EA-61EA-48F0-9541-C915EE52AFAD}" dt="2026-03-17T01:28:49.902" v="142" actId="1076"/>
          <ac:spMkLst>
            <pc:docMk/>
            <pc:sldMk cId="23383385" sldId="295"/>
            <ac:spMk id="3" creationId="{00000000-0000-0000-0000-000000000000}"/>
          </ac:spMkLst>
        </pc:spChg>
        <pc:grpChg chg="del">
          <ac:chgData name="이수경" userId="18dff3ca-13f6-4578-8fb9-ff93a1d6b419" providerId="ADAL" clId="{DF6516EA-61EA-48F0-9541-C915EE52AFAD}" dt="2026-03-17T01:26:54.049" v="99" actId="478"/>
          <ac:grpSpMkLst>
            <pc:docMk/>
            <pc:sldMk cId="23383385" sldId="295"/>
            <ac:grpSpMk id="4" creationId="{9D413195-D1F5-4556-86FF-718F1574A4D5}"/>
          </ac:grpSpMkLst>
        </pc:grpChg>
        <pc:grpChg chg="del">
          <ac:chgData name="이수경" userId="18dff3ca-13f6-4578-8fb9-ff93a1d6b419" providerId="ADAL" clId="{DF6516EA-61EA-48F0-9541-C915EE52AFAD}" dt="2026-03-17T01:26:54.049" v="99" actId="478"/>
          <ac:grpSpMkLst>
            <pc:docMk/>
            <pc:sldMk cId="23383385" sldId="295"/>
            <ac:grpSpMk id="5" creationId="{41C94E5A-1628-4B2B-9BE0-7BA384236B2C}"/>
          </ac:grpSpMkLst>
        </pc:grpChg>
        <pc:grpChg chg="del">
          <ac:chgData name="이수경" userId="18dff3ca-13f6-4578-8fb9-ff93a1d6b419" providerId="ADAL" clId="{DF6516EA-61EA-48F0-9541-C915EE52AFAD}" dt="2026-03-17T01:26:54.049" v="99" actId="478"/>
          <ac:grpSpMkLst>
            <pc:docMk/>
            <pc:sldMk cId="23383385" sldId="295"/>
            <ac:grpSpMk id="6" creationId="{FF5B06CF-8191-45F2-A28A-33341A281331}"/>
          </ac:grpSpMkLst>
        </pc:grpChg>
        <pc:grpChg chg="del">
          <ac:chgData name="이수경" userId="18dff3ca-13f6-4578-8fb9-ff93a1d6b419" providerId="ADAL" clId="{DF6516EA-61EA-48F0-9541-C915EE52AFAD}" dt="2026-03-17T01:26:54.049" v="99" actId="478"/>
          <ac:grpSpMkLst>
            <pc:docMk/>
            <pc:sldMk cId="23383385" sldId="295"/>
            <ac:grpSpMk id="7" creationId="{6F5C2C06-BADB-41E8-97A1-6E3AE62B4F5D}"/>
          </ac:grpSpMkLst>
        </pc:grpChg>
        <pc:grpChg chg="del">
          <ac:chgData name="이수경" userId="18dff3ca-13f6-4578-8fb9-ff93a1d6b419" providerId="ADAL" clId="{DF6516EA-61EA-48F0-9541-C915EE52AFAD}" dt="2026-03-17T01:26:54.049" v="99" actId="478"/>
          <ac:grpSpMkLst>
            <pc:docMk/>
            <pc:sldMk cId="23383385" sldId="295"/>
            <ac:grpSpMk id="8" creationId="{C90013F1-D398-4EDF-ACFD-418199C62835}"/>
          </ac:grpSpMkLst>
        </pc:grpChg>
        <pc:grpChg chg="del">
          <ac:chgData name="이수경" userId="18dff3ca-13f6-4578-8fb9-ff93a1d6b419" providerId="ADAL" clId="{DF6516EA-61EA-48F0-9541-C915EE52AFAD}" dt="2026-03-17T01:26:54.049" v="99" actId="478"/>
          <ac:grpSpMkLst>
            <pc:docMk/>
            <pc:sldMk cId="23383385" sldId="295"/>
            <ac:grpSpMk id="9" creationId="{388E5055-FA4E-4C87-9174-D77633D5D37A}"/>
          </ac:grpSpMkLst>
        </pc:grpChg>
        <pc:graphicFrameChg chg="add mod">
          <ac:chgData name="이수경" userId="18dff3ca-13f6-4578-8fb9-ff93a1d6b419" providerId="ADAL" clId="{DF6516EA-61EA-48F0-9541-C915EE52AFAD}" dt="2026-03-17T01:27:05.705" v="101" actId="1076"/>
          <ac:graphicFrameMkLst>
            <pc:docMk/>
            <pc:sldMk cId="23383385" sldId="295"/>
            <ac:graphicFrameMk id="21" creationId="{90624AC1-2B5D-425E-9C53-927165CEE4CF}"/>
          </ac:graphicFrameMkLst>
        </pc:graphicFrameChg>
        <pc:picChg chg="add mod">
          <ac:chgData name="이수경" userId="18dff3ca-13f6-4578-8fb9-ff93a1d6b419" providerId="ADAL" clId="{DF6516EA-61EA-48F0-9541-C915EE52AFAD}" dt="2026-03-17T01:27:29.124" v="107" actId="1076"/>
          <ac:picMkLst>
            <pc:docMk/>
            <pc:sldMk cId="23383385" sldId="295"/>
            <ac:picMk id="2" creationId="{BED11447-6E7E-4EF3-84A3-578B0B18DD93}"/>
          </ac:picMkLst>
        </pc:picChg>
        <pc:picChg chg="add mod">
          <ac:chgData name="이수경" userId="18dff3ca-13f6-4578-8fb9-ff93a1d6b419" providerId="ADAL" clId="{DF6516EA-61EA-48F0-9541-C915EE52AFAD}" dt="2026-03-17T01:27:05.705" v="101" actId="1076"/>
          <ac:picMkLst>
            <pc:docMk/>
            <pc:sldMk cId="23383385" sldId="295"/>
            <ac:picMk id="22" creationId="{C2042B02-F74E-4850-B650-DD18ADF80C70}"/>
          </ac:picMkLst>
        </pc:picChg>
        <pc:picChg chg="add mod">
          <ac:chgData name="이수경" userId="18dff3ca-13f6-4578-8fb9-ff93a1d6b419" providerId="ADAL" clId="{DF6516EA-61EA-48F0-9541-C915EE52AFAD}" dt="2026-03-17T01:27:05.705" v="101" actId="1076"/>
          <ac:picMkLst>
            <pc:docMk/>
            <pc:sldMk cId="23383385" sldId="295"/>
            <ac:picMk id="23" creationId="{44285361-43B1-4C1D-A1F3-870F3DDBE1DA}"/>
          </ac:picMkLst>
        </pc:picChg>
        <pc:picChg chg="add mod">
          <ac:chgData name="이수경" userId="18dff3ca-13f6-4578-8fb9-ff93a1d6b419" providerId="ADAL" clId="{DF6516EA-61EA-48F0-9541-C915EE52AFAD}" dt="2026-03-17T01:27:05.705" v="101" actId="1076"/>
          <ac:picMkLst>
            <pc:docMk/>
            <pc:sldMk cId="23383385" sldId="295"/>
            <ac:picMk id="25" creationId="{55C2EB31-9485-4EDF-BBE9-76149539BF6A}"/>
          </ac:picMkLst>
        </pc:picChg>
        <pc:picChg chg="add mod">
          <ac:chgData name="이수경" userId="18dff3ca-13f6-4578-8fb9-ff93a1d6b419" providerId="ADAL" clId="{DF6516EA-61EA-48F0-9541-C915EE52AFAD}" dt="2026-03-17T01:27:05.705" v="101" actId="1076"/>
          <ac:picMkLst>
            <pc:docMk/>
            <pc:sldMk cId="23383385" sldId="295"/>
            <ac:picMk id="26" creationId="{59A8BE40-1FA8-4F26-941F-ACA3633664AC}"/>
          </ac:picMkLst>
        </pc:picChg>
        <pc:picChg chg="add mod">
          <ac:chgData name="이수경" userId="18dff3ca-13f6-4578-8fb9-ff93a1d6b419" providerId="ADAL" clId="{DF6516EA-61EA-48F0-9541-C915EE52AFAD}" dt="2026-03-17T01:27:05.705" v="101" actId="1076"/>
          <ac:picMkLst>
            <pc:docMk/>
            <pc:sldMk cId="23383385" sldId="295"/>
            <ac:picMk id="28" creationId="{1394CBC1-E7D8-42F6-8D45-009A74A2DD6D}"/>
          </ac:picMkLst>
        </pc:picChg>
        <pc:picChg chg="add mod">
          <ac:chgData name="이수경" userId="18dff3ca-13f6-4578-8fb9-ff93a1d6b419" providerId="ADAL" clId="{DF6516EA-61EA-48F0-9541-C915EE52AFAD}" dt="2026-03-17T01:27:05.705" v="101" actId="1076"/>
          <ac:picMkLst>
            <pc:docMk/>
            <pc:sldMk cId="23383385" sldId="295"/>
            <ac:picMk id="29" creationId="{D7AAF54A-EE37-4B76-8B6F-7929AE6A79E3}"/>
          </ac:picMkLst>
        </pc:picChg>
        <pc:picChg chg="add mod">
          <ac:chgData name="이수경" userId="18dff3ca-13f6-4578-8fb9-ff93a1d6b419" providerId="ADAL" clId="{DF6516EA-61EA-48F0-9541-C915EE52AFAD}" dt="2026-03-17T01:27:05.705" v="101" actId="1076"/>
          <ac:picMkLst>
            <pc:docMk/>
            <pc:sldMk cId="23383385" sldId="295"/>
            <ac:picMk id="31" creationId="{A5F4B886-BE27-4E84-8F0C-BC60C1860519}"/>
          </ac:picMkLst>
        </pc:picChg>
        <pc:picChg chg="add mod">
          <ac:chgData name="이수경" userId="18dff3ca-13f6-4578-8fb9-ff93a1d6b419" providerId="ADAL" clId="{DF6516EA-61EA-48F0-9541-C915EE52AFAD}" dt="2026-03-17T01:27:05.705" v="101" actId="1076"/>
          <ac:picMkLst>
            <pc:docMk/>
            <pc:sldMk cId="23383385" sldId="295"/>
            <ac:picMk id="32" creationId="{2908CE38-FB98-4C65-A11E-7D68AF641C81}"/>
          </ac:picMkLst>
        </pc:picChg>
      </pc:sldChg>
      <pc:sldChg chg="modSp add del mod modClrScheme chgLayout">
        <pc:chgData name="이수경" userId="18dff3ca-13f6-4578-8fb9-ff93a1d6b419" providerId="ADAL" clId="{DF6516EA-61EA-48F0-9541-C915EE52AFAD}" dt="2026-03-17T01:31:32.066" v="205" actId="47"/>
        <pc:sldMkLst>
          <pc:docMk/>
          <pc:sldMk cId="3008534428" sldId="296"/>
        </pc:sldMkLst>
        <pc:graphicFrameChg chg="mod">
          <ac:chgData name="이수경" userId="18dff3ca-13f6-4578-8fb9-ff93a1d6b419" providerId="ADAL" clId="{DF6516EA-61EA-48F0-9541-C915EE52AFAD}" dt="2026-03-17T01:31:25.713" v="204" actId="1076"/>
          <ac:graphicFrameMkLst>
            <pc:docMk/>
            <pc:sldMk cId="3008534428" sldId="296"/>
            <ac:graphicFrameMk id="3" creationId="{0FF1EEFF-0398-45EE-956C-24111BACA5E4}"/>
          </ac:graphicFrameMkLst>
        </pc:graphicFrameChg>
        <pc:graphicFrameChg chg="mod">
          <ac:chgData name="이수경" userId="18dff3ca-13f6-4578-8fb9-ff93a1d6b419" providerId="ADAL" clId="{DF6516EA-61EA-48F0-9541-C915EE52AFAD}" dt="2026-03-17T01:31:25.713" v="204" actId="1076"/>
          <ac:graphicFrameMkLst>
            <pc:docMk/>
            <pc:sldMk cId="3008534428" sldId="296"/>
            <ac:graphicFrameMk id="4" creationId="{1E96C092-C6AB-4661-A905-8E0C61EBD56E}"/>
          </ac:graphicFrameMkLst>
        </pc:graphicFrameChg>
        <pc:graphicFrameChg chg="mod">
          <ac:chgData name="이수경" userId="18dff3ca-13f6-4578-8fb9-ff93a1d6b419" providerId="ADAL" clId="{DF6516EA-61EA-48F0-9541-C915EE52AFAD}" dt="2026-03-17T01:31:25.713" v="204" actId="1076"/>
          <ac:graphicFrameMkLst>
            <pc:docMk/>
            <pc:sldMk cId="3008534428" sldId="296"/>
            <ac:graphicFrameMk id="5" creationId="{DB8CB661-DD9F-4743-A969-0A1CA46B6C83}"/>
          </ac:graphicFrameMkLst>
        </pc:graphicFrameChg>
        <pc:graphicFrameChg chg="mod">
          <ac:chgData name="이수경" userId="18dff3ca-13f6-4578-8fb9-ff93a1d6b419" providerId="ADAL" clId="{DF6516EA-61EA-48F0-9541-C915EE52AFAD}" dt="2026-03-17T01:31:25.713" v="204" actId="1076"/>
          <ac:graphicFrameMkLst>
            <pc:docMk/>
            <pc:sldMk cId="3008534428" sldId="296"/>
            <ac:graphicFrameMk id="126" creationId="{E1E7A236-B197-4182-B6C9-1DE878F3F321}"/>
          </ac:graphicFrameMkLst>
        </pc:graphicFrameChg>
        <pc:graphicFrameChg chg="mod">
          <ac:chgData name="이수경" userId="18dff3ca-13f6-4578-8fb9-ff93a1d6b419" providerId="ADAL" clId="{DF6516EA-61EA-48F0-9541-C915EE52AFAD}" dt="2026-03-17T01:31:25.713" v="204" actId="1076"/>
          <ac:graphicFrameMkLst>
            <pc:docMk/>
            <pc:sldMk cId="3008534428" sldId="296"/>
            <ac:graphicFrameMk id="127" creationId="{73504FA0-B15B-4602-922A-6DA09B4C9B60}"/>
          </ac:graphicFrameMkLst>
        </pc:graphicFrameChg>
        <pc:graphicFrameChg chg="mod">
          <ac:chgData name="이수경" userId="18dff3ca-13f6-4578-8fb9-ff93a1d6b419" providerId="ADAL" clId="{DF6516EA-61EA-48F0-9541-C915EE52AFAD}" dt="2026-03-17T01:31:25.713" v="204" actId="1076"/>
          <ac:graphicFrameMkLst>
            <pc:docMk/>
            <pc:sldMk cId="3008534428" sldId="296"/>
            <ac:graphicFrameMk id="128" creationId="{5B45D482-E7A0-4C8F-B6D6-A57AC87EC0BB}"/>
          </ac:graphicFrameMkLst>
        </pc:graphicFrameChg>
        <pc:picChg chg="mod">
          <ac:chgData name="이수경" userId="18dff3ca-13f6-4578-8fb9-ff93a1d6b419" providerId="ADAL" clId="{DF6516EA-61EA-48F0-9541-C915EE52AFAD}" dt="2026-03-17T01:31:25.713" v="204" actId="1076"/>
          <ac:picMkLst>
            <pc:docMk/>
            <pc:sldMk cId="3008534428" sldId="296"/>
            <ac:picMk id="19" creationId="{FE7A5FE2-DB5A-441E-834C-FF88890689FF}"/>
          </ac:picMkLst>
        </pc:picChg>
        <pc:picChg chg="mod">
          <ac:chgData name="이수경" userId="18dff3ca-13f6-4578-8fb9-ff93a1d6b419" providerId="ADAL" clId="{DF6516EA-61EA-48F0-9541-C915EE52AFAD}" dt="2026-03-17T01:31:25.713" v="204" actId="1076"/>
          <ac:picMkLst>
            <pc:docMk/>
            <pc:sldMk cId="3008534428" sldId="296"/>
            <ac:picMk id="20" creationId="{68F0CDEC-46AD-4DC1-A99C-2A2DA157B953}"/>
          </ac:picMkLst>
        </pc:picChg>
        <pc:picChg chg="mod">
          <ac:chgData name="이수경" userId="18dff3ca-13f6-4578-8fb9-ff93a1d6b419" providerId="ADAL" clId="{DF6516EA-61EA-48F0-9541-C915EE52AFAD}" dt="2026-03-17T01:31:25.713" v="204" actId="1076"/>
          <ac:picMkLst>
            <pc:docMk/>
            <pc:sldMk cId="3008534428" sldId="296"/>
            <ac:picMk id="21" creationId="{DA100620-A286-478E-90B4-57937F378A2C}"/>
          </ac:picMkLst>
        </pc:picChg>
        <pc:picChg chg="mod">
          <ac:chgData name="이수경" userId="18dff3ca-13f6-4578-8fb9-ff93a1d6b419" providerId="ADAL" clId="{DF6516EA-61EA-48F0-9541-C915EE52AFAD}" dt="2026-03-17T01:31:25.713" v="204" actId="1076"/>
          <ac:picMkLst>
            <pc:docMk/>
            <pc:sldMk cId="3008534428" sldId="296"/>
            <ac:picMk id="22" creationId="{2C2D1EF2-DF30-420B-95EC-01F4F5F30AE2}"/>
          </ac:picMkLst>
        </pc:picChg>
        <pc:picChg chg="mod">
          <ac:chgData name="이수경" userId="18dff3ca-13f6-4578-8fb9-ff93a1d6b419" providerId="ADAL" clId="{DF6516EA-61EA-48F0-9541-C915EE52AFAD}" dt="2026-03-17T01:31:25.713" v="204" actId="1076"/>
          <ac:picMkLst>
            <pc:docMk/>
            <pc:sldMk cId="3008534428" sldId="296"/>
            <ac:picMk id="23" creationId="{64B896DB-9991-4B13-8CDF-900201A00871}"/>
          </ac:picMkLst>
        </pc:picChg>
        <pc:picChg chg="mod">
          <ac:chgData name="이수경" userId="18dff3ca-13f6-4578-8fb9-ff93a1d6b419" providerId="ADAL" clId="{DF6516EA-61EA-48F0-9541-C915EE52AFAD}" dt="2026-03-17T01:31:25.713" v="204" actId="1076"/>
          <ac:picMkLst>
            <pc:docMk/>
            <pc:sldMk cId="3008534428" sldId="296"/>
            <ac:picMk id="24" creationId="{5BDE19C0-E10E-42CF-8978-C63D7815CC7F}"/>
          </ac:picMkLst>
        </pc:picChg>
        <pc:picChg chg="mod">
          <ac:chgData name="이수경" userId="18dff3ca-13f6-4578-8fb9-ff93a1d6b419" providerId="ADAL" clId="{DF6516EA-61EA-48F0-9541-C915EE52AFAD}" dt="2026-03-17T01:31:25.713" v="204" actId="1076"/>
          <ac:picMkLst>
            <pc:docMk/>
            <pc:sldMk cId="3008534428" sldId="296"/>
            <ac:picMk id="25" creationId="{771924A8-98AE-4965-B19A-7A38A0CB0FD3}"/>
          </ac:picMkLst>
        </pc:picChg>
        <pc:picChg chg="mod">
          <ac:chgData name="이수경" userId="18dff3ca-13f6-4578-8fb9-ff93a1d6b419" providerId="ADAL" clId="{DF6516EA-61EA-48F0-9541-C915EE52AFAD}" dt="2026-03-17T01:31:25.713" v="204" actId="1076"/>
          <ac:picMkLst>
            <pc:docMk/>
            <pc:sldMk cId="3008534428" sldId="296"/>
            <ac:picMk id="26" creationId="{A1135979-154B-43D2-9506-E2F7A73BB142}"/>
          </ac:picMkLst>
        </pc:picChg>
        <pc:picChg chg="mod">
          <ac:chgData name="이수경" userId="18dff3ca-13f6-4578-8fb9-ff93a1d6b419" providerId="ADAL" clId="{DF6516EA-61EA-48F0-9541-C915EE52AFAD}" dt="2026-03-17T01:31:25.713" v="204" actId="1076"/>
          <ac:picMkLst>
            <pc:docMk/>
            <pc:sldMk cId="3008534428" sldId="296"/>
            <ac:picMk id="28" creationId="{B6551BDD-C07D-4A90-88C2-DE8827ABF8C9}"/>
          </ac:picMkLst>
        </pc:picChg>
        <pc:picChg chg="mod">
          <ac:chgData name="이수경" userId="18dff3ca-13f6-4578-8fb9-ff93a1d6b419" providerId="ADAL" clId="{DF6516EA-61EA-48F0-9541-C915EE52AFAD}" dt="2026-03-17T01:31:25.713" v="204" actId="1076"/>
          <ac:picMkLst>
            <pc:docMk/>
            <pc:sldMk cId="3008534428" sldId="296"/>
            <ac:picMk id="29" creationId="{7CC5B0AD-4469-4140-B3EB-C0339CEF7842}"/>
          </ac:picMkLst>
        </pc:picChg>
        <pc:picChg chg="mod">
          <ac:chgData name="이수경" userId="18dff3ca-13f6-4578-8fb9-ff93a1d6b419" providerId="ADAL" clId="{DF6516EA-61EA-48F0-9541-C915EE52AFAD}" dt="2026-03-17T01:31:25.713" v="204" actId="1076"/>
          <ac:picMkLst>
            <pc:docMk/>
            <pc:sldMk cId="3008534428" sldId="296"/>
            <ac:picMk id="30" creationId="{39D30F04-74F6-44E9-9B2C-50EC99F5E2B0}"/>
          </ac:picMkLst>
        </pc:picChg>
        <pc:picChg chg="mod">
          <ac:chgData name="이수경" userId="18dff3ca-13f6-4578-8fb9-ff93a1d6b419" providerId="ADAL" clId="{DF6516EA-61EA-48F0-9541-C915EE52AFAD}" dt="2026-03-17T01:31:25.713" v="204" actId="1076"/>
          <ac:picMkLst>
            <pc:docMk/>
            <pc:sldMk cId="3008534428" sldId="296"/>
            <ac:picMk id="31" creationId="{AD9F80B6-73FD-48C0-BB68-45F3AE9D58A5}"/>
          </ac:picMkLst>
        </pc:picChg>
        <pc:picChg chg="mod">
          <ac:chgData name="이수경" userId="18dff3ca-13f6-4578-8fb9-ff93a1d6b419" providerId="ADAL" clId="{DF6516EA-61EA-48F0-9541-C915EE52AFAD}" dt="2026-03-17T01:31:25.713" v="204" actId="1076"/>
          <ac:picMkLst>
            <pc:docMk/>
            <pc:sldMk cId="3008534428" sldId="296"/>
            <ac:picMk id="32" creationId="{DFAA7152-3B44-4ED4-9089-9FB06EA6D82E}"/>
          </ac:picMkLst>
        </pc:picChg>
        <pc:picChg chg="mod">
          <ac:chgData name="이수경" userId="18dff3ca-13f6-4578-8fb9-ff93a1d6b419" providerId="ADAL" clId="{DF6516EA-61EA-48F0-9541-C915EE52AFAD}" dt="2026-03-17T01:31:25.713" v="204" actId="1076"/>
          <ac:picMkLst>
            <pc:docMk/>
            <pc:sldMk cId="3008534428" sldId="296"/>
            <ac:picMk id="33" creationId="{9C0030BA-6EA0-4D0E-886E-238BDDED4944}"/>
          </ac:picMkLst>
        </pc:picChg>
        <pc:picChg chg="mod">
          <ac:chgData name="이수경" userId="18dff3ca-13f6-4578-8fb9-ff93a1d6b419" providerId="ADAL" clId="{DF6516EA-61EA-48F0-9541-C915EE52AFAD}" dt="2026-03-17T01:31:25.713" v="204" actId="1076"/>
          <ac:picMkLst>
            <pc:docMk/>
            <pc:sldMk cId="3008534428" sldId="296"/>
            <ac:picMk id="34" creationId="{5237ACE2-B125-499C-B2FB-DB1446976A5B}"/>
          </ac:picMkLst>
        </pc:picChg>
        <pc:picChg chg="mod">
          <ac:chgData name="이수경" userId="18dff3ca-13f6-4578-8fb9-ff93a1d6b419" providerId="ADAL" clId="{DF6516EA-61EA-48F0-9541-C915EE52AFAD}" dt="2026-03-17T01:31:25.713" v="204" actId="1076"/>
          <ac:picMkLst>
            <pc:docMk/>
            <pc:sldMk cId="3008534428" sldId="296"/>
            <ac:picMk id="35" creationId="{7BF9F80F-7317-4432-9AAA-0A47AAE8991E}"/>
          </ac:picMkLst>
        </pc:picChg>
        <pc:picChg chg="mod">
          <ac:chgData name="이수경" userId="18dff3ca-13f6-4578-8fb9-ff93a1d6b419" providerId="ADAL" clId="{DF6516EA-61EA-48F0-9541-C915EE52AFAD}" dt="2026-03-17T01:31:25.713" v="204" actId="1076"/>
          <ac:picMkLst>
            <pc:docMk/>
            <pc:sldMk cId="3008534428" sldId="296"/>
            <ac:picMk id="129" creationId="{1EFB0036-2B60-4CE7-8A80-48D6BB89E6BA}"/>
          </ac:picMkLst>
        </pc:picChg>
        <pc:picChg chg="mod">
          <ac:chgData name="이수경" userId="18dff3ca-13f6-4578-8fb9-ff93a1d6b419" providerId="ADAL" clId="{DF6516EA-61EA-48F0-9541-C915EE52AFAD}" dt="2026-03-17T01:31:25.713" v="204" actId="1076"/>
          <ac:picMkLst>
            <pc:docMk/>
            <pc:sldMk cId="3008534428" sldId="296"/>
            <ac:picMk id="130" creationId="{EAFE5932-1C4F-4512-A2A0-D5AC79F8897C}"/>
          </ac:picMkLst>
        </pc:picChg>
        <pc:picChg chg="mod">
          <ac:chgData name="이수경" userId="18dff3ca-13f6-4578-8fb9-ff93a1d6b419" providerId="ADAL" clId="{DF6516EA-61EA-48F0-9541-C915EE52AFAD}" dt="2026-03-17T01:31:25.713" v="204" actId="1076"/>
          <ac:picMkLst>
            <pc:docMk/>
            <pc:sldMk cId="3008534428" sldId="296"/>
            <ac:picMk id="131" creationId="{92E162EB-F179-4716-B5CD-73F6FDA1DB9E}"/>
          </ac:picMkLst>
        </pc:picChg>
        <pc:picChg chg="mod">
          <ac:chgData name="이수경" userId="18dff3ca-13f6-4578-8fb9-ff93a1d6b419" providerId="ADAL" clId="{DF6516EA-61EA-48F0-9541-C915EE52AFAD}" dt="2026-03-17T01:31:25.713" v="204" actId="1076"/>
          <ac:picMkLst>
            <pc:docMk/>
            <pc:sldMk cId="3008534428" sldId="296"/>
            <ac:picMk id="132" creationId="{2A2AA28A-3E4A-468A-9F2F-B42AB264FB42}"/>
          </ac:picMkLst>
        </pc:picChg>
        <pc:picChg chg="mod">
          <ac:chgData name="이수경" userId="18dff3ca-13f6-4578-8fb9-ff93a1d6b419" providerId="ADAL" clId="{DF6516EA-61EA-48F0-9541-C915EE52AFAD}" dt="2026-03-17T01:31:25.713" v="204" actId="1076"/>
          <ac:picMkLst>
            <pc:docMk/>
            <pc:sldMk cId="3008534428" sldId="296"/>
            <ac:picMk id="133" creationId="{69A38146-FD6A-4928-BBC3-8AE182107CA1}"/>
          </ac:picMkLst>
        </pc:picChg>
        <pc:picChg chg="mod">
          <ac:chgData name="이수경" userId="18dff3ca-13f6-4578-8fb9-ff93a1d6b419" providerId="ADAL" clId="{DF6516EA-61EA-48F0-9541-C915EE52AFAD}" dt="2026-03-17T01:31:25.713" v="204" actId="1076"/>
          <ac:picMkLst>
            <pc:docMk/>
            <pc:sldMk cId="3008534428" sldId="296"/>
            <ac:picMk id="134" creationId="{20D9BF8E-4E7D-4210-BC5D-081A54F86624}"/>
          </ac:picMkLst>
        </pc:picChg>
        <pc:picChg chg="mod">
          <ac:chgData name="이수경" userId="18dff3ca-13f6-4578-8fb9-ff93a1d6b419" providerId="ADAL" clId="{DF6516EA-61EA-48F0-9541-C915EE52AFAD}" dt="2026-03-17T01:31:25.713" v="204" actId="1076"/>
          <ac:picMkLst>
            <pc:docMk/>
            <pc:sldMk cId="3008534428" sldId="296"/>
            <ac:picMk id="135" creationId="{2F24EFA3-CA97-40D0-B375-0F9487B3363E}"/>
          </ac:picMkLst>
        </pc:picChg>
        <pc:picChg chg="mod">
          <ac:chgData name="이수경" userId="18dff3ca-13f6-4578-8fb9-ff93a1d6b419" providerId="ADAL" clId="{DF6516EA-61EA-48F0-9541-C915EE52AFAD}" dt="2026-03-17T01:31:25.713" v="204" actId="1076"/>
          <ac:picMkLst>
            <pc:docMk/>
            <pc:sldMk cId="3008534428" sldId="296"/>
            <ac:picMk id="136" creationId="{3D03E89D-B297-4ABD-BC07-EB7B2ED901A9}"/>
          </ac:picMkLst>
        </pc:picChg>
        <pc:picChg chg="mod">
          <ac:chgData name="이수경" userId="18dff3ca-13f6-4578-8fb9-ff93a1d6b419" providerId="ADAL" clId="{DF6516EA-61EA-48F0-9541-C915EE52AFAD}" dt="2026-03-17T01:31:25.713" v="204" actId="1076"/>
          <ac:picMkLst>
            <pc:docMk/>
            <pc:sldMk cId="3008534428" sldId="296"/>
            <ac:picMk id="138" creationId="{ACFC925C-F6FC-444A-9FDC-36773C7671E9}"/>
          </ac:picMkLst>
        </pc:picChg>
        <pc:picChg chg="mod">
          <ac:chgData name="이수경" userId="18dff3ca-13f6-4578-8fb9-ff93a1d6b419" providerId="ADAL" clId="{DF6516EA-61EA-48F0-9541-C915EE52AFAD}" dt="2026-03-17T01:31:25.713" v="204" actId="1076"/>
          <ac:picMkLst>
            <pc:docMk/>
            <pc:sldMk cId="3008534428" sldId="296"/>
            <ac:picMk id="139" creationId="{2D02FD34-E0C0-4A8B-B632-2A675D77CF4C}"/>
          </ac:picMkLst>
        </pc:picChg>
        <pc:picChg chg="mod">
          <ac:chgData name="이수경" userId="18dff3ca-13f6-4578-8fb9-ff93a1d6b419" providerId="ADAL" clId="{DF6516EA-61EA-48F0-9541-C915EE52AFAD}" dt="2026-03-17T01:31:25.713" v="204" actId="1076"/>
          <ac:picMkLst>
            <pc:docMk/>
            <pc:sldMk cId="3008534428" sldId="296"/>
            <ac:picMk id="140" creationId="{3E196872-3B45-4F64-B986-D3E8616B8A8F}"/>
          </ac:picMkLst>
        </pc:picChg>
        <pc:picChg chg="mod">
          <ac:chgData name="이수경" userId="18dff3ca-13f6-4578-8fb9-ff93a1d6b419" providerId="ADAL" clId="{DF6516EA-61EA-48F0-9541-C915EE52AFAD}" dt="2026-03-17T01:31:25.713" v="204" actId="1076"/>
          <ac:picMkLst>
            <pc:docMk/>
            <pc:sldMk cId="3008534428" sldId="296"/>
            <ac:picMk id="141" creationId="{6013DA95-77B3-4E06-9F4C-A902A515DDCF}"/>
          </ac:picMkLst>
        </pc:picChg>
        <pc:picChg chg="mod">
          <ac:chgData name="이수경" userId="18dff3ca-13f6-4578-8fb9-ff93a1d6b419" providerId="ADAL" clId="{DF6516EA-61EA-48F0-9541-C915EE52AFAD}" dt="2026-03-17T01:31:25.713" v="204" actId="1076"/>
          <ac:picMkLst>
            <pc:docMk/>
            <pc:sldMk cId="3008534428" sldId="296"/>
            <ac:picMk id="142" creationId="{3484D2CE-A7C8-4A58-B891-F162BCD3BC4F}"/>
          </ac:picMkLst>
        </pc:picChg>
        <pc:picChg chg="mod">
          <ac:chgData name="이수경" userId="18dff3ca-13f6-4578-8fb9-ff93a1d6b419" providerId="ADAL" clId="{DF6516EA-61EA-48F0-9541-C915EE52AFAD}" dt="2026-03-17T01:31:25.713" v="204" actId="1076"/>
          <ac:picMkLst>
            <pc:docMk/>
            <pc:sldMk cId="3008534428" sldId="296"/>
            <ac:picMk id="143" creationId="{3B269739-1764-42EE-9213-1CB2DE000826}"/>
          </ac:picMkLst>
        </pc:picChg>
        <pc:picChg chg="mod">
          <ac:chgData name="이수경" userId="18dff3ca-13f6-4578-8fb9-ff93a1d6b419" providerId="ADAL" clId="{DF6516EA-61EA-48F0-9541-C915EE52AFAD}" dt="2026-03-17T01:31:25.713" v="204" actId="1076"/>
          <ac:picMkLst>
            <pc:docMk/>
            <pc:sldMk cId="3008534428" sldId="296"/>
            <ac:picMk id="144" creationId="{540216F5-D866-4B83-AA51-B557E8CD2A23}"/>
          </ac:picMkLst>
        </pc:picChg>
        <pc:picChg chg="mod">
          <ac:chgData name="이수경" userId="18dff3ca-13f6-4578-8fb9-ff93a1d6b419" providerId="ADAL" clId="{DF6516EA-61EA-48F0-9541-C915EE52AFAD}" dt="2026-03-17T01:31:25.713" v="204" actId="1076"/>
          <ac:picMkLst>
            <pc:docMk/>
            <pc:sldMk cId="3008534428" sldId="296"/>
            <ac:picMk id="145" creationId="{94FD28B2-A64F-4A81-AEA9-58465F1E2E3D}"/>
          </ac:picMkLst>
        </pc:picChg>
        <pc:picChg chg="mod">
          <ac:chgData name="이수경" userId="18dff3ca-13f6-4578-8fb9-ff93a1d6b419" providerId="ADAL" clId="{DF6516EA-61EA-48F0-9541-C915EE52AFAD}" dt="2026-03-17T01:31:25.713" v="204" actId="1076"/>
          <ac:picMkLst>
            <pc:docMk/>
            <pc:sldMk cId="3008534428" sldId="296"/>
            <ac:picMk id="147" creationId="{748A2A9E-433E-42E7-97B6-55308392F5B9}"/>
          </ac:picMkLst>
        </pc:picChg>
        <pc:picChg chg="mod">
          <ac:chgData name="이수경" userId="18dff3ca-13f6-4578-8fb9-ff93a1d6b419" providerId="ADAL" clId="{DF6516EA-61EA-48F0-9541-C915EE52AFAD}" dt="2026-03-17T01:31:25.713" v="204" actId="1076"/>
          <ac:picMkLst>
            <pc:docMk/>
            <pc:sldMk cId="3008534428" sldId="296"/>
            <ac:picMk id="148" creationId="{9FA577F1-DA17-43D8-BCE4-67170AF04014}"/>
          </ac:picMkLst>
        </pc:picChg>
        <pc:picChg chg="mod">
          <ac:chgData name="이수경" userId="18dff3ca-13f6-4578-8fb9-ff93a1d6b419" providerId="ADAL" clId="{DF6516EA-61EA-48F0-9541-C915EE52AFAD}" dt="2026-03-17T01:31:25.713" v="204" actId="1076"/>
          <ac:picMkLst>
            <pc:docMk/>
            <pc:sldMk cId="3008534428" sldId="296"/>
            <ac:picMk id="149" creationId="{F48729C1-6A80-4B5B-B706-F049EB4DAD16}"/>
          </ac:picMkLst>
        </pc:picChg>
        <pc:picChg chg="mod">
          <ac:chgData name="이수경" userId="18dff3ca-13f6-4578-8fb9-ff93a1d6b419" providerId="ADAL" clId="{DF6516EA-61EA-48F0-9541-C915EE52AFAD}" dt="2026-03-17T01:31:25.713" v="204" actId="1076"/>
          <ac:picMkLst>
            <pc:docMk/>
            <pc:sldMk cId="3008534428" sldId="296"/>
            <ac:picMk id="150" creationId="{AB7A6700-2E9B-41AE-AAC2-1F5C76C37188}"/>
          </ac:picMkLst>
        </pc:picChg>
        <pc:picChg chg="mod">
          <ac:chgData name="이수경" userId="18dff3ca-13f6-4578-8fb9-ff93a1d6b419" providerId="ADAL" clId="{DF6516EA-61EA-48F0-9541-C915EE52AFAD}" dt="2026-03-17T01:31:25.713" v="204" actId="1076"/>
          <ac:picMkLst>
            <pc:docMk/>
            <pc:sldMk cId="3008534428" sldId="296"/>
            <ac:picMk id="151" creationId="{009DE071-E3E2-41B0-A9E5-256F49446695}"/>
          </ac:picMkLst>
        </pc:picChg>
        <pc:picChg chg="mod">
          <ac:chgData name="이수경" userId="18dff3ca-13f6-4578-8fb9-ff93a1d6b419" providerId="ADAL" clId="{DF6516EA-61EA-48F0-9541-C915EE52AFAD}" dt="2026-03-17T01:31:25.713" v="204" actId="1076"/>
          <ac:picMkLst>
            <pc:docMk/>
            <pc:sldMk cId="3008534428" sldId="296"/>
            <ac:picMk id="152" creationId="{501B4D13-1870-4C16-BEA5-59B41C8115B6}"/>
          </ac:picMkLst>
        </pc:picChg>
        <pc:picChg chg="mod">
          <ac:chgData name="이수경" userId="18dff3ca-13f6-4578-8fb9-ff93a1d6b419" providerId="ADAL" clId="{DF6516EA-61EA-48F0-9541-C915EE52AFAD}" dt="2026-03-17T01:31:25.713" v="204" actId="1076"/>
          <ac:picMkLst>
            <pc:docMk/>
            <pc:sldMk cId="3008534428" sldId="296"/>
            <ac:picMk id="153" creationId="{1729574F-7A5A-4634-9DA3-B459A22AD760}"/>
          </ac:picMkLst>
        </pc:picChg>
        <pc:picChg chg="mod">
          <ac:chgData name="이수경" userId="18dff3ca-13f6-4578-8fb9-ff93a1d6b419" providerId="ADAL" clId="{DF6516EA-61EA-48F0-9541-C915EE52AFAD}" dt="2026-03-17T01:31:25.713" v="204" actId="1076"/>
          <ac:picMkLst>
            <pc:docMk/>
            <pc:sldMk cId="3008534428" sldId="296"/>
            <ac:picMk id="154" creationId="{335C1FFF-A1BA-461D-9786-B5292BD8A227}"/>
          </ac:picMkLst>
        </pc:picChg>
        <pc:picChg chg="mod">
          <ac:chgData name="이수경" userId="18dff3ca-13f6-4578-8fb9-ff93a1d6b419" providerId="ADAL" clId="{DF6516EA-61EA-48F0-9541-C915EE52AFAD}" dt="2026-03-17T01:31:25.713" v="204" actId="1076"/>
          <ac:picMkLst>
            <pc:docMk/>
            <pc:sldMk cId="3008534428" sldId="296"/>
            <ac:picMk id="2049" creationId="{879C17F3-D3C8-420B-BB32-F76DADB9A53C}"/>
          </ac:picMkLst>
        </pc:picChg>
        <pc:picChg chg="mod">
          <ac:chgData name="이수경" userId="18dff3ca-13f6-4578-8fb9-ff93a1d6b419" providerId="ADAL" clId="{DF6516EA-61EA-48F0-9541-C915EE52AFAD}" dt="2026-03-17T01:31:25.713" v="204" actId="1076"/>
          <ac:picMkLst>
            <pc:docMk/>
            <pc:sldMk cId="3008534428" sldId="296"/>
            <ac:picMk id="2050" creationId="{BE805A25-A67C-46DE-8C69-1C2BD2C871FF}"/>
          </ac:picMkLst>
        </pc:picChg>
        <pc:picChg chg="mod">
          <ac:chgData name="이수경" userId="18dff3ca-13f6-4578-8fb9-ff93a1d6b419" providerId="ADAL" clId="{DF6516EA-61EA-48F0-9541-C915EE52AFAD}" dt="2026-03-17T01:31:25.713" v="204" actId="1076"/>
          <ac:picMkLst>
            <pc:docMk/>
            <pc:sldMk cId="3008534428" sldId="296"/>
            <ac:picMk id="2051" creationId="{E8E9B2B8-91B7-4556-A65C-CAE83B5568F6}"/>
          </ac:picMkLst>
        </pc:picChg>
        <pc:picChg chg="mod">
          <ac:chgData name="이수경" userId="18dff3ca-13f6-4578-8fb9-ff93a1d6b419" providerId="ADAL" clId="{DF6516EA-61EA-48F0-9541-C915EE52AFAD}" dt="2026-03-17T01:31:25.713" v="204" actId="1076"/>
          <ac:picMkLst>
            <pc:docMk/>
            <pc:sldMk cId="3008534428" sldId="296"/>
            <ac:picMk id="2052" creationId="{5DEA1462-0A64-4EB2-8F55-8A0709BFB5D8}"/>
          </ac:picMkLst>
        </pc:picChg>
        <pc:picChg chg="mod">
          <ac:chgData name="이수경" userId="18dff3ca-13f6-4578-8fb9-ff93a1d6b419" providerId="ADAL" clId="{DF6516EA-61EA-48F0-9541-C915EE52AFAD}" dt="2026-03-17T01:31:25.713" v="204" actId="1076"/>
          <ac:picMkLst>
            <pc:docMk/>
            <pc:sldMk cId="3008534428" sldId="296"/>
            <ac:picMk id="2053" creationId="{E135FC43-E4B3-47E6-AFCE-7EE80957085D}"/>
          </ac:picMkLst>
        </pc:picChg>
        <pc:picChg chg="mod">
          <ac:chgData name="이수경" userId="18dff3ca-13f6-4578-8fb9-ff93a1d6b419" providerId="ADAL" clId="{DF6516EA-61EA-48F0-9541-C915EE52AFAD}" dt="2026-03-17T01:31:25.713" v="204" actId="1076"/>
          <ac:picMkLst>
            <pc:docMk/>
            <pc:sldMk cId="3008534428" sldId="296"/>
            <ac:picMk id="2054" creationId="{23A6B5C0-C179-4275-B325-BB035FA15D63}"/>
          </ac:picMkLst>
        </pc:picChg>
        <pc:picChg chg="mod">
          <ac:chgData name="이수경" userId="18dff3ca-13f6-4578-8fb9-ff93a1d6b419" providerId="ADAL" clId="{DF6516EA-61EA-48F0-9541-C915EE52AFAD}" dt="2026-03-17T01:31:25.713" v="204" actId="1076"/>
          <ac:picMkLst>
            <pc:docMk/>
            <pc:sldMk cId="3008534428" sldId="296"/>
            <ac:picMk id="2055" creationId="{95FD1328-6EB8-40CD-924C-91E3F04CFCFE}"/>
          </ac:picMkLst>
        </pc:picChg>
        <pc:picChg chg="mod">
          <ac:chgData name="이수경" userId="18dff3ca-13f6-4578-8fb9-ff93a1d6b419" providerId="ADAL" clId="{DF6516EA-61EA-48F0-9541-C915EE52AFAD}" dt="2026-03-17T01:31:25.713" v="204" actId="1076"/>
          <ac:picMkLst>
            <pc:docMk/>
            <pc:sldMk cId="3008534428" sldId="296"/>
            <ac:picMk id="2056" creationId="{A74C1428-1C75-4A4B-B9FC-1A39DE8810E2}"/>
          </ac:picMkLst>
        </pc:picChg>
      </pc:sldChg>
      <pc:sldMasterChg chg="modSldLayout">
        <pc:chgData name="이수경" userId="18dff3ca-13f6-4578-8fb9-ff93a1d6b419" providerId="ADAL" clId="{DF6516EA-61EA-48F0-9541-C915EE52AFAD}" dt="2026-03-17T01:31:09.030" v="200"/>
        <pc:sldMasterMkLst>
          <pc:docMk/>
          <pc:sldMasterMk cId="3302380361" sldId="2147483672"/>
        </pc:sldMasterMkLst>
        <pc:sldLayoutChg chg="delSp mod setBg">
          <pc:chgData name="이수경" userId="18dff3ca-13f6-4578-8fb9-ff93a1d6b419" providerId="ADAL" clId="{DF6516EA-61EA-48F0-9541-C915EE52AFAD}" dt="2026-03-17T01:31:09.030" v="200"/>
          <pc:sldLayoutMkLst>
            <pc:docMk/>
            <pc:sldMasterMk cId="3302380361" sldId="2147483672"/>
            <pc:sldLayoutMk cId="1760368689" sldId="2147483673"/>
          </pc:sldLayoutMkLst>
          <pc:spChg chg="del">
            <ac:chgData name="이수경" userId="18dff3ca-13f6-4578-8fb9-ff93a1d6b419" providerId="ADAL" clId="{DF6516EA-61EA-48F0-9541-C915EE52AFAD}" dt="2026-03-17T01:30:55.016" v="196" actId="478"/>
            <ac:spMkLst>
              <pc:docMk/>
              <pc:sldMasterMk cId="3302380361" sldId="2147483672"/>
              <pc:sldLayoutMk cId="1760368689" sldId="2147483673"/>
              <ac:spMk id="2" creationId="{00000000-0000-0000-0000-000000000000}"/>
            </ac:spMkLst>
          </pc:spChg>
          <pc:spChg chg="del">
            <ac:chgData name="이수경" userId="18dff3ca-13f6-4578-8fb9-ff93a1d6b419" providerId="ADAL" clId="{DF6516EA-61EA-48F0-9541-C915EE52AFAD}" dt="2026-03-17T01:30:55.016" v="196" actId="478"/>
            <ac:spMkLst>
              <pc:docMk/>
              <pc:sldMasterMk cId="3302380361" sldId="2147483672"/>
              <pc:sldLayoutMk cId="1760368689" sldId="2147483673"/>
              <ac:spMk id="3" creationId="{00000000-0000-0000-0000-000000000000}"/>
            </ac:spMkLst>
          </pc:spChg>
          <pc:spChg chg="del">
            <ac:chgData name="이수경" userId="18dff3ca-13f6-4578-8fb9-ff93a1d6b419" providerId="ADAL" clId="{DF6516EA-61EA-48F0-9541-C915EE52AFAD}" dt="2026-03-17T01:30:55.016" v="196" actId="478"/>
            <ac:spMkLst>
              <pc:docMk/>
              <pc:sldMasterMk cId="3302380361" sldId="2147483672"/>
              <pc:sldLayoutMk cId="1760368689" sldId="2147483673"/>
              <ac:spMk id="4" creationId="{00000000-0000-0000-0000-000000000000}"/>
            </ac:spMkLst>
          </pc:spChg>
          <pc:spChg chg="del">
            <ac:chgData name="이수경" userId="18dff3ca-13f6-4578-8fb9-ff93a1d6b419" providerId="ADAL" clId="{DF6516EA-61EA-48F0-9541-C915EE52AFAD}" dt="2026-03-17T01:30:55.016" v="196" actId="478"/>
            <ac:spMkLst>
              <pc:docMk/>
              <pc:sldMasterMk cId="3302380361" sldId="2147483672"/>
              <pc:sldLayoutMk cId="1760368689" sldId="2147483673"/>
              <ac:spMk id="5" creationId="{00000000-0000-0000-0000-000000000000}"/>
            </ac:spMkLst>
          </pc:spChg>
          <pc:spChg chg="del">
            <ac:chgData name="이수경" userId="18dff3ca-13f6-4578-8fb9-ff93a1d6b419" providerId="ADAL" clId="{DF6516EA-61EA-48F0-9541-C915EE52AFAD}" dt="2026-03-17T01:30:55.016" v="196" actId="478"/>
            <ac:spMkLst>
              <pc:docMk/>
              <pc:sldMasterMk cId="3302380361" sldId="2147483672"/>
              <pc:sldLayoutMk cId="1760368689" sldId="2147483673"/>
              <ac:spMk id="6"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20FC92-1C44-435F-8907-61F5E5680201}" type="datetimeFigureOut">
              <a:rPr lang="en-US" smtClean="0"/>
              <a:t>3/17/2026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E06421-73E3-45D5-A27D-74FD3171F3AE}" type="slidenum">
              <a:rPr lang="en-US" smtClean="0"/>
              <a:t>‹#›</a:t>
            </a:fld>
            <a:endParaRPr lang="en-US"/>
          </a:p>
        </p:txBody>
      </p:sp>
    </p:spTree>
    <p:extLst>
      <p:ext uri="{BB962C8B-B14F-4D97-AF65-F5344CB8AC3E}">
        <p14:creationId xmlns:p14="http://schemas.microsoft.com/office/powerpoint/2010/main" val="4193929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This template is for educational, non-commercial purposes </a:t>
            </a:r>
            <a:r>
              <a:rPr lang="en-US" sz="1200" i="1" u="sng" kern="1200" dirty="0">
                <a:solidFill>
                  <a:schemeClr val="tx1"/>
                </a:solidFill>
                <a:effectLst/>
                <a:latin typeface="+mn-lt"/>
                <a:ea typeface="+mn-ea"/>
                <a:cs typeface="+mn-cs"/>
              </a:rPr>
              <a:t>only</a:t>
            </a:r>
            <a:r>
              <a:rPr lang="en-US" sz="1200" i="1" kern="1200" dirty="0">
                <a:solidFill>
                  <a:schemeClr val="tx1"/>
                </a:solidFill>
                <a:effectLst/>
                <a:latin typeface="+mn-lt"/>
                <a:ea typeface="+mn-ea"/>
                <a:cs typeface="+mn-cs"/>
              </a:rPr>
              <a:t>. For more free game templates like this one, visit </a:t>
            </a:r>
            <a:r>
              <a:rPr lang="en-US" sz="1200" b="1" i="1" kern="1200" dirty="0">
                <a:solidFill>
                  <a:schemeClr val="tx1"/>
                </a:solidFill>
                <a:effectLst/>
                <a:latin typeface="+mn-lt"/>
                <a:ea typeface="+mn-ea"/>
                <a:cs typeface="+mn-cs"/>
              </a:rPr>
              <a:t>https://</a:t>
            </a:r>
            <a:r>
              <a:rPr lang="en-US" sz="1200" b="1" i="1" kern="1200" dirty="0" err="1">
                <a:solidFill>
                  <a:schemeClr val="tx1"/>
                </a:solidFill>
                <a:effectLst/>
                <a:latin typeface="+mn-lt"/>
                <a:ea typeface="+mn-ea"/>
                <a:cs typeface="+mn-cs"/>
              </a:rPr>
              <a:t>www.taysteachingtoolkit.com</a:t>
            </a:r>
            <a:endParaRPr lang="en-US" sz="1200" b="1"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1E06421-73E3-45D5-A27D-74FD3171F3AE}" type="slidenum">
              <a:rPr lang="en-US" smtClean="0"/>
              <a:t>1</a:t>
            </a:fld>
            <a:endParaRPr lang="en-US"/>
          </a:p>
        </p:txBody>
      </p:sp>
    </p:spTree>
    <p:extLst>
      <p:ext uri="{BB962C8B-B14F-4D97-AF65-F5344CB8AC3E}">
        <p14:creationId xmlns:p14="http://schemas.microsoft.com/office/powerpoint/2010/main" val="3367723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b="1" baseline="0" dirty="0"/>
              <a:t>NOTE:</a:t>
            </a:r>
          </a:p>
          <a:p>
            <a:r>
              <a:rPr lang="en-US" i="1" baseline="0" dirty="0"/>
              <a:t>To change the picture </a:t>
            </a:r>
            <a:r>
              <a:rPr lang="en-US" i="1" u="sng" baseline="0" dirty="0"/>
              <a:t>without disrupting the animation</a:t>
            </a:r>
            <a:r>
              <a:rPr lang="en-US" i="1" baseline="0" dirty="0"/>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p>
          <a:p>
            <a:endParaRPr lang="en-US" dirty="0"/>
          </a:p>
        </p:txBody>
      </p:sp>
      <p:sp>
        <p:nvSpPr>
          <p:cNvPr id="4" name="슬라이드 번호 개체 틀 3"/>
          <p:cNvSpPr>
            <a:spLocks noGrp="1"/>
          </p:cNvSpPr>
          <p:nvPr>
            <p:ph type="sldNum" sz="quarter" idx="10"/>
          </p:nvPr>
        </p:nvSpPr>
        <p:spPr/>
        <p:txBody>
          <a:bodyPr/>
          <a:lstStyle/>
          <a:p>
            <a:fld id="{D1E06421-73E3-45D5-A27D-74FD3171F3AE}" type="slidenum">
              <a:rPr lang="en-US" smtClean="0"/>
              <a:t>2</a:t>
            </a:fld>
            <a:endParaRPr lang="en-US"/>
          </a:p>
        </p:txBody>
      </p:sp>
    </p:spTree>
    <p:extLst>
      <p:ext uri="{BB962C8B-B14F-4D97-AF65-F5344CB8AC3E}">
        <p14:creationId xmlns:p14="http://schemas.microsoft.com/office/powerpoint/2010/main" val="3719780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b="1" baseline="0" dirty="0"/>
              <a:t>NOTE:</a:t>
            </a:r>
          </a:p>
          <a:p>
            <a:r>
              <a:rPr lang="en-US" i="1" baseline="0" dirty="0"/>
              <a:t>To change the picture </a:t>
            </a:r>
            <a:r>
              <a:rPr lang="en-US" i="1" u="sng" baseline="0" dirty="0"/>
              <a:t>without disrupting the animation</a:t>
            </a:r>
            <a:r>
              <a:rPr lang="en-US" i="1" baseline="0" dirty="0"/>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p>
          <a:p>
            <a:endParaRPr lang="en-US" dirty="0"/>
          </a:p>
        </p:txBody>
      </p:sp>
      <p:sp>
        <p:nvSpPr>
          <p:cNvPr id="4" name="슬라이드 번호 개체 틀 3"/>
          <p:cNvSpPr>
            <a:spLocks noGrp="1"/>
          </p:cNvSpPr>
          <p:nvPr>
            <p:ph type="sldNum" sz="quarter" idx="10"/>
          </p:nvPr>
        </p:nvSpPr>
        <p:spPr/>
        <p:txBody>
          <a:bodyPr/>
          <a:lstStyle/>
          <a:p>
            <a:fld id="{D1E06421-73E3-45D5-A27D-74FD3171F3AE}" type="slidenum">
              <a:rPr lang="en-US" smtClean="0"/>
              <a:t>3</a:t>
            </a:fld>
            <a:endParaRPr lang="en-US"/>
          </a:p>
        </p:txBody>
      </p:sp>
    </p:spTree>
    <p:extLst>
      <p:ext uri="{BB962C8B-B14F-4D97-AF65-F5344CB8AC3E}">
        <p14:creationId xmlns:p14="http://schemas.microsoft.com/office/powerpoint/2010/main" val="4074559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When, the game starts the students</a:t>
            </a:r>
            <a:r>
              <a:rPr lang="en-US" baseline="0" dirty="0"/>
              <a:t> ask the teacher a question and the teacher answers with one of the cards (You can also play where the teacher just says a vocabulary word/sentence).</a:t>
            </a:r>
          </a:p>
          <a:p>
            <a:endParaRPr lang="en-US" dirty="0"/>
          </a:p>
        </p:txBody>
      </p:sp>
      <p:sp>
        <p:nvSpPr>
          <p:cNvPr id="4" name="슬라이드 번호 개체 틀 3"/>
          <p:cNvSpPr>
            <a:spLocks noGrp="1"/>
          </p:cNvSpPr>
          <p:nvPr>
            <p:ph type="sldNum" sz="quarter" idx="10"/>
          </p:nvPr>
        </p:nvSpPr>
        <p:spPr/>
        <p:txBody>
          <a:bodyPr/>
          <a:lstStyle/>
          <a:p>
            <a:fld id="{D1E06421-73E3-45D5-A27D-74FD3171F3AE}" type="slidenum">
              <a:rPr lang="en-US" smtClean="0"/>
              <a:t>4</a:t>
            </a:fld>
            <a:endParaRPr lang="en-US"/>
          </a:p>
        </p:txBody>
      </p:sp>
    </p:spTree>
    <p:extLst>
      <p:ext uri="{BB962C8B-B14F-4D97-AF65-F5344CB8AC3E}">
        <p14:creationId xmlns:p14="http://schemas.microsoft.com/office/powerpoint/2010/main" val="1274766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b="1" baseline="0" dirty="0"/>
              <a:t>NOTE:</a:t>
            </a:r>
          </a:p>
          <a:p>
            <a:r>
              <a:rPr lang="en-US" i="1" baseline="0" dirty="0"/>
              <a:t>To change the picture </a:t>
            </a:r>
            <a:r>
              <a:rPr lang="en-US" i="1" u="sng" baseline="0" dirty="0"/>
              <a:t>without disrupting the animation</a:t>
            </a:r>
            <a:r>
              <a:rPr lang="en-US" i="1" baseline="0" dirty="0"/>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p>
          <a:p>
            <a:endParaRPr lang="en-US" dirty="0"/>
          </a:p>
        </p:txBody>
      </p:sp>
      <p:sp>
        <p:nvSpPr>
          <p:cNvPr id="4" name="슬라이드 번호 개체 틀 3"/>
          <p:cNvSpPr>
            <a:spLocks noGrp="1"/>
          </p:cNvSpPr>
          <p:nvPr>
            <p:ph type="sldNum" sz="quarter" idx="10"/>
          </p:nvPr>
        </p:nvSpPr>
        <p:spPr/>
        <p:txBody>
          <a:bodyPr/>
          <a:lstStyle/>
          <a:p>
            <a:fld id="{D1E06421-73E3-45D5-A27D-74FD3171F3AE}" type="slidenum">
              <a:rPr lang="en-US" smtClean="0"/>
              <a:t>5</a:t>
            </a:fld>
            <a:endParaRPr lang="en-US"/>
          </a:p>
        </p:txBody>
      </p:sp>
    </p:spTree>
    <p:extLst>
      <p:ext uri="{BB962C8B-B14F-4D97-AF65-F5344CB8AC3E}">
        <p14:creationId xmlns:p14="http://schemas.microsoft.com/office/powerpoint/2010/main" val="201653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b="1" baseline="0" dirty="0"/>
              <a:t>NOTE:</a:t>
            </a:r>
          </a:p>
          <a:p>
            <a:r>
              <a:rPr lang="en-US" i="1" baseline="0" dirty="0"/>
              <a:t>To change the picture </a:t>
            </a:r>
            <a:r>
              <a:rPr lang="en-US" i="1" u="sng" baseline="0" dirty="0"/>
              <a:t>without disrupting the animation</a:t>
            </a:r>
            <a:r>
              <a:rPr lang="en-US" i="1" baseline="0" dirty="0"/>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p>
          <a:p>
            <a:endParaRPr lang="en-US" dirty="0"/>
          </a:p>
        </p:txBody>
      </p:sp>
      <p:sp>
        <p:nvSpPr>
          <p:cNvPr id="4" name="슬라이드 번호 개체 틀 3"/>
          <p:cNvSpPr>
            <a:spLocks noGrp="1"/>
          </p:cNvSpPr>
          <p:nvPr>
            <p:ph type="sldNum" sz="quarter" idx="10"/>
          </p:nvPr>
        </p:nvSpPr>
        <p:spPr/>
        <p:txBody>
          <a:bodyPr/>
          <a:lstStyle/>
          <a:p>
            <a:fld id="{D1E06421-73E3-45D5-A27D-74FD3171F3AE}" type="slidenum">
              <a:rPr lang="en-US" smtClean="0"/>
              <a:t>6</a:t>
            </a:fld>
            <a:endParaRPr lang="en-US"/>
          </a:p>
        </p:txBody>
      </p:sp>
    </p:spTree>
    <p:extLst>
      <p:ext uri="{BB962C8B-B14F-4D97-AF65-F5344CB8AC3E}">
        <p14:creationId xmlns:p14="http://schemas.microsoft.com/office/powerpoint/2010/main" val="730542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b="1" baseline="0" dirty="0"/>
              <a:t>NOTE:</a:t>
            </a:r>
          </a:p>
          <a:p>
            <a:r>
              <a:rPr lang="en-US" i="1" baseline="0" dirty="0"/>
              <a:t>To change the picture </a:t>
            </a:r>
            <a:r>
              <a:rPr lang="en-US" i="1" u="sng" baseline="0" dirty="0"/>
              <a:t>without disrupting the animation</a:t>
            </a:r>
            <a:r>
              <a:rPr lang="en-US" i="1" baseline="0" dirty="0"/>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p>
          <a:p>
            <a:endParaRPr lang="en-US" dirty="0"/>
          </a:p>
        </p:txBody>
      </p:sp>
      <p:sp>
        <p:nvSpPr>
          <p:cNvPr id="4" name="슬라이드 번호 개체 틀 3"/>
          <p:cNvSpPr>
            <a:spLocks noGrp="1"/>
          </p:cNvSpPr>
          <p:nvPr>
            <p:ph type="sldNum" sz="quarter" idx="10"/>
          </p:nvPr>
        </p:nvSpPr>
        <p:spPr/>
        <p:txBody>
          <a:bodyPr/>
          <a:lstStyle/>
          <a:p>
            <a:fld id="{D1E06421-73E3-45D5-A27D-74FD3171F3AE}" type="slidenum">
              <a:rPr lang="en-US" smtClean="0"/>
              <a:t>7</a:t>
            </a:fld>
            <a:endParaRPr lang="en-US"/>
          </a:p>
        </p:txBody>
      </p:sp>
    </p:spTree>
    <p:extLst>
      <p:ext uri="{BB962C8B-B14F-4D97-AF65-F5344CB8AC3E}">
        <p14:creationId xmlns:p14="http://schemas.microsoft.com/office/powerpoint/2010/main" val="2695945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baseline="0" dirty="0"/>
              <a:t>NOTE:</a:t>
            </a:r>
          </a:p>
          <a:p>
            <a:r>
              <a:rPr lang="en-US" i="1" baseline="0" dirty="0"/>
              <a:t>To change the picture </a:t>
            </a:r>
            <a:r>
              <a:rPr lang="en-US" i="1" u="sng" baseline="0" dirty="0"/>
              <a:t>without disrupting the animation</a:t>
            </a:r>
            <a:r>
              <a:rPr lang="en-US" i="1" baseline="0" dirty="0"/>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p>
          <a:p>
            <a:endParaRPr lang="en-US" dirty="0"/>
          </a:p>
        </p:txBody>
      </p:sp>
      <p:sp>
        <p:nvSpPr>
          <p:cNvPr id="4" name="Slide Number Placeholder 3"/>
          <p:cNvSpPr>
            <a:spLocks noGrp="1"/>
          </p:cNvSpPr>
          <p:nvPr>
            <p:ph type="sldNum" sz="quarter" idx="10"/>
          </p:nvPr>
        </p:nvSpPr>
        <p:spPr/>
        <p:txBody>
          <a:bodyPr/>
          <a:lstStyle/>
          <a:p>
            <a:fld id="{D1E06421-73E3-45D5-A27D-74FD3171F3AE}" type="slidenum">
              <a:rPr lang="en-US" smtClean="0"/>
              <a:t>8</a:t>
            </a:fld>
            <a:endParaRPr lang="en-US"/>
          </a:p>
        </p:txBody>
      </p:sp>
    </p:spTree>
    <p:extLst>
      <p:ext uri="{BB962C8B-B14F-4D97-AF65-F5344CB8AC3E}">
        <p14:creationId xmlns:p14="http://schemas.microsoft.com/office/powerpoint/2010/main" val="3585864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baseline="0" dirty="0"/>
              <a:t>NOTE:</a:t>
            </a:r>
          </a:p>
          <a:p>
            <a:r>
              <a:rPr lang="en-US" i="1" baseline="0" dirty="0"/>
              <a:t>To change the picture </a:t>
            </a:r>
            <a:r>
              <a:rPr lang="en-US" i="1" u="sng" baseline="0" dirty="0"/>
              <a:t>without disrupting the animation</a:t>
            </a:r>
            <a:r>
              <a:rPr lang="en-US" i="1" baseline="0" dirty="0"/>
              <a:t>, click the group, then click again to select only the picture icon. Right click on the picture icon and press “Change picture…” Choose the picture you want to replace it with from your files and click “Insert.” The picture must be saved to your computer for this to work, no copying and pasting.</a:t>
            </a:r>
          </a:p>
          <a:p>
            <a:endParaRPr lang="en-US" dirty="0"/>
          </a:p>
        </p:txBody>
      </p:sp>
      <p:sp>
        <p:nvSpPr>
          <p:cNvPr id="4" name="Slide Number Placeholder 3"/>
          <p:cNvSpPr>
            <a:spLocks noGrp="1"/>
          </p:cNvSpPr>
          <p:nvPr>
            <p:ph type="sldNum" sz="quarter" idx="10"/>
          </p:nvPr>
        </p:nvSpPr>
        <p:spPr/>
        <p:txBody>
          <a:bodyPr/>
          <a:lstStyle/>
          <a:p>
            <a:fld id="{D1E06421-73E3-45D5-A27D-74FD3171F3AE}" type="slidenum">
              <a:rPr lang="en-US" smtClean="0"/>
              <a:t>9</a:t>
            </a:fld>
            <a:endParaRPr lang="en-US"/>
          </a:p>
        </p:txBody>
      </p:sp>
    </p:spTree>
    <p:extLst>
      <p:ext uri="{BB962C8B-B14F-4D97-AF65-F5344CB8AC3E}">
        <p14:creationId xmlns:p14="http://schemas.microsoft.com/office/powerpoint/2010/main" val="1432017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This template is for educational, non-commercial purposes </a:t>
            </a:r>
            <a:r>
              <a:rPr lang="en-US" sz="1200" i="1" u="sng" kern="1200" dirty="0">
                <a:solidFill>
                  <a:schemeClr val="tx1"/>
                </a:solidFill>
                <a:effectLst/>
                <a:latin typeface="+mn-lt"/>
                <a:ea typeface="+mn-ea"/>
                <a:cs typeface="+mn-cs"/>
              </a:rPr>
              <a:t>only</a:t>
            </a:r>
            <a:r>
              <a:rPr lang="en-US" sz="1200" i="1" kern="1200" dirty="0">
                <a:solidFill>
                  <a:schemeClr val="tx1"/>
                </a:solidFill>
                <a:effectLst/>
                <a:latin typeface="+mn-lt"/>
                <a:ea typeface="+mn-ea"/>
                <a:cs typeface="+mn-cs"/>
              </a:rPr>
              <a:t>. For more free game templates like this one, visit </a:t>
            </a:r>
            <a:r>
              <a:rPr lang="en-US" sz="1200" b="1" i="1" kern="1200" dirty="0">
                <a:solidFill>
                  <a:schemeClr val="tx1"/>
                </a:solidFill>
                <a:effectLst/>
                <a:latin typeface="+mn-lt"/>
                <a:ea typeface="+mn-ea"/>
                <a:cs typeface="+mn-cs"/>
              </a:rPr>
              <a:t>https://</a:t>
            </a:r>
            <a:r>
              <a:rPr lang="en-US" sz="1200" b="1" i="1" kern="1200" dirty="0" err="1">
                <a:solidFill>
                  <a:schemeClr val="tx1"/>
                </a:solidFill>
                <a:effectLst/>
                <a:latin typeface="+mn-lt"/>
                <a:ea typeface="+mn-ea"/>
                <a:cs typeface="+mn-cs"/>
              </a:rPr>
              <a:t>www.taysteachingtoolkit.com</a:t>
            </a:r>
            <a:endParaRPr lang="en-US" sz="1200" b="1"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1E06421-73E3-45D5-A27D-74FD3171F3AE}" type="slidenum">
              <a:rPr lang="en-US" smtClean="0"/>
              <a:t>10</a:t>
            </a:fld>
            <a:endParaRPr lang="en-US"/>
          </a:p>
        </p:txBody>
      </p:sp>
    </p:spTree>
    <p:extLst>
      <p:ext uri="{BB962C8B-B14F-4D97-AF65-F5344CB8AC3E}">
        <p14:creationId xmlns:p14="http://schemas.microsoft.com/office/powerpoint/2010/main" val="270811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b="1" baseline="0" dirty="0"/>
              <a:t>NOTE:</a:t>
            </a:r>
          </a:p>
          <a:p>
            <a:r>
              <a:rPr lang="en-US" i="1" baseline="0" dirty="0"/>
              <a:t>Replace the text in the boxes with your class’ vocabulary or target language.</a:t>
            </a:r>
          </a:p>
          <a:p>
            <a:endParaRPr lang="en-US" dirty="0"/>
          </a:p>
        </p:txBody>
      </p:sp>
      <p:sp>
        <p:nvSpPr>
          <p:cNvPr id="4" name="슬라이드 번호 개체 틀 3"/>
          <p:cNvSpPr>
            <a:spLocks noGrp="1"/>
          </p:cNvSpPr>
          <p:nvPr>
            <p:ph type="sldNum" sz="quarter" idx="10"/>
          </p:nvPr>
        </p:nvSpPr>
        <p:spPr/>
        <p:txBody>
          <a:bodyPr/>
          <a:lstStyle/>
          <a:p>
            <a:fld id="{D1E06421-73E3-45D5-A27D-74FD3171F3AE}" type="slidenum">
              <a:rPr lang="en-US" smtClean="0"/>
              <a:t>11</a:t>
            </a:fld>
            <a:endParaRPr lang="en-US"/>
          </a:p>
        </p:txBody>
      </p:sp>
    </p:spTree>
    <p:extLst>
      <p:ext uri="{BB962C8B-B14F-4D97-AF65-F5344CB8AC3E}">
        <p14:creationId xmlns:p14="http://schemas.microsoft.com/office/powerpoint/2010/main" val="373273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dirty="0"/>
              <a:t>When, the game starts the students</a:t>
            </a:r>
            <a:r>
              <a:rPr lang="en-US" baseline="0" dirty="0"/>
              <a:t> ask the teacher a question and the teacher answers with one of the cards (You can also play where the teacher just says a vocabulary word/sentence).</a:t>
            </a:r>
          </a:p>
          <a:p>
            <a:endParaRPr lang="en-US" dirty="0"/>
          </a:p>
        </p:txBody>
      </p:sp>
      <p:sp>
        <p:nvSpPr>
          <p:cNvPr id="4" name="슬라이드 번호 개체 틀 3"/>
          <p:cNvSpPr>
            <a:spLocks noGrp="1"/>
          </p:cNvSpPr>
          <p:nvPr>
            <p:ph type="sldNum" sz="quarter" idx="10"/>
          </p:nvPr>
        </p:nvSpPr>
        <p:spPr/>
        <p:txBody>
          <a:bodyPr/>
          <a:lstStyle/>
          <a:p>
            <a:fld id="{D1E06421-73E3-45D5-A27D-74FD3171F3AE}" type="slidenum">
              <a:rPr lang="en-US" smtClean="0"/>
              <a:t>12</a:t>
            </a:fld>
            <a:endParaRPr lang="en-US"/>
          </a:p>
        </p:txBody>
      </p:sp>
    </p:spTree>
    <p:extLst>
      <p:ext uri="{BB962C8B-B14F-4D97-AF65-F5344CB8AC3E}">
        <p14:creationId xmlns:p14="http://schemas.microsoft.com/office/powerpoint/2010/main" val="2318624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b="1" baseline="0" dirty="0"/>
              <a:t>NOTE:</a:t>
            </a:r>
          </a:p>
          <a:p>
            <a:r>
              <a:rPr lang="en-US" i="1" baseline="0" dirty="0"/>
              <a:t>Replace the text in the boxes with your class’ vocabulary or target language.</a:t>
            </a:r>
          </a:p>
          <a:p>
            <a:endParaRPr lang="en-US" dirty="0"/>
          </a:p>
        </p:txBody>
      </p:sp>
      <p:sp>
        <p:nvSpPr>
          <p:cNvPr id="4" name="슬라이드 번호 개체 틀 3"/>
          <p:cNvSpPr>
            <a:spLocks noGrp="1"/>
          </p:cNvSpPr>
          <p:nvPr>
            <p:ph type="sldNum" sz="quarter" idx="10"/>
          </p:nvPr>
        </p:nvSpPr>
        <p:spPr/>
        <p:txBody>
          <a:bodyPr/>
          <a:lstStyle/>
          <a:p>
            <a:fld id="{D1E06421-73E3-45D5-A27D-74FD3171F3AE}" type="slidenum">
              <a:rPr lang="en-US" smtClean="0"/>
              <a:t>13</a:t>
            </a:fld>
            <a:endParaRPr lang="en-US"/>
          </a:p>
        </p:txBody>
      </p:sp>
    </p:spTree>
    <p:extLst>
      <p:ext uri="{BB962C8B-B14F-4D97-AF65-F5344CB8AC3E}">
        <p14:creationId xmlns:p14="http://schemas.microsoft.com/office/powerpoint/2010/main" val="2011896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b="1" baseline="0" dirty="0"/>
              <a:t>NOTE:</a:t>
            </a:r>
          </a:p>
          <a:p>
            <a:r>
              <a:rPr lang="en-US" i="1" baseline="0" dirty="0"/>
              <a:t>Replace the text in the boxes with your class’ vocabulary or target language.</a:t>
            </a:r>
          </a:p>
          <a:p>
            <a:endParaRPr lang="en-US" dirty="0"/>
          </a:p>
        </p:txBody>
      </p:sp>
      <p:sp>
        <p:nvSpPr>
          <p:cNvPr id="4" name="슬라이드 번호 개체 틀 3"/>
          <p:cNvSpPr>
            <a:spLocks noGrp="1"/>
          </p:cNvSpPr>
          <p:nvPr>
            <p:ph type="sldNum" sz="quarter" idx="10"/>
          </p:nvPr>
        </p:nvSpPr>
        <p:spPr/>
        <p:txBody>
          <a:bodyPr/>
          <a:lstStyle/>
          <a:p>
            <a:fld id="{D1E06421-73E3-45D5-A27D-74FD3171F3AE}" type="slidenum">
              <a:rPr lang="en-US" smtClean="0"/>
              <a:t>14</a:t>
            </a:fld>
            <a:endParaRPr lang="en-US"/>
          </a:p>
        </p:txBody>
      </p:sp>
    </p:spTree>
    <p:extLst>
      <p:ext uri="{BB962C8B-B14F-4D97-AF65-F5344CB8AC3E}">
        <p14:creationId xmlns:p14="http://schemas.microsoft.com/office/powerpoint/2010/main" val="3946053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b="1" baseline="0" dirty="0"/>
              <a:t>NOTE:</a:t>
            </a:r>
          </a:p>
          <a:p>
            <a:r>
              <a:rPr lang="en-US" i="1" baseline="0" dirty="0"/>
              <a:t>Replace the text in the boxes with your class’ vocabulary or target language.</a:t>
            </a:r>
          </a:p>
          <a:p>
            <a:endParaRPr lang="en-US" dirty="0"/>
          </a:p>
        </p:txBody>
      </p:sp>
      <p:sp>
        <p:nvSpPr>
          <p:cNvPr id="4" name="슬라이드 번호 개체 틀 3"/>
          <p:cNvSpPr>
            <a:spLocks noGrp="1"/>
          </p:cNvSpPr>
          <p:nvPr>
            <p:ph type="sldNum" sz="quarter" idx="10"/>
          </p:nvPr>
        </p:nvSpPr>
        <p:spPr/>
        <p:txBody>
          <a:bodyPr/>
          <a:lstStyle/>
          <a:p>
            <a:fld id="{D1E06421-73E3-45D5-A27D-74FD3171F3AE}" type="slidenum">
              <a:rPr lang="en-US" smtClean="0"/>
              <a:t>15</a:t>
            </a:fld>
            <a:endParaRPr lang="en-US"/>
          </a:p>
        </p:txBody>
      </p:sp>
    </p:spTree>
    <p:extLst>
      <p:ext uri="{BB962C8B-B14F-4D97-AF65-F5344CB8AC3E}">
        <p14:creationId xmlns:p14="http://schemas.microsoft.com/office/powerpoint/2010/main" val="125003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baseline="0" dirty="0"/>
              <a:t>NOTE:</a:t>
            </a:r>
          </a:p>
          <a:p>
            <a:r>
              <a:rPr lang="en-US" i="1" baseline="0" dirty="0"/>
              <a:t>Replace the text in the boxes with your class’ vocabulary or target language.</a:t>
            </a:r>
          </a:p>
          <a:p>
            <a:endParaRPr lang="en-US" dirty="0"/>
          </a:p>
        </p:txBody>
      </p:sp>
      <p:sp>
        <p:nvSpPr>
          <p:cNvPr id="4" name="Slide Number Placeholder 3"/>
          <p:cNvSpPr>
            <a:spLocks noGrp="1"/>
          </p:cNvSpPr>
          <p:nvPr>
            <p:ph type="sldNum" sz="quarter" idx="10"/>
          </p:nvPr>
        </p:nvSpPr>
        <p:spPr/>
        <p:txBody>
          <a:bodyPr/>
          <a:lstStyle/>
          <a:p>
            <a:fld id="{D1E06421-73E3-45D5-A27D-74FD3171F3AE}" type="slidenum">
              <a:rPr lang="en-US" smtClean="0"/>
              <a:t>16</a:t>
            </a:fld>
            <a:endParaRPr lang="en-US"/>
          </a:p>
        </p:txBody>
      </p:sp>
    </p:spTree>
    <p:extLst>
      <p:ext uri="{BB962C8B-B14F-4D97-AF65-F5344CB8AC3E}">
        <p14:creationId xmlns:p14="http://schemas.microsoft.com/office/powerpoint/2010/main" val="3204397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a:t>
            </a:r>
            <a:r>
              <a:rPr lang="en-US" baseline="0" dirty="0"/>
              <a:t> the filler images with the images you need and p</a:t>
            </a:r>
            <a:r>
              <a:rPr lang="en-US" dirty="0"/>
              <a:t>rint out 1 set per student</a:t>
            </a:r>
          </a:p>
        </p:txBody>
      </p:sp>
      <p:sp>
        <p:nvSpPr>
          <p:cNvPr id="4" name="Slide Number Placeholder 3"/>
          <p:cNvSpPr>
            <a:spLocks noGrp="1"/>
          </p:cNvSpPr>
          <p:nvPr>
            <p:ph type="sldNum" sz="quarter" idx="10"/>
          </p:nvPr>
        </p:nvSpPr>
        <p:spPr/>
        <p:txBody>
          <a:bodyPr/>
          <a:lstStyle/>
          <a:p>
            <a:fld id="{954BAA79-09A2-445F-BE70-F68C2068A816}" type="slidenum">
              <a:rPr lang="en-GB" smtClean="0"/>
              <a:t>17</a:t>
            </a:fld>
            <a:endParaRPr lang="en-GB"/>
          </a:p>
        </p:txBody>
      </p:sp>
    </p:spTree>
    <p:extLst>
      <p:ext uri="{BB962C8B-B14F-4D97-AF65-F5344CB8AC3E}">
        <p14:creationId xmlns:p14="http://schemas.microsoft.com/office/powerpoint/2010/main" val="316469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baseline="0" dirty="0"/>
              <a:t>Replace the text in the boxes with your class’ vocabulary or target language and p</a:t>
            </a:r>
            <a:r>
              <a:rPr lang="en-US" i="0" dirty="0"/>
              <a:t>rint out 1 set per student</a:t>
            </a:r>
          </a:p>
        </p:txBody>
      </p:sp>
      <p:sp>
        <p:nvSpPr>
          <p:cNvPr id="4" name="Slide Number Placeholder 3"/>
          <p:cNvSpPr>
            <a:spLocks noGrp="1"/>
          </p:cNvSpPr>
          <p:nvPr>
            <p:ph type="sldNum" sz="quarter" idx="10"/>
          </p:nvPr>
        </p:nvSpPr>
        <p:spPr/>
        <p:txBody>
          <a:bodyPr/>
          <a:lstStyle/>
          <a:p>
            <a:fld id="{954BAA79-09A2-445F-BE70-F68C2068A816}" type="slidenum">
              <a:rPr lang="en-GB" smtClean="0"/>
              <a:t>18</a:t>
            </a:fld>
            <a:endParaRPr lang="en-GB"/>
          </a:p>
        </p:txBody>
      </p:sp>
    </p:spTree>
    <p:extLst>
      <p:ext uri="{BB962C8B-B14F-4D97-AF65-F5344CB8AC3E}">
        <p14:creationId xmlns:p14="http://schemas.microsoft.com/office/powerpoint/2010/main" val="2946991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0368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D789D3-9882-4881-B139-D11AC0E22D5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F02F9-9D07-46F0-A43D-9725DFA4FAFD}" type="slidenum">
              <a:rPr lang="en-US" smtClean="0"/>
              <a:t>‹#›</a:t>
            </a:fld>
            <a:endParaRPr lang="en-US"/>
          </a:p>
        </p:txBody>
      </p:sp>
    </p:spTree>
    <p:extLst>
      <p:ext uri="{BB962C8B-B14F-4D97-AF65-F5344CB8AC3E}">
        <p14:creationId xmlns:p14="http://schemas.microsoft.com/office/powerpoint/2010/main" val="3801538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D789D3-9882-4881-B139-D11AC0E22D5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F02F9-9D07-46F0-A43D-9725DFA4FAFD}" type="slidenum">
              <a:rPr lang="en-US" smtClean="0"/>
              <a:t>‹#›</a:t>
            </a:fld>
            <a:endParaRPr lang="en-US"/>
          </a:p>
        </p:txBody>
      </p:sp>
    </p:spTree>
    <p:extLst>
      <p:ext uri="{BB962C8B-B14F-4D97-AF65-F5344CB8AC3E}">
        <p14:creationId xmlns:p14="http://schemas.microsoft.com/office/powerpoint/2010/main" val="1024011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8D789D3-9882-4881-B139-D11AC0E22D56}"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FF02F9-9D07-46F0-A43D-9725DFA4FAFD}" type="slidenum">
              <a:rPr lang="en-US" smtClean="0"/>
              <a:t>‹#›</a:t>
            </a:fld>
            <a:endParaRPr lang="en-US"/>
          </a:p>
        </p:txBody>
      </p:sp>
    </p:spTree>
    <p:extLst>
      <p:ext uri="{BB962C8B-B14F-4D97-AF65-F5344CB8AC3E}">
        <p14:creationId xmlns:p14="http://schemas.microsoft.com/office/powerpoint/2010/main" val="177626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8D789D3-9882-4881-B139-D11AC0E22D56}"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FF02F9-9D07-46F0-A43D-9725DFA4FAFD}" type="slidenum">
              <a:rPr lang="en-US" smtClean="0"/>
              <a:t>‹#›</a:t>
            </a:fld>
            <a:endParaRPr lang="en-US"/>
          </a:p>
        </p:txBody>
      </p:sp>
    </p:spTree>
    <p:extLst>
      <p:ext uri="{BB962C8B-B14F-4D97-AF65-F5344CB8AC3E}">
        <p14:creationId xmlns:p14="http://schemas.microsoft.com/office/powerpoint/2010/main" val="3811345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8D789D3-9882-4881-B139-D11AC0E22D56}"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FF02F9-9D07-46F0-A43D-9725DFA4FAFD}" type="slidenum">
              <a:rPr lang="en-US" smtClean="0"/>
              <a:t>‹#›</a:t>
            </a:fld>
            <a:endParaRPr lang="en-US"/>
          </a:p>
        </p:txBody>
      </p:sp>
    </p:spTree>
    <p:extLst>
      <p:ext uri="{BB962C8B-B14F-4D97-AF65-F5344CB8AC3E}">
        <p14:creationId xmlns:p14="http://schemas.microsoft.com/office/powerpoint/2010/main" val="4051028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D789D3-9882-4881-B139-D11AC0E22D56}"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FF02F9-9D07-46F0-A43D-9725DFA4FAFD}" type="slidenum">
              <a:rPr lang="en-US" smtClean="0"/>
              <a:t>‹#›</a:t>
            </a:fld>
            <a:endParaRPr lang="en-US"/>
          </a:p>
        </p:txBody>
      </p:sp>
    </p:spTree>
    <p:extLst>
      <p:ext uri="{BB962C8B-B14F-4D97-AF65-F5344CB8AC3E}">
        <p14:creationId xmlns:p14="http://schemas.microsoft.com/office/powerpoint/2010/main" val="1642345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D789D3-9882-4881-B139-D11AC0E22D56}"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FF02F9-9D07-46F0-A43D-9725DFA4FAFD}" type="slidenum">
              <a:rPr lang="en-US" smtClean="0"/>
              <a:t>‹#›</a:t>
            </a:fld>
            <a:endParaRPr lang="en-US"/>
          </a:p>
        </p:txBody>
      </p:sp>
    </p:spTree>
    <p:extLst>
      <p:ext uri="{BB962C8B-B14F-4D97-AF65-F5344CB8AC3E}">
        <p14:creationId xmlns:p14="http://schemas.microsoft.com/office/powerpoint/2010/main" val="169496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D789D3-9882-4881-B139-D11AC0E22D56}"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FF02F9-9D07-46F0-A43D-9725DFA4FAFD}" type="slidenum">
              <a:rPr lang="en-US" smtClean="0"/>
              <a:t>‹#›</a:t>
            </a:fld>
            <a:endParaRPr lang="en-US"/>
          </a:p>
        </p:txBody>
      </p:sp>
    </p:spTree>
    <p:extLst>
      <p:ext uri="{BB962C8B-B14F-4D97-AF65-F5344CB8AC3E}">
        <p14:creationId xmlns:p14="http://schemas.microsoft.com/office/powerpoint/2010/main" val="3211057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D789D3-9882-4881-B139-D11AC0E22D5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F02F9-9D07-46F0-A43D-9725DFA4FAFD}" type="slidenum">
              <a:rPr lang="en-US" smtClean="0"/>
              <a:t>‹#›</a:t>
            </a:fld>
            <a:endParaRPr lang="en-US"/>
          </a:p>
        </p:txBody>
      </p:sp>
    </p:spTree>
    <p:extLst>
      <p:ext uri="{BB962C8B-B14F-4D97-AF65-F5344CB8AC3E}">
        <p14:creationId xmlns:p14="http://schemas.microsoft.com/office/powerpoint/2010/main" val="2360711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D789D3-9882-4881-B139-D11AC0E22D56}"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FF02F9-9D07-46F0-A43D-9725DFA4FAFD}" type="slidenum">
              <a:rPr lang="en-US" smtClean="0"/>
              <a:t>‹#›</a:t>
            </a:fld>
            <a:endParaRPr lang="en-US"/>
          </a:p>
        </p:txBody>
      </p:sp>
    </p:spTree>
    <p:extLst>
      <p:ext uri="{BB962C8B-B14F-4D97-AF65-F5344CB8AC3E}">
        <p14:creationId xmlns:p14="http://schemas.microsoft.com/office/powerpoint/2010/main" val="402774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rgbClr val="F19C27"/>
            </a:gs>
            <a:gs pos="50000">
              <a:srgbClr val="F5B927"/>
            </a:gs>
            <a:gs pos="0">
              <a:srgbClr val="F7E930"/>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D8D789D3-9882-4881-B139-D11AC0E22D56}" type="datetimeFigureOut">
              <a:rPr lang="en-US" smtClean="0"/>
              <a:t>3/17/2026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73FF02F9-9D07-46F0-A43D-9725DFA4FAFD}" type="slidenum">
              <a:rPr lang="en-US" smtClean="0"/>
              <a:t>‹#›</a:t>
            </a:fld>
            <a:endParaRPr lang="en-US"/>
          </a:p>
        </p:txBody>
      </p:sp>
    </p:spTree>
    <p:extLst>
      <p:ext uri="{BB962C8B-B14F-4D97-AF65-F5344CB8AC3E}">
        <p14:creationId xmlns:p14="http://schemas.microsoft.com/office/powerpoint/2010/main" val="33023803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tiff"/></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microsoft.com/office/2007/relationships/hdphoto" Target="../media/hdphoto2.wdp"/><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9.png"/><Relationship Id="rId5" Type="http://schemas.microsoft.com/office/2007/relationships/hdphoto" Target="../media/hdphoto1.wdp"/><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20.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20.png"/><Relationship Id="rId5" Type="http://schemas.openxmlformats.org/officeDocument/2006/relationships/image" Target="../media/image13.png"/><Relationship Id="rId10" Type="http://schemas.openxmlformats.org/officeDocument/2006/relationships/image" Target="../media/image21.pn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jp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2.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tiff"/></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7" Type="http://schemas.microsoft.com/office/2007/relationships/hdphoto" Target="../media/hdphoto2.wdp"/><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9.png"/><Relationship Id="rId5" Type="http://schemas.microsoft.com/office/2007/relationships/hdphoto" Target="../media/hdphoto1.wdp"/><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457200" y="780490"/>
            <a:ext cx="8229600" cy="1791260"/>
          </a:xfrm>
          <a:prstGeom prst="rect">
            <a:avLst/>
          </a:prstGeom>
          <a:noFill/>
        </p:spPr>
        <p:txBody>
          <a:bodyPr wrap="square" rtlCol="0">
            <a:spAutoFit/>
          </a:bodyPr>
          <a:lstStyle/>
          <a:p>
            <a:pPr algn="ctr">
              <a:lnSpc>
                <a:spcPct val="80000"/>
              </a:lnSpc>
            </a:pPr>
            <a:r>
              <a:rPr lang="en-US" sz="13800" dirty="0">
                <a:solidFill>
                  <a:schemeClr val="bg1"/>
                </a:solidFill>
                <a:latin typeface="Cooper Black" panose="0208090404030B020404" pitchFamily="18" charset="0"/>
              </a:rPr>
              <a:t>Line</a:t>
            </a:r>
          </a:p>
        </p:txBody>
      </p:sp>
      <p:pic>
        <p:nvPicPr>
          <p:cNvPr id="4" name="Picture 3">
            <a:extLst>
              <a:ext uri="{FF2B5EF4-FFF2-40B4-BE49-F238E27FC236}">
                <a16:creationId xmlns:a16="http://schemas.microsoft.com/office/drawing/2014/main" id="{3C231094-1B7C-BC44-9579-7A65E9AB759B}"/>
              </a:ext>
            </a:extLst>
          </p:cNvPr>
          <p:cNvPicPr>
            <a:picLocks noChangeAspect="1"/>
          </p:cNvPicPr>
          <p:nvPr/>
        </p:nvPicPr>
        <p:blipFill>
          <a:blip r:embed="rId4"/>
          <a:stretch>
            <a:fillRect/>
          </a:stretch>
        </p:blipFill>
        <p:spPr>
          <a:xfrm>
            <a:off x="431800" y="1809750"/>
            <a:ext cx="8255000" cy="2882900"/>
          </a:xfrm>
          <a:prstGeom prst="rect">
            <a:avLst/>
          </a:prstGeom>
        </p:spPr>
      </p:pic>
    </p:spTree>
    <p:extLst>
      <p:ext uri="{BB962C8B-B14F-4D97-AF65-F5344CB8AC3E}">
        <p14:creationId xmlns:p14="http://schemas.microsoft.com/office/powerpoint/2010/main" val="3171803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0" y="565387"/>
            <a:ext cx="9144000" cy="1421928"/>
          </a:xfrm>
          <a:prstGeom prst="rect">
            <a:avLst/>
          </a:prstGeom>
          <a:noFill/>
        </p:spPr>
        <p:txBody>
          <a:bodyPr wrap="square" rtlCol="0">
            <a:spAutoFit/>
          </a:bodyPr>
          <a:lstStyle/>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Cut out 8 cards </a:t>
            </a:r>
          </a:p>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for the game.</a:t>
            </a:r>
            <a:endParaRPr lang="en-US" sz="5400" dirty="0">
              <a:solidFill>
                <a:schemeClr val="accent6">
                  <a:lumMod val="75000"/>
                </a:schemeClr>
              </a:solidFill>
              <a:latin typeface="HY산B" panose="02030600000101010101" pitchFamily="18" charset="-127"/>
              <a:ea typeface="HY산B" panose="02030600000101010101" pitchFamily="18" charset="-127"/>
            </a:endParaRPr>
          </a:p>
        </p:txBody>
      </p:sp>
      <p:graphicFrame>
        <p:nvGraphicFramePr>
          <p:cNvPr id="21" name="표 20">
            <a:extLst>
              <a:ext uri="{FF2B5EF4-FFF2-40B4-BE49-F238E27FC236}">
                <a16:creationId xmlns:a16="http://schemas.microsoft.com/office/drawing/2014/main" id="{90624AC1-2B5D-425E-9C53-927165CEE4CF}"/>
              </a:ext>
            </a:extLst>
          </p:cNvPr>
          <p:cNvGraphicFramePr>
            <a:graphicFrameLocks noGrp="1"/>
          </p:cNvGraphicFramePr>
          <p:nvPr>
            <p:extLst>
              <p:ext uri="{D42A27DB-BD31-4B8C-83A1-F6EECF244321}">
                <p14:modId xmlns:p14="http://schemas.microsoft.com/office/powerpoint/2010/main" val="3978087777"/>
              </p:ext>
            </p:extLst>
          </p:nvPr>
        </p:nvGraphicFramePr>
        <p:xfrm>
          <a:off x="609600" y="2952750"/>
          <a:ext cx="7924800" cy="914399"/>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18486100"/>
                    </a:ext>
                  </a:extLst>
                </a:gridCol>
                <a:gridCol w="990600">
                  <a:extLst>
                    <a:ext uri="{9D8B030D-6E8A-4147-A177-3AD203B41FA5}">
                      <a16:colId xmlns:a16="http://schemas.microsoft.com/office/drawing/2014/main" val="1812169620"/>
                    </a:ext>
                  </a:extLst>
                </a:gridCol>
                <a:gridCol w="990600">
                  <a:extLst>
                    <a:ext uri="{9D8B030D-6E8A-4147-A177-3AD203B41FA5}">
                      <a16:colId xmlns:a16="http://schemas.microsoft.com/office/drawing/2014/main" val="891371312"/>
                    </a:ext>
                  </a:extLst>
                </a:gridCol>
                <a:gridCol w="990600">
                  <a:extLst>
                    <a:ext uri="{9D8B030D-6E8A-4147-A177-3AD203B41FA5}">
                      <a16:colId xmlns:a16="http://schemas.microsoft.com/office/drawing/2014/main" val="2717912806"/>
                    </a:ext>
                  </a:extLst>
                </a:gridCol>
                <a:gridCol w="990600">
                  <a:extLst>
                    <a:ext uri="{9D8B030D-6E8A-4147-A177-3AD203B41FA5}">
                      <a16:colId xmlns:a16="http://schemas.microsoft.com/office/drawing/2014/main" val="99161052"/>
                    </a:ext>
                  </a:extLst>
                </a:gridCol>
                <a:gridCol w="990600">
                  <a:extLst>
                    <a:ext uri="{9D8B030D-6E8A-4147-A177-3AD203B41FA5}">
                      <a16:colId xmlns:a16="http://schemas.microsoft.com/office/drawing/2014/main" val="114299784"/>
                    </a:ext>
                  </a:extLst>
                </a:gridCol>
                <a:gridCol w="990600">
                  <a:extLst>
                    <a:ext uri="{9D8B030D-6E8A-4147-A177-3AD203B41FA5}">
                      <a16:colId xmlns:a16="http://schemas.microsoft.com/office/drawing/2014/main" val="900436256"/>
                    </a:ext>
                  </a:extLst>
                </a:gridCol>
                <a:gridCol w="990600">
                  <a:extLst>
                    <a:ext uri="{9D8B030D-6E8A-4147-A177-3AD203B41FA5}">
                      <a16:colId xmlns:a16="http://schemas.microsoft.com/office/drawing/2014/main" val="1316586551"/>
                    </a:ext>
                  </a:extLst>
                </a:gridCol>
              </a:tblGrid>
              <a:tr h="914399">
                <a:tc>
                  <a:txBody>
                    <a:bodyPr/>
                    <a:lstStyle/>
                    <a:p>
                      <a:pPr latinLnBrk="1"/>
                      <a:endParaRPr lang="ko-KR" altLang="en-US"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826256"/>
                  </a:ext>
                </a:extLst>
              </a:tr>
            </a:tbl>
          </a:graphicData>
        </a:graphic>
      </p:graphicFrame>
      <p:pic>
        <p:nvPicPr>
          <p:cNvPr id="22" name="_x108464424" descr="EMB0000da285876">
            <a:extLst>
              <a:ext uri="{FF2B5EF4-FFF2-40B4-BE49-F238E27FC236}">
                <a16:creationId xmlns:a16="http://schemas.microsoft.com/office/drawing/2014/main" id="{C2042B02-F74E-4850-B650-DD18ADF80C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6489" y="3012289"/>
            <a:ext cx="751417" cy="751417"/>
          </a:xfrm>
          <a:prstGeom prst="rect">
            <a:avLst/>
          </a:prstGeom>
          <a:noFill/>
          <a:extLst>
            <a:ext uri="{909E8E84-426E-40DD-AFC4-6F175D3DCCD1}">
              <a14:hiddenFill xmlns:a14="http://schemas.microsoft.com/office/drawing/2010/main">
                <a:solidFill>
                  <a:srgbClr val="FFFFFF"/>
                </a:solidFill>
              </a14:hiddenFill>
            </a:ext>
          </a:extLst>
        </p:spPr>
      </p:pic>
      <p:pic>
        <p:nvPicPr>
          <p:cNvPr id="23" name="_x108464496" descr="EMB0000da285877">
            <a:extLst>
              <a:ext uri="{FF2B5EF4-FFF2-40B4-BE49-F238E27FC236}">
                <a16:creationId xmlns:a16="http://schemas.microsoft.com/office/drawing/2014/main" id="{44285361-43B1-4C1D-A1F3-870F3DDBE1D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14296" b="15634"/>
          <a:stretch>
            <a:fillRect/>
          </a:stretch>
        </p:blipFill>
        <p:spPr bwMode="auto">
          <a:xfrm>
            <a:off x="1715131" y="3243554"/>
            <a:ext cx="726327" cy="509569"/>
          </a:xfrm>
          <a:prstGeom prst="rect">
            <a:avLst/>
          </a:prstGeom>
          <a:noFill/>
          <a:extLst>
            <a:ext uri="{909E8E84-426E-40DD-AFC4-6F175D3DCCD1}">
              <a14:hiddenFill xmlns:a14="http://schemas.microsoft.com/office/drawing/2010/main">
                <a:solidFill>
                  <a:srgbClr val="FFFFFF"/>
                </a:solidFill>
              </a14:hiddenFill>
            </a:ext>
          </a:extLst>
        </p:spPr>
      </p:pic>
      <p:pic>
        <p:nvPicPr>
          <p:cNvPr id="25" name="_x108464856" descr="EMB0000da285878">
            <a:extLst>
              <a:ext uri="{FF2B5EF4-FFF2-40B4-BE49-F238E27FC236}">
                <a16:creationId xmlns:a16="http://schemas.microsoft.com/office/drawing/2014/main" id="{55C2EB31-9485-4EDF-BBE9-76149539BF6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58108" y="3026305"/>
            <a:ext cx="751417" cy="751415"/>
          </a:xfrm>
          <a:prstGeom prst="rect">
            <a:avLst/>
          </a:prstGeom>
          <a:noFill/>
          <a:extLst>
            <a:ext uri="{909E8E84-426E-40DD-AFC4-6F175D3DCCD1}">
              <a14:hiddenFill xmlns:a14="http://schemas.microsoft.com/office/drawing/2010/main">
                <a:solidFill>
                  <a:srgbClr val="FFFFFF"/>
                </a:solidFill>
              </a14:hiddenFill>
            </a:ext>
          </a:extLst>
        </p:spPr>
      </p:pic>
      <p:pic>
        <p:nvPicPr>
          <p:cNvPr id="26" name="_x108464640" descr="EMB0000da285879">
            <a:extLst>
              <a:ext uri="{FF2B5EF4-FFF2-40B4-BE49-F238E27FC236}">
                <a16:creationId xmlns:a16="http://schemas.microsoft.com/office/drawing/2014/main" id="{59A8BE40-1FA8-4F26-941F-ACA3633664A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24908" y="3060970"/>
            <a:ext cx="751417" cy="751417"/>
          </a:xfrm>
          <a:prstGeom prst="rect">
            <a:avLst/>
          </a:prstGeom>
          <a:noFill/>
          <a:extLst>
            <a:ext uri="{909E8E84-426E-40DD-AFC4-6F175D3DCCD1}">
              <a14:hiddenFill xmlns:a14="http://schemas.microsoft.com/office/drawing/2010/main">
                <a:solidFill>
                  <a:srgbClr val="FFFFFF"/>
                </a:solidFill>
              </a14:hiddenFill>
            </a:ext>
          </a:extLst>
        </p:spPr>
      </p:pic>
      <p:pic>
        <p:nvPicPr>
          <p:cNvPr id="28" name="_x108463704" descr="EMB0000da28587a">
            <a:extLst>
              <a:ext uri="{FF2B5EF4-FFF2-40B4-BE49-F238E27FC236}">
                <a16:creationId xmlns:a16="http://schemas.microsoft.com/office/drawing/2014/main" id="{1394CBC1-E7D8-42F6-8D45-009A74A2DD6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43456" y="3110729"/>
            <a:ext cx="652978" cy="652976"/>
          </a:xfrm>
          <a:prstGeom prst="rect">
            <a:avLst/>
          </a:prstGeom>
          <a:noFill/>
          <a:extLst>
            <a:ext uri="{909E8E84-426E-40DD-AFC4-6F175D3DCCD1}">
              <a14:hiddenFill xmlns:a14="http://schemas.microsoft.com/office/drawing/2010/main">
                <a:solidFill>
                  <a:srgbClr val="FFFFFF"/>
                </a:solidFill>
              </a14:hiddenFill>
            </a:ext>
          </a:extLst>
        </p:spPr>
      </p:pic>
      <p:pic>
        <p:nvPicPr>
          <p:cNvPr id="29" name="_x108463920" descr="EMB0000da28587b">
            <a:extLst>
              <a:ext uri="{FF2B5EF4-FFF2-40B4-BE49-F238E27FC236}">
                <a16:creationId xmlns:a16="http://schemas.microsoft.com/office/drawing/2014/main" id="{D7AAF54A-EE37-4B76-8B6F-7929AE6A79E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682192" y="3052761"/>
            <a:ext cx="751417" cy="751417"/>
          </a:xfrm>
          <a:prstGeom prst="rect">
            <a:avLst/>
          </a:prstGeom>
          <a:noFill/>
          <a:extLst>
            <a:ext uri="{909E8E84-426E-40DD-AFC4-6F175D3DCCD1}">
              <a14:hiddenFill xmlns:a14="http://schemas.microsoft.com/office/drawing/2010/main">
                <a:solidFill>
                  <a:srgbClr val="FFFFFF"/>
                </a:solidFill>
              </a14:hiddenFill>
            </a:ext>
          </a:extLst>
        </p:spPr>
      </p:pic>
      <p:pic>
        <p:nvPicPr>
          <p:cNvPr id="31" name="_x108465000" descr="EMB0000da28587c">
            <a:extLst>
              <a:ext uri="{FF2B5EF4-FFF2-40B4-BE49-F238E27FC236}">
                <a16:creationId xmlns:a16="http://schemas.microsoft.com/office/drawing/2014/main" id="{A5F4B886-BE27-4E84-8F0C-BC60C1860519}"/>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658101" y="3073930"/>
            <a:ext cx="751417" cy="751415"/>
          </a:xfrm>
          <a:prstGeom prst="rect">
            <a:avLst/>
          </a:prstGeom>
          <a:noFill/>
          <a:extLst>
            <a:ext uri="{909E8E84-426E-40DD-AFC4-6F175D3DCCD1}">
              <a14:hiddenFill xmlns:a14="http://schemas.microsoft.com/office/drawing/2010/main">
                <a:solidFill>
                  <a:srgbClr val="FFFFFF"/>
                </a:solidFill>
              </a14:hiddenFill>
            </a:ext>
          </a:extLst>
        </p:spPr>
      </p:pic>
      <p:pic>
        <p:nvPicPr>
          <p:cNvPr id="32" name="_x108462912" descr="EMB0000da28587d">
            <a:extLst>
              <a:ext uri="{FF2B5EF4-FFF2-40B4-BE49-F238E27FC236}">
                <a16:creationId xmlns:a16="http://schemas.microsoft.com/office/drawing/2014/main" id="{2908CE38-FB98-4C65-A11E-7D68AF641C8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591301" y="3034240"/>
            <a:ext cx="751417" cy="75141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Scissor - Free interface icons">
            <a:extLst>
              <a:ext uri="{FF2B5EF4-FFF2-40B4-BE49-F238E27FC236}">
                <a16:creationId xmlns:a16="http://schemas.microsoft.com/office/drawing/2014/main" id="{BED11447-6E7E-4EF3-84A3-578B0B18DD9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9915866">
            <a:off x="934546" y="1672429"/>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8338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0" y="1030733"/>
            <a:ext cx="9144000" cy="1421928"/>
          </a:xfrm>
          <a:prstGeom prst="rect">
            <a:avLst/>
          </a:prstGeom>
          <a:noFill/>
        </p:spPr>
        <p:txBody>
          <a:bodyPr wrap="square" rtlCol="0">
            <a:spAutoFit/>
          </a:bodyPr>
          <a:lstStyle/>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Put the cards in a line </a:t>
            </a:r>
            <a:br>
              <a:rPr lang="en-US" sz="4800" dirty="0">
                <a:solidFill>
                  <a:schemeClr val="bg1"/>
                </a:solidFill>
                <a:latin typeface="Cooper Black" panose="0208090404030B020404" pitchFamily="18" charset="0"/>
                <a:ea typeface="HY산B" panose="02030600000101010101" pitchFamily="18" charset="-127"/>
              </a:rPr>
            </a:br>
            <a:r>
              <a:rPr lang="en-US" sz="4800" dirty="0">
                <a:solidFill>
                  <a:schemeClr val="bg1"/>
                </a:solidFill>
                <a:latin typeface="Cooper Black" panose="0208090404030B020404" pitchFamily="18" charset="0"/>
                <a:ea typeface="HY산B" panose="02030600000101010101" pitchFamily="18" charset="-127"/>
              </a:rPr>
              <a:t>in any order.</a:t>
            </a:r>
            <a:endParaRPr lang="en-US" sz="5400" dirty="0">
              <a:solidFill>
                <a:schemeClr val="accent6">
                  <a:lumMod val="75000"/>
                </a:schemeClr>
              </a:solidFill>
              <a:latin typeface="HY산B" panose="02030600000101010101" pitchFamily="18" charset="-127"/>
              <a:ea typeface="HY산B" panose="02030600000101010101" pitchFamily="18" charset="-127"/>
            </a:endParaRPr>
          </a:p>
        </p:txBody>
      </p:sp>
      <p:grpSp>
        <p:nvGrpSpPr>
          <p:cNvPr id="4" name="그룹 3">
            <a:extLst>
              <a:ext uri="{FF2B5EF4-FFF2-40B4-BE49-F238E27FC236}">
                <a16:creationId xmlns:a16="http://schemas.microsoft.com/office/drawing/2014/main" id="{9D413195-D1F5-4556-86FF-718F1574A4D5}"/>
              </a:ext>
            </a:extLst>
          </p:cNvPr>
          <p:cNvGrpSpPr/>
          <p:nvPr/>
        </p:nvGrpSpPr>
        <p:grpSpPr>
          <a:xfrm>
            <a:off x="342900" y="3360420"/>
            <a:ext cx="1268730" cy="1268730"/>
            <a:chOff x="342900" y="3360420"/>
            <a:chExt cx="1268730" cy="1268730"/>
          </a:xfrm>
        </p:grpSpPr>
        <p:sp>
          <p:nvSpPr>
            <p:cNvPr id="27" name="Rectangle 26"/>
            <p:cNvSpPr/>
            <p:nvPr/>
          </p:nvSpPr>
          <p:spPr>
            <a:xfrm>
              <a:off x="34290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1" name="_x108461040" descr="EMB0000da28586f">
              <a:extLst>
                <a:ext uri="{FF2B5EF4-FFF2-40B4-BE49-F238E27FC236}">
                  <a16:creationId xmlns:a16="http://schemas.microsoft.com/office/drawing/2014/main" id="{6102E2B1-50E9-4773-8A68-1524F422EBE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3865" y="3460692"/>
              <a:ext cx="1066800" cy="10668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그룹 6">
            <a:extLst>
              <a:ext uri="{FF2B5EF4-FFF2-40B4-BE49-F238E27FC236}">
                <a16:creationId xmlns:a16="http://schemas.microsoft.com/office/drawing/2014/main" id="{6F5C2C06-BADB-41E8-97A1-6E3AE62B4F5D}"/>
              </a:ext>
            </a:extLst>
          </p:cNvPr>
          <p:cNvGrpSpPr/>
          <p:nvPr/>
        </p:nvGrpSpPr>
        <p:grpSpPr>
          <a:xfrm>
            <a:off x="4656582" y="3360420"/>
            <a:ext cx="1268730" cy="1268730"/>
            <a:chOff x="4656582" y="3360420"/>
            <a:chExt cx="1268730" cy="1268730"/>
          </a:xfrm>
        </p:grpSpPr>
        <p:sp>
          <p:nvSpPr>
            <p:cNvPr id="39" name="Rectangle 38"/>
            <p:cNvSpPr/>
            <p:nvPr/>
          </p:nvSpPr>
          <p:spPr>
            <a:xfrm>
              <a:off x="4656582"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_x108462552" descr="EMB0000da285870">
              <a:extLst>
                <a:ext uri="{FF2B5EF4-FFF2-40B4-BE49-F238E27FC236}">
                  <a16:creationId xmlns:a16="http://schemas.microsoft.com/office/drawing/2014/main" id="{34D241C3-E7E3-4416-8AA5-11BE20B8A21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14296" b="15634"/>
            <a:stretch>
              <a:fillRect/>
            </a:stretch>
          </p:blipFill>
          <p:spPr bwMode="auto">
            <a:xfrm>
              <a:off x="4806060" y="3742974"/>
              <a:ext cx="889777" cy="6242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그룹 5">
            <a:extLst>
              <a:ext uri="{FF2B5EF4-FFF2-40B4-BE49-F238E27FC236}">
                <a16:creationId xmlns:a16="http://schemas.microsoft.com/office/drawing/2014/main" id="{FF5B06CF-8191-45F2-A28A-33341A281331}"/>
              </a:ext>
            </a:extLst>
          </p:cNvPr>
          <p:cNvGrpSpPr/>
          <p:nvPr/>
        </p:nvGrpSpPr>
        <p:grpSpPr>
          <a:xfrm>
            <a:off x="3218688" y="3360420"/>
            <a:ext cx="1268730" cy="1268730"/>
            <a:chOff x="3218688" y="3360420"/>
            <a:chExt cx="1268730" cy="1268730"/>
          </a:xfrm>
        </p:grpSpPr>
        <p:sp>
          <p:nvSpPr>
            <p:cNvPr id="24" name="Rectangle 23"/>
            <p:cNvSpPr/>
            <p:nvPr/>
          </p:nvSpPr>
          <p:spPr>
            <a:xfrm>
              <a:off x="3218688"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9" name="_x108460536" descr="EMB0000da285871">
              <a:extLst>
                <a:ext uri="{FF2B5EF4-FFF2-40B4-BE49-F238E27FC236}">
                  <a16:creationId xmlns:a16="http://schemas.microsoft.com/office/drawing/2014/main" id="{73AA6355-2B87-4B24-81FB-E855B01F11D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65643" y="3460695"/>
              <a:ext cx="1066800" cy="1066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그룹 4">
            <a:extLst>
              <a:ext uri="{FF2B5EF4-FFF2-40B4-BE49-F238E27FC236}">
                <a16:creationId xmlns:a16="http://schemas.microsoft.com/office/drawing/2014/main" id="{41C94E5A-1628-4B2B-9BE0-7BA384236B2C}"/>
              </a:ext>
            </a:extLst>
          </p:cNvPr>
          <p:cNvGrpSpPr/>
          <p:nvPr/>
        </p:nvGrpSpPr>
        <p:grpSpPr>
          <a:xfrm>
            <a:off x="1780794" y="3360420"/>
            <a:ext cx="1268730" cy="1268730"/>
            <a:chOff x="1780794" y="3360420"/>
            <a:chExt cx="1268730" cy="1268730"/>
          </a:xfrm>
        </p:grpSpPr>
        <p:sp>
          <p:nvSpPr>
            <p:cNvPr id="33" name="Rectangle 32"/>
            <p:cNvSpPr/>
            <p:nvPr/>
          </p:nvSpPr>
          <p:spPr>
            <a:xfrm>
              <a:off x="1780794"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_x108461832" descr="EMB0000da285872">
              <a:extLst>
                <a:ext uri="{FF2B5EF4-FFF2-40B4-BE49-F238E27FC236}">
                  <a16:creationId xmlns:a16="http://schemas.microsoft.com/office/drawing/2014/main" id="{7A57EAEC-7D07-4F6B-ADB3-16B382F367C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1759" y="3521694"/>
              <a:ext cx="1066800" cy="10668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그룹 7">
            <a:extLst>
              <a:ext uri="{FF2B5EF4-FFF2-40B4-BE49-F238E27FC236}">
                <a16:creationId xmlns:a16="http://schemas.microsoft.com/office/drawing/2014/main" id="{C90013F1-D398-4EDF-ACFD-418199C62835}"/>
              </a:ext>
            </a:extLst>
          </p:cNvPr>
          <p:cNvGrpSpPr/>
          <p:nvPr/>
        </p:nvGrpSpPr>
        <p:grpSpPr>
          <a:xfrm>
            <a:off x="6094476" y="3360420"/>
            <a:ext cx="1268730" cy="1268730"/>
            <a:chOff x="6094476" y="3360420"/>
            <a:chExt cx="1268730" cy="1268730"/>
          </a:xfrm>
        </p:grpSpPr>
        <p:sp>
          <p:nvSpPr>
            <p:cNvPr id="36" name="Rectangle 35"/>
            <p:cNvSpPr/>
            <p:nvPr/>
          </p:nvSpPr>
          <p:spPr>
            <a:xfrm>
              <a:off x="6094476"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_x108462408" descr="EMB0000da285873">
              <a:extLst>
                <a:ext uri="{FF2B5EF4-FFF2-40B4-BE49-F238E27FC236}">
                  <a16:creationId xmlns:a16="http://schemas.microsoft.com/office/drawing/2014/main" id="{F38E7646-1357-41CF-9475-72BC4D7543F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265318" y="3530571"/>
              <a:ext cx="927045" cy="92704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그룹 8">
            <a:extLst>
              <a:ext uri="{FF2B5EF4-FFF2-40B4-BE49-F238E27FC236}">
                <a16:creationId xmlns:a16="http://schemas.microsoft.com/office/drawing/2014/main" id="{388E5055-FA4E-4C87-9174-D77633D5D37A}"/>
              </a:ext>
            </a:extLst>
          </p:cNvPr>
          <p:cNvGrpSpPr/>
          <p:nvPr/>
        </p:nvGrpSpPr>
        <p:grpSpPr>
          <a:xfrm>
            <a:off x="7467600" y="3360420"/>
            <a:ext cx="1333500" cy="1268730"/>
            <a:chOff x="7532370" y="3360420"/>
            <a:chExt cx="1268730" cy="1268730"/>
          </a:xfrm>
        </p:grpSpPr>
        <p:sp>
          <p:nvSpPr>
            <p:cNvPr id="30" name="Rectangle 29"/>
            <p:cNvSpPr/>
            <p:nvPr/>
          </p:nvSpPr>
          <p:spPr>
            <a:xfrm>
              <a:off x="753237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_x108460752" descr="EMB0000da285874">
              <a:extLst>
                <a:ext uri="{FF2B5EF4-FFF2-40B4-BE49-F238E27FC236}">
                  <a16:creationId xmlns:a16="http://schemas.microsoft.com/office/drawing/2014/main" id="{15DA0DBD-4697-46DF-8FA1-218EDC63440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33335" y="3444149"/>
              <a:ext cx="1066800" cy="10668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6708944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0-#ppt_w/2"/>
                                          </p:val>
                                        </p:tav>
                                        <p:tav tm="100000">
                                          <p:val>
                                            <p:strVal val="#ppt_x"/>
                                          </p:val>
                                        </p:tav>
                                      </p:tavLst>
                                    </p:anim>
                                    <p:anim calcmode="lin" valueType="num">
                                      <p:cBhvr additive="base">
                                        <p:cTn id="12" dur="10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0-#ppt_w/2"/>
                                          </p:val>
                                        </p:tav>
                                        <p:tav tm="100000">
                                          <p:val>
                                            <p:strVal val="#ppt_x"/>
                                          </p:val>
                                        </p:tav>
                                      </p:tavLst>
                                    </p:anim>
                                    <p:anim calcmode="lin" valueType="num">
                                      <p:cBhvr additive="base">
                                        <p:cTn id="16" dur="10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0-#ppt_w/2"/>
                                          </p:val>
                                        </p:tav>
                                        <p:tav tm="100000">
                                          <p:val>
                                            <p:strVal val="#ppt_x"/>
                                          </p:val>
                                        </p:tav>
                                      </p:tavLst>
                                    </p:anim>
                                    <p:anim calcmode="lin" valueType="num">
                                      <p:cBhvr additive="base">
                                        <p:cTn id="20" dur="10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1000" fill="hold"/>
                                        <p:tgtEl>
                                          <p:spTgt spid="8"/>
                                        </p:tgtEl>
                                        <p:attrNameLst>
                                          <p:attrName>ppt_x</p:attrName>
                                        </p:attrNameLst>
                                      </p:cBhvr>
                                      <p:tavLst>
                                        <p:tav tm="0">
                                          <p:val>
                                            <p:strVal val="0-#ppt_w/2"/>
                                          </p:val>
                                        </p:tav>
                                        <p:tav tm="100000">
                                          <p:val>
                                            <p:strVal val="#ppt_x"/>
                                          </p:val>
                                        </p:tav>
                                      </p:tavLst>
                                    </p:anim>
                                    <p:anim calcmode="lin" valueType="num">
                                      <p:cBhvr additive="base">
                                        <p:cTn id="24" dur="1000" fill="hold"/>
                                        <p:tgtEl>
                                          <p:spTgt spid="8"/>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1000" fill="hold"/>
                                        <p:tgtEl>
                                          <p:spTgt spid="9"/>
                                        </p:tgtEl>
                                        <p:attrNameLst>
                                          <p:attrName>ppt_x</p:attrName>
                                        </p:attrNameLst>
                                      </p:cBhvr>
                                      <p:tavLst>
                                        <p:tav tm="0">
                                          <p:val>
                                            <p:strVal val="0-#ppt_w/2"/>
                                          </p:val>
                                        </p:tav>
                                        <p:tav tm="100000">
                                          <p:val>
                                            <p:strVal val="#ppt_x"/>
                                          </p:val>
                                        </p:tav>
                                      </p:tavLst>
                                    </p:anim>
                                    <p:anim calcmode="lin" valueType="num">
                                      <p:cBhvr additive="base">
                                        <p:cTn id="2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Rounded Rectangular Callout 4">
            <a:extLst>
              <a:ext uri="{FF2B5EF4-FFF2-40B4-BE49-F238E27FC236}">
                <a16:creationId xmlns:a16="http://schemas.microsoft.com/office/drawing/2014/main" id="{416CDAA7-9299-4F47-B49A-69E7239AD17A}"/>
              </a:ext>
            </a:extLst>
          </p:cNvPr>
          <p:cNvSpPr/>
          <p:nvPr/>
        </p:nvSpPr>
        <p:spPr>
          <a:xfrm>
            <a:off x="4210887" y="3181350"/>
            <a:ext cx="2342313" cy="1187450"/>
          </a:xfrm>
          <a:prstGeom prst="wedgeRoundRectCallout">
            <a:avLst>
              <a:gd name="adj1" fmla="val -61671"/>
              <a:gd name="adj2" fmla="val 73323"/>
              <a:gd name="adj3" fmla="val 16667"/>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4000" dirty="0">
                <a:solidFill>
                  <a:schemeClr val="accent1"/>
                </a:solidFill>
                <a:latin typeface="Cooper Black" panose="0208090404030B020404" pitchFamily="18" charset="0"/>
              </a:rPr>
              <a:t>Yes, please.</a:t>
            </a:r>
          </a:p>
        </p:txBody>
      </p:sp>
      <p:sp>
        <p:nvSpPr>
          <p:cNvPr id="10" name="Rounded Rectangular Callout 9">
            <a:extLst>
              <a:ext uri="{FF2B5EF4-FFF2-40B4-BE49-F238E27FC236}">
                <a16:creationId xmlns:a16="http://schemas.microsoft.com/office/drawing/2014/main" id="{5DBE4026-A2AA-9D43-BDA1-3C9F08EE33C9}"/>
              </a:ext>
            </a:extLst>
          </p:cNvPr>
          <p:cNvSpPr/>
          <p:nvPr/>
        </p:nvSpPr>
        <p:spPr>
          <a:xfrm>
            <a:off x="670708" y="1679867"/>
            <a:ext cx="7802584" cy="896815"/>
          </a:xfrm>
          <a:prstGeom prst="wedgeRoundRectCallout">
            <a:avLst>
              <a:gd name="adj1" fmla="val 35796"/>
              <a:gd name="adj2" fmla="val 107610"/>
              <a:gd name="adj3" fmla="val 16667"/>
            </a:avLst>
          </a:prstGeom>
          <a:solidFill>
            <a:schemeClr val="accent4">
              <a:lumMod val="40000"/>
              <a:lumOff val="60000"/>
            </a:schemeClr>
          </a:solidFill>
          <a:ln w="57150">
            <a:solidFill>
              <a:schemeClr val="tx1"/>
            </a:solidFill>
            <a:extLst>
              <a:ext uri="{C807C97D-BFC1-408E-A445-0C87EB9F89A2}">
                <ask:lineSketchStyleProps xmlns:ask="http://schemas.microsoft.com/office/drawing/2018/sketchyshapes" sd="1219033472">
                  <a:custGeom>
                    <a:avLst/>
                    <a:gdLst>
                      <a:gd name="connsiteX0" fmla="*/ 0 w 3276600"/>
                      <a:gd name="connsiteY0" fmla="*/ 393708 h 2362200"/>
                      <a:gd name="connsiteX1" fmla="*/ 393708 w 3276600"/>
                      <a:gd name="connsiteY1" fmla="*/ 0 h 2362200"/>
                      <a:gd name="connsiteX2" fmla="*/ 854059 w 3276600"/>
                      <a:gd name="connsiteY2" fmla="*/ 0 h 2362200"/>
                      <a:gd name="connsiteX3" fmla="*/ 1329587 w 3276600"/>
                      <a:gd name="connsiteY3" fmla="*/ 0 h 2362200"/>
                      <a:gd name="connsiteX4" fmla="*/ 1911350 w 3276600"/>
                      <a:gd name="connsiteY4" fmla="*/ 0 h 2362200"/>
                      <a:gd name="connsiteX5" fmla="*/ 1911350 w 3276600"/>
                      <a:gd name="connsiteY5" fmla="*/ 0 h 2362200"/>
                      <a:gd name="connsiteX6" fmla="*/ 2337308 w 3276600"/>
                      <a:gd name="connsiteY6" fmla="*/ 0 h 2362200"/>
                      <a:gd name="connsiteX7" fmla="*/ 2730500 w 3276600"/>
                      <a:gd name="connsiteY7" fmla="*/ 0 h 2362200"/>
                      <a:gd name="connsiteX8" fmla="*/ 2882892 w 3276600"/>
                      <a:gd name="connsiteY8" fmla="*/ 0 h 2362200"/>
                      <a:gd name="connsiteX9" fmla="*/ 3276600 w 3276600"/>
                      <a:gd name="connsiteY9" fmla="*/ 393708 h 2362200"/>
                      <a:gd name="connsiteX10" fmla="*/ 3276600 w 3276600"/>
                      <a:gd name="connsiteY10" fmla="*/ 895671 h 2362200"/>
                      <a:gd name="connsiteX11" fmla="*/ 3276600 w 3276600"/>
                      <a:gd name="connsiteY11" fmla="*/ 1377950 h 2362200"/>
                      <a:gd name="connsiteX12" fmla="*/ 3276600 w 3276600"/>
                      <a:gd name="connsiteY12" fmla="*/ 1377950 h 2362200"/>
                      <a:gd name="connsiteX13" fmla="*/ 3276600 w 3276600"/>
                      <a:gd name="connsiteY13" fmla="*/ 1968500 h 2362200"/>
                      <a:gd name="connsiteX14" fmla="*/ 3276600 w 3276600"/>
                      <a:gd name="connsiteY14" fmla="*/ 1968492 h 2362200"/>
                      <a:gd name="connsiteX15" fmla="*/ 2882892 w 3276600"/>
                      <a:gd name="connsiteY15" fmla="*/ 2362200 h 2362200"/>
                      <a:gd name="connsiteX16" fmla="*/ 2730500 w 3276600"/>
                      <a:gd name="connsiteY16" fmla="*/ 2362200 h 2362200"/>
                      <a:gd name="connsiteX17" fmla="*/ 2805753 w 3276600"/>
                      <a:gd name="connsiteY17" fmla="*/ 2827601 h 2362200"/>
                      <a:gd name="connsiteX18" fmla="*/ 2367496 w 3276600"/>
                      <a:gd name="connsiteY18" fmla="*/ 2599555 h 2362200"/>
                      <a:gd name="connsiteX19" fmla="*/ 1911350 w 3276600"/>
                      <a:gd name="connsiteY19" fmla="*/ 2362200 h 2362200"/>
                      <a:gd name="connsiteX20" fmla="*/ 1375116 w 3276600"/>
                      <a:gd name="connsiteY20" fmla="*/ 2362200 h 2362200"/>
                      <a:gd name="connsiteX21" fmla="*/ 854059 w 3276600"/>
                      <a:gd name="connsiteY21" fmla="*/ 2362200 h 2362200"/>
                      <a:gd name="connsiteX22" fmla="*/ 393708 w 3276600"/>
                      <a:gd name="connsiteY22" fmla="*/ 2362200 h 2362200"/>
                      <a:gd name="connsiteX23" fmla="*/ 0 w 3276600"/>
                      <a:gd name="connsiteY23" fmla="*/ 1968492 h 2362200"/>
                      <a:gd name="connsiteX24" fmla="*/ 0 w 3276600"/>
                      <a:gd name="connsiteY24" fmla="*/ 1968500 h 2362200"/>
                      <a:gd name="connsiteX25" fmla="*/ 0 w 3276600"/>
                      <a:gd name="connsiteY25" fmla="*/ 1377950 h 2362200"/>
                      <a:gd name="connsiteX26" fmla="*/ 0 w 3276600"/>
                      <a:gd name="connsiteY26" fmla="*/ 1377950 h 2362200"/>
                      <a:gd name="connsiteX27" fmla="*/ 0 w 3276600"/>
                      <a:gd name="connsiteY27" fmla="*/ 885829 h 2362200"/>
                      <a:gd name="connsiteX28" fmla="*/ 0 w 3276600"/>
                      <a:gd name="connsiteY28" fmla="*/ 393708 h 236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76600" h="2362200" fill="none" extrusionOk="0">
                        <a:moveTo>
                          <a:pt x="0" y="393708"/>
                        </a:moveTo>
                        <a:cubicBezTo>
                          <a:pt x="30516" y="201409"/>
                          <a:pt x="149506" y="-9167"/>
                          <a:pt x="393708" y="0"/>
                        </a:cubicBezTo>
                        <a:cubicBezTo>
                          <a:pt x="531436" y="-46101"/>
                          <a:pt x="718148" y="39087"/>
                          <a:pt x="854059" y="0"/>
                        </a:cubicBezTo>
                        <a:cubicBezTo>
                          <a:pt x="989970" y="-39087"/>
                          <a:pt x="1204886" y="4414"/>
                          <a:pt x="1329587" y="0"/>
                        </a:cubicBezTo>
                        <a:cubicBezTo>
                          <a:pt x="1454288" y="-4414"/>
                          <a:pt x="1786365" y="47761"/>
                          <a:pt x="1911350" y="0"/>
                        </a:cubicBezTo>
                        <a:lnTo>
                          <a:pt x="1911350" y="0"/>
                        </a:lnTo>
                        <a:cubicBezTo>
                          <a:pt x="2005637" y="-49929"/>
                          <a:pt x="2228404" y="25150"/>
                          <a:pt x="2337308" y="0"/>
                        </a:cubicBezTo>
                        <a:cubicBezTo>
                          <a:pt x="2446212" y="-25150"/>
                          <a:pt x="2601580" y="9446"/>
                          <a:pt x="2730500" y="0"/>
                        </a:cubicBezTo>
                        <a:cubicBezTo>
                          <a:pt x="2767034" y="-9585"/>
                          <a:pt x="2811459" y="17908"/>
                          <a:pt x="2882892" y="0"/>
                        </a:cubicBezTo>
                        <a:cubicBezTo>
                          <a:pt x="3112093" y="2332"/>
                          <a:pt x="3251038" y="192773"/>
                          <a:pt x="3276600" y="393708"/>
                        </a:cubicBezTo>
                        <a:cubicBezTo>
                          <a:pt x="3282407" y="627499"/>
                          <a:pt x="3219414" y="667243"/>
                          <a:pt x="3276600" y="895671"/>
                        </a:cubicBezTo>
                        <a:cubicBezTo>
                          <a:pt x="3333786" y="1124099"/>
                          <a:pt x="3253345" y="1233409"/>
                          <a:pt x="3276600" y="1377950"/>
                        </a:cubicBezTo>
                        <a:lnTo>
                          <a:pt x="3276600" y="1377950"/>
                        </a:lnTo>
                        <a:cubicBezTo>
                          <a:pt x="3283025" y="1551483"/>
                          <a:pt x="3250671" y="1676464"/>
                          <a:pt x="3276600" y="1968500"/>
                        </a:cubicBezTo>
                        <a:lnTo>
                          <a:pt x="3276600" y="1968492"/>
                        </a:lnTo>
                        <a:cubicBezTo>
                          <a:pt x="3265031" y="2191308"/>
                          <a:pt x="3101998" y="2387195"/>
                          <a:pt x="2882892" y="2362200"/>
                        </a:cubicBezTo>
                        <a:cubicBezTo>
                          <a:pt x="2844809" y="2375317"/>
                          <a:pt x="2795294" y="2344594"/>
                          <a:pt x="2730500" y="2362200"/>
                        </a:cubicBezTo>
                        <a:cubicBezTo>
                          <a:pt x="2792133" y="2472647"/>
                          <a:pt x="2733265" y="2690069"/>
                          <a:pt x="2805753" y="2827601"/>
                        </a:cubicBezTo>
                        <a:cubicBezTo>
                          <a:pt x="2593695" y="2742990"/>
                          <a:pt x="2520996" y="2640493"/>
                          <a:pt x="2367496" y="2599555"/>
                        </a:cubicBezTo>
                        <a:cubicBezTo>
                          <a:pt x="2213996" y="2558617"/>
                          <a:pt x="2014434" y="2403962"/>
                          <a:pt x="1911350" y="2362200"/>
                        </a:cubicBezTo>
                        <a:cubicBezTo>
                          <a:pt x="1765616" y="2424886"/>
                          <a:pt x="1636677" y="2346675"/>
                          <a:pt x="1375116" y="2362200"/>
                        </a:cubicBezTo>
                        <a:cubicBezTo>
                          <a:pt x="1113555" y="2377725"/>
                          <a:pt x="1068049" y="2352705"/>
                          <a:pt x="854059" y="2362200"/>
                        </a:cubicBezTo>
                        <a:cubicBezTo>
                          <a:pt x="640069" y="2371695"/>
                          <a:pt x="529765" y="2336995"/>
                          <a:pt x="393708" y="2362200"/>
                        </a:cubicBezTo>
                        <a:cubicBezTo>
                          <a:pt x="164579" y="2410013"/>
                          <a:pt x="-45070" y="2197786"/>
                          <a:pt x="0" y="1968492"/>
                        </a:cubicBezTo>
                        <a:lnTo>
                          <a:pt x="0" y="1968500"/>
                        </a:lnTo>
                        <a:cubicBezTo>
                          <a:pt x="-8329" y="1720881"/>
                          <a:pt x="31161" y="1600849"/>
                          <a:pt x="0" y="1377950"/>
                        </a:cubicBezTo>
                        <a:lnTo>
                          <a:pt x="0" y="1377950"/>
                        </a:lnTo>
                        <a:cubicBezTo>
                          <a:pt x="-36079" y="1177949"/>
                          <a:pt x="49615" y="1008410"/>
                          <a:pt x="0" y="885829"/>
                        </a:cubicBezTo>
                        <a:cubicBezTo>
                          <a:pt x="-49615" y="763248"/>
                          <a:pt x="39862" y="562623"/>
                          <a:pt x="0" y="393708"/>
                        </a:cubicBezTo>
                        <a:close/>
                      </a:path>
                      <a:path w="3276600" h="2362200" stroke="0" extrusionOk="0">
                        <a:moveTo>
                          <a:pt x="0" y="393708"/>
                        </a:moveTo>
                        <a:cubicBezTo>
                          <a:pt x="-6452" y="172289"/>
                          <a:pt x="168168" y="3040"/>
                          <a:pt x="393708" y="0"/>
                        </a:cubicBezTo>
                        <a:cubicBezTo>
                          <a:pt x="620206" y="-3000"/>
                          <a:pt x="749517" y="31354"/>
                          <a:pt x="929942" y="0"/>
                        </a:cubicBezTo>
                        <a:cubicBezTo>
                          <a:pt x="1110367" y="-31354"/>
                          <a:pt x="1275171" y="2513"/>
                          <a:pt x="1420646" y="0"/>
                        </a:cubicBezTo>
                        <a:cubicBezTo>
                          <a:pt x="1566121" y="-2513"/>
                          <a:pt x="1756533" y="24911"/>
                          <a:pt x="1911350" y="0"/>
                        </a:cubicBezTo>
                        <a:lnTo>
                          <a:pt x="1911350" y="0"/>
                        </a:lnTo>
                        <a:cubicBezTo>
                          <a:pt x="2085787" y="-17908"/>
                          <a:pt x="2213984" y="44583"/>
                          <a:pt x="2329117" y="0"/>
                        </a:cubicBezTo>
                        <a:cubicBezTo>
                          <a:pt x="2444250" y="-44583"/>
                          <a:pt x="2643537" y="16279"/>
                          <a:pt x="2730500" y="0"/>
                        </a:cubicBezTo>
                        <a:cubicBezTo>
                          <a:pt x="2766222" y="-9044"/>
                          <a:pt x="2851322" y="12461"/>
                          <a:pt x="2882892" y="0"/>
                        </a:cubicBezTo>
                        <a:cubicBezTo>
                          <a:pt x="3116836" y="9240"/>
                          <a:pt x="3333087" y="189851"/>
                          <a:pt x="3276600" y="393708"/>
                        </a:cubicBezTo>
                        <a:cubicBezTo>
                          <a:pt x="3305796" y="553457"/>
                          <a:pt x="3236199" y="690607"/>
                          <a:pt x="3276600" y="905514"/>
                        </a:cubicBezTo>
                        <a:cubicBezTo>
                          <a:pt x="3317001" y="1120421"/>
                          <a:pt x="3270955" y="1198064"/>
                          <a:pt x="3276600" y="1377950"/>
                        </a:cubicBezTo>
                        <a:lnTo>
                          <a:pt x="3276600" y="1377950"/>
                        </a:lnTo>
                        <a:cubicBezTo>
                          <a:pt x="3327697" y="1608840"/>
                          <a:pt x="3227974" y="1722072"/>
                          <a:pt x="3276600" y="1968500"/>
                        </a:cubicBezTo>
                        <a:lnTo>
                          <a:pt x="3276600" y="1968492"/>
                        </a:lnTo>
                        <a:cubicBezTo>
                          <a:pt x="3285049" y="2175443"/>
                          <a:pt x="3043935" y="2340398"/>
                          <a:pt x="2882892" y="2362200"/>
                        </a:cubicBezTo>
                        <a:cubicBezTo>
                          <a:pt x="2838000" y="2367710"/>
                          <a:pt x="2796161" y="2355482"/>
                          <a:pt x="2730500" y="2362200"/>
                        </a:cubicBezTo>
                        <a:cubicBezTo>
                          <a:pt x="2793772" y="2488002"/>
                          <a:pt x="2740858" y="2701692"/>
                          <a:pt x="2805753" y="2827601"/>
                        </a:cubicBezTo>
                        <a:cubicBezTo>
                          <a:pt x="2680056" y="2772371"/>
                          <a:pt x="2495689" y="2635916"/>
                          <a:pt x="2385384" y="2608863"/>
                        </a:cubicBezTo>
                        <a:cubicBezTo>
                          <a:pt x="2275079" y="2581810"/>
                          <a:pt x="2073921" y="2444803"/>
                          <a:pt x="1911350" y="2362200"/>
                        </a:cubicBezTo>
                        <a:cubicBezTo>
                          <a:pt x="1662309" y="2408647"/>
                          <a:pt x="1643326" y="2336882"/>
                          <a:pt x="1390293" y="2362200"/>
                        </a:cubicBezTo>
                        <a:cubicBezTo>
                          <a:pt x="1137260" y="2387518"/>
                          <a:pt x="1144263" y="2313972"/>
                          <a:pt x="914765" y="2362200"/>
                        </a:cubicBezTo>
                        <a:cubicBezTo>
                          <a:pt x="685267" y="2410428"/>
                          <a:pt x="575125" y="2347835"/>
                          <a:pt x="393708" y="2362200"/>
                        </a:cubicBezTo>
                        <a:cubicBezTo>
                          <a:pt x="147367" y="2360564"/>
                          <a:pt x="17529" y="2201022"/>
                          <a:pt x="0" y="1968492"/>
                        </a:cubicBezTo>
                        <a:lnTo>
                          <a:pt x="0" y="1968500"/>
                        </a:lnTo>
                        <a:cubicBezTo>
                          <a:pt x="-33579" y="1759596"/>
                          <a:pt x="46798" y="1661560"/>
                          <a:pt x="0" y="1377950"/>
                        </a:cubicBezTo>
                        <a:lnTo>
                          <a:pt x="0" y="1377950"/>
                        </a:lnTo>
                        <a:cubicBezTo>
                          <a:pt x="-23210" y="1184428"/>
                          <a:pt x="7992" y="1081471"/>
                          <a:pt x="0" y="905514"/>
                        </a:cubicBezTo>
                        <a:cubicBezTo>
                          <a:pt x="-7992" y="729557"/>
                          <a:pt x="23119" y="629353"/>
                          <a:pt x="0" y="39370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4000" dirty="0">
                <a:solidFill>
                  <a:schemeClr val="tx1"/>
                </a:solidFill>
                <a:latin typeface="Cooper Black" panose="0208090404030B020404" pitchFamily="18" charset="0"/>
              </a:rPr>
              <a:t>Do you want some _________?</a:t>
            </a:r>
            <a:endParaRPr lang="en-US" sz="4000" dirty="0">
              <a:solidFill>
                <a:schemeClr val="tx1"/>
              </a:solidFill>
              <a:latin typeface="Cooper Black" panose="0208090404030B020404" pitchFamily="18" charset="0"/>
            </a:endParaRPr>
          </a:p>
        </p:txBody>
      </p:sp>
      <p:pic>
        <p:nvPicPr>
          <p:cNvPr id="6" name="Picture 5">
            <a:extLst>
              <a:ext uri="{FF2B5EF4-FFF2-40B4-BE49-F238E27FC236}">
                <a16:creationId xmlns:a16="http://schemas.microsoft.com/office/drawing/2014/main" id="{9EFD231F-AC37-D04C-9BE8-7A7884AFA330}"/>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6553200" y="2800350"/>
            <a:ext cx="2362200" cy="2362200"/>
          </a:xfrm>
          <a:prstGeom prst="rect">
            <a:avLst/>
          </a:prstGeom>
        </p:spPr>
      </p:pic>
      <p:pic>
        <p:nvPicPr>
          <p:cNvPr id="7" name="Picture 6">
            <a:extLst>
              <a:ext uri="{FF2B5EF4-FFF2-40B4-BE49-F238E27FC236}">
                <a16:creationId xmlns:a16="http://schemas.microsoft.com/office/drawing/2014/main" id="{0DFEA6CA-9D85-1049-9E96-B9BCD99879D2}"/>
              </a:ext>
            </a:extLst>
          </p:cNvPr>
          <p:cNvPicPr>
            <a:picLocks noChangeAspect="1"/>
          </p:cNvPicPr>
          <p:nvPr/>
        </p:nvPicPr>
        <p:blipFill>
          <a:blip r:embed="rId6" cstate="screen">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a:ext>
            </a:extLst>
          </a:blip>
          <a:stretch>
            <a:fillRect/>
          </a:stretch>
        </p:blipFill>
        <p:spPr>
          <a:xfrm>
            <a:off x="74429" y="3324004"/>
            <a:ext cx="4085658" cy="1838546"/>
          </a:xfrm>
          <a:prstGeom prst="rect">
            <a:avLst/>
          </a:prstGeom>
        </p:spPr>
      </p:pic>
      <p:sp>
        <p:nvSpPr>
          <p:cNvPr id="8" name="TextBox 7">
            <a:extLst>
              <a:ext uri="{FF2B5EF4-FFF2-40B4-BE49-F238E27FC236}">
                <a16:creationId xmlns:a16="http://schemas.microsoft.com/office/drawing/2014/main" id="{82BC3C43-EAA5-4C1A-9CA4-C14D2DA8F3E1}"/>
              </a:ext>
            </a:extLst>
          </p:cNvPr>
          <p:cNvSpPr txBox="1"/>
          <p:nvPr/>
        </p:nvSpPr>
        <p:spPr>
          <a:xfrm>
            <a:off x="110714" y="458880"/>
            <a:ext cx="8804686" cy="757130"/>
          </a:xfrm>
          <a:prstGeom prst="rect">
            <a:avLst/>
          </a:prstGeom>
          <a:noFill/>
        </p:spPr>
        <p:txBody>
          <a:bodyPr wrap="square" rtlCol="0">
            <a:spAutoFit/>
          </a:bodyPr>
          <a:lstStyle/>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Listen carefully!</a:t>
            </a:r>
            <a:endParaRPr lang="en-US" sz="5400" dirty="0">
              <a:solidFill>
                <a:schemeClr val="accent6">
                  <a:lumMod val="75000"/>
                </a:schemeClr>
              </a:solidFill>
              <a:latin typeface="HY산B" panose="02030600000101010101" pitchFamily="18" charset="-127"/>
              <a:ea typeface="HY산B" panose="02030600000101010101" pitchFamily="18" charset="-127"/>
            </a:endParaRPr>
          </a:p>
        </p:txBody>
      </p:sp>
    </p:spTree>
    <p:extLst>
      <p:ext uri="{BB962C8B-B14F-4D97-AF65-F5344CB8AC3E}">
        <p14:creationId xmlns:p14="http://schemas.microsoft.com/office/powerpoint/2010/main" val="105419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0" y="628004"/>
            <a:ext cx="9144000" cy="2086725"/>
          </a:xfrm>
          <a:prstGeom prst="rect">
            <a:avLst/>
          </a:prstGeom>
          <a:noFill/>
        </p:spPr>
        <p:txBody>
          <a:bodyPr wrap="square" rtlCol="0">
            <a:spAutoFit/>
          </a:bodyPr>
          <a:lstStyle/>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If the sentence I say is at either end of your line, </a:t>
            </a:r>
          </a:p>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take away that card.</a:t>
            </a:r>
            <a:endParaRPr lang="en-US" sz="5400" dirty="0">
              <a:solidFill>
                <a:schemeClr val="accent6">
                  <a:lumMod val="75000"/>
                </a:schemeClr>
              </a:solidFill>
              <a:latin typeface="HY산B" panose="02030600000101010101" pitchFamily="18" charset="-127"/>
              <a:ea typeface="HY산B" panose="02030600000101010101" pitchFamily="18" charset="-127"/>
            </a:endParaRPr>
          </a:p>
        </p:txBody>
      </p:sp>
      <p:grpSp>
        <p:nvGrpSpPr>
          <p:cNvPr id="24" name="그룹 23">
            <a:extLst>
              <a:ext uri="{FF2B5EF4-FFF2-40B4-BE49-F238E27FC236}">
                <a16:creationId xmlns:a16="http://schemas.microsoft.com/office/drawing/2014/main" id="{9A9BB3E6-C862-4B68-A68F-555CC2819B9F}"/>
              </a:ext>
            </a:extLst>
          </p:cNvPr>
          <p:cNvGrpSpPr/>
          <p:nvPr/>
        </p:nvGrpSpPr>
        <p:grpSpPr>
          <a:xfrm>
            <a:off x="342900" y="3360420"/>
            <a:ext cx="1268730" cy="1268730"/>
            <a:chOff x="342900" y="3360420"/>
            <a:chExt cx="1268730" cy="1268730"/>
          </a:xfrm>
        </p:grpSpPr>
        <p:sp>
          <p:nvSpPr>
            <p:cNvPr id="25" name="Rectangle 26">
              <a:extLst>
                <a:ext uri="{FF2B5EF4-FFF2-40B4-BE49-F238E27FC236}">
                  <a16:creationId xmlns:a16="http://schemas.microsoft.com/office/drawing/2014/main" id="{14BB37DC-5171-4399-9FD3-1A62BE520958}"/>
                </a:ext>
              </a:extLst>
            </p:cNvPr>
            <p:cNvSpPr/>
            <p:nvPr/>
          </p:nvSpPr>
          <p:spPr>
            <a:xfrm>
              <a:off x="34290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_x108461040" descr="EMB0000da28586f">
              <a:extLst>
                <a:ext uri="{FF2B5EF4-FFF2-40B4-BE49-F238E27FC236}">
                  <a16:creationId xmlns:a16="http://schemas.microsoft.com/office/drawing/2014/main" id="{1A669C3D-427A-4418-9A58-1E1F526B063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3865" y="3460692"/>
              <a:ext cx="1066800" cy="10668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7" name="그룹 26">
            <a:extLst>
              <a:ext uri="{FF2B5EF4-FFF2-40B4-BE49-F238E27FC236}">
                <a16:creationId xmlns:a16="http://schemas.microsoft.com/office/drawing/2014/main" id="{FEEF00EC-4C1E-4566-AC1F-1137102B84BE}"/>
              </a:ext>
            </a:extLst>
          </p:cNvPr>
          <p:cNvGrpSpPr/>
          <p:nvPr/>
        </p:nvGrpSpPr>
        <p:grpSpPr>
          <a:xfrm>
            <a:off x="4656582" y="3360420"/>
            <a:ext cx="1268730" cy="1268730"/>
            <a:chOff x="4656582" y="3360420"/>
            <a:chExt cx="1268730" cy="1268730"/>
          </a:xfrm>
        </p:grpSpPr>
        <p:sp>
          <p:nvSpPr>
            <p:cNvPr id="28" name="Rectangle 38">
              <a:extLst>
                <a:ext uri="{FF2B5EF4-FFF2-40B4-BE49-F238E27FC236}">
                  <a16:creationId xmlns:a16="http://schemas.microsoft.com/office/drawing/2014/main" id="{89979079-3217-4AC1-A274-7566D38F426A}"/>
                </a:ext>
              </a:extLst>
            </p:cNvPr>
            <p:cNvSpPr/>
            <p:nvPr/>
          </p:nvSpPr>
          <p:spPr>
            <a:xfrm>
              <a:off x="4656582"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_x108462552" descr="EMB0000da285870">
              <a:extLst>
                <a:ext uri="{FF2B5EF4-FFF2-40B4-BE49-F238E27FC236}">
                  <a16:creationId xmlns:a16="http://schemas.microsoft.com/office/drawing/2014/main" id="{1AB6D2F3-D022-4EDD-8FC9-C02D3F957DE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14296" b="15634"/>
            <a:stretch>
              <a:fillRect/>
            </a:stretch>
          </p:blipFill>
          <p:spPr bwMode="auto">
            <a:xfrm>
              <a:off x="4806060" y="3742974"/>
              <a:ext cx="889777" cy="6242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0" name="그룹 29">
            <a:extLst>
              <a:ext uri="{FF2B5EF4-FFF2-40B4-BE49-F238E27FC236}">
                <a16:creationId xmlns:a16="http://schemas.microsoft.com/office/drawing/2014/main" id="{8AA9F99B-0C8F-4FC9-8CB5-EAF756635EFE}"/>
              </a:ext>
            </a:extLst>
          </p:cNvPr>
          <p:cNvGrpSpPr/>
          <p:nvPr/>
        </p:nvGrpSpPr>
        <p:grpSpPr>
          <a:xfrm>
            <a:off x="3218688" y="3360420"/>
            <a:ext cx="1268730" cy="1268730"/>
            <a:chOff x="3218688" y="3360420"/>
            <a:chExt cx="1268730" cy="1268730"/>
          </a:xfrm>
        </p:grpSpPr>
        <p:sp>
          <p:nvSpPr>
            <p:cNvPr id="32" name="Rectangle 23">
              <a:extLst>
                <a:ext uri="{FF2B5EF4-FFF2-40B4-BE49-F238E27FC236}">
                  <a16:creationId xmlns:a16="http://schemas.microsoft.com/office/drawing/2014/main" id="{F5EE9ADC-7204-434F-B1FE-3E0D01432936}"/>
                </a:ext>
              </a:extLst>
            </p:cNvPr>
            <p:cNvSpPr/>
            <p:nvPr/>
          </p:nvSpPr>
          <p:spPr>
            <a:xfrm>
              <a:off x="3218688"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_x108460536" descr="EMB0000da285871">
              <a:extLst>
                <a:ext uri="{FF2B5EF4-FFF2-40B4-BE49-F238E27FC236}">
                  <a16:creationId xmlns:a16="http://schemas.microsoft.com/office/drawing/2014/main" id="{FD8CDDB7-5E77-4C98-8833-D26ECB08268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65643" y="3460695"/>
              <a:ext cx="1066800" cy="1066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4" name="그룹 33">
            <a:extLst>
              <a:ext uri="{FF2B5EF4-FFF2-40B4-BE49-F238E27FC236}">
                <a16:creationId xmlns:a16="http://schemas.microsoft.com/office/drawing/2014/main" id="{1FEDB596-0773-4489-90F3-D362F921CB9B}"/>
              </a:ext>
            </a:extLst>
          </p:cNvPr>
          <p:cNvGrpSpPr/>
          <p:nvPr/>
        </p:nvGrpSpPr>
        <p:grpSpPr>
          <a:xfrm>
            <a:off x="1780794" y="3360420"/>
            <a:ext cx="1268730" cy="1268730"/>
            <a:chOff x="1780794" y="3360420"/>
            <a:chExt cx="1268730" cy="1268730"/>
          </a:xfrm>
        </p:grpSpPr>
        <p:sp>
          <p:nvSpPr>
            <p:cNvPr id="35" name="Rectangle 32">
              <a:extLst>
                <a:ext uri="{FF2B5EF4-FFF2-40B4-BE49-F238E27FC236}">
                  <a16:creationId xmlns:a16="http://schemas.microsoft.com/office/drawing/2014/main" id="{A3D666D6-F096-4460-A26E-72C2CB23936E}"/>
                </a:ext>
              </a:extLst>
            </p:cNvPr>
            <p:cNvSpPr/>
            <p:nvPr/>
          </p:nvSpPr>
          <p:spPr>
            <a:xfrm>
              <a:off x="1780794"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_x108461832" descr="EMB0000da285872">
              <a:extLst>
                <a:ext uri="{FF2B5EF4-FFF2-40B4-BE49-F238E27FC236}">
                  <a16:creationId xmlns:a16="http://schemas.microsoft.com/office/drawing/2014/main" id="{A145FB60-6715-4154-90AF-E59E9D8EEF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1759" y="3521694"/>
              <a:ext cx="1066800" cy="10668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7" name="그룹 36">
            <a:extLst>
              <a:ext uri="{FF2B5EF4-FFF2-40B4-BE49-F238E27FC236}">
                <a16:creationId xmlns:a16="http://schemas.microsoft.com/office/drawing/2014/main" id="{BED4B666-340E-4844-8B8A-95F566EE2D30}"/>
              </a:ext>
            </a:extLst>
          </p:cNvPr>
          <p:cNvGrpSpPr/>
          <p:nvPr/>
        </p:nvGrpSpPr>
        <p:grpSpPr>
          <a:xfrm>
            <a:off x="6094476" y="3360420"/>
            <a:ext cx="1268730" cy="1268730"/>
            <a:chOff x="6094476" y="3360420"/>
            <a:chExt cx="1268730" cy="1268730"/>
          </a:xfrm>
        </p:grpSpPr>
        <p:sp>
          <p:nvSpPr>
            <p:cNvPr id="38" name="Rectangle 35">
              <a:extLst>
                <a:ext uri="{FF2B5EF4-FFF2-40B4-BE49-F238E27FC236}">
                  <a16:creationId xmlns:a16="http://schemas.microsoft.com/office/drawing/2014/main" id="{D052D97B-506C-47C5-9800-CD3E0A269219}"/>
                </a:ext>
              </a:extLst>
            </p:cNvPr>
            <p:cNvSpPr/>
            <p:nvPr/>
          </p:nvSpPr>
          <p:spPr>
            <a:xfrm>
              <a:off x="6094476"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_x108462408" descr="EMB0000da285873">
              <a:extLst>
                <a:ext uri="{FF2B5EF4-FFF2-40B4-BE49-F238E27FC236}">
                  <a16:creationId xmlns:a16="http://schemas.microsoft.com/office/drawing/2014/main" id="{81F839DD-706E-4B6A-8B1F-C094F00DA6D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265318" y="3530571"/>
              <a:ext cx="927045" cy="92704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 name="그룹 39">
            <a:extLst>
              <a:ext uri="{FF2B5EF4-FFF2-40B4-BE49-F238E27FC236}">
                <a16:creationId xmlns:a16="http://schemas.microsoft.com/office/drawing/2014/main" id="{055B118C-59F9-498C-8744-2CDA1DFDB042}"/>
              </a:ext>
            </a:extLst>
          </p:cNvPr>
          <p:cNvGrpSpPr/>
          <p:nvPr/>
        </p:nvGrpSpPr>
        <p:grpSpPr>
          <a:xfrm>
            <a:off x="7467600" y="3360420"/>
            <a:ext cx="1333500" cy="1268730"/>
            <a:chOff x="7532370" y="3360420"/>
            <a:chExt cx="1268730" cy="1268730"/>
          </a:xfrm>
        </p:grpSpPr>
        <p:sp>
          <p:nvSpPr>
            <p:cNvPr id="41" name="Rectangle 29">
              <a:extLst>
                <a:ext uri="{FF2B5EF4-FFF2-40B4-BE49-F238E27FC236}">
                  <a16:creationId xmlns:a16="http://schemas.microsoft.com/office/drawing/2014/main" id="{48C29592-F26C-41D5-8F68-345563F78C6A}"/>
                </a:ext>
              </a:extLst>
            </p:cNvPr>
            <p:cNvSpPr/>
            <p:nvPr/>
          </p:nvSpPr>
          <p:spPr>
            <a:xfrm>
              <a:off x="753237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_x108460752" descr="EMB0000da285874">
              <a:extLst>
                <a:ext uri="{FF2B5EF4-FFF2-40B4-BE49-F238E27FC236}">
                  <a16:creationId xmlns:a16="http://schemas.microsoft.com/office/drawing/2014/main" id="{6902FCC7-11B5-4563-BAC6-CD6DF68E92C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33335" y="3444149"/>
              <a:ext cx="1066800" cy="1066800"/>
            </a:xfrm>
            <a:prstGeom prst="rect">
              <a:avLst/>
            </a:prstGeom>
            <a:noFill/>
            <a:extLst>
              <a:ext uri="{909E8E84-426E-40DD-AFC4-6F175D3DCCD1}">
                <a14:hiddenFill xmlns:a14="http://schemas.microsoft.com/office/drawing/2010/main">
                  <a:solidFill>
                    <a:srgbClr val="FFFFFF"/>
                  </a:solidFill>
                </a14:hiddenFill>
              </a:ext>
            </a:extLst>
          </p:spPr>
        </p:pic>
      </p:grpSp>
      <p:sp>
        <p:nvSpPr>
          <p:cNvPr id="22" name="Oval 21"/>
          <p:cNvSpPr/>
          <p:nvPr/>
        </p:nvSpPr>
        <p:spPr>
          <a:xfrm>
            <a:off x="138030" y="3162621"/>
            <a:ext cx="1642764" cy="1542729"/>
          </a:xfrm>
          <a:prstGeom prst="ellipse">
            <a:avLst/>
          </a:prstGeom>
          <a:noFill/>
          <a:ln w="1270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7345353" y="3162621"/>
            <a:ext cx="1642764" cy="1542729"/>
          </a:xfrm>
          <a:prstGeom prst="ellipse">
            <a:avLst/>
          </a:prstGeom>
          <a:noFill/>
          <a:ln w="1270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196" name="Picture 4" descr="Image result for check mark&quot;"/>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7894416" y="2485251"/>
            <a:ext cx="1085754" cy="1085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05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22"/>
                                        </p:tgtEl>
                                      </p:cBhvr>
                                    </p:animEffect>
                                    <p:set>
                                      <p:cBhvr>
                                        <p:cTn id="17" dur="1" fill="hold">
                                          <p:stCondLst>
                                            <p:cond delay="499"/>
                                          </p:stCondLst>
                                        </p:cTn>
                                        <p:tgtEl>
                                          <p:spTgt spid="2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196"/>
                                        </p:tgtEl>
                                        <p:attrNameLst>
                                          <p:attrName>style.visibility</p:attrName>
                                        </p:attrNameLst>
                                      </p:cBhvr>
                                      <p:to>
                                        <p:strVal val="visible"/>
                                      </p:to>
                                    </p:set>
                                    <p:animEffect transition="in" filter="fade">
                                      <p:cBhvr>
                                        <p:cTn id="27"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2" grpId="0" animBg="1"/>
      <p:bldP spid="22" grpId="1"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27" name="그룹 26">
            <a:extLst>
              <a:ext uri="{FF2B5EF4-FFF2-40B4-BE49-F238E27FC236}">
                <a16:creationId xmlns:a16="http://schemas.microsoft.com/office/drawing/2014/main" id="{95A79E7C-9E18-4064-A5AD-9FEC5A63B3A0}"/>
              </a:ext>
            </a:extLst>
          </p:cNvPr>
          <p:cNvGrpSpPr/>
          <p:nvPr/>
        </p:nvGrpSpPr>
        <p:grpSpPr>
          <a:xfrm>
            <a:off x="342900" y="3360420"/>
            <a:ext cx="1268730" cy="1268730"/>
            <a:chOff x="342900" y="3360420"/>
            <a:chExt cx="1268730" cy="1268730"/>
          </a:xfrm>
        </p:grpSpPr>
        <p:sp>
          <p:nvSpPr>
            <p:cNvPr id="46" name="Rectangle 26">
              <a:extLst>
                <a:ext uri="{FF2B5EF4-FFF2-40B4-BE49-F238E27FC236}">
                  <a16:creationId xmlns:a16="http://schemas.microsoft.com/office/drawing/2014/main" id="{B9A368F5-2D57-4C83-BE8A-4462771A868C}"/>
                </a:ext>
              </a:extLst>
            </p:cNvPr>
            <p:cNvSpPr/>
            <p:nvPr/>
          </p:nvSpPr>
          <p:spPr>
            <a:xfrm>
              <a:off x="34290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_x108461040" descr="EMB0000da28586f">
              <a:extLst>
                <a:ext uri="{FF2B5EF4-FFF2-40B4-BE49-F238E27FC236}">
                  <a16:creationId xmlns:a16="http://schemas.microsoft.com/office/drawing/2014/main" id="{B55CBBE6-044E-427F-B16E-4CE725B9DBD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3865" y="3460692"/>
              <a:ext cx="1066800" cy="10668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3" name="그룹 52">
            <a:extLst>
              <a:ext uri="{FF2B5EF4-FFF2-40B4-BE49-F238E27FC236}">
                <a16:creationId xmlns:a16="http://schemas.microsoft.com/office/drawing/2014/main" id="{964C4DE2-90F8-4256-825E-5EE090BCD763}"/>
              </a:ext>
            </a:extLst>
          </p:cNvPr>
          <p:cNvGrpSpPr/>
          <p:nvPr/>
        </p:nvGrpSpPr>
        <p:grpSpPr>
          <a:xfrm>
            <a:off x="4656582" y="3360420"/>
            <a:ext cx="1268730" cy="1268730"/>
            <a:chOff x="4656582" y="3360420"/>
            <a:chExt cx="1268730" cy="1268730"/>
          </a:xfrm>
        </p:grpSpPr>
        <p:sp>
          <p:nvSpPr>
            <p:cNvPr id="54" name="Rectangle 38">
              <a:extLst>
                <a:ext uri="{FF2B5EF4-FFF2-40B4-BE49-F238E27FC236}">
                  <a16:creationId xmlns:a16="http://schemas.microsoft.com/office/drawing/2014/main" id="{60D3D19D-A93A-4A74-8B77-A91AB704A287}"/>
                </a:ext>
              </a:extLst>
            </p:cNvPr>
            <p:cNvSpPr/>
            <p:nvPr/>
          </p:nvSpPr>
          <p:spPr>
            <a:xfrm>
              <a:off x="4656582"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_x108462552" descr="EMB0000da285870">
              <a:extLst>
                <a:ext uri="{FF2B5EF4-FFF2-40B4-BE49-F238E27FC236}">
                  <a16:creationId xmlns:a16="http://schemas.microsoft.com/office/drawing/2014/main" id="{E420A33D-F465-483F-AC3D-5569A1E156F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14296" b="15634"/>
            <a:stretch>
              <a:fillRect/>
            </a:stretch>
          </p:blipFill>
          <p:spPr bwMode="auto">
            <a:xfrm>
              <a:off x="4806060" y="3742974"/>
              <a:ext cx="889777" cy="6242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6" name="그룹 55">
            <a:extLst>
              <a:ext uri="{FF2B5EF4-FFF2-40B4-BE49-F238E27FC236}">
                <a16:creationId xmlns:a16="http://schemas.microsoft.com/office/drawing/2014/main" id="{CDBD4E07-1D56-46D2-BDEE-ED6EDF98777C}"/>
              </a:ext>
            </a:extLst>
          </p:cNvPr>
          <p:cNvGrpSpPr/>
          <p:nvPr/>
        </p:nvGrpSpPr>
        <p:grpSpPr>
          <a:xfrm>
            <a:off x="3218688" y="3360420"/>
            <a:ext cx="1268730" cy="1268730"/>
            <a:chOff x="3218688" y="3360420"/>
            <a:chExt cx="1268730" cy="1268730"/>
          </a:xfrm>
        </p:grpSpPr>
        <p:sp>
          <p:nvSpPr>
            <p:cNvPr id="57" name="Rectangle 23">
              <a:extLst>
                <a:ext uri="{FF2B5EF4-FFF2-40B4-BE49-F238E27FC236}">
                  <a16:creationId xmlns:a16="http://schemas.microsoft.com/office/drawing/2014/main" id="{8AF3C0D2-C2C0-42B9-B9A2-D76F3BDFB852}"/>
                </a:ext>
              </a:extLst>
            </p:cNvPr>
            <p:cNvSpPr/>
            <p:nvPr/>
          </p:nvSpPr>
          <p:spPr>
            <a:xfrm>
              <a:off x="3218688"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_x108460536" descr="EMB0000da285871">
              <a:extLst>
                <a:ext uri="{FF2B5EF4-FFF2-40B4-BE49-F238E27FC236}">
                  <a16:creationId xmlns:a16="http://schemas.microsoft.com/office/drawing/2014/main" id="{37CB6362-7984-4CD9-B5EE-1FE69AA47F7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65643" y="3460695"/>
              <a:ext cx="1066800" cy="1066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9" name="그룹 58">
            <a:extLst>
              <a:ext uri="{FF2B5EF4-FFF2-40B4-BE49-F238E27FC236}">
                <a16:creationId xmlns:a16="http://schemas.microsoft.com/office/drawing/2014/main" id="{FF167D8F-E72A-46C4-B53D-8CFEFF199B32}"/>
              </a:ext>
            </a:extLst>
          </p:cNvPr>
          <p:cNvGrpSpPr/>
          <p:nvPr/>
        </p:nvGrpSpPr>
        <p:grpSpPr>
          <a:xfrm>
            <a:off x="1780794" y="3360420"/>
            <a:ext cx="1268730" cy="1268730"/>
            <a:chOff x="1780794" y="3360420"/>
            <a:chExt cx="1268730" cy="1268730"/>
          </a:xfrm>
        </p:grpSpPr>
        <p:sp>
          <p:nvSpPr>
            <p:cNvPr id="60" name="Rectangle 32">
              <a:extLst>
                <a:ext uri="{FF2B5EF4-FFF2-40B4-BE49-F238E27FC236}">
                  <a16:creationId xmlns:a16="http://schemas.microsoft.com/office/drawing/2014/main" id="{C8CA51E3-3110-428C-A423-6419288B76C4}"/>
                </a:ext>
              </a:extLst>
            </p:cNvPr>
            <p:cNvSpPr/>
            <p:nvPr/>
          </p:nvSpPr>
          <p:spPr>
            <a:xfrm>
              <a:off x="1780794"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_x108461832" descr="EMB0000da285872">
              <a:extLst>
                <a:ext uri="{FF2B5EF4-FFF2-40B4-BE49-F238E27FC236}">
                  <a16:creationId xmlns:a16="http://schemas.microsoft.com/office/drawing/2014/main" id="{A32BCFD7-514D-41EB-99A5-77B7981E66F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1759" y="3521694"/>
              <a:ext cx="1066800" cy="10668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2" name="그룹 61">
            <a:extLst>
              <a:ext uri="{FF2B5EF4-FFF2-40B4-BE49-F238E27FC236}">
                <a16:creationId xmlns:a16="http://schemas.microsoft.com/office/drawing/2014/main" id="{BCA400E6-D927-4E69-A461-065E53359AD1}"/>
              </a:ext>
            </a:extLst>
          </p:cNvPr>
          <p:cNvGrpSpPr/>
          <p:nvPr/>
        </p:nvGrpSpPr>
        <p:grpSpPr>
          <a:xfrm>
            <a:off x="6094476" y="3360420"/>
            <a:ext cx="1268730" cy="1268730"/>
            <a:chOff x="6094476" y="3360420"/>
            <a:chExt cx="1268730" cy="1268730"/>
          </a:xfrm>
        </p:grpSpPr>
        <p:sp>
          <p:nvSpPr>
            <p:cNvPr id="63" name="Rectangle 35">
              <a:extLst>
                <a:ext uri="{FF2B5EF4-FFF2-40B4-BE49-F238E27FC236}">
                  <a16:creationId xmlns:a16="http://schemas.microsoft.com/office/drawing/2014/main" id="{15D74F98-C355-431F-AFCD-640CBECA15A8}"/>
                </a:ext>
              </a:extLst>
            </p:cNvPr>
            <p:cNvSpPr/>
            <p:nvPr/>
          </p:nvSpPr>
          <p:spPr>
            <a:xfrm>
              <a:off x="6094476"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_x108462408" descr="EMB0000da285873">
              <a:extLst>
                <a:ext uri="{FF2B5EF4-FFF2-40B4-BE49-F238E27FC236}">
                  <a16:creationId xmlns:a16="http://schemas.microsoft.com/office/drawing/2014/main" id="{C4EB5674-8953-4163-AEDD-402E29B18A4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265318" y="3530571"/>
              <a:ext cx="927045" cy="92704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5" name="그룹 64">
            <a:extLst>
              <a:ext uri="{FF2B5EF4-FFF2-40B4-BE49-F238E27FC236}">
                <a16:creationId xmlns:a16="http://schemas.microsoft.com/office/drawing/2014/main" id="{892D748F-76C2-45D5-A5A3-D905D7137798}"/>
              </a:ext>
            </a:extLst>
          </p:cNvPr>
          <p:cNvGrpSpPr/>
          <p:nvPr/>
        </p:nvGrpSpPr>
        <p:grpSpPr>
          <a:xfrm>
            <a:off x="7467600" y="3360420"/>
            <a:ext cx="1333500" cy="1268730"/>
            <a:chOff x="7532370" y="3360420"/>
            <a:chExt cx="1268730" cy="1268730"/>
          </a:xfrm>
        </p:grpSpPr>
        <p:sp>
          <p:nvSpPr>
            <p:cNvPr id="66" name="Rectangle 29">
              <a:extLst>
                <a:ext uri="{FF2B5EF4-FFF2-40B4-BE49-F238E27FC236}">
                  <a16:creationId xmlns:a16="http://schemas.microsoft.com/office/drawing/2014/main" id="{DB46C8B4-AD56-4653-86CE-DB81C5E0E4B5}"/>
                </a:ext>
              </a:extLst>
            </p:cNvPr>
            <p:cNvSpPr/>
            <p:nvPr/>
          </p:nvSpPr>
          <p:spPr>
            <a:xfrm>
              <a:off x="753237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_x108460752" descr="EMB0000da285874">
              <a:extLst>
                <a:ext uri="{FF2B5EF4-FFF2-40B4-BE49-F238E27FC236}">
                  <a16:creationId xmlns:a16="http://schemas.microsoft.com/office/drawing/2014/main" id="{9E4C604C-4370-419F-B669-C88B4D0DB008}"/>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33335" y="3444149"/>
              <a:ext cx="1066800" cy="1066800"/>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Box 2"/>
          <p:cNvSpPr txBox="1"/>
          <p:nvPr/>
        </p:nvSpPr>
        <p:spPr>
          <a:xfrm>
            <a:off x="0" y="625481"/>
            <a:ext cx="9144000" cy="2086725"/>
          </a:xfrm>
          <a:prstGeom prst="rect">
            <a:avLst/>
          </a:prstGeom>
          <a:noFill/>
        </p:spPr>
        <p:txBody>
          <a:bodyPr wrap="square" rtlCol="0">
            <a:spAutoFit/>
          </a:bodyPr>
          <a:lstStyle/>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You can't take away</a:t>
            </a:r>
            <a:br>
              <a:rPr lang="en-US" sz="4800" dirty="0">
                <a:solidFill>
                  <a:schemeClr val="bg1"/>
                </a:solidFill>
                <a:latin typeface="Cooper Black" panose="0208090404030B020404" pitchFamily="18" charset="0"/>
                <a:ea typeface="HY산B" panose="02030600000101010101" pitchFamily="18" charset="-127"/>
              </a:rPr>
            </a:br>
            <a:r>
              <a:rPr lang="en-US" sz="4800" dirty="0">
                <a:solidFill>
                  <a:schemeClr val="bg1"/>
                </a:solidFill>
                <a:latin typeface="Cooper Black" panose="0208090404030B020404" pitchFamily="18" charset="0"/>
                <a:ea typeface="HY산B" panose="02030600000101010101" pitchFamily="18" charset="-127"/>
              </a:rPr>
              <a:t>middle cards. Only cards </a:t>
            </a:r>
            <a:br>
              <a:rPr lang="en-US" sz="4800" dirty="0">
                <a:solidFill>
                  <a:schemeClr val="bg1"/>
                </a:solidFill>
                <a:latin typeface="Cooper Black" panose="0208090404030B020404" pitchFamily="18" charset="0"/>
                <a:ea typeface="HY산B" panose="02030600000101010101" pitchFamily="18" charset="-127"/>
              </a:rPr>
            </a:br>
            <a:r>
              <a:rPr lang="en-US" sz="4800" dirty="0">
                <a:solidFill>
                  <a:schemeClr val="bg1"/>
                </a:solidFill>
                <a:latin typeface="Cooper Black" panose="0208090404030B020404" pitchFamily="18" charset="0"/>
                <a:ea typeface="HY산B" panose="02030600000101010101" pitchFamily="18" charset="-127"/>
              </a:rPr>
              <a:t>at the ends.</a:t>
            </a:r>
            <a:endParaRPr lang="en-US" sz="5400" dirty="0">
              <a:solidFill>
                <a:schemeClr val="accent6">
                  <a:lumMod val="75000"/>
                </a:schemeClr>
              </a:solidFill>
              <a:latin typeface="HY산B" panose="02030600000101010101" pitchFamily="18" charset="-127"/>
              <a:ea typeface="HY산B" panose="02030600000101010101" pitchFamily="18" charset="-127"/>
            </a:endParaRPr>
          </a:p>
        </p:txBody>
      </p:sp>
      <p:pic>
        <p:nvPicPr>
          <p:cNvPr id="10242" name="Picture 2" descr="Image result for x mark&quot;"/>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1732604" y="3345324"/>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Image result for x mark&quot;"/>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3182309" y="3345324"/>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Image result for x mark&quot;"/>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4620203" y="3345324"/>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Image result for x mark&quot;"/>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6058096" y="3345324"/>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Image result for check mark&quot;"/>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7620000" y="3448657"/>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descr="Image result for check mark&quot;"/>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38321" y="3448657"/>
            <a:ext cx="1085754" cy="1085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960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42"/>
                                        </p:tgtEl>
                                        <p:attrNameLst>
                                          <p:attrName>style.visibility</p:attrName>
                                        </p:attrNameLst>
                                      </p:cBhvr>
                                      <p:to>
                                        <p:strVal val="visible"/>
                                      </p:to>
                                    </p:set>
                                    <p:animEffect transition="in" filter="fade">
                                      <p:cBhvr>
                                        <p:cTn id="12" dur="500"/>
                                        <p:tgtEl>
                                          <p:spTgt spid="1024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500"/>
                                        <p:tgtEl>
                                          <p:spTgt spid="47"/>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fade">
                                      <p:cBhvr>
                                        <p:cTn id="20" dur="500"/>
                                        <p:tgtEl>
                                          <p:spTgt spid="48"/>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fade">
                                      <p:cBhvr>
                                        <p:cTn id="24" dur="500"/>
                                        <p:tgtEl>
                                          <p:spTgt spid="4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500"/>
                                        <p:tgtEl>
                                          <p:spTgt spid="51"/>
                                        </p:tgtEl>
                                      </p:cBhvr>
                                    </p:animEffect>
                                  </p:childTnLst>
                                </p:cTn>
                              </p:par>
                              <p:par>
                                <p:cTn id="30" presetID="10" presetClass="entr" presetSubtype="0" fill="hold" nodeType="withEffect">
                                  <p:stCondLst>
                                    <p:cond delay="0"/>
                                  </p:stCondLst>
                                  <p:childTnLst>
                                    <p:set>
                                      <p:cBhvr>
                                        <p:cTn id="31" dur="1" fill="hold">
                                          <p:stCondLst>
                                            <p:cond delay="0"/>
                                          </p:stCondLst>
                                        </p:cTn>
                                        <p:tgtEl>
                                          <p:spTgt spid="50"/>
                                        </p:tgtEl>
                                        <p:attrNameLst>
                                          <p:attrName>style.visibility</p:attrName>
                                        </p:attrNameLst>
                                      </p:cBhvr>
                                      <p:to>
                                        <p:strVal val="visible"/>
                                      </p:to>
                                    </p:set>
                                    <p:animEffect transition="in" filter="fade">
                                      <p:cBhvr>
                                        <p:cTn id="3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9" name="Rectangle 28"/>
          <p:cNvSpPr/>
          <p:nvPr/>
        </p:nvSpPr>
        <p:spPr>
          <a:xfrm>
            <a:off x="3937635" y="358507"/>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1061847" y="358507"/>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2499741" y="358507"/>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p:cNvSpPr/>
          <p:nvPr/>
        </p:nvSpPr>
        <p:spPr>
          <a:xfrm>
            <a:off x="6813423" y="358507"/>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5375529" y="358507"/>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3937635" y="1931574"/>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2499741" y="1931574"/>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6813423" y="1931574"/>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5375529" y="1931574"/>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3937635" y="3455574"/>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2499741" y="3455574"/>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5375529" y="3455574"/>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_x108461040" descr="EMB0000da28586f">
            <a:extLst>
              <a:ext uri="{FF2B5EF4-FFF2-40B4-BE49-F238E27FC236}">
                <a16:creationId xmlns:a16="http://schemas.microsoft.com/office/drawing/2014/main" id="{C76B03C2-B6F0-4A87-A18B-00FFB54D9D9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3000" y="431362"/>
            <a:ext cx="106680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54" name="_x108461832" descr="EMB0000da285872">
            <a:extLst>
              <a:ext uri="{FF2B5EF4-FFF2-40B4-BE49-F238E27FC236}">
                <a16:creationId xmlns:a16="http://schemas.microsoft.com/office/drawing/2014/main" id="{B2BA9845-B5E4-4DD4-9B44-D4CE12B2C7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0706" y="560437"/>
            <a:ext cx="106680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55" name="_x108460536" descr="EMB0000da285871">
            <a:extLst>
              <a:ext uri="{FF2B5EF4-FFF2-40B4-BE49-F238E27FC236}">
                <a16:creationId xmlns:a16="http://schemas.microsoft.com/office/drawing/2014/main" id="{9C1C6445-D3E0-4438-AD52-E06B707DCB4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8600" y="463141"/>
            <a:ext cx="1066800" cy="1066797"/>
          </a:xfrm>
          <a:prstGeom prst="rect">
            <a:avLst/>
          </a:prstGeom>
          <a:noFill/>
          <a:extLst>
            <a:ext uri="{909E8E84-426E-40DD-AFC4-6F175D3DCCD1}">
              <a14:hiddenFill xmlns:a14="http://schemas.microsoft.com/office/drawing/2010/main">
                <a:solidFill>
                  <a:srgbClr val="FFFFFF"/>
                </a:solidFill>
              </a14:hiddenFill>
            </a:ext>
          </a:extLst>
        </p:spPr>
      </p:pic>
      <p:pic>
        <p:nvPicPr>
          <p:cNvPr id="65" name="_x108462552" descr="EMB0000da285870">
            <a:extLst>
              <a:ext uri="{FF2B5EF4-FFF2-40B4-BE49-F238E27FC236}">
                <a16:creationId xmlns:a16="http://schemas.microsoft.com/office/drawing/2014/main" id="{C30616F2-BF1E-4764-8F37-D8FF174AD45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t="14296" b="15634"/>
          <a:stretch>
            <a:fillRect/>
          </a:stretch>
        </p:blipFill>
        <p:spPr bwMode="auto">
          <a:xfrm>
            <a:off x="5486400" y="721493"/>
            <a:ext cx="1067824" cy="749152"/>
          </a:xfrm>
          <a:prstGeom prst="rect">
            <a:avLst/>
          </a:prstGeom>
          <a:noFill/>
          <a:extLst>
            <a:ext uri="{909E8E84-426E-40DD-AFC4-6F175D3DCCD1}">
              <a14:hiddenFill xmlns:a14="http://schemas.microsoft.com/office/drawing/2010/main">
                <a:solidFill>
                  <a:srgbClr val="FFFFFF"/>
                </a:solidFill>
              </a14:hiddenFill>
            </a:ext>
          </a:extLst>
        </p:spPr>
      </p:pic>
      <p:pic>
        <p:nvPicPr>
          <p:cNvPr id="76" name="_x108462408" descr="EMB0000da285873">
            <a:extLst>
              <a:ext uri="{FF2B5EF4-FFF2-40B4-BE49-F238E27FC236}">
                <a16:creationId xmlns:a16="http://schemas.microsoft.com/office/drawing/2014/main" id="{96357A6C-21FC-4957-9CCE-754597248E7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29514" y="482811"/>
            <a:ext cx="1036547" cy="1036544"/>
          </a:xfrm>
          <a:prstGeom prst="rect">
            <a:avLst/>
          </a:prstGeom>
          <a:noFill/>
          <a:extLst>
            <a:ext uri="{909E8E84-426E-40DD-AFC4-6F175D3DCCD1}">
              <a14:hiddenFill xmlns:a14="http://schemas.microsoft.com/office/drawing/2010/main">
                <a:solidFill>
                  <a:srgbClr val="FFFFFF"/>
                </a:solidFill>
              </a14:hiddenFill>
            </a:ext>
          </a:extLst>
        </p:spPr>
      </p:pic>
      <p:pic>
        <p:nvPicPr>
          <p:cNvPr id="77" name="_x108461832" descr="EMB0000da285872">
            <a:extLst>
              <a:ext uri="{FF2B5EF4-FFF2-40B4-BE49-F238E27FC236}">
                <a16:creationId xmlns:a16="http://schemas.microsoft.com/office/drawing/2014/main" id="{43567104-90C8-446D-BCB8-7BF52E5651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0706" y="2114550"/>
            <a:ext cx="106680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78" name="_x108460536" descr="EMB0000da285871">
            <a:extLst>
              <a:ext uri="{FF2B5EF4-FFF2-40B4-BE49-F238E27FC236}">
                <a16:creationId xmlns:a16="http://schemas.microsoft.com/office/drawing/2014/main" id="{423B5947-6CCE-4D9D-AF23-D407D2C9A43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8600" y="2017254"/>
            <a:ext cx="1066800" cy="1066797"/>
          </a:xfrm>
          <a:prstGeom prst="rect">
            <a:avLst/>
          </a:prstGeom>
          <a:noFill/>
          <a:extLst>
            <a:ext uri="{909E8E84-426E-40DD-AFC4-6F175D3DCCD1}">
              <a14:hiddenFill xmlns:a14="http://schemas.microsoft.com/office/drawing/2010/main">
                <a:solidFill>
                  <a:srgbClr val="FFFFFF"/>
                </a:solidFill>
              </a14:hiddenFill>
            </a:ext>
          </a:extLst>
        </p:spPr>
      </p:pic>
      <p:pic>
        <p:nvPicPr>
          <p:cNvPr id="83" name="_x108462552" descr="EMB0000da285870">
            <a:extLst>
              <a:ext uri="{FF2B5EF4-FFF2-40B4-BE49-F238E27FC236}">
                <a16:creationId xmlns:a16="http://schemas.microsoft.com/office/drawing/2014/main" id="{5985F57A-A8D7-45FB-92C2-A0D532A2D07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t="14296" b="15634"/>
          <a:stretch>
            <a:fillRect/>
          </a:stretch>
        </p:blipFill>
        <p:spPr bwMode="auto">
          <a:xfrm>
            <a:off x="5486400" y="2275606"/>
            <a:ext cx="1067824" cy="749152"/>
          </a:xfrm>
          <a:prstGeom prst="rect">
            <a:avLst/>
          </a:prstGeom>
          <a:noFill/>
          <a:extLst>
            <a:ext uri="{909E8E84-426E-40DD-AFC4-6F175D3DCCD1}">
              <a14:hiddenFill xmlns:a14="http://schemas.microsoft.com/office/drawing/2010/main">
                <a:solidFill>
                  <a:srgbClr val="FFFFFF"/>
                </a:solidFill>
              </a14:hiddenFill>
            </a:ext>
          </a:extLst>
        </p:spPr>
      </p:pic>
      <p:pic>
        <p:nvPicPr>
          <p:cNvPr id="86" name="_x108462408" descr="EMB0000da285873">
            <a:extLst>
              <a:ext uri="{FF2B5EF4-FFF2-40B4-BE49-F238E27FC236}">
                <a16:creationId xmlns:a16="http://schemas.microsoft.com/office/drawing/2014/main" id="{C53A8BF5-50C5-4460-8152-799D6737D95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29514" y="2036924"/>
            <a:ext cx="1036547" cy="1036544"/>
          </a:xfrm>
          <a:prstGeom prst="rect">
            <a:avLst/>
          </a:prstGeom>
          <a:noFill/>
          <a:extLst>
            <a:ext uri="{909E8E84-426E-40DD-AFC4-6F175D3DCCD1}">
              <a14:hiddenFill xmlns:a14="http://schemas.microsoft.com/office/drawing/2010/main">
                <a:solidFill>
                  <a:srgbClr val="FFFFFF"/>
                </a:solidFill>
              </a14:hiddenFill>
            </a:ext>
          </a:extLst>
        </p:spPr>
      </p:pic>
      <p:pic>
        <p:nvPicPr>
          <p:cNvPr id="87" name="_x108461832" descr="EMB0000da285872">
            <a:extLst>
              <a:ext uri="{FF2B5EF4-FFF2-40B4-BE49-F238E27FC236}">
                <a16:creationId xmlns:a16="http://schemas.microsoft.com/office/drawing/2014/main" id="{EF9B296E-B000-42CE-89DE-1A2D95F520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0706" y="3638454"/>
            <a:ext cx="106680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88" name="_x108460536" descr="EMB0000da285871">
            <a:extLst>
              <a:ext uri="{FF2B5EF4-FFF2-40B4-BE49-F238E27FC236}">
                <a16:creationId xmlns:a16="http://schemas.microsoft.com/office/drawing/2014/main" id="{AF5BAB2D-B2C0-44E7-9F8D-C9C133036BD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38600" y="3541158"/>
            <a:ext cx="1066800" cy="1066797"/>
          </a:xfrm>
          <a:prstGeom prst="rect">
            <a:avLst/>
          </a:prstGeom>
          <a:noFill/>
          <a:extLst>
            <a:ext uri="{909E8E84-426E-40DD-AFC4-6F175D3DCCD1}">
              <a14:hiddenFill xmlns:a14="http://schemas.microsoft.com/office/drawing/2010/main">
                <a:solidFill>
                  <a:srgbClr val="FFFFFF"/>
                </a:solidFill>
              </a14:hiddenFill>
            </a:ext>
          </a:extLst>
        </p:spPr>
      </p:pic>
      <p:pic>
        <p:nvPicPr>
          <p:cNvPr id="89" name="_x108462552" descr="EMB0000da285870">
            <a:extLst>
              <a:ext uri="{FF2B5EF4-FFF2-40B4-BE49-F238E27FC236}">
                <a16:creationId xmlns:a16="http://schemas.microsoft.com/office/drawing/2014/main" id="{16AC675D-B024-4911-9166-D9A22116FB0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t="14296" b="15634"/>
          <a:stretch>
            <a:fillRect/>
          </a:stretch>
        </p:blipFill>
        <p:spPr bwMode="auto">
          <a:xfrm>
            <a:off x="5486400" y="3799510"/>
            <a:ext cx="1067824" cy="749152"/>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Image result for x mark&quot;">
            <a:extLst>
              <a:ext uri="{FF2B5EF4-FFF2-40B4-BE49-F238E27FC236}">
                <a16:creationId xmlns:a16="http://schemas.microsoft.com/office/drawing/2014/main" id="{E99B9088-432A-4884-9690-0B6730A46D60}"/>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2451551" y="309333"/>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descr="Image result for x mark&quot;">
            <a:extLst>
              <a:ext uri="{FF2B5EF4-FFF2-40B4-BE49-F238E27FC236}">
                <a16:creationId xmlns:a16="http://schemas.microsoft.com/office/drawing/2014/main" id="{155C7AE9-AAC0-4CD6-8674-DBA93DA62221}"/>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3901256" y="309333"/>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Image result for x mark&quot;">
            <a:extLst>
              <a:ext uri="{FF2B5EF4-FFF2-40B4-BE49-F238E27FC236}">
                <a16:creationId xmlns:a16="http://schemas.microsoft.com/office/drawing/2014/main" id="{CED259AC-D194-4374-AD09-3F9FBBF92E49}"/>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5339150" y="309333"/>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4" descr="Image result for check mark&quot;">
            <a:extLst>
              <a:ext uri="{FF2B5EF4-FFF2-40B4-BE49-F238E27FC236}">
                <a16:creationId xmlns:a16="http://schemas.microsoft.com/office/drawing/2014/main" id="{4F693FD4-6941-4DA1-9288-B56122770747}"/>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6891147" y="412666"/>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4" descr="Image result for check mark&quot;">
            <a:extLst>
              <a:ext uri="{FF2B5EF4-FFF2-40B4-BE49-F238E27FC236}">
                <a16:creationId xmlns:a16="http://schemas.microsoft.com/office/drawing/2014/main" id="{D087A7F4-A4FC-4ADA-9BB2-9910FF13D610}"/>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1157268" y="412666"/>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Image result for x mark&quot;">
            <a:extLst>
              <a:ext uri="{FF2B5EF4-FFF2-40B4-BE49-F238E27FC236}">
                <a16:creationId xmlns:a16="http://schemas.microsoft.com/office/drawing/2014/main" id="{5D4EE0DF-2440-4ACF-A080-39AB4E855D3F}"/>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3901256" y="1905994"/>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Image result for x mark&quot;">
            <a:extLst>
              <a:ext uri="{FF2B5EF4-FFF2-40B4-BE49-F238E27FC236}">
                <a16:creationId xmlns:a16="http://schemas.microsoft.com/office/drawing/2014/main" id="{CDF1E20A-60DD-420F-90B1-70F7E7B34143}"/>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5339150" y="1905994"/>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4" descr="Image result for check mark&quot;">
            <a:extLst>
              <a:ext uri="{FF2B5EF4-FFF2-40B4-BE49-F238E27FC236}">
                <a16:creationId xmlns:a16="http://schemas.microsoft.com/office/drawing/2014/main" id="{E1659539-3B02-4E00-8A31-2BA07D1EEEF1}"/>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6891147" y="2009327"/>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4" descr="Image result for check mark&quot;">
            <a:extLst>
              <a:ext uri="{FF2B5EF4-FFF2-40B4-BE49-F238E27FC236}">
                <a16:creationId xmlns:a16="http://schemas.microsoft.com/office/drawing/2014/main" id="{10780E4D-D706-47D4-8A38-D516BC01D9DD}"/>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2585194" y="2009327"/>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 descr="Image result for x mark&quot;">
            <a:extLst>
              <a:ext uri="{FF2B5EF4-FFF2-40B4-BE49-F238E27FC236}">
                <a16:creationId xmlns:a16="http://schemas.microsoft.com/office/drawing/2014/main" id="{6DDF364E-0037-467F-B754-BC9B10F594CC}"/>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3901256" y="3421414"/>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4" descr="Image result for check mark&quot;">
            <a:extLst>
              <a:ext uri="{FF2B5EF4-FFF2-40B4-BE49-F238E27FC236}">
                <a16:creationId xmlns:a16="http://schemas.microsoft.com/office/drawing/2014/main" id="{C77B9231-54FD-440A-9B9B-76B72E50CDA1}"/>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5457964" y="3524747"/>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4" descr="Image result for check mark&quot;">
            <a:extLst>
              <a:ext uri="{FF2B5EF4-FFF2-40B4-BE49-F238E27FC236}">
                <a16:creationId xmlns:a16="http://schemas.microsoft.com/office/drawing/2014/main" id="{95283C15-E77F-4093-8D97-34F0E621C017}"/>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2585194" y="3524747"/>
            <a:ext cx="1085754" cy="1085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96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0" y="608586"/>
            <a:ext cx="9144000" cy="2086725"/>
          </a:xfrm>
          <a:prstGeom prst="rect">
            <a:avLst/>
          </a:prstGeom>
          <a:noFill/>
        </p:spPr>
        <p:txBody>
          <a:bodyPr wrap="square" rtlCol="0">
            <a:spAutoFit/>
          </a:bodyPr>
          <a:lstStyle/>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If you take away all </a:t>
            </a:r>
            <a:br>
              <a:rPr lang="en-US" sz="4800" dirty="0">
                <a:solidFill>
                  <a:schemeClr val="bg1"/>
                </a:solidFill>
                <a:latin typeface="Cooper Black" panose="0208090404030B020404" pitchFamily="18" charset="0"/>
                <a:ea typeface="HY산B" panose="02030600000101010101" pitchFamily="18" charset="-127"/>
              </a:rPr>
            </a:br>
            <a:r>
              <a:rPr lang="en-US" sz="4800" dirty="0">
                <a:solidFill>
                  <a:schemeClr val="bg1"/>
                </a:solidFill>
                <a:latin typeface="Cooper Black" panose="0208090404030B020404" pitchFamily="18" charset="0"/>
                <a:ea typeface="HY산B" panose="02030600000101010101" pitchFamily="18" charset="-127"/>
              </a:rPr>
              <a:t>your cards, say BINGO! </a:t>
            </a:r>
            <a:br>
              <a:rPr lang="en-US" sz="4800" dirty="0">
                <a:solidFill>
                  <a:schemeClr val="bg1"/>
                </a:solidFill>
                <a:latin typeface="Cooper Black" panose="0208090404030B020404" pitchFamily="18" charset="0"/>
                <a:ea typeface="HY산B" panose="02030600000101010101" pitchFamily="18" charset="-127"/>
              </a:rPr>
            </a:br>
            <a:r>
              <a:rPr lang="en-US" sz="4800" dirty="0">
                <a:solidFill>
                  <a:schemeClr val="bg1"/>
                </a:solidFill>
                <a:latin typeface="Cooper Black" panose="0208090404030B020404" pitchFamily="18" charset="0"/>
                <a:ea typeface="HY산B" panose="02030600000101010101" pitchFamily="18" charset="-127"/>
              </a:rPr>
              <a:t>You win the game!</a:t>
            </a:r>
            <a:endParaRPr lang="en-US" sz="5400" dirty="0">
              <a:solidFill>
                <a:schemeClr val="accent6">
                  <a:lumMod val="75000"/>
                </a:schemeClr>
              </a:solidFill>
              <a:latin typeface="HY산B" panose="02030600000101010101" pitchFamily="18" charset="-127"/>
              <a:ea typeface="HY산B" panose="02030600000101010101" pitchFamily="18" charset="-127"/>
            </a:endParaRPr>
          </a:p>
        </p:txBody>
      </p:sp>
      <p:grpSp>
        <p:nvGrpSpPr>
          <p:cNvPr id="40" name="그룹 39">
            <a:extLst>
              <a:ext uri="{FF2B5EF4-FFF2-40B4-BE49-F238E27FC236}">
                <a16:creationId xmlns:a16="http://schemas.microsoft.com/office/drawing/2014/main" id="{7B410869-9D35-40D0-8163-1A99EB0B50B9}"/>
              </a:ext>
            </a:extLst>
          </p:cNvPr>
          <p:cNvGrpSpPr/>
          <p:nvPr/>
        </p:nvGrpSpPr>
        <p:grpSpPr>
          <a:xfrm>
            <a:off x="342900" y="3360420"/>
            <a:ext cx="1268730" cy="1268730"/>
            <a:chOff x="342900" y="3360420"/>
            <a:chExt cx="1268730" cy="1268730"/>
          </a:xfrm>
        </p:grpSpPr>
        <p:sp>
          <p:nvSpPr>
            <p:cNvPr id="42" name="Rectangle 26">
              <a:extLst>
                <a:ext uri="{FF2B5EF4-FFF2-40B4-BE49-F238E27FC236}">
                  <a16:creationId xmlns:a16="http://schemas.microsoft.com/office/drawing/2014/main" id="{985F1F8D-010B-494D-AA67-B48F7D20634D}"/>
                </a:ext>
              </a:extLst>
            </p:cNvPr>
            <p:cNvSpPr/>
            <p:nvPr/>
          </p:nvSpPr>
          <p:spPr>
            <a:xfrm>
              <a:off x="34290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_x108461040" descr="EMB0000da28586f">
              <a:extLst>
                <a:ext uri="{FF2B5EF4-FFF2-40B4-BE49-F238E27FC236}">
                  <a16:creationId xmlns:a16="http://schemas.microsoft.com/office/drawing/2014/main" id="{7C911CEC-CB0A-4920-BBC8-026C8D9B73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3865" y="3460692"/>
              <a:ext cx="1066800" cy="10668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4" name="그룹 43">
            <a:extLst>
              <a:ext uri="{FF2B5EF4-FFF2-40B4-BE49-F238E27FC236}">
                <a16:creationId xmlns:a16="http://schemas.microsoft.com/office/drawing/2014/main" id="{34545262-4DFD-4F94-B05C-24063B9DF399}"/>
              </a:ext>
            </a:extLst>
          </p:cNvPr>
          <p:cNvGrpSpPr/>
          <p:nvPr/>
        </p:nvGrpSpPr>
        <p:grpSpPr>
          <a:xfrm>
            <a:off x="4656582" y="3360420"/>
            <a:ext cx="1268730" cy="1268730"/>
            <a:chOff x="4656582" y="3360420"/>
            <a:chExt cx="1268730" cy="1268730"/>
          </a:xfrm>
        </p:grpSpPr>
        <p:sp>
          <p:nvSpPr>
            <p:cNvPr id="45" name="Rectangle 38">
              <a:extLst>
                <a:ext uri="{FF2B5EF4-FFF2-40B4-BE49-F238E27FC236}">
                  <a16:creationId xmlns:a16="http://schemas.microsoft.com/office/drawing/2014/main" id="{AE7E8092-07D8-4F7F-9F56-BD47B3974458}"/>
                </a:ext>
              </a:extLst>
            </p:cNvPr>
            <p:cNvSpPr/>
            <p:nvPr/>
          </p:nvSpPr>
          <p:spPr>
            <a:xfrm>
              <a:off x="4656582"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_x108462552" descr="EMB0000da285870">
              <a:extLst>
                <a:ext uri="{FF2B5EF4-FFF2-40B4-BE49-F238E27FC236}">
                  <a16:creationId xmlns:a16="http://schemas.microsoft.com/office/drawing/2014/main" id="{AABC0B86-C21A-47DA-96A2-D5053400D62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14296" b="15634"/>
            <a:stretch>
              <a:fillRect/>
            </a:stretch>
          </p:blipFill>
          <p:spPr bwMode="auto">
            <a:xfrm>
              <a:off x="4806060" y="3742974"/>
              <a:ext cx="889777" cy="6242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7" name="그룹 46">
            <a:extLst>
              <a:ext uri="{FF2B5EF4-FFF2-40B4-BE49-F238E27FC236}">
                <a16:creationId xmlns:a16="http://schemas.microsoft.com/office/drawing/2014/main" id="{F12A0A06-A22D-4031-8D52-4004BABABB3D}"/>
              </a:ext>
            </a:extLst>
          </p:cNvPr>
          <p:cNvGrpSpPr/>
          <p:nvPr/>
        </p:nvGrpSpPr>
        <p:grpSpPr>
          <a:xfrm>
            <a:off x="3218688" y="3360420"/>
            <a:ext cx="1268730" cy="1268730"/>
            <a:chOff x="3218688" y="3360420"/>
            <a:chExt cx="1268730" cy="1268730"/>
          </a:xfrm>
        </p:grpSpPr>
        <p:sp>
          <p:nvSpPr>
            <p:cNvPr id="48" name="Rectangle 23">
              <a:extLst>
                <a:ext uri="{FF2B5EF4-FFF2-40B4-BE49-F238E27FC236}">
                  <a16:creationId xmlns:a16="http://schemas.microsoft.com/office/drawing/2014/main" id="{8C579681-2A9A-41C4-8675-E78D7B205D26}"/>
                </a:ext>
              </a:extLst>
            </p:cNvPr>
            <p:cNvSpPr/>
            <p:nvPr/>
          </p:nvSpPr>
          <p:spPr>
            <a:xfrm>
              <a:off x="3218688"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_x108460536" descr="EMB0000da285871">
              <a:extLst>
                <a:ext uri="{FF2B5EF4-FFF2-40B4-BE49-F238E27FC236}">
                  <a16:creationId xmlns:a16="http://schemas.microsoft.com/office/drawing/2014/main" id="{AD13F20F-A480-442B-A935-FF9D6249C45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65643" y="3460695"/>
              <a:ext cx="1066800" cy="1066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그룹 49">
            <a:extLst>
              <a:ext uri="{FF2B5EF4-FFF2-40B4-BE49-F238E27FC236}">
                <a16:creationId xmlns:a16="http://schemas.microsoft.com/office/drawing/2014/main" id="{18D47E3D-386C-4405-95DE-FE3D9DE59F7D}"/>
              </a:ext>
            </a:extLst>
          </p:cNvPr>
          <p:cNvGrpSpPr/>
          <p:nvPr/>
        </p:nvGrpSpPr>
        <p:grpSpPr>
          <a:xfrm>
            <a:off x="1780794" y="3360420"/>
            <a:ext cx="1268730" cy="1268730"/>
            <a:chOff x="1780794" y="3360420"/>
            <a:chExt cx="1268730" cy="1268730"/>
          </a:xfrm>
        </p:grpSpPr>
        <p:sp>
          <p:nvSpPr>
            <p:cNvPr id="51" name="Rectangle 32">
              <a:extLst>
                <a:ext uri="{FF2B5EF4-FFF2-40B4-BE49-F238E27FC236}">
                  <a16:creationId xmlns:a16="http://schemas.microsoft.com/office/drawing/2014/main" id="{07689F4D-EFEF-46BB-BBF0-BCC53BD7687B}"/>
                </a:ext>
              </a:extLst>
            </p:cNvPr>
            <p:cNvSpPr/>
            <p:nvPr/>
          </p:nvSpPr>
          <p:spPr>
            <a:xfrm>
              <a:off x="1780794"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_x108461832" descr="EMB0000da285872">
              <a:extLst>
                <a:ext uri="{FF2B5EF4-FFF2-40B4-BE49-F238E27FC236}">
                  <a16:creationId xmlns:a16="http://schemas.microsoft.com/office/drawing/2014/main" id="{9802BA3B-32DE-4B77-AC03-FA4AED12F9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1759" y="3521694"/>
              <a:ext cx="1066800" cy="10668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3" name="그룹 52">
            <a:extLst>
              <a:ext uri="{FF2B5EF4-FFF2-40B4-BE49-F238E27FC236}">
                <a16:creationId xmlns:a16="http://schemas.microsoft.com/office/drawing/2014/main" id="{143719C6-7476-464A-AD00-36FAFB3A8454}"/>
              </a:ext>
            </a:extLst>
          </p:cNvPr>
          <p:cNvGrpSpPr/>
          <p:nvPr/>
        </p:nvGrpSpPr>
        <p:grpSpPr>
          <a:xfrm>
            <a:off x="6094476" y="3360420"/>
            <a:ext cx="1268730" cy="1268730"/>
            <a:chOff x="6094476" y="3360420"/>
            <a:chExt cx="1268730" cy="1268730"/>
          </a:xfrm>
        </p:grpSpPr>
        <p:sp>
          <p:nvSpPr>
            <p:cNvPr id="54" name="Rectangle 35">
              <a:extLst>
                <a:ext uri="{FF2B5EF4-FFF2-40B4-BE49-F238E27FC236}">
                  <a16:creationId xmlns:a16="http://schemas.microsoft.com/office/drawing/2014/main" id="{3FD663E0-B881-4E07-918E-15C25BE72C63}"/>
                </a:ext>
              </a:extLst>
            </p:cNvPr>
            <p:cNvSpPr/>
            <p:nvPr/>
          </p:nvSpPr>
          <p:spPr>
            <a:xfrm>
              <a:off x="6094476"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_x108462408" descr="EMB0000da285873">
              <a:extLst>
                <a:ext uri="{FF2B5EF4-FFF2-40B4-BE49-F238E27FC236}">
                  <a16:creationId xmlns:a16="http://schemas.microsoft.com/office/drawing/2014/main" id="{5971C3E8-4C8C-46C9-A34E-96CDB8ECBCD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265318" y="3530571"/>
              <a:ext cx="927045" cy="92704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6" name="그룹 55">
            <a:extLst>
              <a:ext uri="{FF2B5EF4-FFF2-40B4-BE49-F238E27FC236}">
                <a16:creationId xmlns:a16="http://schemas.microsoft.com/office/drawing/2014/main" id="{050995DA-7C8D-4854-B40C-40DD6397E0B1}"/>
              </a:ext>
            </a:extLst>
          </p:cNvPr>
          <p:cNvGrpSpPr/>
          <p:nvPr/>
        </p:nvGrpSpPr>
        <p:grpSpPr>
          <a:xfrm>
            <a:off x="7467600" y="3360420"/>
            <a:ext cx="1333500" cy="1268730"/>
            <a:chOff x="7532370" y="3360420"/>
            <a:chExt cx="1268730" cy="1268730"/>
          </a:xfrm>
        </p:grpSpPr>
        <p:sp>
          <p:nvSpPr>
            <p:cNvPr id="57" name="Rectangle 29">
              <a:extLst>
                <a:ext uri="{FF2B5EF4-FFF2-40B4-BE49-F238E27FC236}">
                  <a16:creationId xmlns:a16="http://schemas.microsoft.com/office/drawing/2014/main" id="{712002F7-F607-4545-9083-76F948998FC0}"/>
                </a:ext>
              </a:extLst>
            </p:cNvPr>
            <p:cNvSpPr/>
            <p:nvPr/>
          </p:nvSpPr>
          <p:spPr>
            <a:xfrm>
              <a:off x="753237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_x108460752" descr="EMB0000da285874">
              <a:extLst>
                <a:ext uri="{FF2B5EF4-FFF2-40B4-BE49-F238E27FC236}">
                  <a16:creationId xmlns:a16="http://schemas.microsoft.com/office/drawing/2014/main" id="{77F8EF79-FAA6-421A-AAA8-D20217DBE29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33335" y="3444149"/>
              <a:ext cx="1066800" cy="1066800"/>
            </a:xfrm>
            <a:prstGeom prst="rect">
              <a:avLst/>
            </a:prstGeom>
            <a:noFill/>
            <a:extLst>
              <a:ext uri="{909E8E84-426E-40DD-AFC4-6F175D3DCCD1}">
                <a14:hiddenFill xmlns:a14="http://schemas.microsoft.com/office/drawing/2010/main">
                  <a:solidFill>
                    <a:srgbClr val="FFFFFF"/>
                  </a:solidFill>
                </a14:hiddenFill>
              </a:ext>
            </a:extLst>
          </p:spPr>
        </p:pic>
      </p:grpSp>
      <p:sp>
        <p:nvSpPr>
          <p:cNvPr id="59" name="TextBox 58">
            <a:extLst>
              <a:ext uri="{FF2B5EF4-FFF2-40B4-BE49-F238E27FC236}">
                <a16:creationId xmlns:a16="http://schemas.microsoft.com/office/drawing/2014/main" id="{FA8BC26A-083D-4943-8E57-0CC843E009A8}"/>
              </a:ext>
            </a:extLst>
          </p:cNvPr>
          <p:cNvSpPr txBox="1"/>
          <p:nvPr/>
        </p:nvSpPr>
        <p:spPr>
          <a:xfrm>
            <a:off x="1181100" y="3028950"/>
            <a:ext cx="6781800" cy="1862048"/>
          </a:xfrm>
          <a:prstGeom prst="rect">
            <a:avLst/>
          </a:prstGeom>
          <a:noFill/>
        </p:spPr>
        <p:txBody>
          <a:bodyPr wrap="square" rtlCol="0">
            <a:spAutoFit/>
            <a:scene3d>
              <a:camera prst="orthographicFront"/>
              <a:lightRig rig="soft" dir="t"/>
            </a:scene3d>
            <a:sp3d extrusionH="57150" prstMaterial="softEdge">
              <a:bevelT h="19050" prst="softRound"/>
              <a:bevelB w="0" h="0"/>
            </a:sp3d>
          </a:bodyPr>
          <a:lstStyle/>
          <a:p>
            <a:pPr algn="ctr"/>
            <a:r>
              <a:rPr lang="en-US" sz="11500" dirty="0">
                <a:solidFill>
                  <a:schemeClr val="accent1"/>
                </a:solidFill>
                <a:effectLst>
                  <a:outerShdw blurRad="50800" dist="38100" dir="5400000" algn="t" rotWithShape="0">
                    <a:prstClr val="black">
                      <a:alpha val="40000"/>
                    </a:prstClr>
                  </a:outerShdw>
                </a:effectLst>
                <a:latin typeface="Cooper Black" panose="0208090404030B020404" pitchFamily="18" charset="0"/>
                <a:ea typeface="HY산B" panose="020B0600000101010101" charset="-127"/>
              </a:rPr>
              <a:t>BINGO!</a:t>
            </a:r>
          </a:p>
        </p:txBody>
      </p:sp>
    </p:spTree>
    <p:extLst>
      <p:ext uri="{BB962C8B-B14F-4D97-AF65-F5344CB8AC3E}">
        <p14:creationId xmlns:p14="http://schemas.microsoft.com/office/powerpoint/2010/main" val="4196383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nodeType="clickEffect">
                                  <p:stCondLst>
                                    <p:cond delay="0"/>
                                  </p:stCondLst>
                                  <p:childTnLst>
                                    <p:anim calcmode="lin" valueType="num">
                                      <p:cBhvr additive="base">
                                        <p:cTn id="11" dur="500"/>
                                        <p:tgtEl>
                                          <p:spTgt spid="40"/>
                                        </p:tgtEl>
                                        <p:attrNameLst>
                                          <p:attrName>ppt_x</p:attrName>
                                        </p:attrNameLst>
                                      </p:cBhvr>
                                      <p:tavLst>
                                        <p:tav tm="0">
                                          <p:val>
                                            <p:strVal val="ppt_x"/>
                                          </p:val>
                                        </p:tav>
                                        <p:tav tm="100000">
                                          <p:val>
                                            <p:strVal val="ppt_x"/>
                                          </p:val>
                                        </p:tav>
                                      </p:tavLst>
                                    </p:anim>
                                    <p:anim calcmode="lin" valueType="num">
                                      <p:cBhvr additive="base">
                                        <p:cTn id="12" dur="500"/>
                                        <p:tgtEl>
                                          <p:spTgt spid="40"/>
                                        </p:tgtEl>
                                        <p:attrNameLst>
                                          <p:attrName>ppt_y</p:attrName>
                                        </p:attrNameLst>
                                      </p:cBhvr>
                                      <p:tavLst>
                                        <p:tav tm="0">
                                          <p:val>
                                            <p:strVal val="ppt_y"/>
                                          </p:val>
                                        </p:tav>
                                        <p:tav tm="100000">
                                          <p:val>
                                            <p:strVal val="1+ppt_h/2"/>
                                          </p:val>
                                        </p:tav>
                                      </p:tavLst>
                                    </p:anim>
                                    <p:set>
                                      <p:cBhvr>
                                        <p:cTn id="13" dur="1" fill="hold">
                                          <p:stCondLst>
                                            <p:cond delay="499"/>
                                          </p:stCondLst>
                                        </p:cTn>
                                        <p:tgtEl>
                                          <p:spTgt spid="40"/>
                                        </p:tgtEl>
                                        <p:attrNameLst>
                                          <p:attrName>style.visibility</p:attrName>
                                        </p:attrNameLst>
                                      </p:cBhvr>
                                      <p:to>
                                        <p:strVal val="hidden"/>
                                      </p:to>
                                    </p:set>
                                  </p:childTnLst>
                                </p:cTn>
                              </p:par>
                            </p:childTnLst>
                          </p:cTn>
                        </p:par>
                        <p:par>
                          <p:cTn id="14" fill="hold">
                            <p:stCondLst>
                              <p:cond delay="500"/>
                            </p:stCondLst>
                            <p:childTnLst>
                              <p:par>
                                <p:cTn id="15" presetID="2" presetClass="exit" presetSubtype="4" fill="hold" nodeType="afterEffect">
                                  <p:stCondLst>
                                    <p:cond delay="0"/>
                                  </p:stCondLst>
                                  <p:childTnLst>
                                    <p:anim calcmode="lin" valueType="num">
                                      <p:cBhvr additive="base">
                                        <p:cTn id="16" dur="500"/>
                                        <p:tgtEl>
                                          <p:spTgt spid="56"/>
                                        </p:tgtEl>
                                        <p:attrNameLst>
                                          <p:attrName>ppt_x</p:attrName>
                                        </p:attrNameLst>
                                      </p:cBhvr>
                                      <p:tavLst>
                                        <p:tav tm="0">
                                          <p:val>
                                            <p:strVal val="ppt_x"/>
                                          </p:val>
                                        </p:tav>
                                        <p:tav tm="100000">
                                          <p:val>
                                            <p:strVal val="ppt_x"/>
                                          </p:val>
                                        </p:tav>
                                      </p:tavLst>
                                    </p:anim>
                                    <p:anim calcmode="lin" valueType="num">
                                      <p:cBhvr additive="base">
                                        <p:cTn id="17" dur="500"/>
                                        <p:tgtEl>
                                          <p:spTgt spid="56"/>
                                        </p:tgtEl>
                                        <p:attrNameLst>
                                          <p:attrName>ppt_y</p:attrName>
                                        </p:attrNameLst>
                                      </p:cBhvr>
                                      <p:tavLst>
                                        <p:tav tm="0">
                                          <p:val>
                                            <p:strVal val="ppt_y"/>
                                          </p:val>
                                        </p:tav>
                                        <p:tav tm="100000">
                                          <p:val>
                                            <p:strVal val="1+ppt_h/2"/>
                                          </p:val>
                                        </p:tav>
                                      </p:tavLst>
                                    </p:anim>
                                    <p:set>
                                      <p:cBhvr>
                                        <p:cTn id="18" dur="1" fill="hold">
                                          <p:stCondLst>
                                            <p:cond delay="499"/>
                                          </p:stCondLst>
                                        </p:cTn>
                                        <p:tgtEl>
                                          <p:spTgt spid="56"/>
                                        </p:tgtEl>
                                        <p:attrNameLst>
                                          <p:attrName>style.visibility</p:attrName>
                                        </p:attrNameLst>
                                      </p:cBhvr>
                                      <p:to>
                                        <p:strVal val="hidden"/>
                                      </p:to>
                                    </p:set>
                                  </p:childTnLst>
                                </p:cTn>
                              </p:par>
                            </p:childTnLst>
                          </p:cTn>
                        </p:par>
                        <p:par>
                          <p:cTn id="19" fill="hold">
                            <p:stCondLst>
                              <p:cond delay="1000"/>
                            </p:stCondLst>
                            <p:childTnLst>
                              <p:par>
                                <p:cTn id="20" presetID="2" presetClass="exit" presetSubtype="4" fill="hold" nodeType="afterEffect">
                                  <p:stCondLst>
                                    <p:cond delay="0"/>
                                  </p:stCondLst>
                                  <p:childTnLst>
                                    <p:anim calcmode="lin" valueType="num">
                                      <p:cBhvr additive="base">
                                        <p:cTn id="21" dur="500"/>
                                        <p:tgtEl>
                                          <p:spTgt spid="53"/>
                                        </p:tgtEl>
                                        <p:attrNameLst>
                                          <p:attrName>ppt_x</p:attrName>
                                        </p:attrNameLst>
                                      </p:cBhvr>
                                      <p:tavLst>
                                        <p:tav tm="0">
                                          <p:val>
                                            <p:strVal val="ppt_x"/>
                                          </p:val>
                                        </p:tav>
                                        <p:tav tm="100000">
                                          <p:val>
                                            <p:strVal val="ppt_x"/>
                                          </p:val>
                                        </p:tav>
                                      </p:tavLst>
                                    </p:anim>
                                    <p:anim calcmode="lin" valueType="num">
                                      <p:cBhvr additive="base">
                                        <p:cTn id="22" dur="500"/>
                                        <p:tgtEl>
                                          <p:spTgt spid="53"/>
                                        </p:tgtEl>
                                        <p:attrNameLst>
                                          <p:attrName>ppt_y</p:attrName>
                                        </p:attrNameLst>
                                      </p:cBhvr>
                                      <p:tavLst>
                                        <p:tav tm="0">
                                          <p:val>
                                            <p:strVal val="ppt_y"/>
                                          </p:val>
                                        </p:tav>
                                        <p:tav tm="100000">
                                          <p:val>
                                            <p:strVal val="1+ppt_h/2"/>
                                          </p:val>
                                        </p:tav>
                                      </p:tavLst>
                                    </p:anim>
                                    <p:set>
                                      <p:cBhvr>
                                        <p:cTn id="23" dur="1" fill="hold">
                                          <p:stCondLst>
                                            <p:cond delay="499"/>
                                          </p:stCondLst>
                                        </p:cTn>
                                        <p:tgtEl>
                                          <p:spTgt spid="53"/>
                                        </p:tgtEl>
                                        <p:attrNameLst>
                                          <p:attrName>style.visibility</p:attrName>
                                        </p:attrNameLst>
                                      </p:cBhvr>
                                      <p:to>
                                        <p:strVal val="hidden"/>
                                      </p:to>
                                    </p:set>
                                  </p:childTnLst>
                                </p:cTn>
                              </p:par>
                            </p:childTnLst>
                          </p:cTn>
                        </p:par>
                        <p:par>
                          <p:cTn id="24" fill="hold">
                            <p:stCondLst>
                              <p:cond delay="1500"/>
                            </p:stCondLst>
                            <p:childTnLst>
                              <p:par>
                                <p:cTn id="25" presetID="2" presetClass="exit" presetSubtype="4" fill="hold" nodeType="afterEffect">
                                  <p:stCondLst>
                                    <p:cond delay="0"/>
                                  </p:stCondLst>
                                  <p:childTnLst>
                                    <p:anim calcmode="lin" valueType="num">
                                      <p:cBhvr additive="base">
                                        <p:cTn id="26" dur="500"/>
                                        <p:tgtEl>
                                          <p:spTgt spid="50"/>
                                        </p:tgtEl>
                                        <p:attrNameLst>
                                          <p:attrName>ppt_x</p:attrName>
                                        </p:attrNameLst>
                                      </p:cBhvr>
                                      <p:tavLst>
                                        <p:tav tm="0">
                                          <p:val>
                                            <p:strVal val="ppt_x"/>
                                          </p:val>
                                        </p:tav>
                                        <p:tav tm="100000">
                                          <p:val>
                                            <p:strVal val="ppt_x"/>
                                          </p:val>
                                        </p:tav>
                                      </p:tavLst>
                                    </p:anim>
                                    <p:anim calcmode="lin" valueType="num">
                                      <p:cBhvr additive="base">
                                        <p:cTn id="27" dur="500"/>
                                        <p:tgtEl>
                                          <p:spTgt spid="50"/>
                                        </p:tgtEl>
                                        <p:attrNameLst>
                                          <p:attrName>ppt_y</p:attrName>
                                        </p:attrNameLst>
                                      </p:cBhvr>
                                      <p:tavLst>
                                        <p:tav tm="0">
                                          <p:val>
                                            <p:strVal val="ppt_y"/>
                                          </p:val>
                                        </p:tav>
                                        <p:tav tm="100000">
                                          <p:val>
                                            <p:strVal val="1+ppt_h/2"/>
                                          </p:val>
                                        </p:tav>
                                      </p:tavLst>
                                    </p:anim>
                                    <p:set>
                                      <p:cBhvr>
                                        <p:cTn id="28" dur="1" fill="hold">
                                          <p:stCondLst>
                                            <p:cond delay="499"/>
                                          </p:stCondLst>
                                        </p:cTn>
                                        <p:tgtEl>
                                          <p:spTgt spid="50"/>
                                        </p:tgtEl>
                                        <p:attrNameLst>
                                          <p:attrName>style.visibility</p:attrName>
                                        </p:attrNameLst>
                                      </p:cBhvr>
                                      <p:to>
                                        <p:strVal val="hidden"/>
                                      </p:to>
                                    </p:set>
                                  </p:childTnLst>
                                </p:cTn>
                              </p:par>
                            </p:childTnLst>
                          </p:cTn>
                        </p:par>
                        <p:par>
                          <p:cTn id="29" fill="hold">
                            <p:stCondLst>
                              <p:cond delay="2000"/>
                            </p:stCondLst>
                            <p:childTnLst>
                              <p:par>
                                <p:cTn id="30" presetID="2" presetClass="exit" presetSubtype="4" fill="hold" nodeType="afterEffect">
                                  <p:stCondLst>
                                    <p:cond delay="0"/>
                                  </p:stCondLst>
                                  <p:childTnLst>
                                    <p:anim calcmode="lin" valueType="num">
                                      <p:cBhvr additive="base">
                                        <p:cTn id="31" dur="500"/>
                                        <p:tgtEl>
                                          <p:spTgt spid="47"/>
                                        </p:tgtEl>
                                        <p:attrNameLst>
                                          <p:attrName>ppt_x</p:attrName>
                                        </p:attrNameLst>
                                      </p:cBhvr>
                                      <p:tavLst>
                                        <p:tav tm="0">
                                          <p:val>
                                            <p:strVal val="ppt_x"/>
                                          </p:val>
                                        </p:tav>
                                        <p:tav tm="100000">
                                          <p:val>
                                            <p:strVal val="ppt_x"/>
                                          </p:val>
                                        </p:tav>
                                      </p:tavLst>
                                    </p:anim>
                                    <p:anim calcmode="lin" valueType="num">
                                      <p:cBhvr additive="base">
                                        <p:cTn id="32" dur="500"/>
                                        <p:tgtEl>
                                          <p:spTgt spid="47"/>
                                        </p:tgtEl>
                                        <p:attrNameLst>
                                          <p:attrName>ppt_y</p:attrName>
                                        </p:attrNameLst>
                                      </p:cBhvr>
                                      <p:tavLst>
                                        <p:tav tm="0">
                                          <p:val>
                                            <p:strVal val="ppt_y"/>
                                          </p:val>
                                        </p:tav>
                                        <p:tav tm="100000">
                                          <p:val>
                                            <p:strVal val="1+ppt_h/2"/>
                                          </p:val>
                                        </p:tav>
                                      </p:tavLst>
                                    </p:anim>
                                    <p:set>
                                      <p:cBhvr>
                                        <p:cTn id="33" dur="1" fill="hold">
                                          <p:stCondLst>
                                            <p:cond delay="499"/>
                                          </p:stCondLst>
                                        </p:cTn>
                                        <p:tgtEl>
                                          <p:spTgt spid="47"/>
                                        </p:tgtEl>
                                        <p:attrNameLst>
                                          <p:attrName>style.visibility</p:attrName>
                                        </p:attrNameLst>
                                      </p:cBhvr>
                                      <p:to>
                                        <p:strVal val="hidden"/>
                                      </p:to>
                                    </p:set>
                                  </p:childTnLst>
                                </p:cTn>
                              </p:par>
                            </p:childTnLst>
                          </p:cTn>
                        </p:par>
                        <p:par>
                          <p:cTn id="34" fill="hold">
                            <p:stCondLst>
                              <p:cond delay="2500"/>
                            </p:stCondLst>
                            <p:childTnLst>
                              <p:par>
                                <p:cTn id="35" presetID="2" presetClass="exit" presetSubtype="4" fill="hold" nodeType="afterEffect">
                                  <p:stCondLst>
                                    <p:cond delay="0"/>
                                  </p:stCondLst>
                                  <p:childTnLst>
                                    <p:anim calcmode="lin" valueType="num">
                                      <p:cBhvr additive="base">
                                        <p:cTn id="36" dur="500"/>
                                        <p:tgtEl>
                                          <p:spTgt spid="44"/>
                                        </p:tgtEl>
                                        <p:attrNameLst>
                                          <p:attrName>ppt_x</p:attrName>
                                        </p:attrNameLst>
                                      </p:cBhvr>
                                      <p:tavLst>
                                        <p:tav tm="0">
                                          <p:val>
                                            <p:strVal val="ppt_x"/>
                                          </p:val>
                                        </p:tav>
                                        <p:tav tm="100000">
                                          <p:val>
                                            <p:strVal val="ppt_x"/>
                                          </p:val>
                                        </p:tav>
                                      </p:tavLst>
                                    </p:anim>
                                    <p:anim calcmode="lin" valueType="num">
                                      <p:cBhvr additive="base">
                                        <p:cTn id="37" dur="500"/>
                                        <p:tgtEl>
                                          <p:spTgt spid="44"/>
                                        </p:tgtEl>
                                        <p:attrNameLst>
                                          <p:attrName>ppt_y</p:attrName>
                                        </p:attrNameLst>
                                      </p:cBhvr>
                                      <p:tavLst>
                                        <p:tav tm="0">
                                          <p:val>
                                            <p:strVal val="ppt_y"/>
                                          </p:val>
                                        </p:tav>
                                        <p:tav tm="100000">
                                          <p:val>
                                            <p:strVal val="1+ppt_h/2"/>
                                          </p:val>
                                        </p:tav>
                                      </p:tavLst>
                                    </p:anim>
                                    <p:set>
                                      <p:cBhvr>
                                        <p:cTn id="38" dur="1" fill="hold">
                                          <p:stCondLst>
                                            <p:cond delay="499"/>
                                          </p:stCondLst>
                                        </p:cTn>
                                        <p:tgtEl>
                                          <p:spTgt spid="44"/>
                                        </p:tgtEl>
                                        <p:attrNameLst>
                                          <p:attrName>style.visibility</p:attrName>
                                        </p:attrNameLst>
                                      </p:cBhvr>
                                      <p:to>
                                        <p:strVal val="hidden"/>
                                      </p:to>
                                    </p:set>
                                  </p:childTnLst>
                                </p:cTn>
                              </p:par>
                            </p:childTnLst>
                          </p:cTn>
                        </p:par>
                        <p:par>
                          <p:cTn id="39" fill="hold">
                            <p:stCondLst>
                              <p:cond delay="3000"/>
                            </p:stCondLst>
                            <p:childTnLst>
                              <p:par>
                                <p:cTn id="40" presetID="49" presetClass="entr" presetSubtype="0" decel="100000" fill="hold" grpId="0" nodeType="afterEffect">
                                  <p:stCondLst>
                                    <p:cond delay="0"/>
                                  </p:stCondLst>
                                  <p:childTnLst>
                                    <p:set>
                                      <p:cBhvr>
                                        <p:cTn id="41" dur="1" fill="hold">
                                          <p:stCondLst>
                                            <p:cond delay="0"/>
                                          </p:stCondLst>
                                        </p:cTn>
                                        <p:tgtEl>
                                          <p:spTgt spid="59"/>
                                        </p:tgtEl>
                                        <p:attrNameLst>
                                          <p:attrName>style.visibility</p:attrName>
                                        </p:attrNameLst>
                                      </p:cBhvr>
                                      <p:to>
                                        <p:strVal val="visible"/>
                                      </p:to>
                                    </p:set>
                                    <p:anim calcmode="lin" valueType="num">
                                      <p:cBhvr>
                                        <p:cTn id="42" dur="500" fill="hold"/>
                                        <p:tgtEl>
                                          <p:spTgt spid="59"/>
                                        </p:tgtEl>
                                        <p:attrNameLst>
                                          <p:attrName>ppt_w</p:attrName>
                                        </p:attrNameLst>
                                      </p:cBhvr>
                                      <p:tavLst>
                                        <p:tav tm="0">
                                          <p:val>
                                            <p:fltVal val="0"/>
                                          </p:val>
                                        </p:tav>
                                        <p:tav tm="100000">
                                          <p:val>
                                            <p:strVal val="#ppt_w"/>
                                          </p:val>
                                        </p:tav>
                                      </p:tavLst>
                                    </p:anim>
                                    <p:anim calcmode="lin" valueType="num">
                                      <p:cBhvr>
                                        <p:cTn id="43" dur="500" fill="hold"/>
                                        <p:tgtEl>
                                          <p:spTgt spid="59"/>
                                        </p:tgtEl>
                                        <p:attrNameLst>
                                          <p:attrName>ppt_h</p:attrName>
                                        </p:attrNameLst>
                                      </p:cBhvr>
                                      <p:tavLst>
                                        <p:tav tm="0">
                                          <p:val>
                                            <p:fltVal val="0"/>
                                          </p:val>
                                        </p:tav>
                                        <p:tav tm="100000">
                                          <p:val>
                                            <p:strVal val="#ppt_h"/>
                                          </p:val>
                                        </p:tav>
                                      </p:tavLst>
                                    </p:anim>
                                    <p:anim calcmode="lin" valueType="num">
                                      <p:cBhvr>
                                        <p:cTn id="44" dur="500" fill="hold"/>
                                        <p:tgtEl>
                                          <p:spTgt spid="59"/>
                                        </p:tgtEl>
                                        <p:attrNameLst>
                                          <p:attrName>style.rotation</p:attrName>
                                        </p:attrNameLst>
                                      </p:cBhvr>
                                      <p:tavLst>
                                        <p:tav tm="0">
                                          <p:val>
                                            <p:fltVal val="360"/>
                                          </p:val>
                                        </p:tav>
                                        <p:tav tm="100000">
                                          <p:val>
                                            <p:fltVal val="0"/>
                                          </p:val>
                                        </p:tav>
                                      </p:tavLst>
                                    </p:anim>
                                    <p:animEffect transition="in" filter="fade">
                                      <p:cBhvr>
                                        <p:cTn id="45"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9"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22" name="표 21">
            <a:extLst>
              <a:ext uri="{FF2B5EF4-FFF2-40B4-BE49-F238E27FC236}">
                <a16:creationId xmlns:a16="http://schemas.microsoft.com/office/drawing/2014/main" id="{BE7A57C2-8302-4A7E-B9D7-845A61749EE4}"/>
              </a:ext>
            </a:extLst>
          </p:cNvPr>
          <p:cNvGraphicFramePr>
            <a:graphicFrameLocks noGrp="1"/>
          </p:cNvGraphicFramePr>
          <p:nvPr>
            <p:extLst>
              <p:ext uri="{D42A27DB-BD31-4B8C-83A1-F6EECF244321}">
                <p14:modId xmlns:p14="http://schemas.microsoft.com/office/powerpoint/2010/main" val="3504152804"/>
              </p:ext>
            </p:extLst>
          </p:nvPr>
        </p:nvGraphicFramePr>
        <p:xfrm>
          <a:off x="304800" y="323850"/>
          <a:ext cx="8648700" cy="4495800"/>
        </p:xfrm>
        <a:graphic>
          <a:graphicData uri="http://schemas.openxmlformats.org/drawingml/2006/table">
            <a:tbl>
              <a:tblPr firstRow="1" bandRow="1">
                <a:tableStyleId>{5C22544A-7EE6-4342-B048-85BDC9FD1C3A}</a:tableStyleId>
              </a:tblPr>
              <a:tblGrid>
                <a:gridCol w="2162175">
                  <a:extLst>
                    <a:ext uri="{9D8B030D-6E8A-4147-A177-3AD203B41FA5}">
                      <a16:colId xmlns:a16="http://schemas.microsoft.com/office/drawing/2014/main" val="322236358"/>
                    </a:ext>
                  </a:extLst>
                </a:gridCol>
                <a:gridCol w="2162175">
                  <a:extLst>
                    <a:ext uri="{9D8B030D-6E8A-4147-A177-3AD203B41FA5}">
                      <a16:colId xmlns:a16="http://schemas.microsoft.com/office/drawing/2014/main" val="2018486100"/>
                    </a:ext>
                  </a:extLst>
                </a:gridCol>
                <a:gridCol w="2162175">
                  <a:extLst>
                    <a:ext uri="{9D8B030D-6E8A-4147-A177-3AD203B41FA5}">
                      <a16:colId xmlns:a16="http://schemas.microsoft.com/office/drawing/2014/main" val="1812169620"/>
                    </a:ext>
                  </a:extLst>
                </a:gridCol>
                <a:gridCol w="2162175">
                  <a:extLst>
                    <a:ext uri="{9D8B030D-6E8A-4147-A177-3AD203B41FA5}">
                      <a16:colId xmlns:a16="http://schemas.microsoft.com/office/drawing/2014/main" val="891371312"/>
                    </a:ext>
                  </a:extLst>
                </a:gridCol>
              </a:tblGrid>
              <a:tr h="2247900">
                <a:tc>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826256"/>
                  </a:ext>
                </a:extLst>
              </a:tr>
              <a:tr h="2247900">
                <a:tc>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69319926"/>
                  </a:ext>
                </a:extLst>
              </a:tr>
            </a:tbl>
          </a:graphicData>
        </a:graphic>
      </p:graphicFrame>
      <p:pic>
        <p:nvPicPr>
          <p:cNvPr id="23" name="_x108464424" descr="EMB0000da285876">
            <a:extLst>
              <a:ext uri="{FF2B5EF4-FFF2-40B4-BE49-F238E27FC236}">
                <a16:creationId xmlns:a16="http://schemas.microsoft.com/office/drawing/2014/main" id="{6935B8B6-802A-4095-AEC4-5F354A0D3BD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3841" y="514350"/>
            <a:ext cx="1693061" cy="1693061"/>
          </a:xfrm>
          <a:prstGeom prst="rect">
            <a:avLst/>
          </a:prstGeom>
          <a:noFill/>
          <a:extLst>
            <a:ext uri="{909E8E84-426E-40DD-AFC4-6F175D3DCCD1}">
              <a14:hiddenFill xmlns:a14="http://schemas.microsoft.com/office/drawing/2010/main">
                <a:solidFill>
                  <a:srgbClr val="FFFFFF"/>
                </a:solidFill>
              </a14:hiddenFill>
            </a:ext>
          </a:extLst>
        </p:spPr>
      </p:pic>
      <p:pic>
        <p:nvPicPr>
          <p:cNvPr id="24" name="_x108464496" descr="EMB0000da285877">
            <a:extLst>
              <a:ext uri="{FF2B5EF4-FFF2-40B4-BE49-F238E27FC236}">
                <a16:creationId xmlns:a16="http://schemas.microsoft.com/office/drawing/2014/main" id="{364E6902-4B82-4F40-948C-853BE17CE3C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14296" b="15634"/>
          <a:stretch>
            <a:fillRect/>
          </a:stretch>
        </p:blipFill>
        <p:spPr bwMode="auto">
          <a:xfrm>
            <a:off x="2713995" y="3113870"/>
            <a:ext cx="1636529" cy="1148139"/>
          </a:xfrm>
          <a:prstGeom prst="rect">
            <a:avLst/>
          </a:prstGeom>
          <a:noFill/>
          <a:extLst>
            <a:ext uri="{909E8E84-426E-40DD-AFC4-6F175D3DCCD1}">
              <a14:hiddenFill xmlns:a14="http://schemas.microsoft.com/office/drawing/2010/main">
                <a:solidFill>
                  <a:srgbClr val="FFFFFF"/>
                </a:solidFill>
              </a14:hiddenFill>
            </a:ext>
          </a:extLst>
        </p:spPr>
      </p:pic>
      <p:pic>
        <p:nvPicPr>
          <p:cNvPr id="25" name="_x108464856" descr="EMB0000da285878">
            <a:extLst>
              <a:ext uri="{FF2B5EF4-FFF2-40B4-BE49-F238E27FC236}">
                <a16:creationId xmlns:a16="http://schemas.microsoft.com/office/drawing/2014/main" id="{7CCC8FF2-CF98-46FC-A516-1967302E7FC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3840" y="2800350"/>
            <a:ext cx="1693061" cy="1693056"/>
          </a:xfrm>
          <a:prstGeom prst="rect">
            <a:avLst/>
          </a:prstGeom>
          <a:noFill/>
          <a:extLst>
            <a:ext uri="{909E8E84-426E-40DD-AFC4-6F175D3DCCD1}">
              <a14:hiddenFill xmlns:a14="http://schemas.microsoft.com/office/drawing/2010/main">
                <a:solidFill>
                  <a:srgbClr val="FFFFFF"/>
                </a:solidFill>
              </a14:hiddenFill>
            </a:ext>
          </a:extLst>
        </p:spPr>
      </p:pic>
      <p:pic>
        <p:nvPicPr>
          <p:cNvPr id="26" name="_x108464640" descr="EMB0000da285879">
            <a:extLst>
              <a:ext uri="{FF2B5EF4-FFF2-40B4-BE49-F238E27FC236}">
                <a16:creationId xmlns:a16="http://schemas.microsoft.com/office/drawing/2014/main" id="{657F78AB-DDC7-43F2-8039-C50B10C63A7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28779" y="2952750"/>
            <a:ext cx="1693061" cy="1693061"/>
          </a:xfrm>
          <a:prstGeom prst="rect">
            <a:avLst/>
          </a:prstGeom>
          <a:noFill/>
          <a:extLst>
            <a:ext uri="{909E8E84-426E-40DD-AFC4-6F175D3DCCD1}">
              <a14:hiddenFill xmlns:a14="http://schemas.microsoft.com/office/drawing/2010/main">
                <a:solidFill>
                  <a:srgbClr val="FFFFFF"/>
                </a:solidFill>
              </a14:hiddenFill>
            </a:ext>
          </a:extLst>
        </p:spPr>
      </p:pic>
      <p:pic>
        <p:nvPicPr>
          <p:cNvPr id="27" name="_x108463704" descr="EMB0000da28587a">
            <a:extLst>
              <a:ext uri="{FF2B5EF4-FFF2-40B4-BE49-F238E27FC236}">
                <a16:creationId xmlns:a16="http://schemas.microsoft.com/office/drawing/2014/main" id="{21F85095-A768-4A3B-81C2-D0824651AE0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69848" y="755470"/>
            <a:ext cx="1471263" cy="1471258"/>
          </a:xfrm>
          <a:prstGeom prst="rect">
            <a:avLst/>
          </a:prstGeom>
          <a:noFill/>
          <a:extLst>
            <a:ext uri="{909E8E84-426E-40DD-AFC4-6F175D3DCCD1}">
              <a14:hiddenFill xmlns:a14="http://schemas.microsoft.com/office/drawing/2010/main">
                <a:solidFill>
                  <a:srgbClr val="FFFFFF"/>
                </a:solidFill>
              </a14:hiddenFill>
            </a:ext>
          </a:extLst>
        </p:spPr>
      </p:pic>
      <p:pic>
        <p:nvPicPr>
          <p:cNvPr id="28" name="_x108463920" descr="EMB0000da28587b">
            <a:extLst>
              <a:ext uri="{FF2B5EF4-FFF2-40B4-BE49-F238E27FC236}">
                <a16:creationId xmlns:a16="http://schemas.microsoft.com/office/drawing/2014/main" id="{82FCACE3-9AB8-4D03-8AB4-7E42A05B36B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958950" y="2726719"/>
            <a:ext cx="1693061" cy="1693061"/>
          </a:xfrm>
          <a:prstGeom prst="rect">
            <a:avLst/>
          </a:prstGeom>
          <a:noFill/>
          <a:extLst>
            <a:ext uri="{909E8E84-426E-40DD-AFC4-6F175D3DCCD1}">
              <a14:hiddenFill xmlns:a14="http://schemas.microsoft.com/office/drawing/2010/main">
                <a:solidFill>
                  <a:srgbClr val="FFFFFF"/>
                </a:solidFill>
              </a14:hiddenFill>
            </a:ext>
          </a:extLst>
        </p:spPr>
      </p:pic>
      <p:pic>
        <p:nvPicPr>
          <p:cNvPr id="29" name="_x108465000" descr="EMB0000da28587c">
            <a:extLst>
              <a:ext uri="{FF2B5EF4-FFF2-40B4-BE49-F238E27FC236}">
                <a16:creationId xmlns:a16="http://schemas.microsoft.com/office/drawing/2014/main" id="{688F666A-18C6-4EC3-85E1-A4651FCA6EF5}"/>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028779" y="644571"/>
            <a:ext cx="1693061" cy="1693056"/>
          </a:xfrm>
          <a:prstGeom prst="rect">
            <a:avLst/>
          </a:prstGeom>
          <a:noFill/>
          <a:extLst>
            <a:ext uri="{909E8E84-426E-40DD-AFC4-6F175D3DCCD1}">
              <a14:hiddenFill xmlns:a14="http://schemas.microsoft.com/office/drawing/2010/main">
                <a:solidFill>
                  <a:srgbClr val="FFFFFF"/>
                </a:solidFill>
              </a14:hiddenFill>
            </a:ext>
          </a:extLst>
        </p:spPr>
      </p:pic>
      <p:pic>
        <p:nvPicPr>
          <p:cNvPr id="30" name="_x108462912" descr="EMB0000da28587d">
            <a:extLst>
              <a:ext uri="{FF2B5EF4-FFF2-40B4-BE49-F238E27FC236}">
                <a16:creationId xmlns:a16="http://schemas.microsoft.com/office/drawing/2014/main" id="{7C233E26-DCAE-4211-B7F7-04BE6FB51E25}"/>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657463" y="557449"/>
            <a:ext cx="1693061" cy="1693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5839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457200" y="780490"/>
            <a:ext cx="8229600" cy="1791260"/>
          </a:xfrm>
          <a:prstGeom prst="rect">
            <a:avLst/>
          </a:prstGeom>
          <a:noFill/>
        </p:spPr>
        <p:txBody>
          <a:bodyPr wrap="square" rtlCol="0">
            <a:spAutoFit/>
          </a:bodyPr>
          <a:lstStyle/>
          <a:p>
            <a:pPr algn="ctr">
              <a:lnSpc>
                <a:spcPct val="80000"/>
              </a:lnSpc>
            </a:pPr>
            <a:r>
              <a:rPr lang="en-US" sz="13800" dirty="0">
                <a:solidFill>
                  <a:schemeClr val="bg1"/>
                </a:solidFill>
                <a:latin typeface="Cooper Black" panose="0208090404030B020404" pitchFamily="18" charset="0"/>
              </a:rPr>
              <a:t>Line</a:t>
            </a:r>
          </a:p>
        </p:txBody>
      </p:sp>
      <p:pic>
        <p:nvPicPr>
          <p:cNvPr id="4" name="Picture 3">
            <a:extLst>
              <a:ext uri="{FF2B5EF4-FFF2-40B4-BE49-F238E27FC236}">
                <a16:creationId xmlns:a16="http://schemas.microsoft.com/office/drawing/2014/main" id="{3C231094-1B7C-BC44-9579-7A65E9AB759B}"/>
              </a:ext>
            </a:extLst>
          </p:cNvPr>
          <p:cNvPicPr>
            <a:picLocks noChangeAspect="1"/>
          </p:cNvPicPr>
          <p:nvPr/>
        </p:nvPicPr>
        <p:blipFill>
          <a:blip r:embed="rId4"/>
          <a:stretch>
            <a:fillRect/>
          </a:stretch>
        </p:blipFill>
        <p:spPr>
          <a:xfrm>
            <a:off x="431800" y="1809750"/>
            <a:ext cx="8255000" cy="2882900"/>
          </a:xfrm>
          <a:prstGeom prst="rect">
            <a:avLst/>
          </a:prstGeom>
        </p:spPr>
      </p:pic>
    </p:spTree>
    <p:extLst>
      <p:ext uri="{BB962C8B-B14F-4D97-AF65-F5344CB8AC3E}">
        <p14:creationId xmlns:p14="http://schemas.microsoft.com/office/powerpoint/2010/main" val="2008219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09A810C-7354-684D-9D74-27C7D5685875}"/>
              </a:ext>
            </a:extLst>
          </p:cNvPr>
          <p:cNvSpPr/>
          <p:nvPr/>
        </p:nvSpPr>
        <p:spPr>
          <a:xfrm>
            <a:off x="34290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43" name="Rectangle 42">
            <a:extLst>
              <a:ext uri="{FF2B5EF4-FFF2-40B4-BE49-F238E27FC236}">
                <a16:creationId xmlns:a16="http://schemas.microsoft.com/office/drawing/2014/main" id="{09C2BFF6-96CD-5E47-B83D-45784839851B}"/>
              </a:ext>
            </a:extLst>
          </p:cNvPr>
          <p:cNvSpPr/>
          <p:nvPr/>
        </p:nvSpPr>
        <p:spPr>
          <a:xfrm>
            <a:off x="1780794"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46" name="Rectangle 45">
            <a:extLst>
              <a:ext uri="{FF2B5EF4-FFF2-40B4-BE49-F238E27FC236}">
                <a16:creationId xmlns:a16="http://schemas.microsoft.com/office/drawing/2014/main" id="{85FDE06E-CF8F-614D-8DAE-1B31C430CFF8}"/>
              </a:ext>
            </a:extLst>
          </p:cNvPr>
          <p:cNvSpPr/>
          <p:nvPr/>
        </p:nvSpPr>
        <p:spPr>
          <a:xfrm>
            <a:off x="3218688"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49" name="Rectangle 48">
            <a:extLst>
              <a:ext uri="{FF2B5EF4-FFF2-40B4-BE49-F238E27FC236}">
                <a16:creationId xmlns:a16="http://schemas.microsoft.com/office/drawing/2014/main" id="{7318C96F-E58F-E740-B04F-D5F348052CCB}"/>
              </a:ext>
            </a:extLst>
          </p:cNvPr>
          <p:cNvSpPr/>
          <p:nvPr/>
        </p:nvSpPr>
        <p:spPr>
          <a:xfrm>
            <a:off x="4656582"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52" name="Rectangle 51">
            <a:extLst>
              <a:ext uri="{FF2B5EF4-FFF2-40B4-BE49-F238E27FC236}">
                <a16:creationId xmlns:a16="http://schemas.microsoft.com/office/drawing/2014/main" id="{BA7D498D-B19B-1548-BE0C-7BD47B34404C}"/>
              </a:ext>
            </a:extLst>
          </p:cNvPr>
          <p:cNvSpPr/>
          <p:nvPr/>
        </p:nvSpPr>
        <p:spPr>
          <a:xfrm>
            <a:off x="6094476"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55" name="Rectangle 54">
            <a:extLst>
              <a:ext uri="{FF2B5EF4-FFF2-40B4-BE49-F238E27FC236}">
                <a16:creationId xmlns:a16="http://schemas.microsoft.com/office/drawing/2014/main" id="{4B8125E5-E79A-7148-B07F-09CBB2FBE45F}"/>
              </a:ext>
            </a:extLst>
          </p:cNvPr>
          <p:cNvSpPr/>
          <p:nvPr/>
        </p:nvSpPr>
        <p:spPr>
          <a:xfrm>
            <a:off x="753237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3" name="TextBox 2"/>
          <p:cNvSpPr txBox="1"/>
          <p:nvPr/>
        </p:nvSpPr>
        <p:spPr>
          <a:xfrm>
            <a:off x="0" y="1030733"/>
            <a:ext cx="9144000" cy="1421928"/>
          </a:xfrm>
          <a:prstGeom prst="rect">
            <a:avLst/>
          </a:prstGeom>
          <a:noFill/>
        </p:spPr>
        <p:txBody>
          <a:bodyPr wrap="square" rtlCol="0">
            <a:spAutoFit/>
          </a:bodyPr>
          <a:lstStyle/>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Put your cards in a line </a:t>
            </a:r>
            <a:br>
              <a:rPr lang="en-US" sz="4800" dirty="0">
                <a:solidFill>
                  <a:schemeClr val="bg1"/>
                </a:solidFill>
                <a:latin typeface="Cooper Black" panose="0208090404030B020404" pitchFamily="18" charset="0"/>
                <a:ea typeface="HY산B" panose="02030600000101010101" pitchFamily="18" charset="-127"/>
              </a:rPr>
            </a:br>
            <a:r>
              <a:rPr lang="en-US" sz="4800" dirty="0">
                <a:solidFill>
                  <a:schemeClr val="bg1"/>
                </a:solidFill>
                <a:latin typeface="Cooper Black" panose="0208090404030B020404" pitchFamily="18" charset="0"/>
                <a:ea typeface="HY산B" panose="02030600000101010101" pitchFamily="18" charset="-127"/>
              </a:rPr>
              <a:t>in any order.</a:t>
            </a:r>
            <a:endParaRPr lang="en-US" sz="5400" dirty="0">
              <a:solidFill>
                <a:schemeClr val="accent6">
                  <a:lumMod val="75000"/>
                </a:schemeClr>
              </a:solidFill>
              <a:latin typeface="HY산B" panose="02030600000101010101" pitchFamily="18" charset="-127"/>
              <a:ea typeface="HY산B" panose="02030600000101010101" pitchFamily="18" charset="-127"/>
            </a:endParaRPr>
          </a:p>
        </p:txBody>
      </p:sp>
    </p:spTree>
    <p:extLst>
      <p:ext uri="{BB962C8B-B14F-4D97-AF65-F5344CB8AC3E}">
        <p14:creationId xmlns:p14="http://schemas.microsoft.com/office/powerpoint/2010/main" val="40671953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1000" fill="hold"/>
                                        <p:tgtEl>
                                          <p:spTgt spid="22"/>
                                        </p:tgtEl>
                                        <p:attrNameLst>
                                          <p:attrName>ppt_x</p:attrName>
                                        </p:attrNameLst>
                                      </p:cBhvr>
                                      <p:tavLst>
                                        <p:tav tm="0">
                                          <p:val>
                                            <p:strVal val="0-#ppt_w/2"/>
                                          </p:val>
                                        </p:tav>
                                        <p:tav tm="100000">
                                          <p:val>
                                            <p:strVal val="#ppt_x"/>
                                          </p:val>
                                        </p:tav>
                                      </p:tavLst>
                                    </p:anim>
                                    <p:anim calcmode="lin" valueType="num">
                                      <p:cBhvr additive="base">
                                        <p:cTn id="8" dur="10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1000" fill="hold"/>
                                        <p:tgtEl>
                                          <p:spTgt spid="43"/>
                                        </p:tgtEl>
                                        <p:attrNameLst>
                                          <p:attrName>ppt_x</p:attrName>
                                        </p:attrNameLst>
                                      </p:cBhvr>
                                      <p:tavLst>
                                        <p:tav tm="0">
                                          <p:val>
                                            <p:strVal val="0-#ppt_w/2"/>
                                          </p:val>
                                        </p:tav>
                                        <p:tav tm="100000">
                                          <p:val>
                                            <p:strVal val="#ppt_x"/>
                                          </p:val>
                                        </p:tav>
                                      </p:tavLst>
                                    </p:anim>
                                    <p:anim calcmode="lin" valueType="num">
                                      <p:cBhvr additive="base">
                                        <p:cTn id="12" dur="1000" fill="hold"/>
                                        <p:tgtEl>
                                          <p:spTgt spid="4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1000" fill="hold"/>
                                        <p:tgtEl>
                                          <p:spTgt spid="46"/>
                                        </p:tgtEl>
                                        <p:attrNameLst>
                                          <p:attrName>ppt_x</p:attrName>
                                        </p:attrNameLst>
                                      </p:cBhvr>
                                      <p:tavLst>
                                        <p:tav tm="0">
                                          <p:val>
                                            <p:strVal val="0-#ppt_w/2"/>
                                          </p:val>
                                        </p:tav>
                                        <p:tav tm="100000">
                                          <p:val>
                                            <p:strVal val="#ppt_x"/>
                                          </p:val>
                                        </p:tav>
                                      </p:tavLst>
                                    </p:anim>
                                    <p:anim calcmode="lin" valueType="num">
                                      <p:cBhvr additive="base">
                                        <p:cTn id="16" dur="1000" fill="hold"/>
                                        <p:tgtEl>
                                          <p:spTgt spid="4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additive="base">
                                        <p:cTn id="19" dur="1000" fill="hold"/>
                                        <p:tgtEl>
                                          <p:spTgt spid="49"/>
                                        </p:tgtEl>
                                        <p:attrNameLst>
                                          <p:attrName>ppt_x</p:attrName>
                                        </p:attrNameLst>
                                      </p:cBhvr>
                                      <p:tavLst>
                                        <p:tav tm="0">
                                          <p:val>
                                            <p:strVal val="0-#ppt_w/2"/>
                                          </p:val>
                                        </p:tav>
                                        <p:tav tm="100000">
                                          <p:val>
                                            <p:strVal val="#ppt_x"/>
                                          </p:val>
                                        </p:tav>
                                      </p:tavLst>
                                    </p:anim>
                                    <p:anim calcmode="lin" valueType="num">
                                      <p:cBhvr additive="base">
                                        <p:cTn id="20" dur="1000" fill="hold"/>
                                        <p:tgtEl>
                                          <p:spTgt spid="4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anim calcmode="lin" valueType="num">
                                      <p:cBhvr additive="base">
                                        <p:cTn id="23" dur="1000" fill="hold"/>
                                        <p:tgtEl>
                                          <p:spTgt spid="52"/>
                                        </p:tgtEl>
                                        <p:attrNameLst>
                                          <p:attrName>ppt_x</p:attrName>
                                        </p:attrNameLst>
                                      </p:cBhvr>
                                      <p:tavLst>
                                        <p:tav tm="0">
                                          <p:val>
                                            <p:strVal val="0-#ppt_w/2"/>
                                          </p:val>
                                        </p:tav>
                                        <p:tav tm="100000">
                                          <p:val>
                                            <p:strVal val="#ppt_x"/>
                                          </p:val>
                                        </p:tav>
                                      </p:tavLst>
                                    </p:anim>
                                    <p:anim calcmode="lin" valueType="num">
                                      <p:cBhvr additive="base">
                                        <p:cTn id="24" dur="1000" fill="hold"/>
                                        <p:tgtEl>
                                          <p:spTgt spid="52"/>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anim calcmode="lin" valueType="num">
                                      <p:cBhvr additive="base">
                                        <p:cTn id="27" dur="1000" fill="hold"/>
                                        <p:tgtEl>
                                          <p:spTgt spid="55"/>
                                        </p:tgtEl>
                                        <p:attrNameLst>
                                          <p:attrName>ppt_x</p:attrName>
                                        </p:attrNameLst>
                                      </p:cBhvr>
                                      <p:tavLst>
                                        <p:tav tm="0">
                                          <p:val>
                                            <p:strVal val="0-#ppt_w/2"/>
                                          </p:val>
                                        </p:tav>
                                        <p:tav tm="100000">
                                          <p:val>
                                            <p:strVal val="#ppt_x"/>
                                          </p:val>
                                        </p:tav>
                                      </p:tavLst>
                                    </p:anim>
                                    <p:anim calcmode="lin" valueType="num">
                                      <p:cBhvr additive="base">
                                        <p:cTn id="28" dur="1000" fill="hold"/>
                                        <p:tgtEl>
                                          <p:spTgt spid="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3" grpId="0" animBg="1"/>
      <p:bldP spid="46" grpId="0" animBg="1"/>
      <p:bldP spid="49" grpId="0" animBg="1"/>
      <p:bldP spid="52" grpId="0" animBg="1"/>
      <p:bldP spid="55"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Rounded Rectangular Callout 4">
            <a:extLst>
              <a:ext uri="{FF2B5EF4-FFF2-40B4-BE49-F238E27FC236}">
                <a16:creationId xmlns:a16="http://schemas.microsoft.com/office/drawing/2014/main" id="{416CDAA7-9299-4F47-B49A-69E7239AD17A}"/>
              </a:ext>
            </a:extLst>
          </p:cNvPr>
          <p:cNvSpPr/>
          <p:nvPr/>
        </p:nvSpPr>
        <p:spPr>
          <a:xfrm>
            <a:off x="1066800" y="438150"/>
            <a:ext cx="3276600" cy="2362200"/>
          </a:xfrm>
          <a:prstGeom prst="wedgeRoundRectCallout">
            <a:avLst>
              <a:gd name="adj1" fmla="val -37382"/>
              <a:gd name="adj2" fmla="val 68351"/>
              <a:gd name="adj3" fmla="val 16667"/>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chemeClr val="accent1"/>
                </a:solidFill>
                <a:latin typeface="Cooper Black" panose="0208090404030B020404" pitchFamily="18" charset="0"/>
              </a:rPr>
              <a:t>Question goes here</a:t>
            </a:r>
          </a:p>
        </p:txBody>
      </p:sp>
      <p:sp>
        <p:nvSpPr>
          <p:cNvPr id="10" name="Rounded Rectangular Callout 9">
            <a:extLst>
              <a:ext uri="{FF2B5EF4-FFF2-40B4-BE49-F238E27FC236}">
                <a16:creationId xmlns:a16="http://schemas.microsoft.com/office/drawing/2014/main" id="{5DBE4026-A2AA-9D43-BDA1-3C9F08EE33C9}"/>
              </a:ext>
            </a:extLst>
          </p:cNvPr>
          <p:cNvSpPr/>
          <p:nvPr/>
        </p:nvSpPr>
        <p:spPr>
          <a:xfrm>
            <a:off x="4554279" y="438150"/>
            <a:ext cx="3276600" cy="2362200"/>
          </a:xfrm>
          <a:prstGeom prst="wedgeRoundRectCallout">
            <a:avLst>
              <a:gd name="adj1" fmla="val 35630"/>
              <a:gd name="adj2" fmla="val 69702"/>
              <a:gd name="adj3" fmla="val 16667"/>
            </a:avLst>
          </a:prstGeom>
          <a:solidFill>
            <a:schemeClr val="accent1"/>
          </a:solidFill>
          <a:ln w="57150">
            <a:solidFill>
              <a:schemeClr val="bg1"/>
            </a:solidFill>
            <a:extLst>
              <a:ext uri="{C807C97D-BFC1-408E-A445-0C87EB9F89A2}">
                <ask:lineSketchStyleProps xmlns:ask="http://schemas.microsoft.com/office/drawing/2018/sketchyshapes" sd="1219033472">
                  <a:custGeom>
                    <a:avLst/>
                    <a:gdLst>
                      <a:gd name="connsiteX0" fmla="*/ 0 w 3276600"/>
                      <a:gd name="connsiteY0" fmla="*/ 393708 h 2362200"/>
                      <a:gd name="connsiteX1" fmla="*/ 393708 w 3276600"/>
                      <a:gd name="connsiteY1" fmla="*/ 0 h 2362200"/>
                      <a:gd name="connsiteX2" fmla="*/ 854059 w 3276600"/>
                      <a:gd name="connsiteY2" fmla="*/ 0 h 2362200"/>
                      <a:gd name="connsiteX3" fmla="*/ 1329587 w 3276600"/>
                      <a:gd name="connsiteY3" fmla="*/ 0 h 2362200"/>
                      <a:gd name="connsiteX4" fmla="*/ 1911350 w 3276600"/>
                      <a:gd name="connsiteY4" fmla="*/ 0 h 2362200"/>
                      <a:gd name="connsiteX5" fmla="*/ 1911350 w 3276600"/>
                      <a:gd name="connsiteY5" fmla="*/ 0 h 2362200"/>
                      <a:gd name="connsiteX6" fmla="*/ 2337308 w 3276600"/>
                      <a:gd name="connsiteY6" fmla="*/ 0 h 2362200"/>
                      <a:gd name="connsiteX7" fmla="*/ 2730500 w 3276600"/>
                      <a:gd name="connsiteY7" fmla="*/ 0 h 2362200"/>
                      <a:gd name="connsiteX8" fmla="*/ 2882892 w 3276600"/>
                      <a:gd name="connsiteY8" fmla="*/ 0 h 2362200"/>
                      <a:gd name="connsiteX9" fmla="*/ 3276600 w 3276600"/>
                      <a:gd name="connsiteY9" fmla="*/ 393708 h 2362200"/>
                      <a:gd name="connsiteX10" fmla="*/ 3276600 w 3276600"/>
                      <a:gd name="connsiteY10" fmla="*/ 895671 h 2362200"/>
                      <a:gd name="connsiteX11" fmla="*/ 3276600 w 3276600"/>
                      <a:gd name="connsiteY11" fmla="*/ 1377950 h 2362200"/>
                      <a:gd name="connsiteX12" fmla="*/ 3276600 w 3276600"/>
                      <a:gd name="connsiteY12" fmla="*/ 1377950 h 2362200"/>
                      <a:gd name="connsiteX13" fmla="*/ 3276600 w 3276600"/>
                      <a:gd name="connsiteY13" fmla="*/ 1968500 h 2362200"/>
                      <a:gd name="connsiteX14" fmla="*/ 3276600 w 3276600"/>
                      <a:gd name="connsiteY14" fmla="*/ 1968492 h 2362200"/>
                      <a:gd name="connsiteX15" fmla="*/ 2882892 w 3276600"/>
                      <a:gd name="connsiteY15" fmla="*/ 2362200 h 2362200"/>
                      <a:gd name="connsiteX16" fmla="*/ 2730500 w 3276600"/>
                      <a:gd name="connsiteY16" fmla="*/ 2362200 h 2362200"/>
                      <a:gd name="connsiteX17" fmla="*/ 2805753 w 3276600"/>
                      <a:gd name="connsiteY17" fmla="*/ 2827601 h 2362200"/>
                      <a:gd name="connsiteX18" fmla="*/ 2367496 w 3276600"/>
                      <a:gd name="connsiteY18" fmla="*/ 2599555 h 2362200"/>
                      <a:gd name="connsiteX19" fmla="*/ 1911350 w 3276600"/>
                      <a:gd name="connsiteY19" fmla="*/ 2362200 h 2362200"/>
                      <a:gd name="connsiteX20" fmla="*/ 1375116 w 3276600"/>
                      <a:gd name="connsiteY20" fmla="*/ 2362200 h 2362200"/>
                      <a:gd name="connsiteX21" fmla="*/ 854059 w 3276600"/>
                      <a:gd name="connsiteY21" fmla="*/ 2362200 h 2362200"/>
                      <a:gd name="connsiteX22" fmla="*/ 393708 w 3276600"/>
                      <a:gd name="connsiteY22" fmla="*/ 2362200 h 2362200"/>
                      <a:gd name="connsiteX23" fmla="*/ 0 w 3276600"/>
                      <a:gd name="connsiteY23" fmla="*/ 1968492 h 2362200"/>
                      <a:gd name="connsiteX24" fmla="*/ 0 w 3276600"/>
                      <a:gd name="connsiteY24" fmla="*/ 1968500 h 2362200"/>
                      <a:gd name="connsiteX25" fmla="*/ 0 w 3276600"/>
                      <a:gd name="connsiteY25" fmla="*/ 1377950 h 2362200"/>
                      <a:gd name="connsiteX26" fmla="*/ 0 w 3276600"/>
                      <a:gd name="connsiteY26" fmla="*/ 1377950 h 2362200"/>
                      <a:gd name="connsiteX27" fmla="*/ 0 w 3276600"/>
                      <a:gd name="connsiteY27" fmla="*/ 885829 h 2362200"/>
                      <a:gd name="connsiteX28" fmla="*/ 0 w 3276600"/>
                      <a:gd name="connsiteY28" fmla="*/ 393708 h 236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76600" h="2362200" fill="none" extrusionOk="0">
                        <a:moveTo>
                          <a:pt x="0" y="393708"/>
                        </a:moveTo>
                        <a:cubicBezTo>
                          <a:pt x="30516" y="201409"/>
                          <a:pt x="149506" y="-9167"/>
                          <a:pt x="393708" y="0"/>
                        </a:cubicBezTo>
                        <a:cubicBezTo>
                          <a:pt x="531436" y="-46101"/>
                          <a:pt x="718148" y="39087"/>
                          <a:pt x="854059" y="0"/>
                        </a:cubicBezTo>
                        <a:cubicBezTo>
                          <a:pt x="989970" y="-39087"/>
                          <a:pt x="1204886" y="4414"/>
                          <a:pt x="1329587" y="0"/>
                        </a:cubicBezTo>
                        <a:cubicBezTo>
                          <a:pt x="1454288" y="-4414"/>
                          <a:pt x="1786365" y="47761"/>
                          <a:pt x="1911350" y="0"/>
                        </a:cubicBezTo>
                        <a:lnTo>
                          <a:pt x="1911350" y="0"/>
                        </a:lnTo>
                        <a:cubicBezTo>
                          <a:pt x="2005637" y="-49929"/>
                          <a:pt x="2228404" y="25150"/>
                          <a:pt x="2337308" y="0"/>
                        </a:cubicBezTo>
                        <a:cubicBezTo>
                          <a:pt x="2446212" y="-25150"/>
                          <a:pt x="2601580" y="9446"/>
                          <a:pt x="2730500" y="0"/>
                        </a:cubicBezTo>
                        <a:cubicBezTo>
                          <a:pt x="2767034" y="-9585"/>
                          <a:pt x="2811459" y="17908"/>
                          <a:pt x="2882892" y="0"/>
                        </a:cubicBezTo>
                        <a:cubicBezTo>
                          <a:pt x="3112093" y="2332"/>
                          <a:pt x="3251038" y="192773"/>
                          <a:pt x="3276600" y="393708"/>
                        </a:cubicBezTo>
                        <a:cubicBezTo>
                          <a:pt x="3282407" y="627499"/>
                          <a:pt x="3219414" y="667243"/>
                          <a:pt x="3276600" y="895671"/>
                        </a:cubicBezTo>
                        <a:cubicBezTo>
                          <a:pt x="3333786" y="1124099"/>
                          <a:pt x="3253345" y="1233409"/>
                          <a:pt x="3276600" y="1377950"/>
                        </a:cubicBezTo>
                        <a:lnTo>
                          <a:pt x="3276600" y="1377950"/>
                        </a:lnTo>
                        <a:cubicBezTo>
                          <a:pt x="3283025" y="1551483"/>
                          <a:pt x="3250671" y="1676464"/>
                          <a:pt x="3276600" y="1968500"/>
                        </a:cubicBezTo>
                        <a:lnTo>
                          <a:pt x="3276600" y="1968492"/>
                        </a:lnTo>
                        <a:cubicBezTo>
                          <a:pt x="3265031" y="2191308"/>
                          <a:pt x="3101998" y="2387195"/>
                          <a:pt x="2882892" y="2362200"/>
                        </a:cubicBezTo>
                        <a:cubicBezTo>
                          <a:pt x="2844809" y="2375317"/>
                          <a:pt x="2795294" y="2344594"/>
                          <a:pt x="2730500" y="2362200"/>
                        </a:cubicBezTo>
                        <a:cubicBezTo>
                          <a:pt x="2792133" y="2472647"/>
                          <a:pt x="2733265" y="2690069"/>
                          <a:pt x="2805753" y="2827601"/>
                        </a:cubicBezTo>
                        <a:cubicBezTo>
                          <a:pt x="2593695" y="2742990"/>
                          <a:pt x="2520996" y="2640493"/>
                          <a:pt x="2367496" y="2599555"/>
                        </a:cubicBezTo>
                        <a:cubicBezTo>
                          <a:pt x="2213996" y="2558617"/>
                          <a:pt x="2014434" y="2403962"/>
                          <a:pt x="1911350" y="2362200"/>
                        </a:cubicBezTo>
                        <a:cubicBezTo>
                          <a:pt x="1765616" y="2424886"/>
                          <a:pt x="1636677" y="2346675"/>
                          <a:pt x="1375116" y="2362200"/>
                        </a:cubicBezTo>
                        <a:cubicBezTo>
                          <a:pt x="1113555" y="2377725"/>
                          <a:pt x="1068049" y="2352705"/>
                          <a:pt x="854059" y="2362200"/>
                        </a:cubicBezTo>
                        <a:cubicBezTo>
                          <a:pt x="640069" y="2371695"/>
                          <a:pt x="529765" y="2336995"/>
                          <a:pt x="393708" y="2362200"/>
                        </a:cubicBezTo>
                        <a:cubicBezTo>
                          <a:pt x="164579" y="2410013"/>
                          <a:pt x="-45070" y="2197786"/>
                          <a:pt x="0" y="1968492"/>
                        </a:cubicBezTo>
                        <a:lnTo>
                          <a:pt x="0" y="1968500"/>
                        </a:lnTo>
                        <a:cubicBezTo>
                          <a:pt x="-8329" y="1720881"/>
                          <a:pt x="31161" y="1600849"/>
                          <a:pt x="0" y="1377950"/>
                        </a:cubicBezTo>
                        <a:lnTo>
                          <a:pt x="0" y="1377950"/>
                        </a:lnTo>
                        <a:cubicBezTo>
                          <a:pt x="-36079" y="1177949"/>
                          <a:pt x="49615" y="1008410"/>
                          <a:pt x="0" y="885829"/>
                        </a:cubicBezTo>
                        <a:cubicBezTo>
                          <a:pt x="-49615" y="763248"/>
                          <a:pt x="39862" y="562623"/>
                          <a:pt x="0" y="393708"/>
                        </a:cubicBezTo>
                        <a:close/>
                      </a:path>
                      <a:path w="3276600" h="2362200" stroke="0" extrusionOk="0">
                        <a:moveTo>
                          <a:pt x="0" y="393708"/>
                        </a:moveTo>
                        <a:cubicBezTo>
                          <a:pt x="-6452" y="172289"/>
                          <a:pt x="168168" y="3040"/>
                          <a:pt x="393708" y="0"/>
                        </a:cubicBezTo>
                        <a:cubicBezTo>
                          <a:pt x="620206" y="-3000"/>
                          <a:pt x="749517" y="31354"/>
                          <a:pt x="929942" y="0"/>
                        </a:cubicBezTo>
                        <a:cubicBezTo>
                          <a:pt x="1110367" y="-31354"/>
                          <a:pt x="1275171" y="2513"/>
                          <a:pt x="1420646" y="0"/>
                        </a:cubicBezTo>
                        <a:cubicBezTo>
                          <a:pt x="1566121" y="-2513"/>
                          <a:pt x="1756533" y="24911"/>
                          <a:pt x="1911350" y="0"/>
                        </a:cubicBezTo>
                        <a:lnTo>
                          <a:pt x="1911350" y="0"/>
                        </a:lnTo>
                        <a:cubicBezTo>
                          <a:pt x="2085787" y="-17908"/>
                          <a:pt x="2213984" y="44583"/>
                          <a:pt x="2329117" y="0"/>
                        </a:cubicBezTo>
                        <a:cubicBezTo>
                          <a:pt x="2444250" y="-44583"/>
                          <a:pt x="2643537" y="16279"/>
                          <a:pt x="2730500" y="0"/>
                        </a:cubicBezTo>
                        <a:cubicBezTo>
                          <a:pt x="2766222" y="-9044"/>
                          <a:pt x="2851322" y="12461"/>
                          <a:pt x="2882892" y="0"/>
                        </a:cubicBezTo>
                        <a:cubicBezTo>
                          <a:pt x="3116836" y="9240"/>
                          <a:pt x="3333087" y="189851"/>
                          <a:pt x="3276600" y="393708"/>
                        </a:cubicBezTo>
                        <a:cubicBezTo>
                          <a:pt x="3305796" y="553457"/>
                          <a:pt x="3236199" y="690607"/>
                          <a:pt x="3276600" y="905514"/>
                        </a:cubicBezTo>
                        <a:cubicBezTo>
                          <a:pt x="3317001" y="1120421"/>
                          <a:pt x="3270955" y="1198064"/>
                          <a:pt x="3276600" y="1377950"/>
                        </a:cubicBezTo>
                        <a:lnTo>
                          <a:pt x="3276600" y="1377950"/>
                        </a:lnTo>
                        <a:cubicBezTo>
                          <a:pt x="3327697" y="1608840"/>
                          <a:pt x="3227974" y="1722072"/>
                          <a:pt x="3276600" y="1968500"/>
                        </a:cubicBezTo>
                        <a:lnTo>
                          <a:pt x="3276600" y="1968492"/>
                        </a:lnTo>
                        <a:cubicBezTo>
                          <a:pt x="3285049" y="2175443"/>
                          <a:pt x="3043935" y="2340398"/>
                          <a:pt x="2882892" y="2362200"/>
                        </a:cubicBezTo>
                        <a:cubicBezTo>
                          <a:pt x="2838000" y="2367710"/>
                          <a:pt x="2796161" y="2355482"/>
                          <a:pt x="2730500" y="2362200"/>
                        </a:cubicBezTo>
                        <a:cubicBezTo>
                          <a:pt x="2793772" y="2488002"/>
                          <a:pt x="2740858" y="2701692"/>
                          <a:pt x="2805753" y="2827601"/>
                        </a:cubicBezTo>
                        <a:cubicBezTo>
                          <a:pt x="2680056" y="2772371"/>
                          <a:pt x="2495689" y="2635916"/>
                          <a:pt x="2385384" y="2608863"/>
                        </a:cubicBezTo>
                        <a:cubicBezTo>
                          <a:pt x="2275079" y="2581810"/>
                          <a:pt x="2073921" y="2444803"/>
                          <a:pt x="1911350" y="2362200"/>
                        </a:cubicBezTo>
                        <a:cubicBezTo>
                          <a:pt x="1662309" y="2408647"/>
                          <a:pt x="1643326" y="2336882"/>
                          <a:pt x="1390293" y="2362200"/>
                        </a:cubicBezTo>
                        <a:cubicBezTo>
                          <a:pt x="1137260" y="2387518"/>
                          <a:pt x="1144263" y="2313972"/>
                          <a:pt x="914765" y="2362200"/>
                        </a:cubicBezTo>
                        <a:cubicBezTo>
                          <a:pt x="685267" y="2410428"/>
                          <a:pt x="575125" y="2347835"/>
                          <a:pt x="393708" y="2362200"/>
                        </a:cubicBezTo>
                        <a:cubicBezTo>
                          <a:pt x="147367" y="2360564"/>
                          <a:pt x="17529" y="2201022"/>
                          <a:pt x="0" y="1968492"/>
                        </a:cubicBezTo>
                        <a:lnTo>
                          <a:pt x="0" y="1968500"/>
                        </a:lnTo>
                        <a:cubicBezTo>
                          <a:pt x="-33579" y="1759596"/>
                          <a:pt x="46798" y="1661560"/>
                          <a:pt x="0" y="1377950"/>
                        </a:cubicBezTo>
                        <a:lnTo>
                          <a:pt x="0" y="1377950"/>
                        </a:lnTo>
                        <a:cubicBezTo>
                          <a:pt x="-23210" y="1184428"/>
                          <a:pt x="7992" y="1081471"/>
                          <a:pt x="0" y="905514"/>
                        </a:cubicBezTo>
                        <a:cubicBezTo>
                          <a:pt x="-7992" y="729557"/>
                          <a:pt x="23119" y="629353"/>
                          <a:pt x="0" y="39370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chemeClr val="bg1"/>
                </a:solidFill>
                <a:latin typeface="Cooper Black" panose="0208090404030B020404" pitchFamily="18" charset="0"/>
              </a:rPr>
              <a:t>Answer goes here</a:t>
            </a:r>
          </a:p>
        </p:txBody>
      </p:sp>
      <p:pic>
        <p:nvPicPr>
          <p:cNvPr id="6" name="Picture 5">
            <a:extLst>
              <a:ext uri="{FF2B5EF4-FFF2-40B4-BE49-F238E27FC236}">
                <a16:creationId xmlns:a16="http://schemas.microsoft.com/office/drawing/2014/main" id="{9EFD231F-AC37-D04C-9BE8-7A7884AFA330}"/>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6553200" y="2800350"/>
            <a:ext cx="2362200" cy="2362200"/>
          </a:xfrm>
          <a:prstGeom prst="rect">
            <a:avLst/>
          </a:prstGeom>
        </p:spPr>
      </p:pic>
      <p:pic>
        <p:nvPicPr>
          <p:cNvPr id="7" name="Picture 6">
            <a:extLst>
              <a:ext uri="{FF2B5EF4-FFF2-40B4-BE49-F238E27FC236}">
                <a16:creationId xmlns:a16="http://schemas.microsoft.com/office/drawing/2014/main" id="{0DFEA6CA-9D85-1049-9E96-B9BCD99879D2}"/>
              </a:ext>
            </a:extLst>
          </p:cNvPr>
          <p:cNvPicPr>
            <a:picLocks noChangeAspect="1"/>
          </p:cNvPicPr>
          <p:nvPr/>
        </p:nvPicPr>
        <p:blipFill>
          <a:blip r:embed="rId6" cstate="screen">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a:ext>
            </a:extLst>
          </a:blip>
          <a:stretch>
            <a:fillRect/>
          </a:stretch>
        </p:blipFill>
        <p:spPr>
          <a:xfrm>
            <a:off x="74429" y="3324004"/>
            <a:ext cx="4085658" cy="1838546"/>
          </a:xfrm>
          <a:prstGeom prst="rect">
            <a:avLst/>
          </a:prstGeom>
        </p:spPr>
      </p:pic>
    </p:spTree>
    <p:extLst>
      <p:ext uri="{BB962C8B-B14F-4D97-AF65-F5344CB8AC3E}">
        <p14:creationId xmlns:p14="http://schemas.microsoft.com/office/powerpoint/2010/main" val="2939316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5A56786-D5D7-164D-90CF-C6C8BCB91507}"/>
              </a:ext>
            </a:extLst>
          </p:cNvPr>
          <p:cNvSpPr/>
          <p:nvPr/>
        </p:nvSpPr>
        <p:spPr>
          <a:xfrm>
            <a:off x="34290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25" name="Rectangle 24">
            <a:extLst>
              <a:ext uri="{FF2B5EF4-FFF2-40B4-BE49-F238E27FC236}">
                <a16:creationId xmlns:a16="http://schemas.microsoft.com/office/drawing/2014/main" id="{EB928190-F974-3D47-8A83-E3FD2BFB22EA}"/>
              </a:ext>
            </a:extLst>
          </p:cNvPr>
          <p:cNvSpPr/>
          <p:nvPr/>
        </p:nvSpPr>
        <p:spPr>
          <a:xfrm>
            <a:off x="1780794"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26" name="Rectangle 25">
            <a:extLst>
              <a:ext uri="{FF2B5EF4-FFF2-40B4-BE49-F238E27FC236}">
                <a16:creationId xmlns:a16="http://schemas.microsoft.com/office/drawing/2014/main" id="{9FD1A982-6088-4D43-B394-9E1786F25C82}"/>
              </a:ext>
            </a:extLst>
          </p:cNvPr>
          <p:cNvSpPr/>
          <p:nvPr/>
        </p:nvSpPr>
        <p:spPr>
          <a:xfrm>
            <a:off x="3218688"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27" name="Rectangle 26">
            <a:extLst>
              <a:ext uri="{FF2B5EF4-FFF2-40B4-BE49-F238E27FC236}">
                <a16:creationId xmlns:a16="http://schemas.microsoft.com/office/drawing/2014/main" id="{9B032376-9AF6-A347-9851-7B0E17569329}"/>
              </a:ext>
            </a:extLst>
          </p:cNvPr>
          <p:cNvSpPr/>
          <p:nvPr/>
        </p:nvSpPr>
        <p:spPr>
          <a:xfrm>
            <a:off x="4656582"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28" name="Rectangle 27">
            <a:extLst>
              <a:ext uri="{FF2B5EF4-FFF2-40B4-BE49-F238E27FC236}">
                <a16:creationId xmlns:a16="http://schemas.microsoft.com/office/drawing/2014/main" id="{77AC4575-8A3D-7F40-BB6A-7BBC55C40A97}"/>
              </a:ext>
            </a:extLst>
          </p:cNvPr>
          <p:cNvSpPr/>
          <p:nvPr/>
        </p:nvSpPr>
        <p:spPr>
          <a:xfrm>
            <a:off x="6094476"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29" name="Rectangle 28">
            <a:extLst>
              <a:ext uri="{FF2B5EF4-FFF2-40B4-BE49-F238E27FC236}">
                <a16:creationId xmlns:a16="http://schemas.microsoft.com/office/drawing/2014/main" id="{F859CB82-E63C-B148-86C2-0BFA19B226A1}"/>
              </a:ext>
            </a:extLst>
          </p:cNvPr>
          <p:cNvSpPr/>
          <p:nvPr/>
        </p:nvSpPr>
        <p:spPr>
          <a:xfrm>
            <a:off x="753237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3" name="TextBox 2"/>
          <p:cNvSpPr txBox="1"/>
          <p:nvPr/>
        </p:nvSpPr>
        <p:spPr>
          <a:xfrm>
            <a:off x="0" y="666750"/>
            <a:ext cx="9144000" cy="2086725"/>
          </a:xfrm>
          <a:prstGeom prst="rect">
            <a:avLst/>
          </a:prstGeom>
          <a:noFill/>
        </p:spPr>
        <p:txBody>
          <a:bodyPr wrap="square" rtlCol="0">
            <a:spAutoFit/>
          </a:bodyPr>
          <a:lstStyle/>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If the word/sentence I </a:t>
            </a:r>
            <a:br>
              <a:rPr lang="en-US" sz="4800" dirty="0">
                <a:solidFill>
                  <a:schemeClr val="bg1"/>
                </a:solidFill>
                <a:latin typeface="Cooper Black" panose="0208090404030B020404" pitchFamily="18" charset="0"/>
                <a:ea typeface="HY산B" panose="02030600000101010101" pitchFamily="18" charset="-127"/>
              </a:rPr>
            </a:br>
            <a:r>
              <a:rPr lang="en-US" sz="4800" dirty="0">
                <a:solidFill>
                  <a:schemeClr val="bg1"/>
                </a:solidFill>
                <a:latin typeface="Cooper Black" panose="0208090404030B020404" pitchFamily="18" charset="0"/>
                <a:ea typeface="HY산B" panose="02030600000101010101" pitchFamily="18" charset="-127"/>
              </a:rPr>
              <a:t>say is at either end of your line, take away that card.</a:t>
            </a:r>
            <a:endParaRPr lang="en-US" sz="5400" dirty="0">
              <a:solidFill>
                <a:schemeClr val="accent6">
                  <a:lumMod val="75000"/>
                </a:schemeClr>
              </a:solidFill>
              <a:latin typeface="HY산B" panose="02030600000101010101" pitchFamily="18" charset="-127"/>
              <a:ea typeface="HY산B" panose="02030600000101010101" pitchFamily="18" charset="-127"/>
            </a:endParaRPr>
          </a:p>
        </p:txBody>
      </p:sp>
      <p:sp>
        <p:nvSpPr>
          <p:cNvPr id="22" name="Oval 21"/>
          <p:cNvSpPr/>
          <p:nvPr/>
        </p:nvSpPr>
        <p:spPr>
          <a:xfrm>
            <a:off x="138030" y="3209325"/>
            <a:ext cx="1642764" cy="1542729"/>
          </a:xfrm>
          <a:prstGeom prst="ellipse">
            <a:avLst/>
          </a:prstGeom>
          <a:noFill/>
          <a:ln w="1270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7345353" y="3209325"/>
            <a:ext cx="1642764" cy="1542729"/>
          </a:xfrm>
          <a:prstGeom prst="ellipse">
            <a:avLst/>
          </a:prstGeom>
          <a:noFill/>
          <a:ln w="1270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196" name="Picture 4" descr="Image result for check mark&quot;"/>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894416" y="2531955"/>
            <a:ext cx="1085754" cy="1085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892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22"/>
                                        </p:tgtEl>
                                      </p:cBhvr>
                                    </p:animEffect>
                                    <p:set>
                                      <p:cBhvr>
                                        <p:cTn id="17" dur="1" fill="hold">
                                          <p:stCondLst>
                                            <p:cond delay="499"/>
                                          </p:stCondLst>
                                        </p:cTn>
                                        <p:tgtEl>
                                          <p:spTgt spid="2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196"/>
                                        </p:tgtEl>
                                        <p:attrNameLst>
                                          <p:attrName>style.visibility</p:attrName>
                                        </p:attrNameLst>
                                      </p:cBhvr>
                                      <p:to>
                                        <p:strVal val="visible"/>
                                      </p:to>
                                    </p:set>
                                    <p:animEffect transition="in" filter="fade">
                                      <p:cBhvr>
                                        <p:cTn id="27" dur="500"/>
                                        <p:tgtEl>
                                          <p:spTgt spid="8196"/>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4" fill="hold" grpId="0" nodeType="clickEffect">
                                  <p:stCondLst>
                                    <p:cond delay="0"/>
                                  </p:stCondLst>
                                  <p:childTnLst>
                                    <p:anim calcmode="lin" valueType="num">
                                      <p:cBhvr additive="base">
                                        <p:cTn id="31" dur="500"/>
                                        <p:tgtEl>
                                          <p:spTgt spid="29"/>
                                        </p:tgtEl>
                                        <p:attrNameLst>
                                          <p:attrName>ppt_x</p:attrName>
                                        </p:attrNameLst>
                                      </p:cBhvr>
                                      <p:tavLst>
                                        <p:tav tm="0">
                                          <p:val>
                                            <p:strVal val="ppt_x"/>
                                          </p:val>
                                        </p:tav>
                                        <p:tav tm="100000">
                                          <p:val>
                                            <p:strVal val="ppt_x"/>
                                          </p:val>
                                        </p:tav>
                                      </p:tavLst>
                                    </p:anim>
                                    <p:anim calcmode="lin" valueType="num">
                                      <p:cBhvr additive="base">
                                        <p:cTn id="32" dur="500"/>
                                        <p:tgtEl>
                                          <p:spTgt spid="29"/>
                                        </p:tgtEl>
                                        <p:attrNameLst>
                                          <p:attrName>ppt_y</p:attrName>
                                        </p:attrNameLst>
                                      </p:cBhvr>
                                      <p:tavLst>
                                        <p:tav tm="0">
                                          <p:val>
                                            <p:strVal val="ppt_y"/>
                                          </p:val>
                                        </p:tav>
                                        <p:tav tm="100000">
                                          <p:val>
                                            <p:strVal val="1+ppt_h/2"/>
                                          </p:val>
                                        </p:tav>
                                      </p:tavLst>
                                    </p:anim>
                                    <p:set>
                                      <p:cBhvr>
                                        <p:cTn id="33"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 grpId="0"/>
      <p:bldP spid="22" grpId="0" animBg="1"/>
      <p:bldP spid="22" grpId="1" animBg="1"/>
      <p:bldP spid="31"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B07C99B-6F17-E042-94EE-8F7E5D39AAEF}"/>
              </a:ext>
            </a:extLst>
          </p:cNvPr>
          <p:cNvSpPr/>
          <p:nvPr/>
        </p:nvSpPr>
        <p:spPr>
          <a:xfrm>
            <a:off x="34290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46" name="Rectangle 45">
            <a:extLst>
              <a:ext uri="{FF2B5EF4-FFF2-40B4-BE49-F238E27FC236}">
                <a16:creationId xmlns:a16="http://schemas.microsoft.com/office/drawing/2014/main" id="{877C03F3-8D80-454E-B556-48D73E9245E0}"/>
              </a:ext>
            </a:extLst>
          </p:cNvPr>
          <p:cNvSpPr/>
          <p:nvPr/>
        </p:nvSpPr>
        <p:spPr>
          <a:xfrm>
            <a:off x="1780794"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52" name="Rectangle 51">
            <a:extLst>
              <a:ext uri="{FF2B5EF4-FFF2-40B4-BE49-F238E27FC236}">
                <a16:creationId xmlns:a16="http://schemas.microsoft.com/office/drawing/2014/main" id="{CFF21B70-DC87-7A48-BDB9-090730EEA55E}"/>
              </a:ext>
            </a:extLst>
          </p:cNvPr>
          <p:cNvSpPr/>
          <p:nvPr/>
        </p:nvSpPr>
        <p:spPr>
          <a:xfrm>
            <a:off x="3218688"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53" name="Rectangle 52">
            <a:extLst>
              <a:ext uri="{FF2B5EF4-FFF2-40B4-BE49-F238E27FC236}">
                <a16:creationId xmlns:a16="http://schemas.microsoft.com/office/drawing/2014/main" id="{E86F378E-3FB4-3A49-BF6A-4A1EC580FEE5}"/>
              </a:ext>
            </a:extLst>
          </p:cNvPr>
          <p:cNvSpPr/>
          <p:nvPr/>
        </p:nvSpPr>
        <p:spPr>
          <a:xfrm>
            <a:off x="4656582"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54" name="Rectangle 53">
            <a:extLst>
              <a:ext uri="{FF2B5EF4-FFF2-40B4-BE49-F238E27FC236}">
                <a16:creationId xmlns:a16="http://schemas.microsoft.com/office/drawing/2014/main" id="{13443B37-82C5-8F4F-9840-4A1B6E191D36}"/>
              </a:ext>
            </a:extLst>
          </p:cNvPr>
          <p:cNvSpPr/>
          <p:nvPr/>
        </p:nvSpPr>
        <p:spPr>
          <a:xfrm>
            <a:off x="6094476"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55" name="Rectangle 54">
            <a:extLst>
              <a:ext uri="{FF2B5EF4-FFF2-40B4-BE49-F238E27FC236}">
                <a16:creationId xmlns:a16="http://schemas.microsoft.com/office/drawing/2014/main" id="{42033571-A71F-7E45-A2C9-566A29098C75}"/>
              </a:ext>
            </a:extLst>
          </p:cNvPr>
          <p:cNvSpPr/>
          <p:nvPr/>
        </p:nvSpPr>
        <p:spPr>
          <a:xfrm>
            <a:off x="753237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3" name="TextBox 2"/>
          <p:cNvSpPr txBox="1"/>
          <p:nvPr/>
        </p:nvSpPr>
        <p:spPr>
          <a:xfrm>
            <a:off x="0" y="658320"/>
            <a:ext cx="9144000" cy="2086725"/>
          </a:xfrm>
          <a:prstGeom prst="rect">
            <a:avLst/>
          </a:prstGeom>
          <a:noFill/>
        </p:spPr>
        <p:txBody>
          <a:bodyPr wrap="square" rtlCol="0">
            <a:spAutoFit/>
          </a:bodyPr>
          <a:lstStyle/>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You can't take away</a:t>
            </a:r>
            <a:br>
              <a:rPr lang="en-US" sz="4800" dirty="0">
                <a:solidFill>
                  <a:schemeClr val="bg1"/>
                </a:solidFill>
                <a:latin typeface="Cooper Black" panose="0208090404030B020404" pitchFamily="18" charset="0"/>
                <a:ea typeface="HY산B" panose="02030600000101010101" pitchFamily="18" charset="-127"/>
              </a:rPr>
            </a:br>
            <a:r>
              <a:rPr lang="en-US" sz="4800" dirty="0">
                <a:solidFill>
                  <a:schemeClr val="bg1"/>
                </a:solidFill>
                <a:latin typeface="Cooper Black" panose="0208090404030B020404" pitchFamily="18" charset="0"/>
                <a:ea typeface="HY산B" panose="02030600000101010101" pitchFamily="18" charset="-127"/>
              </a:rPr>
              <a:t>middle cards. Only cards </a:t>
            </a:r>
            <a:br>
              <a:rPr lang="en-US" sz="4800" dirty="0">
                <a:solidFill>
                  <a:schemeClr val="bg1"/>
                </a:solidFill>
                <a:latin typeface="Cooper Black" panose="0208090404030B020404" pitchFamily="18" charset="0"/>
                <a:ea typeface="HY산B" panose="02030600000101010101" pitchFamily="18" charset="-127"/>
              </a:rPr>
            </a:br>
            <a:r>
              <a:rPr lang="en-US" sz="4800" dirty="0">
                <a:solidFill>
                  <a:schemeClr val="bg1"/>
                </a:solidFill>
                <a:latin typeface="Cooper Black" panose="0208090404030B020404" pitchFamily="18" charset="0"/>
                <a:ea typeface="HY산B" panose="02030600000101010101" pitchFamily="18" charset="-127"/>
              </a:rPr>
              <a:t>at the ends.</a:t>
            </a:r>
            <a:endParaRPr lang="en-US" sz="5400" dirty="0">
              <a:solidFill>
                <a:schemeClr val="accent6">
                  <a:lumMod val="75000"/>
                </a:schemeClr>
              </a:solidFill>
              <a:latin typeface="HY산B" panose="02030600000101010101" pitchFamily="18" charset="-127"/>
              <a:ea typeface="HY산B" panose="02030600000101010101" pitchFamily="18" charset="-127"/>
            </a:endParaRPr>
          </a:p>
        </p:txBody>
      </p:sp>
      <p:pic>
        <p:nvPicPr>
          <p:cNvPr id="10242" name="Picture 2" descr="Image result for x mark&quot;"/>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732604" y="3333750"/>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Image result for x mark&quot;"/>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182309" y="3333750"/>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Image result for x mark&quot;"/>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620203" y="3333750"/>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Image result for x mark&quot;"/>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058096" y="3333750"/>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 descr="Image result for check mark&quot;"/>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620000" y="3437083"/>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descr="Image result for check mark&quot;"/>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38321" y="3437083"/>
            <a:ext cx="1085754" cy="1085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35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42"/>
                                        </p:tgtEl>
                                        <p:attrNameLst>
                                          <p:attrName>style.visibility</p:attrName>
                                        </p:attrNameLst>
                                      </p:cBhvr>
                                      <p:to>
                                        <p:strVal val="visible"/>
                                      </p:to>
                                    </p:set>
                                    <p:animEffect transition="in" filter="fade">
                                      <p:cBhvr>
                                        <p:cTn id="12" dur="500"/>
                                        <p:tgtEl>
                                          <p:spTgt spid="1024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500"/>
                                        <p:tgtEl>
                                          <p:spTgt spid="47"/>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fade">
                                      <p:cBhvr>
                                        <p:cTn id="20" dur="500"/>
                                        <p:tgtEl>
                                          <p:spTgt spid="48"/>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fade">
                                      <p:cBhvr>
                                        <p:cTn id="24" dur="500"/>
                                        <p:tgtEl>
                                          <p:spTgt spid="4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500"/>
                                        <p:tgtEl>
                                          <p:spTgt spid="51"/>
                                        </p:tgtEl>
                                      </p:cBhvr>
                                    </p:animEffect>
                                  </p:childTnLst>
                                </p:cTn>
                              </p:par>
                              <p:par>
                                <p:cTn id="30" presetID="10" presetClass="entr" presetSubtype="0" fill="hold" nodeType="withEffect">
                                  <p:stCondLst>
                                    <p:cond delay="0"/>
                                  </p:stCondLst>
                                  <p:childTnLst>
                                    <p:set>
                                      <p:cBhvr>
                                        <p:cTn id="31" dur="1" fill="hold">
                                          <p:stCondLst>
                                            <p:cond delay="0"/>
                                          </p:stCondLst>
                                        </p:cTn>
                                        <p:tgtEl>
                                          <p:spTgt spid="50"/>
                                        </p:tgtEl>
                                        <p:attrNameLst>
                                          <p:attrName>style.visibility</p:attrName>
                                        </p:attrNameLst>
                                      </p:cBhvr>
                                      <p:to>
                                        <p:strVal val="visible"/>
                                      </p:to>
                                    </p:set>
                                    <p:animEffect transition="in" filter="fade">
                                      <p:cBhvr>
                                        <p:cTn id="3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69E4CF34-2635-F94A-847A-5E8620D901D0}"/>
              </a:ext>
            </a:extLst>
          </p:cNvPr>
          <p:cNvSpPr/>
          <p:nvPr/>
        </p:nvSpPr>
        <p:spPr>
          <a:xfrm>
            <a:off x="1061847" y="365552"/>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54" name="Rectangle 53">
            <a:extLst>
              <a:ext uri="{FF2B5EF4-FFF2-40B4-BE49-F238E27FC236}">
                <a16:creationId xmlns:a16="http://schemas.microsoft.com/office/drawing/2014/main" id="{B9D46915-97F1-454F-97FF-DF180B50CE3A}"/>
              </a:ext>
            </a:extLst>
          </p:cNvPr>
          <p:cNvSpPr/>
          <p:nvPr/>
        </p:nvSpPr>
        <p:spPr>
          <a:xfrm>
            <a:off x="2499741" y="365552"/>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55" name="Rectangle 54">
            <a:extLst>
              <a:ext uri="{FF2B5EF4-FFF2-40B4-BE49-F238E27FC236}">
                <a16:creationId xmlns:a16="http://schemas.microsoft.com/office/drawing/2014/main" id="{1FC99C3F-7B8E-F24F-9519-F63E379EA1C3}"/>
              </a:ext>
            </a:extLst>
          </p:cNvPr>
          <p:cNvSpPr/>
          <p:nvPr/>
        </p:nvSpPr>
        <p:spPr>
          <a:xfrm>
            <a:off x="3937635" y="365552"/>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65" name="Rectangle 64">
            <a:extLst>
              <a:ext uri="{FF2B5EF4-FFF2-40B4-BE49-F238E27FC236}">
                <a16:creationId xmlns:a16="http://schemas.microsoft.com/office/drawing/2014/main" id="{10F07E56-62E0-6B45-A9A3-F63351C47CD5}"/>
              </a:ext>
            </a:extLst>
          </p:cNvPr>
          <p:cNvSpPr/>
          <p:nvPr/>
        </p:nvSpPr>
        <p:spPr>
          <a:xfrm>
            <a:off x="5375529" y="365552"/>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76" name="Rectangle 75">
            <a:extLst>
              <a:ext uri="{FF2B5EF4-FFF2-40B4-BE49-F238E27FC236}">
                <a16:creationId xmlns:a16="http://schemas.microsoft.com/office/drawing/2014/main" id="{48BCC177-6ECF-A644-A8AB-0E57B6005AE2}"/>
              </a:ext>
            </a:extLst>
          </p:cNvPr>
          <p:cNvSpPr/>
          <p:nvPr/>
        </p:nvSpPr>
        <p:spPr>
          <a:xfrm>
            <a:off x="6813423" y="365552"/>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78" name="Rectangle 77">
            <a:extLst>
              <a:ext uri="{FF2B5EF4-FFF2-40B4-BE49-F238E27FC236}">
                <a16:creationId xmlns:a16="http://schemas.microsoft.com/office/drawing/2014/main" id="{7C319759-56F3-1C4D-BF3F-B97600D34B19}"/>
              </a:ext>
            </a:extLst>
          </p:cNvPr>
          <p:cNvSpPr/>
          <p:nvPr/>
        </p:nvSpPr>
        <p:spPr>
          <a:xfrm>
            <a:off x="2499741" y="1937385"/>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83" name="Rectangle 82">
            <a:extLst>
              <a:ext uri="{FF2B5EF4-FFF2-40B4-BE49-F238E27FC236}">
                <a16:creationId xmlns:a16="http://schemas.microsoft.com/office/drawing/2014/main" id="{5A67CEE9-BD15-014A-BE96-1B18E0BD58E3}"/>
              </a:ext>
            </a:extLst>
          </p:cNvPr>
          <p:cNvSpPr/>
          <p:nvPr/>
        </p:nvSpPr>
        <p:spPr>
          <a:xfrm>
            <a:off x="3937635" y="1937385"/>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86" name="Rectangle 85">
            <a:extLst>
              <a:ext uri="{FF2B5EF4-FFF2-40B4-BE49-F238E27FC236}">
                <a16:creationId xmlns:a16="http://schemas.microsoft.com/office/drawing/2014/main" id="{4D6D0241-9EF3-1143-8E82-6ADC01E14023}"/>
              </a:ext>
            </a:extLst>
          </p:cNvPr>
          <p:cNvSpPr/>
          <p:nvPr/>
        </p:nvSpPr>
        <p:spPr>
          <a:xfrm>
            <a:off x="5375529" y="1937385"/>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87" name="Rectangle 86">
            <a:extLst>
              <a:ext uri="{FF2B5EF4-FFF2-40B4-BE49-F238E27FC236}">
                <a16:creationId xmlns:a16="http://schemas.microsoft.com/office/drawing/2014/main" id="{D3E7868F-B916-274D-90B2-6708566E8B26}"/>
              </a:ext>
            </a:extLst>
          </p:cNvPr>
          <p:cNvSpPr/>
          <p:nvPr/>
        </p:nvSpPr>
        <p:spPr>
          <a:xfrm>
            <a:off x="6813423" y="1937385"/>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88" name="Rectangle 87">
            <a:extLst>
              <a:ext uri="{FF2B5EF4-FFF2-40B4-BE49-F238E27FC236}">
                <a16:creationId xmlns:a16="http://schemas.microsoft.com/office/drawing/2014/main" id="{DCD93D30-71FC-6A4E-94FC-34215BA1FBF3}"/>
              </a:ext>
            </a:extLst>
          </p:cNvPr>
          <p:cNvSpPr/>
          <p:nvPr/>
        </p:nvSpPr>
        <p:spPr>
          <a:xfrm>
            <a:off x="2499741" y="3455574"/>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89" name="Rectangle 88">
            <a:extLst>
              <a:ext uri="{FF2B5EF4-FFF2-40B4-BE49-F238E27FC236}">
                <a16:creationId xmlns:a16="http://schemas.microsoft.com/office/drawing/2014/main" id="{6CC0E06B-D618-6442-8DA5-05B4477E2C50}"/>
              </a:ext>
            </a:extLst>
          </p:cNvPr>
          <p:cNvSpPr/>
          <p:nvPr/>
        </p:nvSpPr>
        <p:spPr>
          <a:xfrm>
            <a:off x="3937635" y="3455574"/>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90" name="Rectangle 89">
            <a:extLst>
              <a:ext uri="{FF2B5EF4-FFF2-40B4-BE49-F238E27FC236}">
                <a16:creationId xmlns:a16="http://schemas.microsoft.com/office/drawing/2014/main" id="{723B8E3E-9690-4D47-9864-6366F0AAEF01}"/>
              </a:ext>
            </a:extLst>
          </p:cNvPr>
          <p:cNvSpPr/>
          <p:nvPr/>
        </p:nvSpPr>
        <p:spPr>
          <a:xfrm>
            <a:off x="5375529" y="3455574"/>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pic>
        <p:nvPicPr>
          <p:cNvPr id="50" name="Picture 4" descr="Image result for check mark&quot;"/>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91147" y="412666"/>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descr="Image result for check mark&quot;"/>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157268" y="412666"/>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4" descr="Image result for check mark&quot;"/>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91147" y="2009327"/>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4" descr="Image result for check mark&quot;"/>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585194" y="2009327"/>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4" descr="Image result for check mark&quot;"/>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457964" y="3524747"/>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4" descr="Image result for check mark&quot;"/>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585194" y="3524747"/>
            <a:ext cx="1085754" cy="1085754"/>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descr="Image result for x mark&quot;">
            <a:extLst>
              <a:ext uri="{FF2B5EF4-FFF2-40B4-BE49-F238E27FC236}">
                <a16:creationId xmlns:a16="http://schemas.microsoft.com/office/drawing/2014/main" id="{D608916A-CFB5-F342-9F45-FB8673388187}"/>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451551" y="309333"/>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Image result for x mark&quot;">
            <a:extLst>
              <a:ext uri="{FF2B5EF4-FFF2-40B4-BE49-F238E27FC236}">
                <a16:creationId xmlns:a16="http://schemas.microsoft.com/office/drawing/2014/main" id="{6CDF33EC-F620-594D-973E-528A51C535CC}"/>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901256" y="309333"/>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 descr="Image result for x mark&quot;">
            <a:extLst>
              <a:ext uri="{FF2B5EF4-FFF2-40B4-BE49-F238E27FC236}">
                <a16:creationId xmlns:a16="http://schemas.microsoft.com/office/drawing/2014/main" id="{A8BAAB4A-72F2-7E49-AD85-7830F9FB279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339150" y="309333"/>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 descr="Image result for x mark&quot;">
            <a:extLst>
              <a:ext uri="{FF2B5EF4-FFF2-40B4-BE49-F238E27FC236}">
                <a16:creationId xmlns:a16="http://schemas.microsoft.com/office/drawing/2014/main" id="{71B13865-25D5-C943-87D8-4884E6B35DDC}"/>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901256" y="1905994"/>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Image result for x mark&quot;">
            <a:extLst>
              <a:ext uri="{FF2B5EF4-FFF2-40B4-BE49-F238E27FC236}">
                <a16:creationId xmlns:a16="http://schemas.microsoft.com/office/drawing/2014/main" id="{7106084C-FF14-0F48-8A18-0014F07643C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339150" y="1905994"/>
            <a:ext cx="1341487" cy="1341487"/>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 descr="Image result for x mark&quot;">
            <a:extLst>
              <a:ext uri="{FF2B5EF4-FFF2-40B4-BE49-F238E27FC236}">
                <a16:creationId xmlns:a16="http://schemas.microsoft.com/office/drawing/2014/main" id="{615E8A10-F97D-7B4E-83A4-59D07128A050}"/>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901256" y="3421414"/>
            <a:ext cx="1341487" cy="1341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8493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06BF1019-C58E-DE4D-B84B-7FF794D02181}"/>
              </a:ext>
            </a:extLst>
          </p:cNvPr>
          <p:cNvSpPr/>
          <p:nvPr/>
        </p:nvSpPr>
        <p:spPr>
          <a:xfrm>
            <a:off x="34290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42" name="Rectangle 41">
            <a:extLst>
              <a:ext uri="{FF2B5EF4-FFF2-40B4-BE49-F238E27FC236}">
                <a16:creationId xmlns:a16="http://schemas.microsoft.com/office/drawing/2014/main" id="{43C6BF33-729C-7F42-8843-73DC2390E0D6}"/>
              </a:ext>
            </a:extLst>
          </p:cNvPr>
          <p:cNvSpPr/>
          <p:nvPr/>
        </p:nvSpPr>
        <p:spPr>
          <a:xfrm>
            <a:off x="1780794"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43" name="Rectangle 42">
            <a:extLst>
              <a:ext uri="{FF2B5EF4-FFF2-40B4-BE49-F238E27FC236}">
                <a16:creationId xmlns:a16="http://schemas.microsoft.com/office/drawing/2014/main" id="{E2762478-0BE6-FC48-880A-5B70DD6132EF}"/>
              </a:ext>
            </a:extLst>
          </p:cNvPr>
          <p:cNvSpPr/>
          <p:nvPr/>
        </p:nvSpPr>
        <p:spPr>
          <a:xfrm>
            <a:off x="3218688"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44" name="Rectangle 43">
            <a:extLst>
              <a:ext uri="{FF2B5EF4-FFF2-40B4-BE49-F238E27FC236}">
                <a16:creationId xmlns:a16="http://schemas.microsoft.com/office/drawing/2014/main" id="{57AC5AE8-E110-E04B-B181-D7D94036045C}"/>
              </a:ext>
            </a:extLst>
          </p:cNvPr>
          <p:cNvSpPr/>
          <p:nvPr/>
        </p:nvSpPr>
        <p:spPr>
          <a:xfrm>
            <a:off x="4656582"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45" name="Rectangle 44">
            <a:extLst>
              <a:ext uri="{FF2B5EF4-FFF2-40B4-BE49-F238E27FC236}">
                <a16:creationId xmlns:a16="http://schemas.microsoft.com/office/drawing/2014/main" id="{22AB6382-7D33-2F4C-BBFE-232D6C67AA52}"/>
              </a:ext>
            </a:extLst>
          </p:cNvPr>
          <p:cNvSpPr/>
          <p:nvPr/>
        </p:nvSpPr>
        <p:spPr>
          <a:xfrm>
            <a:off x="6094476"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46" name="Rectangle 45">
            <a:extLst>
              <a:ext uri="{FF2B5EF4-FFF2-40B4-BE49-F238E27FC236}">
                <a16:creationId xmlns:a16="http://schemas.microsoft.com/office/drawing/2014/main" id="{A47200C8-6473-AB4D-B5EB-A532D693AC87}"/>
              </a:ext>
            </a:extLst>
          </p:cNvPr>
          <p:cNvSpPr/>
          <p:nvPr/>
        </p:nvSpPr>
        <p:spPr>
          <a:xfrm>
            <a:off x="7532370" y="3360420"/>
            <a:ext cx="1268730" cy="12687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600" dirty="0">
                <a:solidFill>
                  <a:schemeClr val="tx1">
                    <a:lumMod val="85000"/>
                    <a:lumOff val="15000"/>
                  </a:schemeClr>
                </a:solidFill>
                <a:latin typeface="Cooper Black" panose="0208090404030B020404" pitchFamily="18" charset="77"/>
              </a:rPr>
              <a:t>word or sentence</a:t>
            </a:r>
          </a:p>
        </p:txBody>
      </p:sp>
      <p:sp>
        <p:nvSpPr>
          <p:cNvPr id="3" name="TextBox 2"/>
          <p:cNvSpPr txBox="1"/>
          <p:nvPr/>
        </p:nvSpPr>
        <p:spPr>
          <a:xfrm>
            <a:off x="0" y="742843"/>
            <a:ext cx="9144000" cy="2086725"/>
          </a:xfrm>
          <a:prstGeom prst="rect">
            <a:avLst/>
          </a:prstGeom>
          <a:noFill/>
        </p:spPr>
        <p:txBody>
          <a:bodyPr wrap="square" rtlCol="0">
            <a:spAutoFit/>
          </a:bodyPr>
          <a:lstStyle/>
          <a:p>
            <a:pPr algn="ctr">
              <a:lnSpc>
                <a:spcPct val="90000"/>
              </a:lnSpc>
              <a:buClr>
                <a:schemeClr val="accent4">
                  <a:lumMod val="75000"/>
                </a:schemeClr>
              </a:buClr>
            </a:pPr>
            <a:r>
              <a:rPr lang="en-US" sz="4800" dirty="0">
                <a:solidFill>
                  <a:schemeClr val="bg1"/>
                </a:solidFill>
                <a:latin typeface="Cooper Black" panose="0208090404030B020404" pitchFamily="18" charset="0"/>
                <a:ea typeface="HY산B" panose="02030600000101010101" pitchFamily="18" charset="-127"/>
              </a:rPr>
              <a:t>If you take away all </a:t>
            </a:r>
            <a:br>
              <a:rPr lang="en-US" sz="4800" dirty="0">
                <a:solidFill>
                  <a:schemeClr val="bg1"/>
                </a:solidFill>
                <a:latin typeface="Cooper Black" panose="0208090404030B020404" pitchFamily="18" charset="0"/>
                <a:ea typeface="HY산B" panose="02030600000101010101" pitchFamily="18" charset="-127"/>
              </a:rPr>
            </a:br>
            <a:r>
              <a:rPr lang="en-US" sz="4800" dirty="0">
                <a:solidFill>
                  <a:schemeClr val="bg1"/>
                </a:solidFill>
                <a:latin typeface="Cooper Black" panose="0208090404030B020404" pitchFamily="18" charset="0"/>
                <a:ea typeface="HY산B" panose="02030600000101010101" pitchFamily="18" charset="-127"/>
              </a:rPr>
              <a:t>your cards, say BINGO! </a:t>
            </a:r>
            <a:br>
              <a:rPr lang="en-US" sz="4800" dirty="0">
                <a:solidFill>
                  <a:schemeClr val="bg1"/>
                </a:solidFill>
                <a:latin typeface="Cooper Black" panose="0208090404030B020404" pitchFamily="18" charset="0"/>
                <a:ea typeface="HY산B" panose="02030600000101010101" pitchFamily="18" charset="-127"/>
              </a:rPr>
            </a:br>
            <a:r>
              <a:rPr lang="en-US" sz="4800" dirty="0">
                <a:solidFill>
                  <a:schemeClr val="bg1"/>
                </a:solidFill>
                <a:latin typeface="Cooper Black" panose="0208090404030B020404" pitchFamily="18" charset="0"/>
                <a:ea typeface="HY산B" panose="02030600000101010101" pitchFamily="18" charset="-127"/>
              </a:rPr>
              <a:t>You win the game!</a:t>
            </a:r>
            <a:endParaRPr lang="en-US" sz="5400" dirty="0">
              <a:solidFill>
                <a:schemeClr val="accent6">
                  <a:lumMod val="75000"/>
                </a:schemeClr>
              </a:solidFill>
              <a:latin typeface="HY산B" panose="02030600000101010101" pitchFamily="18" charset="-127"/>
              <a:ea typeface="HY산B" panose="02030600000101010101" pitchFamily="18" charset="-127"/>
            </a:endParaRPr>
          </a:p>
        </p:txBody>
      </p:sp>
      <p:sp>
        <p:nvSpPr>
          <p:cNvPr id="41" name="TextBox 40"/>
          <p:cNvSpPr txBox="1"/>
          <p:nvPr/>
        </p:nvSpPr>
        <p:spPr>
          <a:xfrm>
            <a:off x="1181100" y="2995702"/>
            <a:ext cx="6781800" cy="1862048"/>
          </a:xfrm>
          <a:prstGeom prst="rect">
            <a:avLst/>
          </a:prstGeom>
          <a:noFill/>
        </p:spPr>
        <p:txBody>
          <a:bodyPr wrap="square" rtlCol="0">
            <a:spAutoFit/>
            <a:scene3d>
              <a:camera prst="orthographicFront"/>
              <a:lightRig rig="soft" dir="t"/>
            </a:scene3d>
            <a:sp3d extrusionH="57150" prstMaterial="softEdge">
              <a:bevelT h="19050" prst="softRound"/>
              <a:bevelB w="0" h="0"/>
            </a:sp3d>
          </a:bodyPr>
          <a:lstStyle/>
          <a:p>
            <a:pPr algn="ctr"/>
            <a:r>
              <a:rPr lang="en-US" sz="11500" dirty="0">
                <a:solidFill>
                  <a:schemeClr val="accent1"/>
                </a:solidFill>
                <a:effectLst>
                  <a:outerShdw blurRad="50800" dist="38100" dir="5400000" algn="t" rotWithShape="0">
                    <a:prstClr val="black">
                      <a:alpha val="40000"/>
                    </a:prstClr>
                  </a:outerShdw>
                </a:effectLst>
                <a:latin typeface="Cooper Black" panose="0208090404030B020404" pitchFamily="18" charset="0"/>
                <a:ea typeface="HY산B" panose="020B0600000101010101" charset="-127"/>
              </a:rPr>
              <a:t>BINGO!</a:t>
            </a:r>
          </a:p>
        </p:txBody>
      </p:sp>
    </p:spTree>
    <p:extLst>
      <p:ext uri="{BB962C8B-B14F-4D97-AF65-F5344CB8AC3E}">
        <p14:creationId xmlns:p14="http://schemas.microsoft.com/office/powerpoint/2010/main" val="1482140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grpId="0" nodeType="clickEffect">
                                  <p:stCondLst>
                                    <p:cond delay="0"/>
                                  </p:stCondLst>
                                  <p:childTnLst>
                                    <p:anim calcmode="lin" valueType="num">
                                      <p:cBhvr additive="base">
                                        <p:cTn id="11" dur="500"/>
                                        <p:tgtEl>
                                          <p:spTgt spid="40"/>
                                        </p:tgtEl>
                                        <p:attrNameLst>
                                          <p:attrName>ppt_x</p:attrName>
                                        </p:attrNameLst>
                                      </p:cBhvr>
                                      <p:tavLst>
                                        <p:tav tm="0">
                                          <p:val>
                                            <p:strVal val="ppt_x"/>
                                          </p:val>
                                        </p:tav>
                                        <p:tav tm="100000">
                                          <p:val>
                                            <p:strVal val="ppt_x"/>
                                          </p:val>
                                        </p:tav>
                                      </p:tavLst>
                                    </p:anim>
                                    <p:anim calcmode="lin" valueType="num">
                                      <p:cBhvr additive="base">
                                        <p:cTn id="12" dur="500"/>
                                        <p:tgtEl>
                                          <p:spTgt spid="40"/>
                                        </p:tgtEl>
                                        <p:attrNameLst>
                                          <p:attrName>ppt_y</p:attrName>
                                        </p:attrNameLst>
                                      </p:cBhvr>
                                      <p:tavLst>
                                        <p:tav tm="0">
                                          <p:val>
                                            <p:strVal val="ppt_y"/>
                                          </p:val>
                                        </p:tav>
                                        <p:tav tm="100000">
                                          <p:val>
                                            <p:strVal val="1+ppt_h/2"/>
                                          </p:val>
                                        </p:tav>
                                      </p:tavLst>
                                    </p:anim>
                                    <p:set>
                                      <p:cBhvr>
                                        <p:cTn id="13" dur="1" fill="hold">
                                          <p:stCondLst>
                                            <p:cond delay="499"/>
                                          </p:stCondLst>
                                        </p:cTn>
                                        <p:tgtEl>
                                          <p:spTgt spid="40"/>
                                        </p:tgtEl>
                                        <p:attrNameLst>
                                          <p:attrName>style.visibility</p:attrName>
                                        </p:attrNameLst>
                                      </p:cBhvr>
                                      <p:to>
                                        <p:strVal val="hidden"/>
                                      </p:to>
                                    </p:set>
                                  </p:childTnLst>
                                </p:cTn>
                              </p:par>
                            </p:childTnLst>
                          </p:cTn>
                        </p:par>
                        <p:par>
                          <p:cTn id="14" fill="hold">
                            <p:stCondLst>
                              <p:cond delay="500"/>
                            </p:stCondLst>
                            <p:childTnLst>
                              <p:par>
                                <p:cTn id="15" presetID="2" presetClass="exit" presetSubtype="4" fill="hold" grpId="0" nodeType="afterEffect">
                                  <p:stCondLst>
                                    <p:cond delay="0"/>
                                  </p:stCondLst>
                                  <p:childTnLst>
                                    <p:anim calcmode="lin" valueType="num">
                                      <p:cBhvr additive="base">
                                        <p:cTn id="16" dur="500"/>
                                        <p:tgtEl>
                                          <p:spTgt spid="46"/>
                                        </p:tgtEl>
                                        <p:attrNameLst>
                                          <p:attrName>ppt_x</p:attrName>
                                        </p:attrNameLst>
                                      </p:cBhvr>
                                      <p:tavLst>
                                        <p:tav tm="0">
                                          <p:val>
                                            <p:strVal val="ppt_x"/>
                                          </p:val>
                                        </p:tav>
                                        <p:tav tm="100000">
                                          <p:val>
                                            <p:strVal val="ppt_x"/>
                                          </p:val>
                                        </p:tav>
                                      </p:tavLst>
                                    </p:anim>
                                    <p:anim calcmode="lin" valueType="num">
                                      <p:cBhvr additive="base">
                                        <p:cTn id="17" dur="500"/>
                                        <p:tgtEl>
                                          <p:spTgt spid="46"/>
                                        </p:tgtEl>
                                        <p:attrNameLst>
                                          <p:attrName>ppt_y</p:attrName>
                                        </p:attrNameLst>
                                      </p:cBhvr>
                                      <p:tavLst>
                                        <p:tav tm="0">
                                          <p:val>
                                            <p:strVal val="ppt_y"/>
                                          </p:val>
                                        </p:tav>
                                        <p:tav tm="100000">
                                          <p:val>
                                            <p:strVal val="1+ppt_h/2"/>
                                          </p:val>
                                        </p:tav>
                                      </p:tavLst>
                                    </p:anim>
                                    <p:set>
                                      <p:cBhvr>
                                        <p:cTn id="18" dur="1" fill="hold">
                                          <p:stCondLst>
                                            <p:cond delay="499"/>
                                          </p:stCondLst>
                                        </p:cTn>
                                        <p:tgtEl>
                                          <p:spTgt spid="46"/>
                                        </p:tgtEl>
                                        <p:attrNameLst>
                                          <p:attrName>style.visibility</p:attrName>
                                        </p:attrNameLst>
                                      </p:cBhvr>
                                      <p:to>
                                        <p:strVal val="hidden"/>
                                      </p:to>
                                    </p:set>
                                  </p:childTnLst>
                                </p:cTn>
                              </p:par>
                            </p:childTnLst>
                          </p:cTn>
                        </p:par>
                        <p:par>
                          <p:cTn id="19" fill="hold">
                            <p:stCondLst>
                              <p:cond delay="1000"/>
                            </p:stCondLst>
                            <p:childTnLst>
                              <p:par>
                                <p:cTn id="20" presetID="2" presetClass="exit" presetSubtype="4" fill="hold" grpId="0" nodeType="afterEffect">
                                  <p:stCondLst>
                                    <p:cond delay="0"/>
                                  </p:stCondLst>
                                  <p:childTnLst>
                                    <p:anim calcmode="lin" valueType="num">
                                      <p:cBhvr additive="base">
                                        <p:cTn id="21" dur="500"/>
                                        <p:tgtEl>
                                          <p:spTgt spid="42"/>
                                        </p:tgtEl>
                                        <p:attrNameLst>
                                          <p:attrName>ppt_x</p:attrName>
                                        </p:attrNameLst>
                                      </p:cBhvr>
                                      <p:tavLst>
                                        <p:tav tm="0">
                                          <p:val>
                                            <p:strVal val="ppt_x"/>
                                          </p:val>
                                        </p:tav>
                                        <p:tav tm="100000">
                                          <p:val>
                                            <p:strVal val="ppt_x"/>
                                          </p:val>
                                        </p:tav>
                                      </p:tavLst>
                                    </p:anim>
                                    <p:anim calcmode="lin" valueType="num">
                                      <p:cBhvr additive="base">
                                        <p:cTn id="22" dur="500"/>
                                        <p:tgtEl>
                                          <p:spTgt spid="42"/>
                                        </p:tgtEl>
                                        <p:attrNameLst>
                                          <p:attrName>ppt_y</p:attrName>
                                        </p:attrNameLst>
                                      </p:cBhvr>
                                      <p:tavLst>
                                        <p:tav tm="0">
                                          <p:val>
                                            <p:strVal val="ppt_y"/>
                                          </p:val>
                                        </p:tav>
                                        <p:tav tm="100000">
                                          <p:val>
                                            <p:strVal val="1+ppt_h/2"/>
                                          </p:val>
                                        </p:tav>
                                      </p:tavLst>
                                    </p:anim>
                                    <p:set>
                                      <p:cBhvr>
                                        <p:cTn id="23" dur="1" fill="hold">
                                          <p:stCondLst>
                                            <p:cond delay="499"/>
                                          </p:stCondLst>
                                        </p:cTn>
                                        <p:tgtEl>
                                          <p:spTgt spid="42"/>
                                        </p:tgtEl>
                                        <p:attrNameLst>
                                          <p:attrName>style.visibility</p:attrName>
                                        </p:attrNameLst>
                                      </p:cBhvr>
                                      <p:to>
                                        <p:strVal val="hidden"/>
                                      </p:to>
                                    </p:set>
                                  </p:childTnLst>
                                </p:cTn>
                              </p:par>
                            </p:childTnLst>
                          </p:cTn>
                        </p:par>
                        <p:par>
                          <p:cTn id="24" fill="hold">
                            <p:stCondLst>
                              <p:cond delay="1500"/>
                            </p:stCondLst>
                            <p:childTnLst>
                              <p:par>
                                <p:cTn id="25" presetID="2" presetClass="exit" presetSubtype="4" fill="hold" grpId="0" nodeType="afterEffect">
                                  <p:stCondLst>
                                    <p:cond delay="0"/>
                                  </p:stCondLst>
                                  <p:childTnLst>
                                    <p:anim calcmode="lin" valueType="num">
                                      <p:cBhvr additive="base">
                                        <p:cTn id="26" dur="500"/>
                                        <p:tgtEl>
                                          <p:spTgt spid="45"/>
                                        </p:tgtEl>
                                        <p:attrNameLst>
                                          <p:attrName>ppt_x</p:attrName>
                                        </p:attrNameLst>
                                      </p:cBhvr>
                                      <p:tavLst>
                                        <p:tav tm="0">
                                          <p:val>
                                            <p:strVal val="ppt_x"/>
                                          </p:val>
                                        </p:tav>
                                        <p:tav tm="100000">
                                          <p:val>
                                            <p:strVal val="ppt_x"/>
                                          </p:val>
                                        </p:tav>
                                      </p:tavLst>
                                    </p:anim>
                                    <p:anim calcmode="lin" valueType="num">
                                      <p:cBhvr additive="base">
                                        <p:cTn id="27" dur="500"/>
                                        <p:tgtEl>
                                          <p:spTgt spid="45"/>
                                        </p:tgtEl>
                                        <p:attrNameLst>
                                          <p:attrName>ppt_y</p:attrName>
                                        </p:attrNameLst>
                                      </p:cBhvr>
                                      <p:tavLst>
                                        <p:tav tm="0">
                                          <p:val>
                                            <p:strVal val="ppt_y"/>
                                          </p:val>
                                        </p:tav>
                                        <p:tav tm="100000">
                                          <p:val>
                                            <p:strVal val="1+ppt_h/2"/>
                                          </p:val>
                                        </p:tav>
                                      </p:tavLst>
                                    </p:anim>
                                    <p:set>
                                      <p:cBhvr>
                                        <p:cTn id="28" dur="1" fill="hold">
                                          <p:stCondLst>
                                            <p:cond delay="499"/>
                                          </p:stCondLst>
                                        </p:cTn>
                                        <p:tgtEl>
                                          <p:spTgt spid="45"/>
                                        </p:tgtEl>
                                        <p:attrNameLst>
                                          <p:attrName>style.visibility</p:attrName>
                                        </p:attrNameLst>
                                      </p:cBhvr>
                                      <p:to>
                                        <p:strVal val="hidden"/>
                                      </p:to>
                                    </p:set>
                                  </p:childTnLst>
                                </p:cTn>
                              </p:par>
                            </p:childTnLst>
                          </p:cTn>
                        </p:par>
                        <p:par>
                          <p:cTn id="29" fill="hold">
                            <p:stCondLst>
                              <p:cond delay="2000"/>
                            </p:stCondLst>
                            <p:childTnLst>
                              <p:par>
                                <p:cTn id="30" presetID="2" presetClass="exit" presetSubtype="4" fill="hold" grpId="0" nodeType="afterEffect">
                                  <p:stCondLst>
                                    <p:cond delay="0"/>
                                  </p:stCondLst>
                                  <p:childTnLst>
                                    <p:anim calcmode="lin" valueType="num">
                                      <p:cBhvr additive="base">
                                        <p:cTn id="31" dur="500"/>
                                        <p:tgtEl>
                                          <p:spTgt spid="43"/>
                                        </p:tgtEl>
                                        <p:attrNameLst>
                                          <p:attrName>ppt_x</p:attrName>
                                        </p:attrNameLst>
                                      </p:cBhvr>
                                      <p:tavLst>
                                        <p:tav tm="0">
                                          <p:val>
                                            <p:strVal val="ppt_x"/>
                                          </p:val>
                                        </p:tav>
                                        <p:tav tm="100000">
                                          <p:val>
                                            <p:strVal val="ppt_x"/>
                                          </p:val>
                                        </p:tav>
                                      </p:tavLst>
                                    </p:anim>
                                    <p:anim calcmode="lin" valueType="num">
                                      <p:cBhvr additive="base">
                                        <p:cTn id="32" dur="500"/>
                                        <p:tgtEl>
                                          <p:spTgt spid="43"/>
                                        </p:tgtEl>
                                        <p:attrNameLst>
                                          <p:attrName>ppt_y</p:attrName>
                                        </p:attrNameLst>
                                      </p:cBhvr>
                                      <p:tavLst>
                                        <p:tav tm="0">
                                          <p:val>
                                            <p:strVal val="ppt_y"/>
                                          </p:val>
                                        </p:tav>
                                        <p:tav tm="100000">
                                          <p:val>
                                            <p:strVal val="1+ppt_h/2"/>
                                          </p:val>
                                        </p:tav>
                                      </p:tavLst>
                                    </p:anim>
                                    <p:set>
                                      <p:cBhvr>
                                        <p:cTn id="33" dur="1" fill="hold">
                                          <p:stCondLst>
                                            <p:cond delay="499"/>
                                          </p:stCondLst>
                                        </p:cTn>
                                        <p:tgtEl>
                                          <p:spTgt spid="43"/>
                                        </p:tgtEl>
                                        <p:attrNameLst>
                                          <p:attrName>style.visibility</p:attrName>
                                        </p:attrNameLst>
                                      </p:cBhvr>
                                      <p:to>
                                        <p:strVal val="hidden"/>
                                      </p:to>
                                    </p:set>
                                  </p:childTnLst>
                                </p:cTn>
                              </p:par>
                            </p:childTnLst>
                          </p:cTn>
                        </p:par>
                        <p:par>
                          <p:cTn id="34" fill="hold">
                            <p:stCondLst>
                              <p:cond delay="2500"/>
                            </p:stCondLst>
                            <p:childTnLst>
                              <p:par>
                                <p:cTn id="35" presetID="2" presetClass="exit" presetSubtype="4" fill="hold" grpId="0" nodeType="afterEffect">
                                  <p:stCondLst>
                                    <p:cond delay="0"/>
                                  </p:stCondLst>
                                  <p:childTnLst>
                                    <p:anim calcmode="lin" valueType="num">
                                      <p:cBhvr additive="base">
                                        <p:cTn id="36" dur="500"/>
                                        <p:tgtEl>
                                          <p:spTgt spid="44"/>
                                        </p:tgtEl>
                                        <p:attrNameLst>
                                          <p:attrName>ppt_x</p:attrName>
                                        </p:attrNameLst>
                                      </p:cBhvr>
                                      <p:tavLst>
                                        <p:tav tm="0">
                                          <p:val>
                                            <p:strVal val="ppt_x"/>
                                          </p:val>
                                        </p:tav>
                                        <p:tav tm="100000">
                                          <p:val>
                                            <p:strVal val="ppt_x"/>
                                          </p:val>
                                        </p:tav>
                                      </p:tavLst>
                                    </p:anim>
                                    <p:anim calcmode="lin" valueType="num">
                                      <p:cBhvr additive="base">
                                        <p:cTn id="37" dur="500"/>
                                        <p:tgtEl>
                                          <p:spTgt spid="44"/>
                                        </p:tgtEl>
                                        <p:attrNameLst>
                                          <p:attrName>ppt_y</p:attrName>
                                        </p:attrNameLst>
                                      </p:cBhvr>
                                      <p:tavLst>
                                        <p:tav tm="0">
                                          <p:val>
                                            <p:strVal val="ppt_y"/>
                                          </p:val>
                                        </p:tav>
                                        <p:tav tm="100000">
                                          <p:val>
                                            <p:strVal val="1+ppt_h/2"/>
                                          </p:val>
                                        </p:tav>
                                      </p:tavLst>
                                    </p:anim>
                                    <p:set>
                                      <p:cBhvr>
                                        <p:cTn id="38" dur="1" fill="hold">
                                          <p:stCondLst>
                                            <p:cond delay="499"/>
                                          </p:stCondLst>
                                        </p:cTn>
                                        <p:tgtEl>
                                          <p:spTgt spid="44"/>
                                        </p:tgtEl>
                                        <p:attrNameLst>
                                          <p:attrName>style.visibility</p:attrName>
                                        </p:attrNameLst>
                                      </p:cBhvr>
                                      <p:to>
                                        <p:strVal val="hidden"/>
                                      </p:to>
                                    </p:set>
                                  </p:childTnLst>
                                </p:cTn>
                              </p:par>
                            </p:childTnLst>
                          </p:cTn>
                        </p:par>
                        <p:par>
                          <p:cTn id="39" fill="hold">
                            <p:stCondLst>
                              <p:cond delay="3000"/>
                            </p:stCondLst>
                            <p:childTnLst>
                              <p:par>
                                <p:cTn id="40" presetID="49" presetClass="entr" presetSubtype="0" decel="100000" fill="hold" grpId="0" nodeType="afterEffect">
                                  <p:stCondLst>
                                    <p:cond delay="0"/>
                                  </p:stCondLst>
                                  <p:childTnLst>
                                    <p:set>
                                      <p:cBhvr>
                                        <p:cTn id="41" dur="1" fill="hold">
                                          <p:stCondLst>
                                            <p:cond delay="0"/>
                                          </p:stCondLst>
                                        </p:cTn>
                                        <p:tgtEl>
                                          <p:spTgt spid="41"/>
                                        </p:tgtEl>
                                        <p:attrNameLst>
                                          <p:attrName>style.visibility</p:attrName>
                                        </p:attrNameLst>
                                      </p:cBhvr>
                                      <p:to>
                                        <p:strVal val="visible"/>
                                      </p:to>
                                    </p:set>
                                    <p:anim calcmode="lin" valueType="num">
                                      <p:cBhvr>
                                        <p:cTn id="42" dur="500" fill="hold"/>
                                        <p:tgtEl>
                                          <p:spTgt spid="41"/>
                                        </p:tgtEl>
                                        <p:attrNameLst>
                                          <p:attrName>ppt_w</p:attrName>
                                        </p:attrNameLst>
                                      </p:cBhvr>
                                      <p:tavLst>
                                        <p:tav tm="0">
                                          <p:val>
                                            <p:fltVal val="0"/>
                                          </p:val>
                                        </p:tav>
                                        <p:tav tm="100000">
                                          <p:val>
                                            <p:strVal val="#ppt_w"/>
                                          </p:val>
                                        </p:tav>
                                      </p:tavLst>
                                    </p:anim>
                                    <p:anim calcmode="lin" valueType="num">
                                      <p:cBhvr>
                                        <p:cTn id="43" dur="500" fill="hold"/>
                                        <p:tgtEl>
                                          <p:spTgt spid="41"/>
                                        </p:tgtEl>
                                        <p:attrNameLst>
                                          <p:attrName>ppt_h</p:attrName>
                                        </p:attrNameLst>
                                      </p:cBhvr>
                                      <p:tavLst>
                                        <p:tav tm="0">
                                          <p:val>
                                            <p:fltVal val="0"/>
                                          </p:val>
                                        </p:tav>
                                        <p:tav tm="100000">
                                          <p:val>
                                            <p:strVal val="#ppt_h"/>
                                          </p:val>
                                        </p:tav>
                                      </p:tavLst>
                                    </p:anim>
                                    <p:anim calcmode="lin" valueType="num">
                                      <p:cBhvr>
                                        <p:cTn id="44" dur="500" fill="hold"/>
                                        <p:tgtEl>
                                          <p:spTgt spid="41"/>
                                        </p:tgtEl>
                                        <p:attrNameLst>
                                          <p:attrName>style.rotation</p:attrName>
                                        </p:attrNameLst>
                                      </p:cBhvr>
                                      <p:tavLst>
                                        <p:tav tm="0">
                                          <p:val>
                                            <p:fltVal val="360"/>
                                          </p:val>
                                        </p:tav>
                                        <p:tav tm="100000">
                                          <p:val>
                                            <p:fltVal val="0"/>
                                          </p:val>
                                        </p:tav>
                                      </p:tavLst>
                                    </p:anim>
                                    <p:animEffect transition="in" filter="fade">
                                      <p:cBhvr>
                                        <p:cTn id="4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2" grpId="0" animBg="1"/>
      <p:bldP spid="43" grpId="0" animBg="1"/>
      <p:bldP spid="44" grpId="0" animBg="1"/>
      <p:bldP spid="45" grpId="0" animBg="1"/>
      <p:bldP spid="46" grpId="0" animBg="1"/>
      <p:bldP spid="3" grpId="0"/>
      <p:bldP spid="41"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5" name="Rectangle 4"/>
          <p:cNvSpPr/>
          <p:nvPr/>
        </p:nvSpPr>
        <p:spPr>
          <a:xfrm>
            <a:off x="1119418" y="908756"/>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27" name="Picture 26">
            <a:extLst>
              <a:ext uri="{FF2B5EF4-FFF2-40B4-BE49-F238E27FC236}">
                <a16:creationId xmlns:a16="http://schemas.microsoft.com/office/drawing/2014/main" id="{04136F4E-972D-E14C-BB26-E4114A5CC3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6840" y="1345572"/>
            <a:ext cx="978372" cy="719582"/>
          </a:xfrm>
          <a:prstGeom prst="rect">
            <a:avLst/>
          </a:prstGeom>
        </p:spPr>
      </p:pic>
      <p:sp>
        <p:nvSpPr>
          <p:cNvPr id="18" name="Rectangle 4"/>
          <p:cNvSpPr/>
          <p:nvPr/>
        </p:nvSpPr>
        <p:spPr>
          <a:xfrm>
            <a:off x="2895600" y="908756"/>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20" name="Picture 26">
            <a:extLst>
              <a:ext uri="{FF2B5EF4-FFF2-40B4-BE49-F238E27FC236}">
                <a16:creationId xmlns:a16="http://schemas.microsoft.com/office/drawing/2014/main" id="{04136F4E-972D-E14C-BB26-E4114A5CC3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3022" y="1345572"/>
            <a:ext cx="978372" cy="719582"/>
          </a:xfrm>
          <a:prstGeom prst="rect">
            <a:avLst/>
          </a:prstGeom>
        </p:spPr>
      </p:pic>
      <p:sp>
        <p:nvSpPr>
          <p:cNvPr id="22" name="Rectangle 4"/>
          <p:cNvSpPr/>
          <p:nvPr/>
        </p:nvSpPr>
        <p:spPr>
          <a:xfrm>
            <a:off x="4671782" y="908756"/>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24" name="Picture 26">
            <a:extLst>
              <a:ext uri="{FF2B5EF4-FFF2-40B4-BE49-F238E27FC236}">
                <a16:creationId xmlns:a16="http://schemas.microsoft.com/office/drawing/2014/main" id="{04136F4E-972D-E14C-BB26-E4114A5CC3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9204" y="1345572"/>
            <a:ext cx="978372" cy="719582"/>
          </a:xfrm>
          <a:prstGeom prst="rect">
            <a:avLst/>
          </a:prstGeom>
        </p:spPr>
      </p:pic>
      <p:sp>
        <p:nvSpPr>
          <p:cNvPr id="26" name="Rectangle 4"/>
          <p:cNvSpPr/>
          <p:nvPr/>
        </p:nvSpPr>
        <p:spPr>
          <a:xfrm>
            <a:off x="6447964" y="908756"/>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28" name="Picture 26">
            <a:extLst>
              <a:ext uri="{FF2B5EF4-FFF2-40B4-BE49-F238E27FC236}">
                <a16:creationId xmlns:a16="http://schemas.microsoft.com/office/drawing/2014/main" id="{04136F4E-972D-E14C-BB26-E4114A5CC3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55386" y="1345572"/>
            <a:ext cx="978372" cy="719582"/>
          </a:xfrm>
          <a:prstGeom prst="rect">
            <a:avLst/>
          </a:prstGeom>
        </p:spPr>
      </p:pic>
      <p:sp>
        <p:nvSpPr>
          <p:cNvPr id="29" name="Rectangle 4"/>
          <p:cNvSpPr/>
          <p:nvPr/>
        </p:nvSpPr>
        <p:spPr>
          <a:xfrm>
            <a:off x="6447964" y="2647950"/>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30" name="Picture 26">
            <a:extLst>
              <a:ext uri="{FF2B5EF4-FFF2-40B4-BE49-F238E27FC236}">
                <a16:creationId xmlns:a16="http://schemas.microsoft.com/office/drawing/2014/main" id="{04136F4E-972D-E14C-BB26-E4114A5CC3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55386" y="3084766"/>
            <a:ext cx="978372" cy="719582"/>
          </a:xfrm>
          <a:prstGeom prst="rect">
            <a:avLst/>
          </a:prstGeom>
        </p:spPr>
      </p:pic>
      <p:sp>
        <p:nvSpPr>
          <p:cNvPr id="31" name="Rectangle 4"/>
          <p:cNvSpPr/>
          <p:nvPr/>
        </p:nvSpPr>
        <p:spPr>
          <a:xfrm>
            <a:off x="4671782" y="2647950"/>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32" name="Picture 26">
            <a:extLst>
              <a:ext uri="{FF2B5EF4-FFF2-40B4-BE49-F238E27FC236}">
                <a16:creationId xmlns:a16="http://schemas.microsoft.com/office/drawing/2014/main" id="{04136F4E-972D-E14C-BB26-E4114A5CC3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9204" y="3084766"/>
            <a:ext cx="978372" cy="719582"/>
          </a:xfrm>
          <a:prstGeom prst="rect">
            <a:avLst/>
          </a:prstGeom>
        </p:spPr>
      </p:pic>
      <p:sp>
        <p:nvSpPr>
          <p:cNvPr id="33" name="Rectangle 4"/>
          <p:cNvSpPr/>
          <p:nvPr/>
        </p:nvSpPr>
        <p:spPr>
          <a:xfrm>
            <a:off x="2895600" y="2647950"/>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34" name="Picture 26">
            <a:extLst>
              <a:ext uri="{FF2B5EF4-FFF2-40B4-BE49-F238E27FC236}">
                <a16:creationId xmlns:a16="http://schemas.microsoft.com/office/drawing/2014/main" id="{04136F4E-972D-E14C-BB26-E4114A5CC3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3022" y="3084766"/>
            <a:ext cx="978372" cy="719582"/>
          </a:xfrm>
          <a:prstGeom prst="rect">
            <a:avLst/>
          </a:prstGeom>
        </p:spPr>
      </p:pic>
      <p:sp>
        <p:nvSpPr>
          <p:cNvPr id="35" name="Rectangle 4"/>
          <p:cNvSpPr/>
          <p:nvPr/>
        </p:nvSpPr>
        <p:spPr>
          <a:xfrm>
            <a:off x="1119418" y="2647950"/>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36" name="Picture 26">
            <a:extLst>
              <a:ext uri="{FF2B5EF4-FFF2-40B4-BE49-F238E27FC236}">
                <a16:creationId xmlns:a16="http://schemas.microsoft.com/office/drawing/2014/main" id="{04136F4E-972D-E14C-BB26-E4114A5CC3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6840" y="3084766"/>
            <a:ext cx="978372" cy="719582"/>
          </a:xfrm>
          <a:prstGeom prst="rect">
            <a:avLst/>
          </a:prstGeom>
        </p:spPr>
      </p:pic>
    </p:spTree>
    <p:extLst>
      <p:ext uri="{BB962C8B-B14F-4D97-AF65-F5344CB8AC3E}">
        <p14:creationId xmlns:p14="http://schemas.microsoft.com/office/powerpoint/2010/main" val="226737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5" name="Rectangle 4"/>
          <p:cNvSpPr/>
          <p:nvPr/>
        </p:nvSpPr>
        <p:spPr>
          <a:xfrm>
            <a:off x="1119418" y="908756"/>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dirty="0">
                <a:solidFill>
                  <a:schemeClr val="tx1">
                    <a:lumMod val="85000"/>
                    <a:lumOff val="15000"/>
                  </a:schemeClr>
                </a:solidFill>
                <a:latin typeface="Cooper Black" panose="0208090404030B020404" pitchFamily="18" charset="77"/>
              </a:rPr>
              <a:t>word or sentence</a:t>
            </a:r>
          </a:p>
        </p:txBody>
      </p:sp>
      <p:sp>
        <p:nvSpPr>
          <p:cNvPr id="18" name="Rectangle 4"/>
          <p:cNvSpPr/>
          <p:nvPr/>
        </p:nvSpPr>
        <p:spPr>
          <a:xfrm>
            <a:off x="2895600" y="908756"/>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dirty="0">
                <a:solidFill>
                  <a:schemeClr val="tx1">
                    <a:lumMod val="85000"/>
                    <a:lumOff val="15000"/>
                  </a:schemeClr>
                </a:solidFill>
                <a:latin typeface="Cooper Black" panose="0208090404030B020404" pitchFamily="18" charset="77"/>
              </a:rPr>
              <a:t>word or sentence</a:t>
            </a:r>
          </a:p>
        </p:txBody>
      </p:sp>
      <p:sp>
        <p:nvSpPr>
          <p:cNvPr id="22" name="Rectangle 4"/>
          <p:cNvSpPr/>
          <p:nvPr/>
        </p:nvSpPr>
        <p:spPr>
          <a:xfrm>
            <a:off x="4671782" y="908756"/>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dirty="0">
                <a:solidFill>
                  <a:schemeClr val="tx1">
                    <a:lumMod val="85000"/>
                    <a:lumOff val="15000"/>
                  </a:schemeClr>
                </a:solidFill>
                <a:latin typeface="Cooper Black" panose="0208090404030B020404" pitchFamily="18" charset="77"/>
              </a:rPr>
              <a:t>word or sentence</a:t>
            </a:r>
          </a:p>
        </p:txBody>
      </p:sp>
      <p:sp>
        <p:nvSpPr>
          <p:cNvPr id="26" name="Rectangle 4"/>
          <p:cNvSpPr/>
          <p:nvPr/>
        </p:nvSpPr>
        <p:spPr>
          <a:xfrm>
            <a:off x="6447964" y="908756"/>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dirty="0">
                <a:solidFill>
                  <a:schemeClr val="tx1">
                    <a:lumMod val="85000"/>
                    <a:lumOff val="15000"/>
                  </a:schemeClr>
                </a:solidFill>
                <a:latin typeface="Cooper Black" panose="0208090404030B020404" pitchFamily="18" charset="77"/>
              </a:rPr>
              <a:t>word or sentence</a:t>
            </a:r>
          </a:p>
        </p:txBody>
      </p:sp>
      <p:sp>
        <p:nvSpPr>
          <p:cNvPr id="29" name="Rectangle 4"/>
          <p:cNvSpPr/>
          <p:nvPr/>
        </p:nvSpPr>
        <p:spPr>
          <a:xfrm>
            <a:off x="6447964" y="2647950"/>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dirty="0">
                <a:solidFill>
                  <a:schemeClr val="tx1">
                    <a:lumMod val="85000"/>
                    <a:lumOff val="15000"/>
                  </a:schemeClr>
                </a:solidFill>
                <a:latin typeface="Cooper Black" panose="0208090404030B020404" pitchFamily="18" charset="77"/>
              </a:rPr>
              <a:t>word or sentence</a:t>
            </a:r>
          </a:p>
        </p:txBody>
      </p:sp>
      <p:sp>
        <p:nvSpPr>
          <p:cNvPr id="31" name="Rectangle 4"/>
          <p:cNvSpPr/>
          <p:nvPr/>
        </p:nvSpPr>
        <p:spPr>
          <a:xfrm>
            <a:off x="4671782" y="2647950"/>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dirty="0">
                <a:solidFill>
                  <a:schemeClr val="tx1">
                    <a:lumMod val="85000"/>
                    <a:lumOff val="15000"/>
                  </a:schemeClr>
                </a:solidFill>
                <a:latin typeface="Cooper Black" panose="0208090404030B020404" pitchFamily="18" charset="77"/>
              </a:rPr>
              <a:t>word or sentence</a:t>
            </a:r>
          </a:p>
        </p:txBody>
      </p:sp>
      <p:sp>
        <p:nvSpPr>
          <p:cNvPr id="33" name="Rectangle 4"/>
          <p:cNvSpPr/>
          <p:nvPr/>
        </p:nvSpPr>
        <p:spPr>
          <a:xfrm>
            <a:off x="2895600" y="2647950"/>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dirty="0">
                <a:solidFill>
                  <a:schemeClr val="tx1">
                    <a:lumMod val="85000"/>
                    <a:lumOff val="15000"/>
                  </a:schemeClr>
                </a:solidFill>
                <a:latin typeface="Cooper Black" panose="0208090404030B020404" pitchFamily="18" charset="77"/>
              </a:rPr>
              <a:t>word or sentence</a:t>
            </a:r>
          </a:p>
        </p:txBody>
      </p:sp>
      <p:sp>
        <p:nvSpPr>
          <p:cNvPr id="35" name="Rectangle 4"/>
          <p:cNvSpPr/>
          <p:nvPr/>
        </p:nvSpPr>
        <p:spPr>
          <a:xfrm>
            <a:off x="1119418" y="2647950"/>
            <a:ext cx="1593217" cy="1593217"/>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dirty="0">
                <a:solidFill>
                  <a:schemeClr val="tx1">
                    <a:lumMod val="85000"/>
                    <a:lumOff val="15000"/>
                  </a:schemeClr>
                </a:solidFill>
                <a:latin typeface="Cooper Black" panose="0208090404030B020404" pitchFamily="18" charset="77"/>
              </a:rPr>
              <a:t>word or sentence</a:t>
            </a:r>
          </a:p>
        </p:txBody>
      </p:sp>
    </p:spTree>
    <p:extLst>
      <p:ext uri="{BB962C8B-B14F-4D97-AF65-F5344CB8AC3E}">
        <p14:creationId xmlns:p14="http://schemas.microsoft.com/office/powerpoint/2010/main" val="1277415670"/>
      </p:ext>
    </p:extLst>
  </p:cSld>
  <p:clrMapOvr>
    <a:masterClrMapping/>
  </p:clrMapOvr>
</p:sld>
</file>

<file path=ppt/theme/theme1.xml><?xml version="1.0" encoding="utf-8"?>
<a:theme xmlns:a="http://schemas.openxmlformats.org/drawingml/2006/main" name="Office Them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1315</TotalTime>
  <Words>1063</Words>
  <Application>Microsoft Office PowerPoint</Application>
  <PresentationFormat>화면 슬라이드 쇼(16:9)</PresentationFormat>
  <Paragraphs>112</Paragraphs>
  <Slides>18</Slides>
  <Notes>18</Notes>
  <HiddenSlides>9</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18</vt:i4>
      </vt:variant>
    </vt:vector>
  </HeadingPairs>
  <TitlesOfParts>
    <vt:vector size="23" baseType="lpstr">
      <vt:lpstr>HY산B</vt:lpstr>
      <vt:lpstr>Arial</vt:lpstr>
      <vt:lpstr>Calibri</vt:lpstr>
      <vt:lpstr>Cooper Black</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사용자</dc:creator>
  <cp:lastModifiedBy>이수경</cp:lastModifiedBy>
  <cp:revision>70</cp:revision>
  <dcterms:created xsi:type="dcterms:W3CDTF">2019-12-03T06:33:08Z</dcterms:created>
  <dcterms:modified xsi:type="dcterms:W3CDTF">2026-03-17T06:02:07Z</dcterms:modified>
</cp:coreProperties>
</file>