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media/audio2.wav" ContentType="audio/x-wav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media/media1.wav" ContentType="audio/x-wav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media/media2.wav" ContentType="audio/x-wav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2"/>
  </p:notesMasterIdLst>
  <p:sldIdLst>
    <p:sldId id="257" r:id="rId2"/>
    <p:sldId id="277" r:id="rId3"/>
    <p:sldId id="278" r:id="rId4"/>
    <p:sldId id="258" r:id="rId5"/>
    <p:sldId id="261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15" r:id="rId32"/>
    <p:sldId id="316" r:id="rId33"/>
    <p:sldId id="260" r:id="rId34"/>
    <p:sldId id="312" r:id="rId35"/>
    <p:sldId id="268" r:id="rId36"/>
    <p:sldId id="313" r:id="rId37"/>
    <p:sldId id="269" r:id="rId38"/>
    <p:sldId id="314" r:id="rId39"/>
    <p:sldId id="275" r:id="rId40"/>
    <p:sldId id="271" r:id="rId41"/>
    <p:sldId id="272" r:id="rId42"/>
    <p:sldId id="309" r:id="rId43"/>
    <p:sldId id="273" r:id="rId44"/>
    <p:sldId id="310" r:id="rId45"/>
    <p:sldId id="274" r:id="rId46"/>
    <p:sldId id="311" r:id="rId47"/>
    <p:sldId id="270" r:id="rId48"/>
    <p:sldId id="276" r:id="rId49"/>
    <p:sldId id="265" r:id="rId50"/>
    <p:sldId id="308" r:id="rId51"/>
    <p:sldId id="263" r:id="rId52"/>
    <p:sldId id="307" r:id="rId53"/>
    <p:sldId id="264" r:id="rId54"/>
    <p:sldId id="306" r:id="rId55"/>
    <p:sldId id="266" r:id="rId56"/>
    <p:sldId id="305" r:id="rId57"/>
    <p:sldId id="267" r:id="rId58"/>
    <p:sldId id="304" r:id="rId59"/>
    <p:sldId id="317" r:id="rId60"/>
    <p:sldId id="318" r:id="rId61"/>
  </p:sldIdLst>
  <p:sldSz cx="9144000" cy="5143500" type="screen16x9"/>
  <p:notesSz cx="6858000" cy="9144000"/>
  <p:embeddedFontLst>
    <p:embeddedFont>
      <p:font typeface="Super Mario 256" pitchFamily="2" charset="0"/>
      <p:regular r:id="rId63"/>
      <p:bold r:id="rId64"/>
      <p:italic r:id="rId65"/>
      <p:boldItalic r:id="rId66"/>
    </p:embeddedFont>
    <p:embeddedFont>
      <p:font typeface="Wayoshi" panose="02000000000000000000" pitchFamily="2" charset="0"/>
      <p:regular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5AC40A-1BDC-4373-95B3-0E33AD4185F4}">
          <p14:sldIdLst>
            <p14:sldId id="257"/>
            <p14:sldId id="277"/>
            <p14:sldId id="278"/>
            <p14:sldId id="258"/>
          </p14:sldIdLst>
        </p14:section>
        <p14:section name="Question Slides" id="{723404F8-3BE6-4CBE-9942-0A3EF1A893DA}">
          <p14:sldIdLst>
            <p14:sldId id="261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15"/>
            <p14:sldId id="316"/>
          </p14:sldIdLst>
        </p14:section>
        <p14:section name="Reward Slides" id="{9FBC3235-88F5-420C-8730-05F37E0C9694}">
          <p14:sldIdLst>
            <p14:sldId id="260"/>
            <p14:sldId id="312"/>
            <p14:sldId id="268"/>
            <p14:sldId id="313"/>
            <p14:sldId id="269"/>
            <p14:sldId id="314"/>
            <p14:sldId id="275"/>
            <p14:sldId id="271"/>
            <p14:sldId id="272"/>
            <p14:sldId id="309"/>
            <p14:sldId id="273"/>
            <p14:sldId id="310"/>
            <p14:sldId id="274"/>
            <p14:sldId id="311"/>
            <p14:sldId id="270"/>
            <p14:sldId id="276"/>
            <p14:sldId id="265"/>
            <p14:sldId id="308"/>
            <p14:sldId id="263"/>
            <p14:sldId id="307"/>
            <p14:sldId id="264"/>
            <p14:sldId id="306"/>
            <p14:sldId id="266"/>
            <p14:sldId id="305"/>
            <p14:sldId id="267"/>
            <p14:sldId id="304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C6EFF3"/>
    <a:srgbClr val="97DDDF"/>
    <a:srgbClr val="FFD44B"/>
    <a:srgbClr val="005426"/>
    <a:srgbClr val="007E39"/>
    <a:srgbClr val="97DC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95" autoAdjust="0"/>
    <p:restoredTop sz="90000" autoAdjust="0"/>
  </p:normalViewPr>
  <p:slideViewPr>
    <p:cSldViewPr>
      <p:cViewPr varScale="1">
        <p:scale>
          <a:sx n="177" d="100"/>
          <a:sy n="177" d="100"/>
        </p:scale>
        <p:origin x="28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04142-57C0-4EF4-8F1D-0D9217BF0E88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DA368-5491-4260-B610-EB9370EF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1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template is for educational, non-commercial purposes </a:t>
            </a:r>
            <a:r>
              <a:rPr lang="en-US" sz="120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For more free game templates like this one, visit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www.taysteachingtoolkit.com</a:t>
            </a:r>
            <a:endParaRPr lang="en-US" sz="1200" b="1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0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23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1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00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9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86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80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3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15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2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89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3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65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53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78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47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46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1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17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25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74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945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339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182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010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52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35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252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252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Press the spacebar</a:t>
            </a:r>
            <a:r>
              <a:rPr lang="en-US" b="1" baseline="0" dirty="0"/>
              <a:t> or down arrow to reveal the answer.</a:t>
            </a:r>
          </a:p>
          <a:p>
            <a:r>
              <a:rPr lang="en-US" baseline="0" dirty="0"/>
              <a:t>Press the X to go back to the letter slide (wrong answer), press the question box to go the reward slide (correct answer).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252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120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999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943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931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772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113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940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363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357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697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790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217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309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039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670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489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524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686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4012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505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8684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073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848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2996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006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8386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4012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 the student(s) if they want to keep the box or give it to another student/team.</a:t>
            </a:r>
          </a:p>
          <a:p>
            <a:r>
              <a:rPr lang="en-US" dirty="0"/>
              <a:t>Click the question block to reveal</a:t>
            </a:r>
            <a:r>
              <a:rPr lang="en-US" baseline="0" dirty="0"/>
              <a:t> the reward/punishment.</a:t>
            </a:r>
          </a:p>
          <a:p>
            <a:r>
              <a:rPr lang="en-US" baseline="0" dirty="0"/>
              <a:t>Press the Mario icon in the corner to go back to the letter slide.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A368-5491-4260-B610-EB9370EF6DB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5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3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7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4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0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1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22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1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5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82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4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6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C8602-7BA1-4A62-A7C7-84046E511616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2E34C-3192-4C8E-A773-E2F37DD4E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2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slide" Target="slide12.xml"/><Relationship Id="rId26" Type="http://schemas.openxmlformats.org/officeDocument/2006/relationships/slide" Target="slide16.xml"/><Relationship Id="rId39" Type="http://schemas.openxmlformats.org/officeDocument/2006/relationships/image" Target="../media/image25.png"/><Relationship Id="rId21" Type="http://schemas.openxmlformats.org/officeDocument/2006/relationships/image" Target="../media/image16.png"/><Relationship Id="rId34" Type="http://schemas.openxmlformats.org/officeDocument/2006/relationships/slide" Target="slide20.xml"/><Relationship Id="rId42" Type="http://schemas.openxmlformats.org/officeDocument/2006/relationships/slide" Target="slide24.xml"/><Relationship Id="rId47" Type="http://schemas.openxmlformats.org/officeDocument/2006/relationships/image" Target="../media/image29.png"/><Relationship Id="rId50" Type="http://schemas.openxmlformats.org/officeDocument/2006/relationships/slide" Target="slide28.xml"/><Relationship Id="rId55" Type="http://schemas.openxmlformats.org/officeDocument/2006/relationships/image" Target="../media/image3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6" Type="http://schemas.openxmlformats.org/officeDocument/2006/relationships/slide" Target="slide11.xml"/><Relationship Id="rId29" Type="http://schemas.openxmlformats.org/officeDocument/2006/relationships/image" Target="../media/image20.png"/><Relationship Id="rId11" Type="http://schemas.openxmlformats.org/officeDocument/2006/relationships/image" Target="../media/image11.png"/><Relationship Id="rId24" Type="http://schemas.openxmlformats.org/officeDocument/2006/relationships/slide" Target="slide15.xml"/><Relationship Id="rId32" Type="http://schemas.openxmlformats.org/officeDocument/2006/relationships/slide" Target="slide19.xml"/><Relationship Id="rId37" Type="http://schemas.openxmlformats.org/officeDocument/2006/relationships/image" Target="../media/image24.png"/><Relationship Id="rId40" Type="http://schemas.openxmlformats.org/officeDocument/2006/relationships/slide" Target="slide23.xml"/><Relationship Id="rId45" Type="http://schemas.openxmlformats.org/officeDocument/2006/relationships/image" Target="../media/image28.png"/><Relationship Id="rId53" Type="http://schemas.openxmlformats.org/officeDocument/2006/relationships/image" Target="../media/image32.png"/><Relationship Id="rId58" Type="http://schemas.openxmlformats.org/officeDocument/2006/relationships/slide" Target="slide32.xml"/><Relationship Id="rId5" Type="http://schemas.openxmlformats.org/officeDocument/2006/relationships/image" Target="../media/image8.png"/><Relationship Id="rId19" Type="http://schemas.openxmlformats.org/officeDocument/2006/relationships/image" Target="../media/image15.png"/><Relationship Id="rId4" Type="http://schemas.openxmlformats.org/officeDocument/2006/relationships/slide" Target="slide5.xml"/><Relationship Id="rId9" Type="http://schemas.openxmlformats.org/officeDocument/2006/relationships/image" Target="../media/image10.png"/><Relationship Id="rId14" Type="http://schemas.openxmlformats.org/officeDocument/2006/relationships/slide" Target="slide10.xml"/><Relationship Id="rId22" Type="http://schemas.openxmlformats.org/officeDocument/2006/relationships/slide" Target="slide14.xml"/><Relationship Id="rId27" Type="http://schemas.openxmlformats.org/officeDocument/2006/relationships/image" Target="../media/image19.png"/><Relationship Id="rId30" Type="http://schemas.openxmlformats.org/officeDocument/2006/relationships/slide" Target="slide18.xml"/><Relationship Id="rId35" Type="http://schemas.openxmlformats.org/officeDocument/2006/relationships/image" Target="../media/image23.png"/><Relationship Id="rId43" Type="http://schemas.openxmlformats.org/officeDocument/2006/relationships/image" Target="../media/image27.png"/><Relationship Id="rId48" Type="http://schemas.openxmlformats.org/officeDocument/2006/relationships/slide" Target="slide27.xml"/><Relationship Id="rId56" Type="http://schemas.openxmlformats.org/officeDocument/2006/relationships/slide" Target="slide31.xml"/><Relationship Id="rId8" Type="http://schemas.openxmlformats.org/officeDocument/2006/relationships/slide" Target="slide7.xml"/><Relationship Id="rId51" Type="http://schemas.openxmlformats.org/officeDocument/2006/relationships/image" Target="../media/image31.png"/><Relationship Id="rId3" Type="http://schemas.openxmlformats.org/officeDocument/2006/relationships/image" Target="../media/image1.jpg"/><Relationship Id="rId12" Type="http://schemas.openxmlformats.org/officeDocument/2006/relationships/slide" Target="slide9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38" Type="http://schemas.openxmlformats.org/officeDocument/2006/relationships/slide" Target="slide22.xml"/><Relationship Id="rId46" Type="http://schemas.openxmlformats.org/officeDocument/2006/relationships/slide" Target="slide26.xml"/><Relationship Id="rId59" Type="http://schemas.openxmlformats.org/officeDocument/2006/relationships/image" Target="../media/image35.png"/><Relationship Id="rId20" Type="http://schemas.openxmlformats.org/officeDocument/2006/relationships/slide" Target="slide13.xml"/><Relationship Id="rId41" Type="http://schemas.openxmlformats.org/officeDocument/2006/relationships/image" Target="../media/image26.png"/><Relationship Id="rId54" Type="http://schemas.openxmlformats.org/officeDocument/2006/relationships/slide" Target="slide3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slide" Target="slide17.xml"/><Relationship Id="rId36" Type="http://schemas.openxmlformats.org/officeDocument/2006/relationships/slide" Target="slide21.xml"/><Relationship Id="rId49" Type="http://schemas.openxmlformats.org/officeDocument/2006/relationships/image" Target="../media/image30.png"/><Relationship Id="rId57" Type="http://schemas.openxmlformats.org/officeDocument/2006/relationships/image" Target="../media/image34.png"/><Relationship Id="rId10" Type="http://schemas.openxmlformats.org/officeDocument/2006/relationships/slide" Target="slide8.xml"/><Relationship Id="rId31" Type="http://schemas.openxmlformats.org/officeDocument/2006/relationships/image" Target="../media/image21.png"/><Relationship Id="rId44" Type="http://schemas.openxmlformats.org/officeDocument/2006/relationships/slide" Target="slide25.xml"/><Relationship Id="rId52" Type="http://schemas.openxmlformats.org/officeDocument/2006/relationships/slide" Target="slide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5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3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9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1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0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4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5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5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7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7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9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7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1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2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8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4.xml"/><Relationship Id="rId4" Type="http://schemas.openxmlformats.org/officeDocument/2006/relationships/image" Target="../media/image1.jpg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8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6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6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0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6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8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9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4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2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3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4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0.xml"/><Relationship Id="rId5" Type="http://schemas.openxmlformats.org/officeDocument/2006/relationships/slide" Target="slide4.xml"/><Relationship Id="rId4" Type="http://schemas.openxmlformats.org/officeDocument/2006/relationships/image" Target="../media/image1.jp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2.wav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image" Target="../media/image50.jpg"/><Relationship Id="rId10" Type="http://schemas.openxmlformats.org/officeDocument/2006/relationships/image" Target="../media/image53.png"/><Relationship Id="rId4" Type="http://schemas.openxmlformats.org/officeDocument/2006/relationships/audio" Target="../media/audio3.wav"/><Relationship Id="rId9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3.wav"/><Relationship Id="rId9" Type="http://schemas.openxmlformats.org/officeDocument/2006/relationships/slide" Target="slide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3.wav"/><Relationship Id="rId9" Type="http://schemas.openxmlformats.org/officeDocument/2006/relationships/slide" Target="slide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3.wav"/><Relationship Id="rId9" Type="http://schemas.openxmlformats.org/officeDocument/2006/relationships/slide" Target="slide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3.wav"/><Relationship Id="rId9" Type="http://schemas.openxmlformats.org/officeDocument/2006/relationships/slide" Target="slide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3.wav"/><Relationship Id="rId9" Type="http://schemas.openxmlformats.org/officeDocument/2006/relationships/slide" Target="slide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3.wav"/><Relationship Id="rId9" Type="http://schemas.openxmlformats.org/officeDocument/2006/relationships/slide" Target="slide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3.wav"/><Relationship Id="rId9" Type="http://schemas.openxmlformats.org/officeDocument/2006/relationships/slide" Target="slide4.xml"/></Relationships>
</file>

<file path=ppt/slides/_rels/slide4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audio" Target="../media/audio2.wav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3.wav"/><Relationship Id="rId9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audio" Target="../media/audio2.wav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3.wav"/><Relationship Id="rId9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2.wav"/><Relationship Id="rId7" Type="http://schemas.microsoft.com/office/2007/relationships/hdphoto" Target="../media/hdphoto2.wdp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3.wav"/><Relationship Id="rId9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2.wav"/><Relationship Id="rId7" Type="http://schemas.microsoft.com/office/2007/relationships/hdphoto" Target="../media/hdphoto2.wdp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3.wav"/><Relationship Id="rId9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2.wav"/><Relationship Id="rId7" Type="http://schemas.microsoft.com/office/2007/relationships/hdphoto" Target="../media/hdphoto2.wdp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3.wav"/><Relationship Id="rId9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2.wav"/><Relationship Id="rId7" Type="http://schemas.microsoft.com/office/2007/relationships/hdphoto" Target="../media/hdphoto2.wdp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3.wav"/><Relationship Id="rId9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2.wav"/><Relationship Id="rId7" Type="http://schemas.microsoft.com/office/2007/relationships/hdphoto" Target="../media/hdphoto2.wdp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3.wav"/><Relationship Id="rId9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2.wav"/><Relationship Id="rId7" Type="http://schemas.microsoft.com/office/2007/relationships/hdphoto" Target="../media/hdphoto2.wdp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3.wav"/><Relationship Id="rId9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12" Type="http://schemas.openxmlformats.org/officeDocument/2006/relationships/image" Target="../media/image51.png"/><Relationship Id="rId2" Type="http://schemas.microsoft.com/office/2007/relationships/media" Target="../media/media1.wav"/><Relationship Id="rId1" Type="http://schemas.openxmlformats.org/officeDocument/2006/relationships/audio" Target="NULL" TargetMode="External"/><Relationship Id="rId6" Type="http://schemas.openxmlformats.org/officeDocument/2006/relationships/image" Target="../media/image50.jpg"/><Relationship Id="rId11" Type="http://schemas.openxmlformats.org/officeDocument/2006/relationships/slide" Target="slide4.xml"/><Relationship Id="rId5" Type="http://schemas.openxmlformats.org/officeDocument/2006/relationships/audio" Target="../media/audio2.wav"/><Relationship Id="rId10" Type="http://schemas.openxmlformats.org/officeDocument/2006/relationships/image" Target="../media/image53.png"/><Relationship Id="rId4" Type="http://schemas.openxmlformats.org/officeDocument/2006/relationships/notesSlide" Target="../notesSlides/notesSlide47.xml"/><Relationship Id="rId9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12" Type="http://schemas.openxmlformats.org/officeDocument/2006/relationships/image" Target="../media/image51.png"/><Relationship Id="rId2" Type="http://schemas.microsoft.com/office/2007/relationships/media" Target="../media/media1.wav"/><Relationship Id="rId1" Type="http://schemas.openxmlformats.org/officeDocument/2006/relationships/audio" Target="NULL" TargetMode="External"/><Relationship Id="rId6" Type="http://schemas.openxmlformats.org/officeDocument/2006/relationships/image" Target="../media/image50.jpg"/><Relationship Id="rId11" Type="http://schemas.openxmlformats.org/officeDocument/2006/relationships/slide" Target="slide4.xml"/><Relationship Id="rId5" Type="http://schemas.openxmlformats.org/officeDocument/2006/relationships/audio" Target="../media/audio2.wav"/><Relationship Id="rId10" Type="http://schemas.openxmlformats.org/officeDocument/2006/relationships/image" Target="../media/image53.png"/><Relationship Id="rId4" Type="http://schemas.openxmlformats.org/officeDocument/2006/relationships/notesSlide" Target="../notesSlides/notesSlide48.xml"/><Relationship Id="rId9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4.wav"/><Relationship Id="rId9" Type="http://schemas.openxmlformats.org/officeDocument/2006/relationships/slide" Target="slide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4.wav"/><Relationship Id="rId9" Type="http://schemas.openxmlformats.org/officeDocument/2006/relationships/slide" Target="slide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audio" Target="../media/audio2.wav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5.wav"/><Relationship Id="rId9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audio" Target="../media/audio2.wav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1.png"/><Relationship Id="rId5" Type="http://schemas.openxmlformats.org/officeDocument/2006/relationships/image" Target="../media/image50.jpg"/><Relationship Id="rId10" Type="http://schemas.openxmlformats.org/officeDocument/2006/relationships/slide" Target="slide4.xml"/><Relationship Id="rId4" Type="http://schemas.openxmlformats.org/officeDocument/2006/relationships/audio" Target="../media/audio5.wav"/><Relationship Id="rId9" Type="http://schemas.openxmlformats.org/officeDocument/2006/relationships/image" Target="../media/image5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2.wav"/><Relationship Id="rId7" Type="http://schemas.openxmlformats.org/officeDocument/2006/relationships/image" Target="../media/image5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g"/><Relationship Id="rId11" Type="http://schemas.openxmlformats.org/officeDocument/2006/relationships/slide" Target="slide4.xml"/><Relationship Id="rId5" Type="http://schemas.openxmlformats.org/officeDocument/2006/relationships/audio" Target="../media/audio7.wav"/><Relationship Id="rId10" Type="http://schemas.openxmlformats.org/officeDocument/2006/relationships/image" Target="../media/image53.png"/><Relationship Id="rId4" Type="http://schemas.openxmlformats.org/officeDocument/2006/relationships/audio" Target="../media/audio6.wav"/><Relationship Id="rId9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audio" Target="../media/audio2.wav"/><Relationship Id="rId7" Type="http://schemas.openxmlformats.org/officeDocument/2006/relationships/image" Target="../media/image5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g"/><Relationship Id="rId11" Type="http://schemas.openxmlformats.org/officeDocument/2006/relationships/slide" Target="slide4.xml"/><Relationship Id="rId5" Type="http://schemas.openxmlformats.org/officeDocument/2006/relationships/audio" Target="../media/audio7.wav"/><Relationship Id="rId10" Type="http://schemas.openxmlformats.org/officeDocument/2006/relationships/image" Target="../media/image53.png"/><Relationship Id="rId4" Type="http://schemas.openxmlformats.org/officeDocument/2006/relationships/audio" Target="../media/audio6.wav"/><Relationship Id="rId9" Type="http://schemas.openxmlformats.org/officeDocument/2006/relationships/image" Target="../media/image5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8.png"/><Relationship Id="rId12" Type="http://schemas.openxmlformats.org/officeDocument/2006/relationships/image" Target="../media/image51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50.jpg"/><Relationship Id="rId11" Type="http://schemas.openxmlformats.org/officeDocument/2006/relationships/slide" Target="slide4.xml"/><Relationship Id="rId5" Type="http://schemas.openxmlformats.org/officeDocument/2006/relationships/audio" Target="../media/audio2.wav"/><Relationship Id="rId10" Type="http://schemas.openxmlformats.org/officeDocument/2006/relationships/image" Target="../media/image53.png"/><Relationship Id="rId4" Type="http://schemas.openxmlformats.org/officeDocument/2006/relationships/notesSlide" Target="../notesSlides/notesSlide55.xml"/><Relationship Id="rId9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8.png"/><Relationship Id="rId12" Type="http://schemas.openxmlformats.org/officeDocument/2006/relationships/image" Target="../media/image51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50.jpg"/><Relationship Id="rId11" Type="http://schemas.openxmlformats.org/officeDocument/2006/relationships/slide" Target="slide4.xml"/><Relationship Id="rId5" Type="http://schemas.openxmlformats.org/officeDocument/2006/relationships/audio" Target="../media/audio2.wav"/><Relationship Id="rId10" Type="http://schemas.openxmlformats.org/officeDocument/2006/relationships/image" Target="../media/image53.png"/><Relationship Id="rId4" Type="http://schemas.openxmlformats.org/officeDocument/2006/relationships/notesSlide" Target="../notesSlides/notesSlide56.xml"/><Relationship Id="rId9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4.wav"/><Relationship Id="rId9" Type="http://schemas.openxmlformats.org/officeDocument/2006/relationships/slide" Target="slide4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2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0.jpg"/><Relationship Id="rId10" Type="http://schemas.openxmlformats.org/officeDocument/2006/relationships/image" Target="../media/image51.png"/><Relationship Id="rId4" Type="http://schemas.openxmlformats.org/officeDocument/2006/relationships/audio" Target="../media/audio4.wav"/><Relationship Id="rId9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super mario box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7800" y="13601"/>
            <a:ext cx="6858000" cy="5143500"/>
          </a:xfrm>
          <a:prstGeom prst="rect">
            <a:avLst/>
          </a:prstGeom>
        </p:spPr>
      </p:pic>
      <p:pic>
        <p:nvPicPr>
          <p:cNvPr id="30722" name="Picture 2" descr="Image result for mario flat icon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6" b="27976"/>
          <a:stretch/>
        </p:blipFill>
        <p:spPr bwMode="auto">
          <a:xfrm>
            <a:off x="3874706" y="1611092"/>
            <a:ext cx="4670772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771692" y="3784161"/>
            <a:ext cx="487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Wayoshi" panose="02000000000000000000" pitchFamily="2" charset="0"/>
              </a:rPr>
              <a:t>mystery</a:t>
            </a:r>
            <a:r>
              <a:rPr lang="en-US" sz="4400" spc="300" dirty="0">
                <a:solidFill>
                  <a:schemeClr val="bg1">
                    <a:lumMod val="95000"/>
                  </a:schemeClr>
                </a:solidFill>
                <a:latin typeface="Wayoshi" panose="02000000000000000000" pitchFamily="2" charset="0"/>
              </a:rPr>
              <a:t> 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Wayoshi" panose="02000000000000000000" pitchFamily="2" charset="0"/>
              </a:rPr>
              <a:t>box</a:t>
            </a:r>
          </a:p>
        </p:txBody>
      </p:sp>
      <p:pic>
        <p:nvPicPr>
          <p:cNvPr id="30726" name="Picture 6" descr="Image result for mario hat vecto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343" y="361950"/>
            <a:ext cx="1301750" cy="130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689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3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indefinite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81991" y="2724150"/>
            <a:ext cx="33426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2">
                    <a:lumMod val="75000"/>
                  </a:schemeClr>
                </a:solidFill>
                <a:latin typeface="Wayoshi" panose="02000000000000000000" pitchFamily="2" charset="0"/>
              </a:rPr>
              <a:t>-100 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38795" y="2722423"/>
            <a:ext cx="33426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3">
                    <a:lumMod val="50000"/>
                  </a:schemeClr>
                </a:solidFill>
                <a:latin typeface="Wayoshi" panose="02000000000000000000" pitchFamily="2" charset="0"/>
              </a:rPr>
              <a:t>+100 pts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28575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Super Mario 256" pitchFamily="2" charset="0"/>
              </a:rPr>
              <a:t>The mystery box may be </a:t>
            </a:r>
            <a:r>
              <a:rPr lang="en-US" sz="3600" dirty="0">
                <a:solidFill>
                  <a:schemeClr val="accent3">
                    <a:lumMod val="50000"/>
                  </a:schemeClr>
                </a:solidFill>
                <a:latin typeface="Super Mario 256" pitchFamily="2" charset="0"/>
              </a:rPr>
              <a:t>good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Super Mario 256" pitchFamily="2" charset="0"/>
              </a:rPr>
              <a:t> or 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Super Mario 256" pitchFamily="2" charset="0"/>
              </a:rPr>
              <a:t>bad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Super Mario 256" pitchFamily="2" charset="0"/>
              </a:rPr>
              <a:t>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609" y="1962150"/>
            <a:ext cx="2458782" cy="262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70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1.62862E-6 L -0.3125 1.62862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17705E-6 L 0.29948 3.17705E-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Super Mario 256" pitchFamily="2" charset="0"/>
              </a:rPr>
              <a:t>Choose to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uper Mario 256" pitchFamily="2" charset="0"/>
              </a:rPr>
              <a:t>keep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Super Mario 256" pitchFamily="2" charset="0"/>
              </a:rPr>
              <a:t> the box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uper Mario 256" pitchFamily="2" charset="0"/>
              </a:rPr>
              <a:t>or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Super Mario 256" pitchFamily="2" charset="0"/>
              </a:rPr>
              <a:t>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Super Mario 256" pitchFamily="2" charset="0"/>
              </a:rPr>
              <a:t>give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Super Mario 256" pitchFamily="2" charset="0"/>
              </a:rPr>
              <a:t> it to another team!</a:t>
            </a:r>
          </a:p>
        </p:txBody>
      </p:sp>
      <p:pic>
        <p:nvPicPr>
          <p:cNvPr id="13314" name="Picture 2" descr="Image result for luigi vect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3600" y="1659536"/>
            <a:ext cx="3058066" cy="319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24" y="1659536"/>
            <a:ext cx="2494091" cy="319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418" y="1962150"/>
            <a:ext cx="2458782" cy="262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7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35" presetClass="pat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11536E-6 L -0.17153 3.11536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11536E-6 L 0.17014 3.11536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4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7" t="17108" r="15875" b="19874"/>
          <a:stretch/>
        </p:blipFill>
        <p:spPr bwMode="auto">
          <a:xfrm>
            <a:off x="429767" y="274321"/>
            <a:ext cx="1013271" cy="101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>
            <a:hlinkClick r:id="rId6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4" t="17108" r="13837" b="19874"/>
          <a:stretch/>
        </p:blipFill>
        <p:spPr bwMode="auto">
          <a:xfrm>
            <a:off x="1697831" y="274322"/>
            <a:ext cx="1000126" cy="1010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8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8" t="17109" r="13965" b="19873"/>
          <a:stretch/>
        </p:blipFill>
        <p:spPr bwMode="auto">
          <a:xfrm>
            <a:off x="2917031" y="274321"/>
            <a:ext cx="997744" cy="101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>
            <a:hlinkClick r:id="rId10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7" t="17109" r="14836" b="19873"/>
          <a:stretch/>
        </p:blipFill>
        <p:spPr bwMode="auto">
          <a:xfrm>
            <a:off x="4129087" y="274321"/>
            <a:ext cx="1002507" cy="101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>
            <a:hlinkClick r:id="rId12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41" t="17109" r="12597" b="19873"/>
          <a:stretch/>
        </p:blipFill>
        <p:spPr bwMode="auto">
          <a:xfrm>
            <a:off x="5357814" y="274321"/>
            <a:ext cx="998270" cy="101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>
            <a:hlinkClick r:id="rId14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8" t="17109" r="10494" b="19873"/>
          <a:stretch/>
        </p:blipFill>
        <p:spPr bwMode="auto">
          <a:xfrm>
            <a:off x="6553200" y="274321"/>
            <a:ext cx="995362" cy="101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>
            <a:hlinkClick r:id="rId16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6" t="17109" r="14573" b="19873"/>
          <a:stretch/>
        </p:blipFill>
        <p:spPr bwMode="auto">
          <a:xfrm>
            <a:off x="7758113" y="274321"/>
            <a:ext cx="1004888" cy="101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>
            <a:hlinkClick r:id="rId18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1" t="17228" r="15699" b="19208"/>
          <a:stretch/>
        </p:blipFill>
        <p:spPr bwMode="auto">
          <a:xfrm>
            <a:off x="411956" y="1476375"/>
            <a:ext cx="1012253" cy="1019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>
            <a:hlinkClick r:id="rId20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4" t="17228" r="6869" b="19208"/>
          <a:stretch/>
        </p:blipFill>
        <p:spPr bwMode="auto">
          <a:xfrm>
            <a:off x="1697831" y="1476375"/>
            <a:ext cx="1021557" cy="1019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>
            <a:hlinkClick r:id="rId22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6" t="17228" r="15109" b="19208"/>
          <a:stretch/>
        </p:blipFill>
        <p:spPr bwMode="auto">
          <a:xfrm>
            <a:off x="2917032" y="1476375"/>
            <a:ext cx="997744" cy="1019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>
            <a:hlinkClick r:id="rId24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59" t="17228" r="14622" b="19208"/>
          <a:stretch/>
        </p:blipFill>
        <p:spPr bwMode="auto">
          <a:xfrm>
            <a:off x="4129087" y="1476375"/>
            <a:ext cx="1002508" cy="1019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>
            <a:hlinkClick r:id="rId26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8267" r="14061" b="19208"/>
          <a:stretch/>
        </p:blipFill>
        <p:spPr bwMode="auto">
          <a:xfrm>
            <a:off x="5357814" y="1493045"/>
            <a:ext cx="998270" cy="100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>
            <a:hlinkClick r:id="rId28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46" t="18267" r="20581" b="19208"/>
          <a:stretch/>
        </p:blipFill>
        <p:spPr bwMode="auto">
          <a:xfrm>
            <a:off x="6577012" y="1493045"/>
            <a:ext cx="1004888" cy="100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>
            <a:hlinkClick r:id="rId30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4" t="18267" r="14395" b="19208"/>
          <a:stretch/>
        </p:blipFill>
        <p:spPr bwMode="auto">
          <a:xfrm>
            <a:off x="7758113" y="1493045"/>
            <a:ext cx="1004888" cy="100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0" name="Picture 16">
            <a:hlinkClick r:id="rId32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15891" r="16810" b="21584"/>
          <a:stretch/>
        </p:blipFill>
        <p:spPr bwMode="auto">
          <a:xfrm>
            <a:off x="411956" y="2674145"/>
            <a:ext cx="1012253" cy="100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1" name="Picture 17">
            <a:hlinkClick r:id="rId34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9" t="15891" r="14035" b="21584"/>
          <a:stretch/>
        </p:blipFill>
        <p:spPr bwMode="auto">
          <a:xfrm>
            <a:off x="1697832" y="2674145"/>
            <a:ext cx="1000126" cy="100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2" name="Picture 18">
            <a:hlinkClick r:id="rId36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37" t="15891" r="16471" b="21584"/>
          <a:stretch/>
        </p:blipFill>
        <p:spPr bwMode="auto">
          <a:xfrm>
            <a:off x="2917031" y="2674145"/>
            <a:ext cx="997745" cy="100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3" name="Picture 19">
            <a:hlinkClick r:id="rId38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4" t="15891" r="16225" b="21584"/>
          <a:stretch/>
        </p:blipFill>
        <p:spPr bwMode="auto">
          <a:xfrm>
            <a:off x="4155281" y="2674145"/>
            <a:ext cx="999332" cy="100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4" name="Picture 20">
            <a:hlinkClick r:id="rId40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0" t="17228" r="15501" b="20247"/>
          <a:stretch/>
        </p:blipFill>
        <p:spPr bwMode="auto">
          <a:xfrm>
            <a:off x="5357814" y="2674145"/>
            <a:ext cx="998270" cy="100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5" name="Picture 21">
            <a:hlinkClick r:id="rId42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5" t="17525" r="14687" b="20248"/>
          <a:stretch/>
        </p:blipFill>
        <p:spPr bwMode="auto">
          <a:xfrm>
            <a:off x="6577012" y="2678908"/>
            <a:ext cx="1004888" cy="997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6" name="Picture 22">
            <a:hlinkClick r:id="rId44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46" t="17525" r="15716" b="20248"/>
          <a:stretch/>
        </p:blipFill>
        <p:spPr bwMode="auto">
          <a:xfrm>
            <a:off x="7753349" y="2678908"/>
            <a:ext cx="1004889" cy="997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7" name="Picture 23">
            <a:hlinkClick r:id="rId46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5" t="15594" r="19771" b="21733"/>
          <a:stretch/>
        </p:blipFill>
        <p:spPr bwMode="auto">
          <a:xfrm>
            <a:off x="393547" y="3888581"/>
            <a:ext cx="1004888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8" name="Picture 24">
            <a:hlinkClick r:id="rId48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0" t="15594" r="22605" b="21733"/>
          <a:stretch/>
        </p:blipFill>
        <p:spPr bwMode="auto">
          <a:xfrm>
            <a:off x="1709737" y="3888581"/>
            <a:ext cx="997744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9" name="Picture 25">
            <a:hlinkClick r:id="rId50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7" t="15891" r="17909" b="21435"/>
          <a:stretch/>
        </p:blipFill>
        <p:spPr bwMode="auto">
          <a:xfrm>
            <a:off x="2917031" y="3888582"/>
            <a:ext cx="1007269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0" name="Picture 26">
            <a:hlinkClick r:id="rId52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8" t="15594" r="13652" b="21733"/>
          <a:stretch/>
        </p:blipFill>
        <p:spPr bwMode="auto">
          <a:xfrm>
            <a:off x="4155281" y="3888581"/>
            <a:ext cx="1002462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1" name="Picture 27">
            <a:hlinkClick r:id="rId54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8" t="15594" r="14238" b="21733"/>
          <a:stretch/>
        </p:blipFill>
        <p:spPr bwMode="auto">
          <a:xfrm>
            <a:off x="5355695" y="3888581"/>
            <a:ext cx="1002507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hlinkClick r:id="rId56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82" t="17730" r="14523" b="19916"/>
          <a:stretch/>
        </p:blipFill>
        <p:spPr bwMode="auto">
          <a:xfrm>
            <a:off x="6577012" y="3893690"/>
            <a:ext cx="1002535" cy="999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>
            <a:hlinkClick r:id="rId58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6" t="17313" r="15968" b="19201"/>
          <a:stretch/>
        </p:blipFill>
        <p:spPr bwMode="auto">
          <a:xfrm>
            <a:off x="7753148" y="3888581"/>
            <a:ext cx="1005289" cy="101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0789406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8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0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2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2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3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4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2000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000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0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20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6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2000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00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2000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0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000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8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20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2000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000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2000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2000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0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0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0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2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200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00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2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2000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2000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2000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2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2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2000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2000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2000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3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1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2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2000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2000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2000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4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1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20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2000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2000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2000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20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2000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2000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000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6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20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2000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2000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2000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7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2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2000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2000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2000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8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1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20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2000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2000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2000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9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2000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2000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2000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0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20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2000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2000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2000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Whose bottle is this?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4000" dirty="0"/>
              <a:t>It's Suho's.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DF13597-CF71-9E6D-969E-4314FC6D6C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0" y="1504464"/>
            <a:ext cx="1582039" cy="21345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A879C-09F6-FF95-B5B4-C0CA9D71C6C2}"/>
              </a:ext>
            </a:extLst>
          </p:cNvPr>
          <p:cNvSpPr txBox="1"/>
          <p:nvPr/>
        </p:nvSpPr>
        <p:spPr>
          <a:xfrm>
            <a:off x="4495800" y="2266950"/>
            <a:ext cx="1877437" cy="76944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ko-KR" altLang="en-US" sz="4400" dirty="0" err="1"/>
              <a:t>수호꺼</a:t>
            </a:r>
            <a:endParaRPr kumimoji="1" lang="ko-Kore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020801074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4000" dirty="0">
                <a:solidFill>
                  <a:schemeClr val="bg1"/>
                </a:solidFill>
              </a:rPr>
              <a:t>It’s mine.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sp>
        <p:nvSpPr>
          <p:cNvPr id="7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Whose phone is this?</a:t>
            </a:r>
          </a:p>
        </p:txBody>
      </p:sp>
      <p:pic>
        <p:nvPicPr>
          <p:cNvPr id="5" name="그림 4" descr="만화 영화, 인간의 얼굴, 의류, 사람이(가) 표시된 사진&#10;&#10;자동 생성된 설명">
            <a:extLst>
              <a:ext uri="{FF2B5EF4-FFF2-40B4-BE49-F238E27FC236}">
                <a16:creationId xmlns:a16="http://schemas.microsoft.com/office/drawing/2014/main" id="{6B312737-28BC-B74E-EF8A-BD1DF7857E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530803"/>
            <a:ext cx="2914650" cy="208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53312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4000" dirty="0">
                <a:solidFill>
                  <a:schemeClr val="accent3">
                    <a:lumMod val="50000"/>
                  </a:schemeClr>
                </a:solidFill>
              </a:rPr>
              <a:t>다음 물건의 주인을 물으세요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4000" dirty="0"/>
              <a:t>Whose umbrella is this?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7" name="Picture 2" descr="Coco-Rocha-Christian-Dior-Fashion-Show-Fall-2011-Ready-to-wear-Runway.jpg (307×460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596" y="1279426"/>
            <a:ext cx="2218746" cy="258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5287934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accent3">
                    <a:lumMod val="50000"/>
                  </a:schemeClr>
                </a:solidFill>
              </a:rPr>
              <a:t>다음 문장을 영어로 말하세요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"</a:t>
            </a:r>
            <a:r>
              <a:rPr lang="en-US" altLang="ko-Kore-KR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이것은</a:t>
            </a:r>
            <a:r>
              <a:rPr lang="en-US" altLang="ko-Kore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ore-KR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누구의</a:t>
            </a:r>
            <a:r>
              <a:rPr lang="en-US" altLang="ko-Kore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ore-KR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신발이니</a:t>
            </a:r>
            <a:r>
              <a:rPr lang="en-US" altLang="ko-Kore-KR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40734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4800" dirty="0">
                <a:solidFill>
                  <a:schemeClr val="bg1"/>
                </a:solidFill>
              </a:rPr>
              <a:t>Whose shoe is this?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41636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accent3">
                    <a:lumMod val="50000"/>
                  </a:schemeClr>
                </a:solidFill>
              </a:rPr>
              <a:t>다음 문장을 영어로 말하세요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endParaRPr lang="en-US" altLang="ko-Kore-KR" sz="4000" b="1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"</a:t>
            </a:r>
            <a:r>
              <a:rPr lang="en-US" altLang="ko-Kore-K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그녀를</a:t>
            </a:r>
            <a:r>
              <a:rPr lang="en-US" altLang="ko-Kore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ore-KR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찾아보자</a:t>
            </a:r>
            <a:r>
              <a:rPr lang="en-US" altLang="ko-Kore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4000" dirty="0">
                <a:solidFill>
                  <a:schemeClr val="bg1"/>
                </a:solidFill>
              </a:rPr>
              <a:t>Let's find her.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518623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그냥 통과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500" dirty="0">
                <a:solidFill>
                  <a:schemeClr val="bg1">
                    <a:lumMod val="65000"/>
                  </a:schemeClr>
                </a:solidFill>
                <a:latin typeface="Wayoshi" panose="02000000000000000000" pitchFamily="2" charset="0"/>
              </a:rPr>
              <a:t>^^*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007033"/>
                </a:solidFill>
                <a:latin typeface="Wayoshi" panose="02000000000000000000" pitchFamily="2" charset="0"/>
              </a:rPr>
              <a:t>다음 페이지로</a:t>
            </a:r>
            <a:endParaRPr lang="en-US" sz="4000" dirty="0">
              <a:solidFill>
                <a:srgbClr val="007033"/>
              </a:solidFill>
              <a:latin typeface="Wayoshi" panose="02000000000000000000" pitchFamily="2" charset="0"/>
            </a:endParaRP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55348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다음 그림을 뜻하는 단어는?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33"/>
                </a:solidFill>
                <a:latin typeface="+mj-ea"/>
                <a:ea typeface="+mj-ea"/>
              </a:rPr>
              <a:t>glove  장갑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DDA1F2C-0757-ABFC-0643-0E7188E63F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7228" y="1445565"/>
            <a:ext cx="2149544" cy="225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14065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Julia가 잃어버린 물건은?</a:t>
            </a:r>
            <a:endParaRPr lang="en-US" sz="3600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umbrella (우산)</a:t>
            </a:r>
            <a:endParaRPr lang="en-US" sz="4000" dirty="0">
              <a:solidFill>
                <a:srgbClr val="007033"/>
              </a:solidFill>
              <a:latin typeface="Wayoshi" panose="02000000000000000000" pitchFamily="2" charset="0"/>
            </a:endParaRP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0865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다음 그림을 뜻하는 단어는?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33"/>
                </a:solidFill>
                <a:latin typeface="+mj-ea"/>
                <a:ea typeface="+mj-ea"/>
              </a:rPr>
              <a:t>watch  손목시계</a:t>
            </a:r>
            <a:endParaRPr lang="en-US" sz="4000" dirty="0">
              <a:solidFill>
                <a:srgbClr val="007033"/>
              </a:solidFill>
              <a:latin typeface="Wayoshi" panose="02000000000000000000" pitchFamily="2" charset="0"/>
            </a:endParaRP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04FEABF-B7C1-3340-F40C-0E43328B2A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5331" y="1362075"/>
            <a:ext cx="2193338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826139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4000" dirty="0" err="1">
                <a:solidFill>
                  <a:schemeClr val="accent3">
                    <a:lumMod val="50000"/>
                  </a:schemeClr>
                </a:solidFill>
              </a:rPr>
              <a:t>이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ko-KR" sz="4000" dirty="0" err="1">
                <a:solidFill>
                  <a:schemeClr val="accent3">
                    <a:lumMod val="50000"/>
                  </a:schemeClr>
                </a:solidFill>
              </a:rPr>
              <a:t>신발을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ko-KR" sz="4000" dirty="0" err="1">
                <a:solidFill>
                  <a:schemeClr val="accent3">
                    <a:lumMod val="50000"/>
                  </a:schemeClr>
                </a:solidFill>
              </a:rPr>
              <a:t>영어로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ko-KR" sz="4000" dirty="0" err="1">
                <a:solidFill>
                  <a:schemeClr val="accent3">
                    <a:lumMod val="50000"/>
                  </a:schemeClr>
                </a:solidFill>
              </a:rPr>
              <a:t>묘사해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altLang="ko-KR" sz="4000" dirty="0" err="1">
                <a:solidFill>
                  <a:schemeClr val="accent3">
                    <a:lumMod val="50000"/>
                  </a:schemeClr>
                </a:solidFill>
              </a:rPr>
              <a:t>보</a:t>
            </a:r>
            <a:r>
              <a:rPr lang="ko-KR" altLang="en-US" sz="4000" dirty="0">
                <a:solidFill>
                  <a:schemeClr val="accent3">
                    <a:lumMod val="50000"/>
                  </a:schemeClr>
                </a:solidFill>
              </a:rPr>
              <a:t>세요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33"/>
                </a:solidFill>
                <a:latin typeface="+mn-ea"/>
              </a:rPr>
              <a:t>It's white.  /</a:t>
            </a:r>
          </a:p>
          <a:p>
            <a:pPr algn="ctr"/>
            <a:r>
              <a:rPr lang="en-US" sz="3200" dirty="0">
                <a:solidFill>
                  <a:srgbClr val="007033"/>
                </a:solidFill>
                <a:latin typeface="+mn-ea"/>
              </a:rPr>
              <a:t>It has black dots.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3F8D118-1A59-F65B-1A79-4F9F674814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4545" y="1428750"/>
            <a:ext cx="2454910" cy="199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001526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accent3">
                    <a:lumMod val="50000"/>
                  </a:schemeClr>
                </a:solidFill>
              </a:rPr>
              <a:t>다음 문장을 영어로 말하세요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endParaRPr lang="en-US" altLang="ko-Kore-KR" sz="4000" b="1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44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"</a:t>
            </a:r>
            <a:r>
              <a:rPr lang="en-US" altLang="ko-Kore-KR" sz="4400" dirty="0" err="1">
                <a:solidFill>
                  <a:schemeClr val="accent3">
                    <a:lumMod val="50000"/>
                  </a:schemeClr>
                </a:solidFill>
                <a:latin typeface="+mn-ea"/>
              </a:rPr>
              <a:t>아니요</a:t>
            </a:r>
            <a:r>
              <a:rPr lang="en-US" altLang="ko-Kore-KR" sz="44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ore-KR" sz="4400" dirty="0" err="1">
                <a:solidFill>
                  <a:schemeClr val="accent3">
                    <a:lumMod val="50000"/>
                  </a:schemeClr>
                </a:solidFill>
                <a:latin typeface="+mn-ea"/>
              </a:rPr>
              <a:t>제</a:t>
            </a:r>
            <a:r>
              <a:rPr lang="en-US" altLang="ko-Kore-KR" sz="44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ore-KR" sz="4400" dirty="0" err="1">
                <a:solidFill>
                  <a:schemeClr val="accent3">
                    <a:lumMod val="50000"/>
                  </a:schemeClr>
                </a:solidFill>
                <a:latin typeface="+mn-ea"/>
              </a:rPr>
              <a:t>것이</a:t>
            </a:r>
            <a:r>
              <a:rPr lang="en-US" altLang="ko-Kore-KR" sz="44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ore-KR" sz="4400" dirty="0" err="1">
                <a:solidFill>
                  <a:schemeClr val="accent3">
                    <a:lumMod val="50000"/>
                  </a:schemeClr>
                </a:solidFill>
                <a:latin typeface="+mn-ea"/>
              </a:rPr>
              <a:t>아니에요</a:t>
            </a:r>
            <a:r>
              <a:rPr lang="en-US" altLang="ko-Kore-KR" sz="44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 </a:t>
            </a:r>
          </a:p>
          <a:p>
            <a:pPr algn="ctr"/>
            <a:r>
              <a:rPr lang="ko-KR" altLang="en-US" sz="44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제 건 초록색이에요."</a:t>
            </a:r>
            <a:endParaRPr lang="en-US" sz="4400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33"/>
                </a:solidFill>
                <a:latin typeface="+mn-ea"/>
              </a:rPr>
              <a:t>No, it's not. Mine is green.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58886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4000" dirty="0">
                <a:solidFill>
                  <a:schemeClr val="accent3">
                    <a:lumMod val="50000"/>
                  </a:schemeClr>
                </a:solidFill>
              </a:rPr>
              <a:t>다음 물건의 주인을 물으세요</a:t>
            </a:r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</a:rPr>
              <a:t>Whose watch is this?</a:t>
            </a:r>
            <a:endParaRPr lang="en-US" sz="4000" dirty="0">
              <a:solidFill>
                <a:srgbClr val="007033"/>
              </a:solidFill>
              <a:latin typeface="+mj-ea"/>
              <a:ea typeface="+mj-ea"/>
            </a:endParaRP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D907501-7EEE-18D8-5844-265B66C0A1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5331" y="1362075"/>
            <a:ext cx="2193338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95563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다음 문장이 틀린 이유는?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500" dirty="0" err="1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It have pink hearts.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33"/>
                </a:solidFill>
                <a:latin typeface="+mn-ea"/>
              </a:rPr>
              <a:t>주어가 </a:t>
            </a:r>
            <a:r>
              <a:rPr lang="en-US" sz="3200" dirty="0" err="1">
                <a:solidFill>
                  <a:srgbClr val="007033"/>
                </a:solidFill>
                <a:latin typeface="+mn-ea"/>
              </a:rPr>
              <a:t>it이므로</a:t>
            </a:r>
            <a:r>
              <a:rPr lang="en-US" sz="3200" dirty="0">
                <a:solidFill>
                  <a:srgbClr val="007033"/>
                </a:solidFill>
                <a:latin typeface="+mn-ea"/>
              </a:rPr>
              <a:t> </a:t>
            </a:r>
            <a:r>
              <a:rPr lang="en-US" altLang="ko-KR" sz="3200" dirty="0">
                <a:solidFill>
                  <a:srgbClr val="007033"/>
                </a:solidFill>
                <a:latin typeface="+mn-ea"/>
              </a:rPr>
              <a:t>have(x) </a:t>
            </a:r>
            <a:r>
              <a:rPr lang="en-US" sz="3200" dirty="0">
                <a:solidFill>
                  <a:srgbClr val="007033"/>
                </a:solidFill>
                <a:latin typeface="+mn-ea"/>
              </a:rPr>
              <a:t>has(o)</a:t>
            </a:r>
            <a:br>
              <a:rPr lang="en-US" sz="3200" dirty="0">
                <a:solidFill>
                  <a:srgbClr val="007033"/>
                </a:solidFill>
                <a:latin typeface="+mn-ea"/>
              </a:rPr>
            </a:br>
            <a:r>
              <a:rPr lang="en-US" sz="3200" dirty="0">
                <a:solidFill>
                  <a:srgbClr val="007033"/>
                </a:solidFill>
                <a:latin typeface="+mn-ea"/>
              </a:rPr>
              <a:t>→ It has pink hearts.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83964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그냥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solidFill>
                  <a:schemeClr val="bg1">
                    <a:lumMod val="65000"/>
                  </a:schemeClr>
                </a:solidFill>
                <a:latin typeface="Wayoshi" panose="02000000000000000000" pitchFamily="2" charset="0"/>
              </a:rPr>
              <a:t>통과</a:t>
            </a:r>
            <a:endParaRPr lang="en-US" sz="6600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33"/>
                </a:solidFill>
                <a:latin typeface="Wayoshi" panose="02000000000000000000" pitchFamily="2" charset="0"/>
              </a:rPr>
              <a:t>^^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31930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알파벳을 배열하여 단어를 만드세요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.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a, l, e, r, l, m, b, u, 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umbrella</a:t>
            </a:r>
            <a:endParaRPr lang="en-US" sz="4000" dirty="0">
              <a:solidFill>
                <a:srgbClr val="007033"/>
              </a:solidFill>
              <a:latin typeface="Wayoshi" panose="02000000000000000000" pitchFamily="2" charset="0"/>
            </a:endParaRP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00484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다음 그림을 나타내는 단어는?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66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  c _ _ _ _ _</a:t>
            </a:r>
            <a:endParaRPr lang="en-US" sz="66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33"/>
                </a:solidFill>
                <a:latin typeface="+mn-ea"/>
              </a:rPr>
              <a:t>circle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8"/>
          <a:srcRect l="51197" t="32945" r="32134" b="41654"/>
          <a:stretch/>
        </p:blipFill>
        <p:spPr>
          <a:xfrm>
            <a:off x="4191000" y="1460155"/>
            <a:ext cx="2400300" cy="2057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950DA23-75B8-882C-3B2F-F45BDB9CD8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9150" y="1319957"/>
            <a:ext cx="2284300" cy="233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59428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알파벳을 배열하여 단어를 만드세요</a:t>
            </a:r>
            <a:endParaRPr lang="en-US" altLang="ko-KR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t, l, b, t, o, 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rgbClr val="007033"/>
                </a:solidFill>
                <a:latin typeface="+mj-ea"/>
                <a:ea typeface="+mj-ea"/>
              </a:rPr>
              <a:t>bottle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68839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이 우산을 영어로 묘사해 보자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4000">
                <a:solidFill>
                  <a:schemeClr val="accent3">
                    <a:lumMod val="50000"/>
                  </a:schemeClr>
                </a:solidFill>
              </a:rPr>
              <a:t>It has blue stars.</a:t>
            </a:r>
            <a:endParaRPr lang="en-US" altLang="ko-KR" sz="4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C24ED89-7539-5C58-9E5B-DF063B471F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1437631"/>
            <a:ext cx="2277870" cy="226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8007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알파벳을 배열하여 단어를 만드세요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t, h, e, r,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33"/>
                </a:solidFill>
                <a:latin typeface="+mj-ea"/>
                <a:ea typeface="+mj-ea"/>
              </a:rPr>
              <a:t>heart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52108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이 모자를 영어로 묘사해</a:t>
            </a:r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 </a:t>
            </a:r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보세요</a:t>
            </a:r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.</a:t>
            </a:r>
            <a:endParaRPr lang="ko-KR" alt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n-ea"/>
              </a:rPr>
              <a:t>It is pink/red.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+mn-ea"/>
              </a:rPr>
              <a:t>It has a heart.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3219" y="2343150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29795D-E3A0-1A07-520D-AC9CF711E1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1400" y="1305380"/>
            <a:ext cx="2123959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91779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빈칸에 들어갈 노래 가사는?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33"/>
                </a:solidFill>
                <a:latin typeface="+mj-ea"/>
                <a:ea typeface="+mj-ea"/>
              </a:rPr>
              <a:t>phone, phone  /  is this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3206B94-A31A-21B7-3008-84D881BF2C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150" y="1416050"/>
            <a:ext cx="7251700" cy="23114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FA1F415-96CB-5BF8-CA86-BCE1577D3E57}"/>
              </a:ext>
            </a:extLst>
          </p:cNvPr>
          <p:cNvSpPr/>
          <p:nvPr/>
        </p:nvSpPr>
        <p:spPr>
          <a:xfrm>
            <a:off x="2743200" y="1428750"/>
            <a:ext cx="15240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D13BFB-7AC3-9430-E210-356CB5644C8F}"/>
              </a:ext>
            </a:extLst>
          </p:cNvPr>
          <p:cNvSpPr/>
          <p:nvPr/>
        </p:nvSpPr>
        <p:spPr>
          <a:xfrm>
            <a:off x="6064250" y="1428750"/>
            <a:ext cx="1524000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CF6576-CD19-40EC-ECB3-7B78E0F25D47}"/>
              </a:ext>
            </a:extLst>
          </p:cNvPr>
          <p:cNvSpPr/>
          <p:nvPr/>
        </p:nvSpPr>
        <p:spPr>
          <a:xfrm>
            <a:off x="4267338" y="2141330"/>
            <a:ext cx="1447662" cy="68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88112975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다음 대화의 빈칸에 들어갈 말은?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ea"/>
                <a:ea typeface="+mj-ea"/>
              </a:rPr>
              <a:t>Whose shoe is this?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+mj-ea"/>
                <a:ea typeface="+mj-ea"/>
              </a:rPr>
              <a:t>It’s mine. Thank you.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092F1E3-FE9C-24DE-A716-808EC2F3BC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1414470"/>
            <a:ext cx="4953000" cy="231456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857E09B-8028-DD43-79FF-2567555C1987}"/>
              </a:ext>
            </a:extLst>
          </p:cNvPr>
          <p:cNvSpPr/>
          <p:nvPr/>
        </p:nvSpPr>
        <p:spPr>
          <a:xfrm>
            <a:off x="2438400" y="1504950"/>
            <a:ext cx="17526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438010-4FFC-5BCB-4565-E2A0B2FAB826}"/>
              </a:ext>
            </a:extLst>
          </p:cNvPr>
          <p:cNvSpPr/>
          <p:nvPr/>
        </p:nvSpPr>
        <p:spPr>
          <a:xfrm>
            <a:off x="5307330" y="1733550"/>
            <a:ext cx="17526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93060397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이 글의 제목으로 알맞은 것은?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33"/>
                </a:solidFill>
                <a:latin typeface="+mj-ea"/>
                <a:ea typeface="+mj-ea"/>
              </a:rPr>
              <a:t>Find Julia's Umbrella!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1BBEA8F-22F3-1C0B-E3E8-BF0A1BD4DF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8125" y="1340309"/>
            <a:ext cx="3587750" cy="245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76423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단어를 배열하여 문장을 만드세요</a:t>
            </a:r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.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this, Is, watch, your  (+ ?)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7033"/>
                </a:solidFill>
                <a:latin typeface="+mj-ea"/>
                <a:ea typeface="+mj-ea"/>
              </a:rPr>
              <a:t>Is this your watch?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37746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다음 문장을 우리말로 말하세요</a:t>
            </a:r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5000" dirty="0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"It's blue and white.</a:t>
            </a:r>
          </a:p>
          <a:p>
            <a:pPr algn="ctr"/>
            <a:r>
              <a:rPr lang="ko-KR" altLang="en-US" sz="5000" dirty="0" err="1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It</a:t>
            </a:r>
            <a:r>
              <a:rPr lang="ko-KR" altLang="en-US" sz="5000" dirty="0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5000" dirty="0" err="1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has</a:t>
            </a:r>
            <a:r>
              <a:rPr lang="ko-KR" altLang="en-US" sz="5000" dirty="0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5000" dirty="0" err="1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a</a:t>
            </a:r>
            <a:r>
              <a:rPr lang="ko-KR" altLang="en-US" sz="5000" dirty="0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5000" dirty="0" err="1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big</a:t>
            </a:r>
            <a:r>
              <a:rPr lang="ko-KR" altLang="en-US" sz="5000" dirty="0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5000" dirty="0" err="1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star</a:t>
            </a:r>
            <a:r>
              <a:rPr lang="ko-KR" altLang="en-US" sz="5000" dirty="0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."</a:t>
            </a:r>
            <a:endParaRPr lang="en-US" sz="5000" dirty="0">
              <a:solidFill>
                <a:schemeClr val="accent3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Wayoshi" panose="02000000000000000000" pitchFamily="2" charset="0"/>
              </a:rPr>
              <a:t>그것은 파란색과 하얀색이야.</a:t>
            </a:r>
            <a:endParaRPr lang="en-US" altLang="ko-KR" sz="2800" dirty="0">
              <a:solidFill>
                <a:schemeClr val="bg1"/>
              </a:solidFill>
              <a:latin typeface="Wayoshi" panose="02000000000000000000" pitchFamily="2" charset="0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Wayoshi" panose="02000000000000000000" pitchFamily="2" charset="0"/>
              </a:rPr>
              <a:t>큰 별이 하나 있어.</a:t>
            </a:r>
            <a:endParaRPr lang="en-US" sz="2800" dirty="0">
              <a:solidFill>
                <a:schemeClr val="bg1"/>
              </a:solidFill>
              <a:latin typeface="Wayoshi" panose="02000000000000000000" pitchFamily="2" charset="0"/>
            </a:endParaRP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27127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그냥 통과</a:t>
            </a:r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!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Wayoshi" panose="02000000000000000000" pitchFamily="2" charset="0"/>
              </a:rPr>
              <a:t>^^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007033"/>
                </a:solidFill>
                <a:latin typeface="Wayoshi" panose="02000000000000000000" pitchFamily="2" charset="0"/>
              </a:rPr>
              <a:t>다음 페이지로</a:t>
            </a:r>
            <a:endParaRPr lang="en-US" sz="4000" dirty="0">
              <a:solidFill>
                <a:srgbClr val="007033"/>
              </a:solidFill>
              <a:latin typeface="Wayoshi" panose="02000000000000000000" pitchFamily="2" charset="0"/>
            </a:endParaRP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71636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Wayoshi" panose="02000000000000000000" pitchFamily="2" charset="0"/>
              </a:rPr>
              <a:t>다음 빈칸에 들어갈 알파벳은?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Wayoshi" panose="02000000000000000000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u _ b _ e _ _ a  (우산)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+mn-ea"/>
              </a:rPr>
              <a:t>m, r, l, l</a:t>
            </a: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42126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03860" y="209550"/>
            <a:ext cx="8305800" cy="914400"/>
          </a:xfrm>
          <a:prstGeom prst="roundRect">
            <a:avLst>
              <a:gd name="adj" fmla="val 385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다음 대화를 우리말로 말하세요</a:t>
            </a:r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en-US" altLang="ko-Kore-KR" sz="4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3860" y="1253928"/>
            <a:ext cx="8305800" cy="2635644"/>
          </a:xfrm>
          <a:prstGeom prst="roundRect">
            <a:avLst>
              <a:gd name="adj" fmla="val 1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40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A: "Is this yours?"</a:t>
            </a:r>
          </a:p>
          <a:p>
            <a:pPr algn="ctr"/>
            <a:r>
              <a:rPr lang="ko-KR" altLang="en-US" sz="4000" dirty="0" err="1">
                <a:solidFill>
                  <a:schemeClr val="accent3">
                    <a:lumMod val="50000"/>
                  </a:schemeClr>
                </a:solidFill>
                <a:latin typeface="+mn-ea"/>
              </a:rPr>
              <a:t>B</a:t>
            </a:r>
            <a:r>
              <a:rPr lang="ko-KR" altLang="en-US" sz="40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: "Yes, it is. Thank </a:t>
            </a:r>
            <a:r>
              <a:rPr lang="ko-KR" altLang="en-US" sz="4000" dirty="0" err="1">
                <a:solidFill>
                  <a:schemeClr val="accent3">
                    <a:lumMod val="50000"/>
                  </a:schemeClr>
                </a:solidFill>
                <a:latin typeface="+mn-ea"/>
              </a:rPr>
              <a:t>you</a:t>
            </a:r>
            <a:r>
              <a:rPr lang="ko-KR" altLang="en-US" sz="4000" dirty="0">
                <a:solidFill>
                  <a:schemeClr val="accent3">
                    <a:lumMod val="50000"/>
                  </a:schemeClr>
                </a:solidFill>
                <a:latin typeface="+mn-ea"/>
              </a:rPr>
              <a:t>."</a:t>
            </a:r>
            <a:endParaRPr lang="en-US" sz="4000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219200" y="4019550"/>
            <a:ext cx="6675120" cy="914400"/>
          </a:xfrm>
          <a:prstGeom prst="roundRect">
            <a:avLst>
              <a:gd name="adj" fmla="val 3858"/>
            </a:avLst>
          </a:prstGeom>
          <a:solidFill>
            <a:srgbClr val="92D05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Wayoshi" panose="02000000000000000000" pitchFamily="2" charset="0"/>
              </a:rPr>
              <a:t>A: 이거 네 거니? </a:t>
            </a:r>
            <a:endParaRPr lang="en-US" altLang="ko-KR" sz="2800" dirty="0">
              <a:solidFill>
                <a:schemeClr val="bg1"/>
              </a:solidFill>
              <a:latin typeface="Wayoshi" panose="02000000000000000000" pitchFamily="2" charset="0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Wayoshi" panose="02000000000000000000" pitchFamily="2" charset="0"/>
              </a:rPr>
              <a:t> B: 응, 맞아. 고마워.</a:t>
            </a:r>
            <a:endParaRPr lang="en-US" sz="2800" dirty="0">
              <a:solidFill>
                <a:schemeClr val="bg1"/>
              </a:solidFill>
              <a:latin typeface="Wayoshi" panose="02000000000000000000" pitchFamily="2" charset="0"/>
            </a:endParaRPr>
          </a:p>
        </p:txBody>
      </p:sp>
      <p:sp>
        <p:nvSpPr>
          <p:cNvPr id="16" name="Cross 15">
            <a:hlinkClick r:id="rId5" action="ppaction://hlinksldjump"/>
          </p:cNvPr>
          <p:cNvSpPr/>
          <p:nvPr/>
        </p:nvSpPr>
        <p:spPr>
          <a:xfrm rot="18900000">
            <a:off x="145704" y="4008409"/>
            <a:ext cx="940341" cy="940341"/>
          </a:xfrm>
          <a:prstGeom prst="plus">
            <a:avLst>
              <a:gd name="adj" fmla="val 36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019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54623"/>
      </p:ext>
    </p:extLst>
  </p:cSld>
  <p:clrMapOvr>
    <a:masterClrMapping/>
  </p:clrMapOvr>
  <p:transition spd="slow" advClick="0">
    <p:push/>
    <p:sndAc>
      <p:stSnd>
        <p:snd r:embed="rId3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4" name="Picture 10" descr="Image result for mario flat icon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446" y="1962150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+100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47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446" y="1962150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+100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82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69183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607" y="1869183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+200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51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69183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607" y="1869183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+200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99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55" y="1487034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23" y="1442434"/>
            <a:ext cx="1359877" cy="16169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769" y="2783583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+300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2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11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55" y="1487034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23" y="1442434"/>
            <a:ext cx="1359877" cy="16169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769" y="2783583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+300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2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76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352551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946" y="1352550"/>
            <a:ext cx="1359877" cy="161696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00400"/>
            <a:ext cx="1359877" cy="161696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946" y="3181350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+400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3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31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" y="1335783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23" y="1335782"/>
            <a:ext cx="1359877" cy="16169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761" y="2259903"/>
            <a:ext cx="1359877" cy="161696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2" y="3276600"/>
            <a:ext cx="1359877" cy="161696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23" y="3257550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+500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3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22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446" y="1962150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-100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9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470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446" y="1962150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-100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9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876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69183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607" y="1869183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-200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36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69183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607" y="1869183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-200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19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55" y="1487034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23" y="1442434"/>
            <a:ext cx="1359877" cy="16169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769" y="2783583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-300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2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86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55" y="1487034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23" y="1442434"/>
            <a:ext cx="1359877" cy="16169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769" y="2783583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-300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2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4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352551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946" y="1352550"/>
            <a:ext cx="1359877" cy="161696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00400"/>
            <a:ext cx="1359877" cy="161696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946" y="3181350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-400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3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54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" y="1335783"/>
            <a:ext cx="1359877" cy="161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23" y="1335782"/>
            <a:ext cx="1359877" cy="161696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761" y="2259903"/>
            <a:ext cx="1359877" cy="161696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2" y="3276600"/>
            <a:ext cx="1359877" cy="161696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23" y="3257550"/>
            <a:ext cx="1359877" cy="16169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-500 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3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59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oin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Change pts!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82" y="1310670"/>
            <a:ext cx="4099560" cy="3547080"/>
          </a:xfrm>
          <a:prstGeom prst="rect">
            <a:avLst/>
          </a:prstGeom>
        </p:spPr>
      </p:pic>
      <p:pic>
        <p:nvPicPr>
          <p:cNvPr id="2" name="Boo Laugh SFX.wav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707.5714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143000" y="2580321"/>
            <a:ext cx="60960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11" action="ppaction://hlinksldjump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21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5" grpId="0" animBg="1"/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Change pts!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82" y="1310670"/>
            <a:ext cx="4099560" cy="3547080"/>
          </a:xfrm>
          <a:prstGeom prst="rect">
            <a:avLst/>
          </a:prstGeom>
        </p:spPr>
      </p:pic>
      <p:pic>
        <p:nvPicPr>
          <p:cNvPr id="2" name="Boo Laugh SFX.wav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707.5714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143000" y="2580321"/>
            <a:ext cx="60960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11" action="ppaction://hlinksldjump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17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5" grpId="0" animBg="1"/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32062"/>
            <a:ext cx="3667382" cy="3622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pts x2!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22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Mushroom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32062"/>
            <a:ext cx="3667382" cy="3622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pts x2!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9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Mushroom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30" y="209550"/>
            <a:ext cx="51225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Steal 200 pts!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634" y="1276350"/>
            <a:ext cx="2854166" cy="29718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481" y="3582506"/>
            <a:ext cx="2875444" cy="28754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16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ipe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30" y="209550"/>
            <a:ext cx="51225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Steal 300 pts!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634" y="1276350"/>
            <a:ext cx="2854166" cy="29718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481" y="3582506"/>
            <a:ext cx="2875444" cy="28754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10" action="ppaction://hlinksldjump"/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47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ipe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25" y="1200150"/>
            <a:ext cx="4008120" cy="37106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Lose all pts!</a:t>
            </a:r>
          </a:p>
        </p:txBody>
      </p:sp>
      <p:pic>
        <p:nvPicPr>
          <p:cNvPr id="6146" name="Picture 2" descr="Image result for explosion vector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8491" y="1239703"/>
            <a:ext cx="6379948" cy="407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11" action="ppaction://hlinksldjump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29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b-omb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25" y="1200150"/>
            <a:ext cx="4008120" cy="37106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Lose all pts!</a:t>
            </a:r>
          </a:p>
        </p:txBody>
      </p:sp>
      <p:pic>
        <p:nvPicPr>
          <p:cNvPr id="6146" name="Picture 2" descr="Image result for explosion vector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8491" y="1239703"/>
            <a:ext cx="6379948" cy="407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11" action="ppaction://hlinksldjump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75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b-omb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75" y="1248070"/>
            <a:ext cx="3811447" cy="36444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+1000 pts!</a:t>
            </a:r>
          </a:p>
        </p:txBody>
      </p:sp>
      <p:pic>
        <p:nvPicPr>
          <p:cNvPr id="2" name="Star SFX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out="50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143000" y="2765476"/>
            <a:ext cx="60960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2" name="Picture 10" descr="Image result for mario flat icon">
            <a:hlinkClick r:id="rId11" action="ppaction://hlinksldjump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10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 showWhenStopped="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5" grpId="0" animBg="1"/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75" y="1248070"/>
            <a:ext cx="3811447" cy="36444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+1000 pts!</a:t>
            </a:r>
          </a:p>
        </p:txBody>
      </p:sp>
      <p:pic>
        <p:nvPicPr>
          <p:cNvPr id="2" name="Star SFX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out="50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143000" y="2765476"/>
            <a:ext cx="60960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2" name="Picture 10" descr="Image result for mario flat icon">
            <a:hlinkClick r:id="rId11" action="ppaction://hlinksldjump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02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mediacall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6" presetClass="emp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 showWhenStopped="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5" grpId="0" animBg="1"/>
      <p:bldP spid="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32062"/>
            <a:ext cx="3667382" cy="3622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pts -x2!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14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Mushroom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32062"/>
            <a:ext cx="3667382" cy="3622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314950"/>
            <a:ext cx="4020327" cy="5143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13985" y="232064"/>
            <a:ext cx="3680460" cy="914400"/>
          </a:xfrm>
          <a:prstGeom prst="roundRect">
            <a:avLst>
              <a:gd name="adj" fmla="val 3858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Keep or give the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Super Mario 256" pitchFamily="2" charset="0"/>
              </a:rPr>
              <a:t>mystery box?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20955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Wayoshi" panose="02000000000000000000" pitchFamily="2" charset="0"/>
              </a:rPr>
              <a:t>pts -x2!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30" y="1336536"/>
            <a:ext cx="2398370" cy="2398370"/>
          </a:xfrm>
          <a:prstGeom prst="rect">
            <a:avLst/>
          </a:prstGeom>
        </p:spPr>
      </p:pic>
      <p:pic>
        <p:nvPicPr>
          <p:cNvPr id="10" name="Picture 10" descr="Image result for mario flat icon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582" y="4552950"/>
            <a:ext cx="489726" cy="48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15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:dissolve/>
      </p:transition>
    </mc:Choice>
    <mc:Fallback xmlns="">
      <p:transition spd="slow" advClick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012E-7 L 5E-6 -0.4854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27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ario Jump v2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Mushroom SF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" presetID="38" presetClass="entr" presetSubtype="0" accel="5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5" grpId="0" animBg="1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3246</Words>
  <Application>Microsoft Macintosh PowerPoint</Application>
  <PresentationFormat>화면 슬라이드 쇼(16:9)</PresentationFormat>
  <Paragraphs>340</Paragraphs>
  <Slides>60</Slides>
  <Notes>58</Notes>
  <HiddenSlides>0</HiddenSlides>
  <MMClips>4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5" baseType="lpstr">
      <vt:lpstr>Arial</vt:lpstr>
      <vt:lpstr>Super Mario 256</vt:lpstr>
      <vt:lpstr>Wayoshi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taylerwithane</dc:creator>
  <cp:lastModifiedBy>Jeeyoung Jeon</cp:lastModifiedBy>
  <cp:revision>66</cp:revision>
  <dcterms:created xsi:type="dcterms:W3CDTF">2018-09-18T04:07:21Z</dcterms:created>
  <dcterms:modified xsi:type="dcterms:W3CDTF">2026-05-31T15:27:14Z</dcterms:modified>
</cp:coreProperties>
</file>