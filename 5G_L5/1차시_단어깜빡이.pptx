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384" y="296652"/>
            <a:ext cx="9155391" cy="1268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/>
              <a:t>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0993"/>
            <a:ext cx="12192000" cy="261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0" b="1"/>
              <a:t>Whose Bottle Is This?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bottle</a:t>
            </a:r>
          </a:p>
        </p:txBody>
      </p:sp>
      <p:pic>
        <p:nvPicPr>
          <p:cNvPr id="3" name="Picture 2" descr="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53" y="1712777"/>
            <a:ext cx="766929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병, 물병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cap</a:t>
            </a:r>
          </a:p>
        </p:txBody>
      </p:sp>
      <p:pic>
        <p:nvPicPr>
          <p:cNvPr id="3" name="Picture 2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모자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phone</a:t>
            </a:r>
          </a:p>
        </p:txBody>
      </p:sp>
      <p:pic>
        <p:nvPicPr>
          <p:cNvPr id="3" name="Picture 2" descr="pho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휴대 전화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shoe</a:t>
            </a:r>
          </a:p>
        </p:txBody>
      </p:sp>
      <p:pic>
        <p:nvPicPr>
          <p:cNvPr id="3" name="Picture 2" descr="sh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58" y="1712777"/>
            <a:ext cx="736808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신발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umbrella</a:t>
            </a:r>
          </a:p>
        </p:txBody>
      </p:sp>
      <p:pic>
        <p:nvPicPr>
          <p:cNvPr id="3" name="Picture 2" descr="umbrel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32" y="1712777"/>
            <a:ext cx="7742335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우산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watch</a:t>
            </a:r>
          </a:p>
        </p:txBody>
      </p:sp>
      <p:pic>
        <p:nvPicPr>
          <p:cNvPr id="3" name="Picture 2" descr="wat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04" y="1712777"/>
            <a:ext cx="441019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손목시계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glove</a:t>
            </a:r>
          </a:p>
        </p:txBody>
      </p:sp>
      <p:pic>
        <p:nvPicPr>
          <p:cNvPr id="3" name="Picture 2" descr="glov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장갑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heart</a:t>
            </a:r>
          </a:p>
        </p:txBody>
      </p:sp>
      <p:pic>
        <p:nvPicPr>
          <p:cNvPr id="3" name="Picture 2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36" y="1712777"/>
            <a:ext cx="542792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하트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circle</a:t>
            </a:r>
          </a:p>
        </p:txBody>
      </p:sp>
      <p:pic>
        <p:nvPicPr>
          <p:cNvPr id="3" name="Picture 2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원, 동그라미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mine</a:t>
            </a:r>
          </a:p>
        </p:txBody>
      </p:sp>
      <p:pic>
        <p:nvPicPr>
          <p:cNvPr id="3" name="Picture 2" descr="mi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83" y="1712777"/>
            <a:ext cx="771783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내 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yours</a:t>
            </a:r>
          </a:p>
        </p:txBody>
      </p:sp>
      <p:pic>
        <p:nvPicPr>
          <p:cNvPr id="3" name="Picture 2" descr="your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11" y="1712777"/>
            <a:ext cx="320477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너의 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Whose phone is this</a:t>
            </a:r>
          </a:p>
        </p:txBody>
      </p:sp>
      <p:pic>
        <p:nvPicPr>
          <p:cNvPr id="3" name="Picture 2" descr="whose_phone_is_th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80" y="1712777"/>
            <a:ext cx="700984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이것은 누구의 휴대 전화니?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It has pink hearts</a:t>
            </a:r>
          </a:p>
        </p:txBody>
      </p:sp>
      <p:pic>
        <p:nvPicPr>
          <p:cNvPr id="3" name="Picture 2" descr="it_has_pink_he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18" y="1712777"/>
            <a:ext cx="773116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분홍색 하트가 여러 개 있어.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It's mine</a:t>
            </a:r>
          </a:p>
        </p:txBody>
      </p:sp>
      <p:pic>
        <p:nvPicPr>
          <p:cNvPr id="3" name="Picture 2" descr="it's_m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344" y="1712777"/>
            <a:ext cx="7203312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그것은 내 거야.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39380" y="1578499"/>
            <a:ext cx="8224828" cy="370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1-in Korean (한글로)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bottle</a:t>
            </a:r>
          </a:p>
        </p:txBody>
      </p:sp>
      <p:pic>
        <p:nvPicPr>
          <p:cNvPr id="3" name="Picture 2" descr="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53" y="1712777"/>
            <a:ext cx="766929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cap</a:t>
            </a:r>
          </a:p>
        </p:txBody>
      </p:sp>
      <p:pic>
        <p:nvPicPr>
          <p:cNvPr id="3" name="Picture 2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phone</a:t>
            </a:r>
          </a:p>
        </p:txBody>
      </p:sp>
      <p:pic>
        <p:nvPicPr>
          <p:cNvPr id="3" name="Picture 2" descr="pho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shoe</a:t>
            </a:r>
          </a:p>
        </p:txBody>
      </p:sp>
      <p:pic>
        <p:nvPicPr>
          <p:cNvPr id="3" name="Picture 2" descr="sh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58" y="1712777"/>
            <a:ext cx="736808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umbrella</a:t>
            </a:r>
          </a:p>
        </p:txBody>
      </p:sp>
      <p:pic>
        <p:nvPicPr>
          <p:cNvPr id="3" name="Picture 2" descr="umbrel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32" y="1712777"/>
            <a:ext cx="7742335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watch</a:t>
            </a:r>
          </a:p>
        </p:txBody>
      </p:sp>
      <p:pic>
        <p:nvPicPr>
          <p:cNvPr id="3" name="Picture 2" descr="wat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04" y="1712777"/>
            <a:ext cx="441019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glove</a:t>
            </a:r>
          </a:p>
        </p:txBody>
      </p:sp>
      <p:pic>
        <p:nvPicPr>
          <p:cNvPr id="3" name="Picture 2" descr="glov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heart</a:t>
            </a:r>
          </a:p>
        </p:txBody>
      </p:sp>
      <p:pic>
        <p:nvPicPr>
          <p:cNvPr id="3" name="Picture 2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36" y="1712777"/>
            <a:ext cx="542792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circle</a:t>
            </a:r>
          </a:p>
        </p:txBody>
      </p:sp>
      <p:pic>
        <p:nvPicPr>
          <p:cNvPr id="3" name="Picture 2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mine</a:t>
            </a:r>
          </a:p>
        </p:txBody>
      </p:sp>
      <p:pic>
        <p:nvPicPr>
          <p:cNvPr id="3" name="Picture 2" descr="mi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83" y="1712777"/>
            <a:ext cx="771783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yours</a:t>
            </a:r>
          </a:p>
        </p:txBody>
      </p:sp>
      <p:pic>
        <p:nvPicPr>
          <p:cNvPr id="3" name="Picture 2" descr="your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11" y="1712777"/>
            <a:ext cx="320477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Whose phone is this</a:t>
            </a:r>
          </a:p>
        </p:txBody>
      </p:sp>
      <p:pic>
        <p:nvPicPr>
          <p:cNvPr id="3" name="Picture 2" descr="whose_phone_is_th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80" y="1712777"/>
            <a:ext cx="700984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It has pink hearts</a:t>
            </a:r>
          </a:p>
        </p:txBody>
      </p:sp>
      <p:pic>
        <p:nvPicPr>
          <p:cNvPr id="3" name="Picture 2" descr="it_has_pink_he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18" y="1712777"/>
            <a:ext cx="773116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It's mine</a:t>
            </a:r>
          </a:p>
        </p:txBody>
      </p:sp>
      <p:pic>
        <p:nvPicPr>
          <p:cNvPr id="3" name="Picture 2" descr="it's_m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344" y="1712777"/>
            <a:ext cx="7203312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39380" y="1596501"/>
            <a:ext cx="8224828" cy="366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2-in English (영어로)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병, 물병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모자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휴대 전화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신발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우산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손목시계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장갑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하트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원, 동그라미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내 것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너의 것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이것은 누구의 휴대 전화니?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분홍색 하트가 여러 개 있어.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1"/>
            <a:ext cx="91440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00" lang="ko-KR" altLang="en-US"/>
              <a:t>그것은 내 거야.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95472" y="2500306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EBADAD"/>
                </a:solidFill>
              </a:rPr>
              <a:t>Practice 3-in Korean (한글로)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bottle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cap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phone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shoe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umbrella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watch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glove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heart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circle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mine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yours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Whose phone is this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It has pink hearts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317028"/>
            <a:ext cx="9144000" cy="10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/>
              <a:t>It's mine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95472" y="2500306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EBADAD"/>
                </a:solidFill>
              </a:rPr>
              <a:t>Practice 4-in English (영어로)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53" y="1712777"/>
            <a:ext cx="766929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h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58" y="1712777"/>
            <a:ext cx="736808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mbrell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32" y="1712777"/>
            <a:ext cx="7742335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t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04" y="1712777"/>
            <a:ext cx="4410191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ov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36" y="1712777"/>
            <a:ext cx="542792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88" y="1712777"/>
            <a:ext cx="5145223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083" y="1712777"/>
            <a:ext cx="771783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ur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11" y="1712777"/>
            <a:ext cx="3204777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ose_phone_is_th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80" y="1712777"/>
            <a:ext cx="7009840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t_has_pink_he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18" y="1712777"/>
            <a:ext cx="7731164" cy="514522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t's_m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344" y="1712777"/>
            <a:ext cx="7203312" cy="51452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