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udio1.wav" ContentType="audio/wav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1"/>
  </p:notesMasterIdLst>
  <p:sldIdLst>
    <p:sldId id="256" r:id="rId2"/>
    <p:sldId id="597" r:id="rId3"/>
    <p:sldId id="500" r:id="rId4"/>
    <p:sldId id="501" r:id="rId5"/>
    <p:sldId id="502" r:id="rId6"/>
    <p:sldId id="503" r:id="rId7"/>
    <p:sldId id="504" r:id="rId8"/>
    <p:sldId id="505" r:id="rId9"/>
    <p:sldId id="506" r:id="rId10"/>
    <p:sldId id="507" r:id="rId11"/>
    <p:sldId id="508" r:id="rId12"/>
    <p:sldId id="509" r:id="rId13"/>
    <p:sldId id="510" r:id="rId14"/>
    <p:sldId id="511" r:id="rId15"/>
    <p:sldId id="512" r:id="rId16"/>
    <p:sldId id="513" r:id="rId17"/>
    <p:sldId id="514" r:id="rId18"/>
    <p:sldId id="515" r:id="rId19"/>
    <p:sldId id="516" r:id="rId20"/>
    <p:sldId id="517" r:id="rId21"/>
    <p:sldId id="518" r:id="rId22"/>
    <p:sldId id="519" r:id="rId23"/>
    <p:sldId id="520" r:id="rId24"/>
    <p:sldId id="521" r:id="rId25"/>
    <p:sldId id="522" r:id="rId26"/>
    <p:sldId id="523" r:id="rId27"/>
    <p:sldId id="524" r:id="rId28"/>
    <p:sldId id="525" r:id="rId29"/>
    <p:sldId id="526" r:id="rId30"/>
    <p:sldId id="527" r:id="rId31"/>
    <p:sldId id="528" r:id="rId32"/>
    <p:sldId id="529" r:id="rId33"/>
    <p:sldId id="530" r:id="rId34"/>
    <p:sldId id="531" r:id="rId35"/>
    <p:sldId id="532" r:id="rId36"/>
    <p:sldId id="533" r:id="rId37"/>
    <p:sldId id="534" r:id="rId38"/>
    <p:sldId id="535" r:id="rId39"/>
    <p:sldId id="536" r:id="rId40"/>
    <p:sldId id="537" r:id="rId41"/>
    <p:sldId id="538" r:id="rId42"/>
    <p:sldId id="539" r:id="rId43"/>
    <p:sldId id="540" r:id="rId44"/>
    <p:sldId id="541" r:id="rId45"/>
    <p:sldId id="542" r:id="rId46"/>
    <p:sldId id="543" r:id="rId47"/>
    <p:sldId id="544" r:id="rId48"/>
    <p:sldId id="545" r:id="rId49"/>
    <p:sldId id="546" r:id="rId50"/>
    <p:sldId id="547" r:id="rId51"/>
    <p:sldId id="548" r:id="rId52"/>
    <p:sldId id="549" r:id="rId53"/>
    <p:sldId id="550" r:id="rId54"/>
    <p:sldId id="551" r:id="rId55"/>
    <p:sldId id="552" r:id="rId56"/>
    <p:sldId id="553" r:id="rId57"/>
    <p:sldId id="554" r:id="rId58"/>
    <p:sldId id="555" r:id="rId59"/>
    <p:sldId id="556" r:id="rId60"/>
    <p:sldId id="557" r:id="rId61"/>
    <p:sldId id="558" r:id="rId62"/>
    <p:sldId id="559" r:id="rId63"/>
    <p:sldId id="560" r:id="rId64"/>
    <p:sldId id="561" r:id="rId65"/>
    <p:sldId id="562" r:id="rId66"/>
    <p:sldId id="563" r:id="rId67"/>
    <p:sldId id="564" r:id="rId68"/>
    <p:sldId id="565" r:id="rId69"/>
    <p:sldId id="566" r:id="rId70"/>
    <p:sldId id="567" r:id="rId71"/>
    <p:sldId id="568" r:id="rId72"/>
    <p:sldId id="569" r:id="rId73"/>
    <p:sldId id="570" r:id="rId74"/>
    <p:sldId id="571" r:id="rId75"/>
    <p:sldId id="572" r:id="rId76"/>
    <p:sldId id="573" r:id="rId77"/>
    <p:sldId id="574" r:id="rId78"/>
    <p:sldId id="575" r:id="rId79"/>
    <p:sldId id="576" r:id="rId80"/>
    <p:sldId id="577" r:id="rId81"/>
    <p:sldId id="578" r:id="rId82"/>
    <p:sldId id="579" r:id="rId83"/>
    <p:sldId id="580" r:id="rId84"/>
    <p:sldId id="581" r:id="rId85"/>
    <p:sldId id="582" r:id="rId86"/>
    <p:sldId id="583" r:id="rId87"/>
    <p:sldId id="584" r:id="rId88"/>
    <p:sldId id="585" r:id="rId89"/>
    <p:sldId id="586" r:id="rId90"/>
    <p:sldId id="587" r:id="rId91"/>
    <p:sldId id="588" r:id="rId92"/>
    <p:sldId id="589" r:id="rId93"/>
    <p:sldId id="590" r:id="rId94"/>
    <p:sldId id="591" r:id="rId95"/>
    <p:sldId id="592" r:id="rId96"/>
    <p:sldId id="593" r:id="rId97"/>
    <p:sldId id="594" r:id="rId98"/>
    <p:sldId id="595" r:id="rId99"/>
    <p:sldId id="596" r:id="rId10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B77FA0B-FD76-4F52-A51D-EC2980F46BC3}">
          <p14:sldIdLst>
            <p14:sldId id="256"/>
            <p14:sldId id="597"/>
          </p14:sldIdLst>
        </p14:section>
        <p14:section name="1" id="{56F55AD6-3FB8-4482-AF6A-703BA0997EB6}">
          <p14:sldIdLst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</p14:sldIdLst>
        </p14:section>
        <p14:section name="2" id="{E546FBA9-842C-4F7D-9761-3C384C1CC99D}">
          <p14:sldIdLst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</p14:sldIdLst>
        </p14:section>
        <p14:section name="3" id="{DD9481A8-B7C1-4CDD-BD06-B8DEB1C885E6}">
          <p14:sldIdLst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</p14:sldIdLst>
        </p14:section>
        <p14:section name="4" id="{3F19437A-FD32-44A1-8465-BC679C474C53}">
          <p14:sldIdLst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</p14:sldIdLst>
        </p14:section>
        <p14:section name="5" id="{D086287D-F932-4AFE-A07B-07174DC7B9F8}">
          <p14:sldIdLst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</p14:sldIdLst>
        </p14:section>
        <p14:section name="6" id="{686F763C-2882-4490-A5C4-FF82FF417A3B}">
          <p14:sldIdLst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</p14:sldIdLst>
        </p14:section>
        <p14:section name="7" id="{18421DF8-FB0E-4AE8-A7AC-3C8BCDE945B6}">
          <p14:sldIdLst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</p14:sldIdLst>
        </p14:section>
        <p14:section name="제목 없는 구역" id="{D4343263-4611-4B84-9324-0361E531F5C9}">
          <p14:sldIdLst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26" autoAdjust="0"/>
    <p:restoredTop sz="94762"/>
  </p:normalViewPr>
  <p:slideViewPr>
    <p:cSldViewPr>
      <p:cViewPr varScale="1">
        <p:scale>
          <a:sx n="121" d="100"/>
          <a:sy n="121" d="100"/>
        </p:scale>
        <p:origin x="1048" y="17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8E16C-BAE3-41B4-B502-3BFB6807BB95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0B75B-A277-498B-BA25-A35D48C030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198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11CC8-B6B8-44EF-99B6-FF468998A8E8}" type="datetimeFigureOut">
              <a:rPr lang="ko-KR" altLang="en-US" smtClean="0"/>
              <a:pPr/>
              <a:t>2026. 5. 20.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46083-E6F9-4B65-97DF-FFD0B9119E8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openxmlformats.org/officeDocument/2006/relationships/image" Target="../media/image1.jpeg"/><Relationship Id="rId4" Type="http://schemas.openxmlformats.org/officeDocument/2006/relationships/image" Target="../media/image5.gif"/><Relationship Id="rId5" Type="http://schemas.openxmlformats.org/officeDocument/2006/relationships/image" Target="../media/image6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openxmlformats.org/officeDocument/2006/relationships/image" Target="../media/image1.jpeg"/><Relationship Id="rId4" Type="http://schemas.openxmlformats.org/officeDocument/2006/relationships/image" Target="../media/image5.gif"/><Relationship Id="rId5" Type="http://schemas.openxmlformats.org/officeDocument/2006/relationships/image" Target="../media/image6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5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openxmlformats.org/officeDocument/2006/relationships/image" Target="../media/image1.jpeg"/><Relationship Id="rId4" Type="http://schemas.openxmlformats.org/officeDocument/2006/relationships/image" Target="../media/image5.gif"/><Relationship Id="rId5" Type="http://schemas.openxmlformats.org/officeDocument/2006/relationships/image" Target="../media/image6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5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openxmlformats.org/officeDocument/2006/relationships/image" Target="../media/image1.jpeg"/><Relationship Id="rId4" Type="http://schemas.openxmlformats.org/officeDocument/2006/relationships/image" Target="../media/image5.gif"/><Relationship Id="rId5" Type="http://schemas.openxmlformats.org/officeDocument/2006/relationships/image" Target="../media/image6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5" Type="http://schemas.openxmlformats.org/officeDocument/2006/relationships/image" Target="../media/image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openxmlformats.org/officeDocument/2006/relationships/image" Target="../media/image1.jpeg"/><Relationship Id="rId4" Type="http://schemas.openxmlformats.org/officeDocument/2006/relationships/image" Target="../media/image5.gif"/><Relationship Id="rId5" Type="http://schemas.openxmlformats.org/officeDocument/2006/relationships/image" Target="../media/image6.jpe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5" Type="http://schemas.openxmlformats.org/officeDocument/2006/relationships/image" Target="../media/image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openxmlformats.org/officeDocument/2006/relationships/image" Target="../media/image1.jpeg"/><Relationship Id="rId4" Type="http://schemas.openxmlformats.org/officeDocument/2006/relationships/image" Target="../media/image5.gif"/><Relationship Id="rId5" Type="http://schemas.openxmlformats.org/officeDocument/2006/relationships/image" Target="../media/image6.jpe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5" Type="http://schemas.openxmlformats.org/officeDocument/2006/relationships/image" Target="../media/image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openxmlformats.org/officeDocument/2006/relationships/image" Target="../media/image1.jpeg"/><Relationship Id="rId4" Type="http://schemas.openxmlformats.org/officeDocument/2006/relationships/image" Target="../media/image5.gif"/><Relationship Id="rId5" Type="http://schemas.openxmlformats.org/officeDocument/2006/relationships/image" Target="../media/image6.jpe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5" Type="http://schemas.openxmlformats.org/officeDocument/2006/relationships/image" Target="../media/image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3" Type="http://schemas.openxmlformats.org/officeDocument/2006/relationships/image" Target="../media/image1.jpeg"/><Relationship Id="rId4" Type="http://schemas.openxmlformats.org/officeDocument/2006/relationships/image" Target="../media/image5.gif"/><Relationship Id="rId5" Type="http://schemas.openxmlformats.org/officeDocument/2006/relationships/image" Target="../media/image6.jpe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2051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2052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2484438" y="3573463"/>
            <a:ext cx="424815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23528" y="836712"/>
            <a:ext cx="8572969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latin typeface="+mn-lt"/>
                <a:ea typeface="+mn-ea"/>
              </a:rPr>
              <a:t>Sleeping Elephants Game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-216532" y="-315416"/>
            <a:ext cx="10081120" cy="7913321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70384" y="857598"/>
            <a:ext cx="800323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3600" b="1" dirty="0"/>
              <a:t>고개를 숙인다</a:t>
            </a:r>
            <a:endParaRPr lang="en-US" altLang="ko-KR" sz="3600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3600" b="1" dirty="0"/>
              <a:t>자기 차례가 되면 고개를 들고 자기 낱말을 확인한 뒤 고개를 숙인다</a:t>
            </a:r>
            <a:r>
              <a:rPr lang="en-US" altLang="ko-KR" sz="3600" b="1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3600" b="1" dirty="0"/>
              <a:t>Wake up! </a:t>
            </a:r>
            <a:r>
              <a:rPr lang="ko-KR" altLang="en-US" sz="3600" b="1" dirty="0"/>
              <a:t>시간에 모두 고개를 든다</a:t>
            </a:r>
            <a:endParaRPr lang="en-US" altLang="ko-KR" sz="3600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3600" b="1" dirty="0"/>
              <a:t>Write down  </a:t>
            </a:r>
            <a:r>
              <a:rPr lang="ko-KR" altLang="en-US" sz="3600" b="1" dirty="0"/>
              <a:t>시간에 의논하여 쓴다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단어 순서는 섞여 있음</a:t>
            </a:r>
            <a:r>
              <a:rPr lang="en-US" altLang="ko-KR" sz="3600" b="1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3600" b="1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9592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8704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8704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1118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8569804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0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0" y="83671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569804" y="908720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8704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84213" y="3789363"/>
            <a:ext cx="3887787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378936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3"/>
          <p:cNvSpPr/>
          <p:nvPr/>
        </p:nvSpPr>
        <p:spPr>
          <a:xfrm>
            <a:off x="1034732" y="2702194"/>
            <a:ext cx="732283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Agency FB" panose="020B0503020202020204" pitchFamily="34" charset="0"/>
                <a:ea typeface="1훈정글북 R" panose="02020603020101020101" pitchFamily="18" charset="-127"/>
              </a:rPr>
              <a:t>Everyone head down</a:t>
            </a:r>
          </a:p>
        </p:txBody>
      </p:sp>
    </p:spTree>
    <p:extLst>
      <p:ext uri="{BB962C8B-B14F-4D97-AF65-F5344CB8AC3E}">
        <p14:creationId xmlns:p14="http://schemas.microsoft.com/office/powerpoint/2010/main" val="3082607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614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614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1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61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7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665412" cy="16668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859338" y="3933825"/>
            <a:ext cx="2665412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6000" b="1" dirty="0">
                <a:solidFill>
                  <a:schemeClr val="tx1"/>
                </a:solidFill>
                <a:latin typeface="맑은 고딕"/>
                <a:ea typeface="맑은 고딕"/>
              </a:rPr>
              <a:t>this?</a:t>
            </a:r>
          </a:p>
        </p:txBody>
      </p:sp>
    </p:spTree>
    <p:extLst>
      <p:ext uri="{BB962C8B-B14F-4D97-AF65-F5344CB8AC3E}">
        <p14:creationId xmlns:p14="http://schemas.microsoft.com/office/powerpoint/2010/main" val="168278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409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410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-109565" y="764704"/>
            <a:ext cx="944200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Sleeping Elephants</a:t>
            </a:r>
            <a:endParaRPr kumimoji="0" lang="en-US" sz="8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410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61790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819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819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2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820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403350" y="3933825"/>
            <a:ext cx="2592388" cy="1511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200" b="1" dirty="0">
                <a:solidFill>
                  <a:schemeClr val="tx1"/>
                </a:solidFill>
              </a:rPr>
              <a:t>bottle</a:t>
            </a:r>
          </a:p>
        </p:txBody>
      </p:sp>
      <p:pic>
        <p:nvPicPr>
          <p:cNvPr id="820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355504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921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922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922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0958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024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024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3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025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7900" y="2060575"/>
            <a:ext cx="2705100" cy="16922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788024" y="2060848"/>
            <a:ext cx="2663825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200" b="1" dirty="0">
                <a:solidFill>
                  <a:schemeClr val="tx1"/>
                </a:solidFill>
              </a:rPr>
              <a:t>Whose</a:t>
            </a:r>
          </a:p>
        </p:txBody>
      </p:sp>
      <p:pic>
        <p:nvPicPr>
          <p:cNvPr id="1025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37860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126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126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127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1543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2291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2292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4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2298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1913" y="1974850"/>
            <a:ext cx="2663825" cy="159861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331912" y="1989138"/>
            <a:ext cx="2880047" cy="1584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200" b="1" dirty="0">
                <a:solidFill>
                  <a:schemeClr val="tx1"/>
                </a:solidFill>
              </a:rPr>
              <a:t>is</a:t>
            </a:r>
          </a:p>
        </p:txBody>
      </p:sp>
      <p:pic>
        <p:nvPicPr>
          <p:cNvPr id="1230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341728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331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331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332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58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433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434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028422" y="764704"/>
            <a:ext cx="493725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Wake Up!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4346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6328493"/>
      </p:ext>
    </p:extLst>
  </p:cSld>
  <p:clrMapOvr>
    <a:masterClrMapping/>
  </p:clrMapOvr>
  <p:transition advClick="0" advTm="2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7" name="Rectangle 3"/>
          <p:cNvSpPr/>
          <p:nvPr/>
        </p:nvSpPr>
        <p:spPr>
          <a:xfrm>
            <a:off x="2546529" y="764704"/>
            <a:ext cx="390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Write it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</a:t>
            </a:r>
            <a:endParaRPr lang="en-GB" sz="6000" dirty="0"/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GB" sz="6000" dirty="0"/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4</a:t>
            </a:r>
            <a:endParaRPr lang="en-GB" sz="6000" dirty="0"/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</a:t>
            </a:r>
            <a:endParaRPr lang="en-GB" sz="6000" dirty="0"/>
          </a:p>
        </p:txBody>
      </p:sp>
      <p:pic>
        <p:nvPicPr>
          <p:cNvPr id="1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1988840"/>
            <a:ext cx="2520280" cy="1512168"/>
          </a:xfrm>
          <a:prstGeom prst="rect">
            <a:avLst/>
          </a:prstGeom>
          <a:noFill/>
        </p:spPr>
      </p:pic>
      <p:pic>
        <p:nvPicPr>
          <p:cNvPr id="1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1988840"/>
            <a:ext cx="2416820" cy="1512168"/>
          </a:xfrm>
          <a:prstGeom prst="rect">
            <a:avLst/>
          </a:prstGeom>
          <a:noFill/>
        </p:spPr>
      </p:pic>
      <p:pic>
        <p:nvPicPr>
          <p:cNvPr id="1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933056"/>
            <a:ext cx="2416820" cy="1512168"/>
          </a:xfrm>
          <a:prstGeom prst="rect">
            <a:avLst/>
          </a:prstGeom>
          <a:noFill/>
        </p:spPr>
      </p:pic>
      <p:pic>
        <p:nvPicPr>
          <p:cNvPr id="1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3933056"/>
            <a:ext cx="2520280" cy="1512168"/>
          </a:xfrm>
          <a:prstGeom prst="rect">
            <a:avLst/>
          </a:prstGeom>
          <a:noFill/>
        </p:spPr>
      </p:pic>
      <p:pic>
        <p:nvPicPr>
          <p:cNvPr id="17410" name="Picture 2" descr="http://us.123rf.com/400wm/400/400/clairev/clairev0901/clairev090100058/4141964-writing-elephant-teacher-with-tablet--vector-illustrati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2204864"/>
            <a:ext cx="4044682" cy="296273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2555776" y="3068960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_____ _____ _____ _____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5949950"/>
            <a:ext cx="9144000" cy="9080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latinLnBrk="0"/>
            <a:endParaRPr kumimoji="0" lang="en-AU" altLang="ko-KR">
              <a:latin typeface="Arial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425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opardy Think Mus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22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5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9728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9728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271323" y="764704"/>
            <a:ext cx="445147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1훈정글북 R" panose="02020603020101020101" pitchFamily="18" charset="-127"/>
                <a:ea typeface="1훈정글북 R" panose="02020603020101020101" pitchFamily="18" charset="-127"/>
              </a:rPr>
              <a:t>Show me!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9728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90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91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92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93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350" y="1916113"/>
            <a:ext cx="62833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>
            <a:spLocks noChangeArrowheads="1"/>
          </p:cNvSpPr>
          <p:nvPr/>
        </p:nvSpPr>
        <p:spPr bwMode="auto">
          <a:xfrm rot="-444761">
            <a:off x="1873250" y="3130007"/>
            <a:ext cx="515461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/>
            <a:r>
              <a:rPr kumimoji="0" lang="en-GB" altLang="ko-KR" sz="4400" b="1" dirty="0">
                <a:latin typeface="Calibri" pitchFamily="34" charset="0"/>
              </a:rPr>
              <a:t>Whose bottle is this?</a:t>
            </a:r>
          </a:p>
        </p:txBody>
      </p:sp>
    </p:spTree>
    <p:extLst>
      <p:ext uri="{BB962C8B-B14F-4D97-AF65-F5344CB8AC3E}">
        <p14:creationId xmlns:p14="http://schemas.microsoft.com/office/powerpoint/2010/main" val="152014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8704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8704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1118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8569804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0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0" y="83671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569804" y="908720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8704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84213" y="3789363"/>
            <a:ext cx="3887787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378936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3"/>
          <p:cNvSpPr/>
          <p:nvPr/>
        </p:nvSpPr>
        <p:spPr>
          <a:xfrm>
            <a:off x="72129" y="2702194"/>
            <a:ext cx="9248045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Everyone head down</a:t>
            </a:r>
          </a:p>
        </p:txBody>
      </p:sp>
    </p:spTree>
    <p:extLst>
      <p:ext uri="{BB962C8B-B14F-4D97-AF65-F5344CB8AC3E}">
        <p14:creationId xmlns:p14="http://schemas.microsoft.com/office/powerpoint/2010/main" val="548374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614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614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1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61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7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665412" cy="16668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860032" y="3933056"/>
            <a:ext cx="2665412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4800" b="1" dirty="0">
                <a:solidFill>
                  <a:schemeClr val="tx1"/>
                </a:solidFill>
                <a:latin typeface="맑은 고딕"/>
                <a:ea typeface="맑은 고딕"/>
              </a:rPr>
              <a:t>has</a:t>
            </a:r>
          </a:p>
        </p:txBody>
      </p:sp>
    </p:spTree>
    <p:extLst>
      <p:ext uri="{BB962C8B-B14F-4D97-AF65-F5344CB8AC3E}">
        <p14:creationId xmlns:p14="http://schemas.microsoft.com/office/powerpoint/2010/main" val="39812932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409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410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-109565" y="764704"/>
            <a:ext cx="944200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Sleeping Elephants</a:t>
            </a:r>
            <a:endParaRPr kumimoji="0" lang="en-US" sz="8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410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5141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819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819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2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820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403350" y="3933825"/>
            <a:ext cx="2592388" cy="1511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800" b="1" dirty="0">
                <a:solidFill>
                  <a:schemeClr val="tx1"/>
                </a:solidFill>
              </a:rPr>
              <a:t>pink</a:t>
            </a:r>
          </a:p>
        </p:txBody>
      </p:sp>
      <p:pic>
        <p:nvPicPr>
          <p:cNvPr id="820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3391536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921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922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922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4514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024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024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3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025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7900" y="2060575"/>
            <a:ext cx="2705100" cy="16922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787900" y="2060575"/>
            <a:ext cx="2663825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200" b="1" dirty="0">
                <a:solidFill>
                  <a:schemeClr val="tx1"/>
                </a:solidFill>
              </a:rPr>
              <a:t>hearts.</a:t>
            </a:r>
          </a:p>
        </p:txBody>
      </p:sp>
      <p:pic>
        <p:nvPicPr>
          <p:cNvPr id="1025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37271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126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126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127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82326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2291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2292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4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2298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1913" y="1974850"/>
            <a:ext cx="2663825" cy="159861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331912" y="1989138"/>
            <a:ext cx="2880047" cy="1584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200" b="1" dirty="0">
                <a:solidFill>
                  <a:schemeClr val="tx1"/>
                </a:solidFill>
              </a:rPr>
              <a:t>It</a:t>
            </a:r>
          </a:p>
        </p:txBody>
      </p:sp>
      <p:pic>
        <p:nvPicPr>
          <p:cNvPr id="1230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32915923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331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331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332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9035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26626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266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1316538" y="764704"/>
            <a:ext cx="636103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1훈정글북 R" panose="02020603020101020101" pitchFamily="18" charset="-127"/>
                <a:ea typeface="1훈정글북 R" panose="02020603020101020101" pitchFamily="18" charset="-127"/>
              </a:rPr>
              <a:t>Make a word..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26633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4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6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22789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7" name="Rectangle 3"/>
          <p:cNvSpPr/>
          <p:nvPr/>
        </p:nvSpPr>
        <p:spPr>
          <a:xfrm>
            <a:off x="2546529" y="764704"/>
            <a:ext cx="390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Write it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</a:t>
            </a:r>
            <a:endParaRPr lang="en-GB" sz="6000" dirty="0"/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GB" sz="6000" dirty="0"/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4</a:t>
            </a:r>
            <a:endParaRPr lang="en-GB" sz="6000" dirty="0"/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</a:t>
            </a:r>
            <a:endParaRPr lang="en-GB" sz="6000" dirty="0"/>
          </a:p>
        </p:txBody>
      </p:sp>
      <p:pic>
        <p:nvPicPr>
          <p:cNvPr id="1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1988840"/>
            <a:ext cx="2520280" cy="1512168"/>
          </a:xfrm>
          <a:prstGeom prst="rect">
            <a:avLst/>
          </a:prstGeom>
          <a:noFill/>
        </p:spPr>
      </p:pic>
      <p:pic>
        <p:nvPicPr>
          <p:cNvPr id="1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1988840"/>
            <a:ext cx="2416820" cy="1512168"/>
          </a:xfrm>
          <a:prstGeom prst="rect">
            <a:avLst/>
          </a:prstGeom>
          <a:noFill/>
        </p:spPr>
      </p:pic>
      <p:pic>
        <p:nvPicPr>
          <p:cNvPr id="1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933056"/>
            <a:ext cx="2416820" cy="1512168"/>
          </a:xfrm>
          <a:prstGeom prst="rect">
            <a:avLst/>
          </a:prstGeom>
          <a:noFill/>
        </p:spPr>
      </p:pic>
      <p:pic>
        <p:nvPicPr>
          <p:cNvPr id="1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3933056"/>
            <a:ext cx="2520280" cy="1512168"/>
          </a:xfrm>
          <a:prstGeom prst="rect">
            <a:avLst/>
          </a:prstGeom>
          <a:noFill/>
        </p:spPr>
      </p:pic>
      <p:pic>
        <p:nvPicPr>
          <p:cNvPr id="17410" name="Picture 2" descr="http://us.123rf.com/400wm/400/400/clairev/clairev0901/clairev090100058/4141964-writing-elephant-teacher-with-tablet--vector-illustrati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2204864"/>
            <a:ext cx="4044682" cy="296273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2555776" y="3068960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_____ _____ _____ _____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5949950"/>
            <a:ext cx="9144000" cy="9080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latinLnBrk="0"/>
            <a:endParaRPr kumimoji="0" lang="en-AU" altLang="ko-KR">
              <a:latin typeface="Arial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856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opardy Think Mus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22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5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28674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28675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271323" y="764704"/>
            <a:ext cx="445147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Show me!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28681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2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3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4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76375" y="1989138"/>
            <a:ext cx="6281738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 rot="-444761">
            <a:off x="1954021" y="2974012"/>
            <a:ext cx="515461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/>
            <a:r>
              <a:rPr kumimoji="0" lang="en-GB" altLang="ko-KR" sz="4400" b="1" dirty="0">
                <a:latin typeface="Calibri" pitchFamily="34" charset="0"/>
              </a:rPr>
              <a:t>It has pink hearts.</a:t>
            </a:r>
          </a:p>
        </p:txBody>
      </p:sp>
    </p:spTree>
    <p:extLst>
      <p:ext uri="{BB962C8B-B14F-4D97-AF65-F5344CB8AC3E}">
        <p14:creationId xmlns:p14="http://schemas.microsoft.com/office/powerpoint/2010/main" val="40520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8704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8704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1118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8569804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0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0" y="83671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569804" y="908720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8704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84213" y="3789363"/>
            <a:ext cx="3887787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378936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73FD4731-0D73-4428-6E73-494D43071D29}"/>
              </a:ext>
            </a:extLst>
          </p:cNvPr>
          <p:cNvSpPr/>
          <p:nvPr/>
        </p:nvSpPr>
        <p:spPr>
          <a:xfrm>
            <a:off x="1034732" y="2702194"/>
            <a:ext cx="732283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Agency FB" panose="020B0503020202020204" pitchFamily="34" charset="0"/>
                <a:ea typeface="1훈정글북 R" panose="02020603020101020101" pitchFamily="18" charset="-127"/>
              </a:rPr>
              <a:t>Everyone head down</a:t>
            </a:r>
          </a:p>
        </p:txBody>
      </p:sp>
    </p:spTree>
    <p:extLst>
      <p:ext uri="{BB962C8B-B14F-4D97-AF65-F5344CB8AC3E}">
        <p14:creationId xmlns:p14="http://schemas.microsoft.com/office/powerpoint/2010/main" val="388178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512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512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1588435" y="764704"/>
            <a:ext cx="581723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Go to sleep…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513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75709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614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614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1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61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7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665412" cy="16668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860032" y="3933056"/>
            <a:ext cx="2665412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tx1"/>
                </a:solidFill>
                <a:latin typeface="맑은 고딕"/>
                <a:ea typeface="맑은 고딕"/>
              </a:rPr>
              <a:t>this</a:t>
            </a:r>
          </a:p>
        </p:txBody>
      </p:sp>
    </p:spTree>
    <p:extLst>
      <p:ext uri="{BB962C8B-B14F-4D97-AF65-F5344CB8AC3E}">
        <p14:creationId xmlns:p14="http://schemas.microsoft.com/office/powerpoint/2010/main" val="334422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409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410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-109565" y="764704"/>
            <a:ext cx="944200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Sleeping Elephants</a:t>
            </a:r>
            <a:endParaRPr kumimoji="0" lang="en-US" sz="8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410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92644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819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819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2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820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403350" y="3933825"/>
            <a:ext cx="2592388" cy="1511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4400" b="1" dirty="0">
                <a:solidFill>
                  <a:schemeClr val="tx1"/>
                </a:solidFill>
              </a:rPr>
              <a:t>Is</a:t>
            </a:r>
          </a:p>
        </p:txBody>
      </p:sp>
      <p:pic>
        <p:nvPicPr>
          <p:cNvPr id="820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808862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921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922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922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03494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024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024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3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025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7900" y="2060575"/>
            <a:ext cx="2705100" cy="16922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787900" y="2060575"/>
            <a:ext cx="2663825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600" b="1" dirty="0">
                <a:solidFill>
                  <a:schemeClr val="tx1"/>
                </a:solidFill>
              </a:rPr>
              <a:t>watch?</a:t>
            </a:r>
          </a:p>
        </p:txBody>
      </p:sp>
      <p:pic>
        <p:nvPicPr>
          <p:cNvPr id="1025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58965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126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126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127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8334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2291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2292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4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2298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1913" y="1974850"/>
            <a:ext cx="2663825" cy="159861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331912" y="1989138"/>
            <a:ext cx="2880047" cy="1584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800" b="1" dirty="0">
                <a:solidFill>
                  <a:schemeClr val="tx1"/>
                </a:solidFill>
              </a:rPr>
              <a:t>your</a:t>
            </a:r>
          </a:p>
        </p:txBody>
      </p:sp>
      <p:pic>
        <p:nvPicPr>
          <p:cNvPr id="1230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328597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331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331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332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47359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433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434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028422" y="764704"/>
            <a:ext cx="493725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Wake Up!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4346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1876950"/>
      </p:ext>
    </p:extLst>
  </p:cSld>
  <p:clrMapOvr>
    <a:masterClrMapping/>
  </p:clrMapOvr>
  <p:transition advClick="0" advTm="200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7" name="Rectangle 3"/>
          <p:cNvSpPr/>
          <p:nvPr/>
        </p:nvSpPr>
        <p:spPr>
          <a:xfrm>
            <a:off x="2546529" y="764704"/>
            <a:ext cx="390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Write it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</a:t>
            </a:r>
            <a:endParaRPr lang="en-GB" sz="6000" dirty="0"/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GB" sz="6000" dirty="0"/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4</a:t>
            </a:r>
            <a:endParaRPr lang="en-GB" sz="6000" dirty="0"/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</a:t>
            </a:r>
            <a:endParaRPr lang="en-GB" sz="6000" dirty="0"/>
          </a:p>
        </p:txBody>
      </p:sp>
      <p:pic>
        <p:nvPicPr>
          <p:cNvPr id="1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1988840"/>
            <a:ext cx="2520280" cy="1512168"/>
          </a:xfrm>
          <a:prstGeom prst="rect">
            <a:avLst/>
          </a:prstGeom>
          <a:noFill/>
        </p:spPr>
      </p:pic>
      <p:pic>
        <p:nvPicPr>
          <p:cNvPr id="1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1988840"/>
            <a:ext cx="2416820" cy="1512168"/>
          </a:xfrm>
          <a:prstGeom prst="rect">
            <a:avLst/>
          </a:prstGeom>
          <a:noFill/>
        </p:spPr>
      </p:pic>
      <p:pic>
        <p:nvPicPr>
          <p:cNvPr id="1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933056"/>
            <a:ext cx="2416820" cy="1512168"/>
          </a:xfrm>
          <a:prstGeom prst="rect">
            <a:avLst/>
          </a:prstGeom>
          <a:noFill/>
        </p:spPr>
      </p:pic>
      <p:pic>
        <p:nvPicPr>
          <p:cNvPr id="1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3933056"/>
            <a:ext cx="2520280" cy="1512168"/>
          </a:xfrm>
          <a:prstGeom prst="rect">
            <a:avLst/>
          </a:prstGeom>
          <a:noFill/>
        </p:spPr>
      </p:pic>
      <p:pic>
        <p:nvPicPr>
          <p:cNvPr id="17410" name="Picture 2" descr="http://us.123rf.com/400wm/400/400/clairev/clairev0901/clairev090100058/4141964-writing-elephant-teacher-with-tablet--vector-illustrati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2204864"/>
            <a:ext cx="4044682" cy="296273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2555776" y="3068960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_____ _____ _____ _____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5949950"/>
            <a:ext cx="9144000" cy="9080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latinLnBrk="0"/>
            <a:endParaRPr kumimoji="0" lang="en-AU" altLang="ko-KR">
              <a:latin typeface="Arial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608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opardy Think Mus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22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5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4096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4096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271323" y="764704"/>
            <a:ext cx="445147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Show me!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4096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70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71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72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73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350" y="1916113"/>
            <a:ext cx="62833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 rot="-444761">
            <a:off x="1873250" y="3130007"/>
            <a:ext cx="515461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/>
            <a:r>
              <a:rPr kumimoji="0" lang="en-GB" altLang="ko-KR" sz="4400" b="1" dirty="0">
                <a:latin typeface="Calibri" pitchFamily="34" charset="0"/>
              </a:rPr>
              <a:t>Is this your watch?</a:t>
            </a:r>
          </a:p>
        </p:txBody>
      </p:sp>
    </p:spTree>
    <p:extLst>
      <p:ext uri="{BB962C8B-B14F-4D97-AF65-F5344CB8AC3E}">
        <p14:creationId xmlns:p14="http://schemas.microsoft.com/office/powerpoint/2010/main" val="198797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8704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8704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1118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8569804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0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0" y="83671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569804" y="908720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8704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84213" y="3789363"/>
            <a:ext cx="3887787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378936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E035DE6A-2133-84C8-EDB6-2FF22CD9DBC1}"/>
              </a:ext>
            </a:extLst>
          </p:cNvPr>
          <p:cNvSpPr/>
          <p:nvPr/>
        </p:nvSpPr>
        <p:spPr>
          <a:xfrm>
            <a:off x="1034732" y="2702194"/>
            <a:ext cx="732283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Agency FB" panose="020B0503020202020204" pitchFamily="34" charset="0"/>
                <a:ea typeface="1훈정글북 R" panose="02020603020101020101" pitchFamily="18" charset="-127"/>
              </a:rPr>
              <a:t>Everyone head down</a:t>
            </a:r>
          </a:p>
        </p:txBody>
      </p:sp>
    </p:spTree>
    <p:extLst>
      <p:ext uri="{BB962C8B-B14F-4D97-AF65-F5344CB8AC3E}">
        <p14:creationId xmlns:p14="http://schemas.microsoft.com/office/powerpoint/2010/main" val="2610564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614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614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1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61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7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665412" cy="16668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860032" y="3933056"/>
            <a:ext cx="2665412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6000" b="1" dirty="0">
                <a:solidFill>
                  <a:schemeClr val="tx1"/>
                </a:solidFill>
                <a:latin typeface="맑은 고딕"/>
                <a:ea typeface="맑은 고딕"/>
              </a:rPr>
              <a:t>together.</a:t>
            </a:r>
          </a:p>
        </p:txBody>
      </p:sp>
    </p:spTree>
    <p:extLst>
      <p:ext uri="{BB962C8B-B14F-4D97-AF65-F5344CB8AC3E}">
        <p14:creationId xmlns:p14="http://schemas.microsoft.com/office/powerpoint/2010/main" val="181939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409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410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-109565" y="764704"/>
            <a:ext cx="944200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Sleeping Elephants</a:t>
            </a:r>
            <a:endParaRPr kumimoji="0" lang="en-US" sz="8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410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17030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819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819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2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820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403350" y="3933825"/>
            <a:ext cx="2592388" cy="1511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5400" b="1" dirty="0">
                <a:solidFill>
                  <a:schemeClr val="tx1"/>
                </a:solidFill>
              </a:rPr>
              <a:t>it</a:t>
            </a:r>
          </a:p>
        </p:txBody>
      </p:sp>
      <p:pic>
        <p:nvPicPr>
          <p:cNvPr id="820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70513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921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922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922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485828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024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024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3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025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7900" y="2060575"/>
            <a:ext cx="2705100" cy="16922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787900" y="2060575"/>
            <a:ext cx="2663825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7200" b="1" dirty="0">
                <a:solidFill>
                  <a:schemeClr val="tx1"/>
                </a:solidFill>
              </a:rPr>
              <a:t>Let's</a:t>
            </a:r>
          </a:p>
        </p:txBody>
      </p:sp>
      <p:pic>
        <p:nvPicPr>
          <p:cNvPr id="1025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209336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126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126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127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39908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2291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2292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4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2298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1913" y="1974850"/>
            <a:ext cx="2663825" cy="159861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331912" y="1989138"/>
            <a:ext cx="2880047" cy="1584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400" b="1" dirty="0">
                <a:solidFill>
                  <a:schemeClr val="tx1"/>
                </a:solidFill>
              </a:rPr>
              <a:t>find</a:t>
            </a:r>
          </a:p>
        </p:txBody>
      </p:sp>
      <p:pic>
        <p:nvPicPr>
          <p:cNvPr id="1230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368201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331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331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332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583061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433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434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028422" y="764704"/>
            <a:ext cx="493725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Wake Up!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4346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45895808"/>
      </p:ext>
    </p:extLst>
  </p:cSld>
  <p:clrMapOvr>
    <a:masterClrMapping/>
  </p:clrMapOvr>
  <p:transition advClick="0" advTm="200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7" name="Rectangle 3"/>
          <p:cNvSpPr/>
          <p:nvPr/>
        </p:nvSpPr>
        <p:spPr>
          <a:xfrm>
            <a:off x="2546529" y="764704"/>
            <a:ext cx="390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Write it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</a:t>
            </a:r>
            <a:endParaRPr lang="en-GB" sz="6000" dirty="0"/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GB" sz="6000" dirty="0"/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4</a:t>
            </a:r>
            <a:endParaRPr lang="en-GB" sz="6000" dirty="0"/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</a:t>
            </a:r>
            <a:endParaRPr lang="en-GB" sz="6000" dirty="0"/>
          </a:p>
        </p:txBody>
      </p:sp>
      <p:pic>
        <p:nvPicPr>
          <p:cNvPr id="1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1988840"/>
            <a:ext cx="2520280" cy="1512168"/>
          </a:xfrm>
          <a:prstGeom prst="rect">
            <a:avLst/>
          </a:prstGeom>
          <a:noFill/>
        </p:spPr>
      </p:pic>
      <p:pic>
        <p:nvPicPr>
          <p:cNvPr id="1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1988840"/>
            <a:ext cx="2416820" cy="1512168"/>
          </a:xfrm>
          <a:prstGeom prst="rect">
            <a:avLst/>
          </a:prstGeom>
          <a:noFill/>
        </p:spPr>
      </p:pic>
      <p:pic>
        <p:nvPicPr>
          <p:cNvPr id="1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933056"/>
            <a:ext cx="2416820" cy="1512168"/>
          </a:xfrm>
          <a:prstGeom prst="rect">
            <a:avLst/>
          </a:prstGeom>
          <a:noFill/>
        </p:spPr>
      </p:pic>
      <p:pic>
        <p:nvPicPr>
          <p:cNvPr id="1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3933056"/>
            <a:ext cx="2520280" cy="1512168"/>
          </a:xfrm>
          <a:prstGeom prst="rect">
            <a:avLst/>
          </a:prstGeom>
          <a:noFill/>
        </p:spPr>
      </p:pic>
      <p:pic>
        <p:nvPicPr>
          <p:cNvPr id="17410" name="Picture 2" descr="http://us.123rf.com/400wm/400/400/clairev/clairev0901/clairev090100058/4141964-writing-elephant-teacher-with-tablet--vector-illustrati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2204864"/>
            <a:ext cx="4044682" cy="296273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2555776" y="3068960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_____ _____ _____ _____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5949950"/>
            <a:ext cx="9144000" cy="9080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latinLnBrk="0"/>
            <a:endParaRPr kumimoji="0" lang="en-AU" altLang="ko-KR">
              <a:latin typeface="Arial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090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opardy Think Mus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22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5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52226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522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271323" y="764704"/>
            <a:ext cx="445147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Show me!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52233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4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6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350" y="1916113"/>
            <a:ext cx="62833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 rot="-444761">
            <a:off x="1873250" y="3130007"/>
            <a:ext cx="515461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/>
            <a:r>
              <a:rPr kumimoji="0" lang="en-GB" altLang="ko-KR" sz="4400" b="1" dirty="0">
                <a:latin typeface="Calibri" pitchFamily="34" charset="0"/>
              </a:rPr>
              <a:t>Let's find it together.</a:t>
            </a:r>
          </a:p>
        </p:txBody>
      </p:sp>
    </p:spTree>
    <p:extLst>
      <p:ext uri="{BB962C8B-B14F-4D97-AF65-F5344CB8AC3E}">
        <p14:creationId xmlns:p14="http://schemas.microsoft.com/office/powerpoint/2010/main" val="176028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8704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8704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1118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8569804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0" y="501317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0" y="83671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569804" y="908720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8704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83661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684213" y="3789363"/>
            <a:ext cx="3887787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5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643438" y="3789363"/>
            <a:ext cx="38893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A00E0805-5CB1-1ED3-ECB0-1484A71D1508}"/>
              </a:ext>
            </a:extLst>
          </p:cNvPr>
          <p:cNvSpPr/>
          <p:nvPr/>
        </p:nvSpPr>
        <p:spPr>
          <a:xfrm>
            <a:off x="1034732" y="2702194"/>
            <a:ext cx="732283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Agency FB" panose="020B0503020202020204" pitchFamily="34" charset="0"/>
                <a:ea typeface="1훈정글북 R" panose="02020603020101020101" pitchFamily="18" charset="-127"/>
              </a:rPr>
              <a:t>Everyone head down</a:t>
            </a:r>
          </a:p>
        </p:txBody>
      </p:sp>
    </p:spTree>
    <p:extLst>
      <p:ext uri="{BB962C8B-B14F-4D97-AF65-F5344CB8AC3E}">
        <p14:creationId xmlns:p14="http://schemas.microsoft.com/office/powerpoint/2010/main" val="9107871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614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614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1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61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7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665412" cy="16668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859338" y="3933825"/>
            <a:ext cx="2665412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6000" b="1" dirty="0">
                <a:solidFill>
                  <a:schemeClr val="tx1"/>
                </a:solidFill>
                <a:latin typeface="맑은 고딕"/>
                <a:ea typeface="맑은 고딕"/>
              </a:rPr>
              <a:t>is</a:t>
            </a:r>
          </a:p>
        </p:txBody>
      </p:sp>
    </p:spTree>
    <p:extLst>
      <p:ext uri="{BB962C8B-B14F-4D97-AF65-F5344CB8AC3E}">
        <p14:creationId xmlns:p14="http://schemas.microsoft.com/office/powerpoint/2010/main" val="385692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409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410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-109565" y="764704"/>
            <a:ext cx="944200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Sleeping Elephants</a:t>
            </a:r>
            <a:endParaRPr kumimoji="0" lang="en-US" sz="8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410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400376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819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819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2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820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403350" y="3933825"/>
            <a:ext cx="2592388" cy="1511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5400" b="1" dirty="0">
                <a:solidFill>
                  <a:schemeClr val="tx1"/>
                </a:solidFill>
              </a:rPr>
              <a:t>Whose</a:t>
            </a:r>
          </a:p>
        </p:txBody>
      </p:sp>
      <p:pic>
        <p:nvPicPr>
          <p:cNvPr id="820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407448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921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922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922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67969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024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024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3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025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7900" y="2060575"/>
            <a:ext cx="2705100" cy="16922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787900" y="2060575"/>
            <a:ext cx="2663825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6000" b="1" dirty="0">
                <a:solidFill>
                  <a:schemeClr val="tx1"/>
                </a:solidFill>
              </a:rPr>
              <a:t>phone</a:t>
            </a:r>
          </a:p>
        </p:txBody>
      </p:sp>
      <p:pic>
        <p:nvPicPr>
          <p:cNvPr id="1025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230229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126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126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127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9934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2291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2292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4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2298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1913" y="1974850"/>
            <a:ext cx="2663825" cy="159861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331912" y="1989138"/>
            <a:ext cx="2880047" cy="1584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800" b="1" dirty="0">
                <a:solidFill>
                  <a:schemeClr val="tx1"/>
                </a:solidFill>
              </a:rPr>
              <a:t>this?</a:t>
            </a:r>
          </a:p>
        </p:txBody>
      </p:sp>
      <p:pic>
        <p:nvPicPr>
          <p:cNvPr id="1230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74846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331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331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332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681098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433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434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028422" y="764704"/>
            <a:ext cx="493725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Wake Up!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4346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6170489"/>
      </p:ext>
    </p:extLst>
  </p:cSld>
  <p:clrMapOvr>
    <a:masterClrMapping/>
  </p:clrMapOvr>
  <p:transition advClick="0" advTm="200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7" name="Rectangle 3"/>
          <p:cNvSpPr/>
          <p:nvPr/>
        </p:nvSpPr>
        <p:spPr>
          <a:xfrm>
            <a:off x="2546529" y="764704"/>
            <a:ext cx="390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Write it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</a:t>
            </a:r>
            <a:endParaRPr lang="en-GB" sz="6000" dirty="0"/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GB" sz="6000" dirty="0"/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4</a:t>
            </a:r>
            <a:endParaRPr lang="en-GB" sz="6000" dirty="0"/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</a:t>
            </a:r>
            <a:endParaRPr lang="en-GB" sz="6000" dirty="0"/>
          </a:p>
        </p:txBody>
      </p:sp>
      <p:pic>
        <p:nvPicPr>
          <p:cNvPr id="1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1988840"/>
            <a:ext cx="2520280" cy="1512168"/>
          </a:xfrm>
          <a:prstGeom prst="rect">
            <a:avLst/>
          </a:prstGeom>
          <a:noFill/>
        </p:spPr>
      </p:pic>
      <p:pic>
        <p:nvPicPr>
          <p:cNvPr id="1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1988840"/>
            <a:ext cx="2416820" cy="1512168"/>
          </a:xfrm>
          <a:prstGeom prst="rect">
            <a:avLst/>
          </a:prstGeom>
          <a:noFill/>
        </p:spPr>
      </p:pic>
      <p:pic>
        <p:nvPicPr>
          <p:cNvPr id="1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933056"/>
            <a:ext cx="2416820" cy="1512168"/>
          </a:xfrm>
          <a:prstGeom prst="rect">
            <a:avLst/>
          </a:prstGeom>
          <a:noFill/>
        </p:spPr>
      </p:pic>
      <p:pic>
        <p:nvPicPr>
          <p:cNvPr id="1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3933056"/>
            <a:ext cx="2520280" cy="1512168"/>
          </a:xfrm>
          <a:prstGeom prst="rect">
            <a:avLst/>
          </a:prstGeom>
          <a:noFill/>
        </p:spPr>
      </p:pic>
      <p:pic>
        <p:nvPicPr>
          <p:cNvPr id="17410" name="Picture 2" descr="http://us.123rf.com/400wm/400/400/clairev/clairev0901/clairev090100058/4141964-writing-elephant-teacher-with-tablet--vector-illustrati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2204864"/>
            <a:ext cx="4044682" cy="296273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2555776" y="3068960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_____ _____ _____ _____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5949950"/>
            <a:ext cx="9144000" cy="9080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latinLnBrk="0"/>
            <a:endParaRPr kumimoji="0" lang="en-AU" altLang="ko-KR">
              <a:latin typeface="Arial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889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opardy Think Mus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22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5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charset="-127"/>
            </a:endParaRPr>
          </a:p>
        </p:txBody>
      </p:sp>
      <p:sp>
        <p:nvSpPr>
          <p:cNvPr id="15360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charset="-127"/>
            </a:endParaRPr>
          </a:p>
        </p:txBody>
      </p:sp>
      <p:pic>
        <p:nvPicPr>
          <p:cNvPr id="15360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271323" y="764704"/>
            <a:ext cx="445147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Show me!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5360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10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11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12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13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54401" y="1556792"/>
            <a:ext cx="6283325" cy="446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 rot="-444761">
            <a:off x="1939132" y="3333180"/>
            <a:ext cx="515461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/>
            <a:r>
              <a:rPr kumimoji="0" lang="en-GB" altLang="ko-KR" sz="4400" b="1" dirty="0">
                <a:latin typeface="Calibri" pitchFamily="34" charset="0"/>
              </a:rPr>
              <a:t>Whose phone is this?</a:t>
            </a:r>
          </a:p>
        </p:txBody>
      </p:sp>
    </p:spTree>
    <p:extLst>
      <p:ext uri="{BB962C8B-B14F-4D97-AF65-F5344CB8AC3E}">
        <p14:creationId xmlns:p14="http://schemas.microsoft.com/office/powerpoint/2010/main" val="80346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512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512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1588435" y="764704"/>
            <a:ext cx="581723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Go to sleep…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513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695674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614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614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1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61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7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665412" cy="16668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859338" y="3910675"/>
            <a:ext cx="2665412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6000" b="1" dirty="0">
                <a:solidFill>
                  <a:schemeClr val="tx1"/>
                </a:solidFill>
                <a:latin typeface="맑은 고딕"/>
                <a:ea typeface="맑은 고딕"/>
              </a:rPr>
              <a:t>green</a:t>
            </a:r>
          </a:p>
        </p:txBody>
      </p:sp>
    </p:spTree>
    <p:extLst>
      <p:ext uri="{BB962C8B-B14F-4D97-AF65-F5344CB8AC3E}">
        <p14:creationId xmlns:p14="http://schemas.microsoft.com/office/powerpoint/2010/main" val="110112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409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410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-109565" y="764704"/>
            <a:ext cx="944200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Sleeping Elephants</a:t>
            </a:r>
            <a:endParaRPr kumimoji="0" lang="en-US" sz="8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410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198572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819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819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2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820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403350" y="3933825"/>
            <a:ext cx="2592388" cy="1511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5400" b="1" dirty="0">
                <a:solidFill>
                  <a:schemeClr val="tx1"/>
                </a:solidFill>
              </a:rPr>
              <a:t>circles.</a:t>
            </a:r>
          </a:p>
        </p:txBody>
      </p:sp>
      <p:pic>
        <p:nvPicPr>
          <p:cNvPr id="820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250577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921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922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922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249710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024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024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3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025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7900" y="2060575"/>
            <a:ext cx="2705100" cy="16922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787900" y="2060575"/>
            <a:ext cx="2663825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1" dirty="0">
                <a:solidFill>
                  <a:schemeClr val="tx1"/>
                </a:solidFill>
              </a:rPr>
              <a:t>It</a:t>
            </a:r>
          </a:p>
        </p:txBody>
      </p:sp>
      <p:pic>
        <p:nvPicPr>
          <p:cNvPr id="1025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282599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126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126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127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784300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2291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2292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4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2298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1913" y="1974850"/>
            <a:ext cx="2663825" cy="159861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331912" y="1989138"/>
            <a:ext cx="2880047" cy="1584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800" b="1" dirty="0" err="1">
                <a:solidFill>
                  <a:schemeClr val="tx1"/>
                </a:solidFill>
              </a:rPr>
              <a:t>has</a:t>
            </a:r>
          </a:p>
        </p:txBody>
      </p:sp>
      <p:pic>
        <p:nvPicPr>
          <p:cNvPr id="1230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64426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331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331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332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016447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433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434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028422" y="764704"/>
            <a:ext cx="493725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Wake Up!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4346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993327"/>
      </p:ext>
    </p:extLst>
  </p:cSld>
  <p:clrMapOvr>
    <a:masterClrMapping/>
  </p:clrMapOvr>
  <p:transition advClick="0" advTm="2000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7" name="Rectangle 3"/>
          <p:cNvSpPr/>
          <p:nvPr/>
        </p:nvSpPr>
        <p:spPr>
          <a:xfrm>
            <a:off x="2546529" y="764704"/>
            <a:ext cx="390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Write it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</a:t>
            </a:r>
            <a:endParaRPr lang="en-GB" sz="6000" dirty="0"/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GB" sz="6000" dirty="0"/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4</a:t>
            </a:r>
            <a:endParaRPr lang="en-GB" sz="6000" dirty="0"/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</a:t>
            </a:r>
            <a:endParaRPr lang="en-GB" sz="6000" dirty="0"/>
          </a:p>
        </p:txBody>
      </p:sp>
      <p:pic>
        <p:nvPicPr>
          <p:cNvPr id="1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1988840"/>
            <a:ext cx="2520280" cy="1512168"/>
          </a:xfrm>
          <a:prstGeom prst="rect">
            <a:avLst/>
          </a:prstGeom>
          <a:noFill/>
        </p:spPr>
      </p:pic>
      <p:pic>
        <p:nvPicPr>
          <p:cNvPr id="1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1988840"/>
            <a:ext cx="2416820" cy="1512168"/>
          </a:xfrm>
          <a:prstGeom prst="rect">
            <a:avLst/>
          </a:prstGeom>
          <a:noFill/>
        </p:spPr>
      </p:pic>
      <p:pic>
        <p:nvPicPr>
          <p:cNvPr id="1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933056"/>
            <a:ext cx="2416820" cy="1512168"/>
          </a:xfrm>
          <a:prstGeom prst="rect">
            <a:avLst/>
          </a:prstGeom>
          <a:noFill/>
        </p:spPr>
      </p:pic>
      <p:pic>
        <p:nvPicPr>
          <p:cNvPr id="1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3933056"/>
            <a:ext cx="2520280" cy="1512168"/>
          </a:xfrm>
          <a:prstGeom prst="rect">
            <a:avLst/>
          </a:prstGeom>
          <a:noFill/>
        </p:spPr>
      </p:pic>
      <p:pic>
        <p:nvPicPr>
          <p:cNvPr id="17410" name="Picture 2" descr="http://us.123rf.com/400wm/400/400/clairev/clairev0901/clairev090100058/4141964-writing-elephant-teacher-with-tablet--vector-illustrati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2204864"/>
            <a:ext cx="4044682" cy="296273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2555776" y="3068960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_____ _____ _____ _____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5949950"/>
            <a:ext cx="9144000" cy="9080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latinLnBrk="0"/>
            <a:endParaRPr kumimoji="0" lang="en-AU" altLang="ko-KR">
              <a:latin typeface="Arial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630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opardy Think Mus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22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5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2560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2560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994535" y="764704"/>
            <a:ext cx="5002530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en-US" sz="8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Show me!</a:t>
            </a:r>
            <a:endParaRPr lang="en-US" sz="8000" b="1"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 scaled="0"/>
              </a:gradFill>
              <a:ea typeface="굴림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1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2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4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6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3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pic>
        <p:nvPicPr>
          <p:cNvPr id="25609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1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3" name="Picture 2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476375" y="1989138"/>
            <a:ext cx="6281738" cy="36004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 rot="-444761">
            <a:off x="1873250" y="3130007"/>
            <a:ext cx="515461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/>
            <a:r>
              <a:rPr kumimoji="0" lang="en-GB" altLang="ko-KR" sz="4400" b="1" dirty="0">
                <a:latin typeface="Calibri" pitchFamily="34" charset="0"/>
              </a:rPr>
              <a:t>It has green circles.</a:t>
            </a:r>
          </a:p>
        </p:txBody>
      </p:sp>
    </p:spTree>
    <p:extLst>
      <p:ext uri="{BB962C8B-B14F-4D97-AF65-F5344CB8AC3E}">
        <p14:creationId xmlns:p14="http://schemas.microsoft.com/office/powerpoint/2010/main" val="291379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512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512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1588435" y="764704"/>
            <a:ext cx="581723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Go to sleep…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513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36209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614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614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1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61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7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665412" cy="16668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859338" y="3933825"/>
            <a:ext cx="2665412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3600" b="1" dirty="0">
                <a:solidFill>
                  <a:schemeClr val="tx1"/>
                </a:solidFill>
                <a:latin typeface="맑은 고딕"/>
                <a:ea typeface="맑은 고딕"/>
              </a:rPr>
              <a:t>watch</a:t>
            </a:r>
          </a:p>
        </p:txBody>
      </p:sp>
    </p:spTree>
    <p:extLst>
      <p:ext uri="{BB962C8B-B14F-4D97-AF65-F5344CB8AC3E}">
        <p14:creationId xmlns:p14="http://schemas.microsoft.com/office/powerpoint/2010/main" val="65870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409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410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-109565" y="764704"/>
            <a:ext cx="944200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Sleeping Elephants</a:t>
            </a:r>
            <a:endParaRPr kumimoji="0" lang="en-US" sz="8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410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1471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819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819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2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820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403350" y="3933825"/>
            <a:ext cx="2592388" cy="1511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400" b="1" dirty="0">
                <a:solidFill>
                  <a:schemeClr val="tx1"/>
                </a:solidFill>
              </a:rPr>
              <a:t>this?</a:t>
            </a:r>
            <a:endParaRPr kumimoji="0" lang="en-US" altLang="ko-KR" sz="4400" b="1" dirty="0">
              <a:solidFill>
                <a:schemeClr val="tx1"/>
              </a:solidFill>
            </a:endParaRPr>
          </a:p>
        </p:txBody>
      </p:sp>
      <p:pic>
        <p:nvPicPr>
          <p:cNvPr id="820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97318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921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922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922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663753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024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024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3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025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7900" y="2060575"/>
            <a:ext cx="2705100" cy="16922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787900" y="2060575"/>
            <a:ext cx="2663825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6600" b="1" dirty="0">
                <a:solidFill>
                  <a:schemeClr val="tx1"/>
                </a:solidFill>
              </a:rPr>
              <a:t>is</a:t>
            </a:r>
          </a:p>
        </p:txBody>
      </p:sp>
      <p:pic>
        <p:nvPicPr>
          <p:cNvPr id="1025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356074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126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126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127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05674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2291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2292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4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2298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1913" y="1974850"/>
            <a:ext cx="2663825" cy="159861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331912" y="1989138"/>
            <a:ext cx="2880047" cy="1584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400" b="1" dirty="0">
                <a:solidFill>
                  <a:schemeClr val="tx1"/>
                </a:solidFill>
              </a:rPr>
              <a:t>Whose</a:t>
            </a:r>
          </a:p>
        </p:txBody>
      </p:sp>
      <p:pic>
        <p:nvPicPr>
          <p:cNvPr id="1230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89259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331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331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332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75001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433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434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028422" y="764704"/>
            <a:ext cx="493725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Wake Up!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4346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3035081"/>
      </p:ext>
    </p:extLst>
  </p:cSld>
  <p:clrMapOvr>
    <a:masterClrMapping/>
  </p:clrMapOvr>
  <p:transition advClick="0" advTm="2000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7" name="Rectangle 3"/>
          <p:cNvSpPr/>
          <p:nvPr/>
        </p:nvSpPr>
        <p:spPr>
          <a:xfrm>
            <a:off x="2546529" y="764704"/>
            <a:ext cx="390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Write it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</a:t>
            </a:r>
            <a:endParaRPr lang="en-GB" sz="6000" dirty="0"/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GB" sz="6000" dirty="0"/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4</a:t>
            </a:r>
            <a:endParaRPr lang="en-GB" sz="6000" dirty="0"/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</a:t>
            </a:r>
            <a:endParaRPr lang="en-GB" sz="6000" dirty="0"/>
          </a:p>
        </p:txBody>
      </p:sp>
      <p:pic>
        <p:nvPicPr>
          <p:cNvPr id="1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1988840"/>
            <a:ext cx="2520280" cy="1512168"/>
          </a:xfrm>
          <a:prstGeom prst="rect">
            <a:avLst/>
          </a:prstGeom>
          <a:noFill/>
        </p:spPr>
      </p:pic>
      <p:pic>
        <p:nvPicPr>
          <p:cNvPr id="1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1988840"/>
            <a:ext cx="2416820" cy="1512168"/>
          </a:xfrm>
          <a:prstGeom prst="rect">
            <a:avLst/>
          </a:prstGeom>
          <a:noFill/>
        </p:spPr>
      </p:pic>
      <p:pic>
        <p:nvPicPr>
          <p:cNvPr id="1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933056"/>
            <a:ext cx="2416820" cy="1512168"/>
          </a:xfrm>
          <a:prstGeom prst="rect">
            <a:avLst/>
          </a:prstGeom>
          <a:noFill/>
        </p:spPr>
      </p:pic>
      <p:pic>
        <p:nvPicPr>
          <p:cNvPr id="1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3933056"/>
            <a:ext cx="2520280" cy="1512168"/>
          </a:xfrm>
          <a:prstGeom prst="rect">
            <a:avLst/>
          </a:prstGeom>
          <a:noFill/>
        </p:spPr>
      </p:pic>
      <p:pic>
        <p:nvPicPr>
          <p:cNvPr id="17410" name="Picture 2" descr="http://us.123rf.com/400wm/400/400/clairev/clairev0901/clairev090100058/4141964-writing-elephant-teacher-with-tablet--vector-illustrati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2204864"/>
            <a:ext cx="4044682" cy="296273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2555776" y="3068960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_____ _____ _____ _____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5949950"/>
            <a:ext cx="9144000" cy="9080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latinLnBrk="0"/>
            <a:endParaRPr kumimoji="0" lang="en-AU" altLang="ko-KR">
              <a:latin typeface="Arial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95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opardy Think Mus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22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5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2560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2560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994535" y="764704"/>
            <a:ext cx="5002530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en-US" sz="8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Show me!</a:t>
            </a:r>
            <a:endParaRPr lang="en-US" sz="8000" b="1"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 scaled="0"/>
              </a:gradFill>
              <a:ea typeface="굴림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1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2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4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3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pic>
        <p:nvPicPr>
          <p:cNvPr id="25609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1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3" name="Picture 2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476375" y="1989138"/>
            <a:ext cx="6281738" cy="36004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 rot="-444761">
            <a:off x="1939132" y="3248258"/>
            <a:ext cx="515461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/>
            <a:r>
              <a:rPr kumimoji="0" lang="en-GB" altLang="ko-KR" sz="4400" dirty="0">
                <a:latin typeface="Calibri" pitchFamily="34" charset="0"/>
              </a:rPr>
              <a:t>Whose watch is this?</a:t>
            </a:r>
          </a:p>
        </p:txBody>
      </p:sp>
    </p:spTree>
    <p:extLst>
      <p:ext uri="{BB962C8B-B14F-4D97-AF65-F5344CB8AC3E}">
        <p14:creationId xmlns:p14="http://schemas.microsoft.com/office/powerpoint/2010/main" val="160820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512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512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1588435" y="764704"/>
            <a:ext cx="581723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Go to sleep…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513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65210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614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614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1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61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3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6157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665412" cy="16668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859338" y="3933825"/>
            <a:ext cx="2665412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en-US" altLang="ko-KR" sz="4800" b="1" dirty="0">
                <a:solidFill>
                  <a:schemeClr val="tx1"/>
                </a:solidFill>
                <a:latin typeface="맑은 고딕"/>
                <a:ea typeface="맑은 고딕"/>
              </a:rPr>
              <a:t>star.</a:t>
            </a:r>
          </a:p>
        </p:txBody>
      </p:sp>
    </p:spTree>
    <p:extLst>
      <p:ext uri="{BB962C8B-B14F-4D97-AF65-F5344CB8AC3E}">
        <p14:creationId xmlns:p14="http://schemas.microsoft.com/office/powerpoint/2010/main" val="347207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409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410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-109565" y="764704"/>
            <a:ext cx="9442008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Sleeping Elephants</a:t>
            </a:r>
            <a:endParaRPr kumimoji="0" lang="en-US" sz="8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410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0689070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819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819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2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820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403350" y="3933825"/>
            <a:ext cx="2592388" cy="1511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4400" b="1" dirty="0">
                <a:solidFill>
                  <a:schemeClr val="tx1"/>
                </a:solidFill>
              </a:rPr>
              <a:t>It has</a:t>
            </a:r>
          </a:p>
        </p:txBody>
      </p:sp>
      <p:pic>
        <p:nvPicPr>
          <p:cNvPr id="820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820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68510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921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922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922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9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664932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024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0244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3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025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787900" y="2060575"/>
            <a:ext cx="2705100" cy="1692275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직사각형 15"/>
          <p:cNvSpPr/>
          <p:nvPr/>
        </p:nvSpPr>
        <p:spPr>
          <a:xfrm>
            <a:off x="4787900" y="2060575"/>
            <a:ext cx="2663825" cy="1655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6600" b="1" dirty="0">
                <a:solidFill>
                  <a:schemeClr val="tx1"/>
                </a:solidFill>
              </a:rPr>
              <a:t>yellow</a:t>
            </a:r>
          </a:p>
        </p:txBody>
      </p:sp>
      <p:pic>
        <p:nvPicPr>
          <p:cNvPr id="1025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025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624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1267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1268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127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6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7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503325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12291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12292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823085" y="764704"/>
            <a:ext cx="5335905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Elephant 4</a:t>
            </a:r>
            <a:endParaRPr kumimoji="0" lang="en-US" sz="8000" b="1"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 scaled="0"/>
              </a:gradFill>
              <a:latin typeface="+mn-lt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1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2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4</a:t>
            </a:r>
            <a:endParaRPr kumimoji="0" lang="en-GB" sz="600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</a:rPr>
              <a:t>3</a:t>
            </a:r>
            <a:endParaRPr kumimoji="0" lang="en-GB" sz="6000">
              <a:latin typeface="+mn-lt"/>
              <a:ea typeface="+mn-ea"/>
            </a:endParaRPr>
          </a:p>
        </p:txBody>
      </p:sp>
      <p:pic>
        <p:nvPicPr>
          <p:cNvPr id="12298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1913" y="1974850"/>
            <a:ext cx="2663825" cy="1598613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5" name="직사각형 14"/>
          <p:cNvSpPr/>
          <p:nvPr/>
        </p:nvSpPr>
        <p:spPr>
          <a:xfrm>
            <a:off x="1331912" y="1989138"/>
            <a:ext cx="2880047" cy="1584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400" b="1" dirty="0">
                <a:solidFill>
                  <a:schemeClr val="tx1"/>
                </a:solidFill>
              </a:rPr>
              <a:t>a</a:t>
            </a:r>
          </a:p>
        </p:txBody>
      </p:sp>
      <p:pic>
        <p:nvPicPr>
          <p:cNvPr id="12300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1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1230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 rotWithShape="1">
          <a:blip r:embed="rId4"/>
          <a:srcRect l="7560" t="23230" r="7390" b="23850"/>
          <a:stretch>
            <a:fillRect/>
          </a:stretch>
        </p:blipFill>
        <p:spPr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/>
          </a:ln>
        </p:spPr>
      </p:pic>
    </p:spTree>
    <p:extLst>
      <p:ext uri="{BB962C8B-B14F-4D97-AF65-F5344CB8AC3E}">
        <p14:creationId xmlns:p14="http://schemas.microsoft.com/office/powerpoint/2010/main" val="18121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3315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3316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395541" y="764704"/>
            <a:ext cx="820301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Sleeping Elephants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3322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3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1331913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4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2060575"/>
            <a:ext cx="26638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5" name="Picture 2" descr="http://rlv.zcache.com/cute_napping_sleeping_elephant_cartoon_speckcase-p176385956864446015z89os_400.jpg"/>
          <p:cNvPicPr>
            <a:picLocks noChangeAspect="1" noChangeArrowheads="1"/>
          </p:cNvPicPr>
          <p:nvPr/>
        </p:nvPicPr>
        <p:blipFill>
          <a:blip r:embed="rId3" cstate="print"/>
          <a:srcRect l="7561" t="23230" r="7391" b="23851"/>
          <a:stretch>
            <a:fillRect/>
          </a:stretch>
        </p:blipFill>
        <p:spPr bwMode="auto">
          <a:xfrm>
            <a:off x="4787900" y="3933825"/>
            <a:ext cx="266382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648591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endParaRPr lang="en-GB" altLang="ko-KR">
              <a:ea typeface="굴림" pitchFamily="50" charset="-127"/>
            </a:endParaRPr>
          </a:p>
        </p:txBody>
      </p:sp>
      <p:sp>
        <p:nvSpPr>
          <p:cNvPr id="14339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 altLang="ko-KR">
              <a:solidFill>
                <a:srgbClr val="898989"/>
              </a:solidFill>
              <a:ea typeface="굴림" pitchFamily="50" charset="-127"/>
            </a:endParaRPr>
          </a:p>
        </p:txBody>
      </p:sp>
      <p:pic>
        <p:nvPicPr>
          <p:cNvPr id="14340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/>
          <p:cNvSpPr/>
          <p:nvPr/>
        </p:nvSpPr>
        <p:spPr>
          <a:xfrm>
            <a:off x="2028422" y="764704"/>
            <a:ext cx="493725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Wake Up!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1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2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4</a:t>
            </a:r>
            <a:endParaRPr kumimoji="0" lang="en-GB" sz="6000" dirty="0">
              <a:latin typeface="+mn-lt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3</a:t>
            </a:r>
            <a:endParaRPr kumimoji="0" lang="en-GB" sz="6000" dirty="0">
              <a:latin typeface="+mn-lt"/>
              <a:ea typeface="+mn-ea"/>
            </a:endParaRPr>
          </a:p>
        </p:txBody>
      </p:sp>
      <p:pic>
        <p:nvPicPr>
          <p:cNvPr id="14346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2656360"/>
      </p:ext>
    </p:extLst>
  </p:cSld>
  <p:clrMapOvr>
    <a:masterClrMapping/>
  </p:clrMapOvr>
  <p:transition advClick="0" advTm="2000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7" name="Rectangle 3"/>
          <p:cNvSpPr/>
          <p:nvPr/>
        </p:nvSpPr>
        <p:spPr>
          <a:xfrm>
            <a:off x="2546529" y="764704"/>
            <a:ext cx="390106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rPr>
              <a:t>Write it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</a:t>
            </a:r>
            <a:endParaRPr lang="en-GB" sz="6000" dirty="0"/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2</a:t>
            </a:r>
            <a:endParaRPr lang="en-GB" sz="6000" dirty="0"/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4</a:t>
            </a:r>
            <a:endParaRPr lang="en-GB" sz="6000" dirty="0"/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574196" cy="1015663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</a:t>
            </a:r>
            <a:endParaRPr lang="en-GB" sz="6000" dirty="0"/>
          </a:p>
        </p:txBody>
      </p:sp>
      <p:pic>
        <p:nvPicPr>
          <p:cNvPr id="15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1988840"/>
            <a:ext cx="2520280" cy="1512168"/>
          </a:xfrm>
          <a:prstGeom prst="rect">
            <a:avLst/>
          </a:prstGeom>
          <a:noFill/>
        </p:spPr>
      </p:pic>
      <p:pic>
        <p:nvPicPr>
          <p:cNvPr id="17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1988840"/>
            <a:ext cx="2416820" cy="1512168"/>
          </a:xfrm>
          <a:prstGeom prst="rect">
            <a:avLst/>
          </a:prstGeom>
          <a:noFill/>
        </p:spPr>
      </p:pic>
      <p:pic>
        <p:nvPicPr>
          <p:cNvPr id="18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3933056"/>
            <a:ext cx="2416820" cy="1512168"/>
          </a:xfrm>
          <a:prstGeom prst="rect">
            <a:avLst/>
          </a:prstGeom>
          <a:noFill/>
        </p:spPr>
      </p:pic>
      <p:pic>
        <p:nvPicPr>
          <p:cNvPr id="19" name="Picture 2" descr="http://www.arthursclipart.org/justforkids/animals/elephant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403648" y="3933056"/>
            <a:ext cx="2520280" cy="1512168"/>
          </a:xfrm>
          <a:prstGeom prst="rect">
            <a:avLst/>
          </a:prstGeom>
          <a:noFill/>
        </p:spPr>
      </p:pic>
      <p:pic>
        <p:nvPicPr>
          <p:cNvPr id="17410" name="Picture 2" descr="http://us.123rf.com/400wm/400/400/clairev/clairev0901/clairev090100058/4141964-writing-elephant-teacher-with-tablet--vector-illustrati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2204864"/>
            <a:ext cx="4044682" cy="296273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2555776" y="3068960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_____ _____ _____ _____ _____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5949950"/>
            <a:ext cx="9144000" cy="9080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latinLnBrk="0"/>
            <a:endParaRPr kumimoji="0" lang="en-AU" altLang="ko-KR">
              <a:latin typeface="Arial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912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opardy Think Musi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22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5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ea typeface="굴림"/>
            </a:endParaRPr>
          </a:p>
        </p:txBody>
      </p:sp>
      <p:sp>
        <p:nvSpPr>
          <p:cNvPr id="2560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>
              <a:solidFill>
                <a:srgbClr val="898989"/>
              </a:solidFill>
              <a:ea typeface="굴림"/>
            </a:endParaRPr>
          </a:p>
        </p:txBody>
      </p:sp>
      <p:pic>
        <p:nvPicPr>
          <p:cNvPr id="25603" name="Picture 3" descr="C:\Documents and Settings\user\My Documents\Dropbox\School\SOPHIE - School\Year 1\PPT backgrounds\rainbow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7" name="Rectangle 3"/>
          <p:cNvSpPr/>
          <p:nvPr/>
        </p:nvSpPr>
        <p:spPr>
          <a:xfrm>
            <a:off x="1994535" y="764704"/>
            <a:ext cx="5002530" cy="130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en-US" sz="8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Show me!</a:t>
            </a:r>
            <a:endParaRPr lang="en-US" sz="8000" b="1">
              <a:gradFill>
                <a:gsLst>
                  <a:gs pos="0">
                    <a:srgbClr val="4F81BD">
                      <a:tint val="40000"/>
                      <a:satMod val="250000"/>
                    </a:srgbClr>
                  </a:gs>
                  <a:gs pos="9000">
                    <a:srgbClr val="4F81BD">
                      <a:tint val="52000"/>
                      <a:satMod val="300000"/>
                    </a:srgbClr>
                  </a:gs>
                  <a:gs pos="50000">
                    <a:srgbClr val="4F81BD">
                      <a:shade val="20000"/>
                      <a:satMod val="300000"/>
                    </a:srgbClr>
                  </a:gs>
                  <a:gs pos="79000">
                    <a:srgbClr val="4F81BD">
                      <a:tint val="52000"/>
                      <a:satMod val="300000"/>
                    </a:srgbClr>
                  </a:gs>
                  <a:gs pos="100000">
                    <a:srgbClr val="4F81BD">
                      <a:tint val="40000"/>
                      <a:satMod val="250000"/>
                    </a:srgbClr>
                  </a:gs>
                </a:gsLst>
                <a:lin ang="5400000" scaled="0"/>
              </a:gradFill>
              <a:ea typeface="굴림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668344" y="4293096"/>
            <a:ext cx="624121" cy="100089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1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3568" y="4077072"/>
            <a:ext cx="627072" cy="997848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2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2132856"/>
            <a:ext cx="622880" cy="99896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4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812360" y="2204864"/>
            <a:ext cx="622980" cy="100315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latinLnBrk="0">
              <a:defRPr/>
            </a:pPr>
            <a:r>
              <a:rPr lang="en-US" sz="6000" b="1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 scaled="0"/>
                </a:gradFill>
                <a:ea typeface="굴림"/>
              </a:rPr>
              <a:t>3</a:t>
            </a:r>
            <a:endParaRPr lang="en-GB" sz="6000">
              <a:solidFill>
                <a:prstClr val="black"/>
              </a:solidFill>
              <a:ea typeface="굴림"/>
            </a:endParaRPr>
          </a:p>
        </p:txBody>
      </p:sp>
      <p:pic>
        <p:nvPicPr>
          <p:cNvPr id="25609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1989138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0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1989138"/>
            <a:ext cx="2417762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1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9338" y="3933825"/>
            <a:ext cx="2417762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2" name="Picture 2" descr="http://www.arthursclipart.org/justforkids/animals/elephant.gif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3350" y="3933825"/>
            <a:ext cx="2520950" cy="1511300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25613" name="Picture 2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476375" y="1989138"/>
            <a:ext cx="6281738" cy="36004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 rot="-444761">
            <a:off x="1939132" y="3248258"/>
            <a:ext cx="515461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/>
            <a:r>
              <a:rPr kumimoji="0" lang="en-GB" altLang="ko-KR" sz="4400" dirty="0">
                <a:latin typeface="Calibri" pitchFamily="34" charset="0"/>
              </a:rPr>
              <a:t>It has a yellow star.</a:t>
            </a:r>
          </a:p>
        </p:txBody>
      </p:sp>
    </p:spTree>
    <p:extLst>
      <p:ext uri="{BB962C8B-B14F-4D97-AF65-F5344CB8AC3E}">
        <p14:creationId xmlns:p14="http://schemas.microsoft.com/office/powerpoint/2010/main" val="1828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776</Words>
  <Application>Microsoft Macintosh PowerPoint</Application>
  <PresentationFormat>화면 슬라이드 쇼(4:3)</PresentationFormat>
  <Paragraphs>546</Paragraphs>
  <Slides>99</Slides>
  <Notes>0</Notes>
  <HiddenSlides>12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99</vt:i4>
      </vt:variant>
    </vt:vector>
  </HeadingPairs>
  <TitlesOfParts>
    <vt:vector size="106" baseType="lpstr">
      <vt:lpstr>1훈정글북 R</vt:lpstr>
      <vt:lpstr>굴림</vt:lpstr>
      <vt:lpstr>맑은 고딕</vt:lpstr>
      <vt:lpstr>Agency FB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MyCompany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 x 3</dc:title>
  <dc:creator>Customer</dc:creator>
  <cp:lastModifiedBy>Jeeyoung Jeon</cp:lastModifiedBy>
  <cp:revision>66</cp:revision>
  <dcterms:created xsi:type="dcterms:W3CDTF">2014-05-12T04:07:02Z</dcterms:created>
  <dcterms:modified xsi:type="dcterms:W3CDTF">2026-05-20T02:04:21Z</dcterms:modified>
  <cp:version>0906.0100.01</cp:version>
</cp:coreProperties>
</file>