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71" r:id="rId2"/>
    <p:sldId id="339" r:id="rId3"/>
    <p:sldId id="373" r:id="rId4"/>
    <p:sldId id="341" r:id="rId5"/>
    <p:sldId id="342" r:id="rId6"/>
    <p:sldId id="343" r:id="rId7"/>
    <p:sldId id="344" r:id="rId8"/>
    <p:sldId id="374" r:id="rId9"/>
    <p:sldId id="383" r:id="rId10"/>
    <p:sldId id="384" r:id="rId11"/>
    <p:sldId id="385" r:id="rId12"/>
    <p:sldId id="386" r:id="rId13"/>
    <p:sldId id="375" r:id="rId14"/>
    <p:sldId id="387" r:id="rId15"/>
    <p:sldId id="388" r:id="rId16"/>
    <p:sldId id="389" r:id="rId17"/>
    <p:sldId id="390" r:id="rId18"/>
    <p:sldId id="382" r:id="rId19"/>
  </p:sldIdLst>
  <p:sldSz cx="18288000" cy="10287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3239">
          <p15:clr>
            <a:srgbClr val="A4A3A4"/>
          </p15:clr>
        </p15:guide>
        <p15:guide id="2" pos="5759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  <p:ext uri="ACF4677E-8BD2-47ae-8A1F-98590045965D">
      <hp:hncThemeShow xmlns:hp="http://schemas.haansoft.com/office/presentation/8.0" xmlns:dsp="http://schemas.microsoft.com/office/drawing/2008/diagram" xmlns:dgm="http://schemas.openxmlformats.org/drawingml/2006/diagram" xmlns:c="http://schemas.openxmlformats.org/drawingml/2006/chart" xmlns="" themeShowType="1" themeSkinType="1" themeTransitionType="1" useThemeTransition="1" byMouseClick="1" attrType="1" dur="200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993" autoAdjust="0"/>
    <p:restoredTop sz="74966" autoAdjust="0"/>
  </p:normalViewPr>
  <p:slideViewPr>
    <p:cSldViewPr>
      <p:cViewPr varScale="1">
        <p:scale>
          <a:sx n="63" d="100"/>
          <a:sy n="63" d="100"/>
        </p:scale>
        <p:origin x="1224" y="176"/>
      </p:cViewPr>
      <p:guideLst>
        <p:guide orient="horz" pos="3239"/>
        <p:guide pos="575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20" d="100"/>
        <a:sy n="2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/>
          <a:lstStyle>
            <a:lvl1pPr algn="r">
              <a:defRPr sz="1200"/>
            </a:lvl1pPr>
          </a:lstStyle>
          <a:p>
            <a:pPr lvl="0">
              <a:defRPr/>
            </a:pPr>
            <a:fld id="{E2B2BC9D-A816-4D0A-858B-1D023B3A8ACA}" type="datetime1">
              <a:rPr lang="ko-KR" altLang="en-US"/>
              <a:pPr lvl="0">
                <a:defRPr/>
              </a:pPr>
              <a:t>2026. 5. 27.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anchor="ctr"/>
          <a:lstStyle/>
          <a:p>
            <a:pPr lvl="0">
              <a:defRPr/>
            </a:pPr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>
            <a:noAutofit/>
          </a:bodyPr>
          <a:lstStyle/>
          <a:p>
            <a:pPr lvl="0">
              <a:defRPr/>
            </a:pPr>
            <a:r>
              <a:rPr lang="ko-KR" altLang="en-US"/>
              <a:t>마스터 텍스트 스타일을 편집합니다</a:t>
            </a:r>
          </a:p>
          <a:p>
            <a:pPr lvl="1">
              <a:defRPr/>
            </a:pPr>
            <a:r>
              <a:rPr lang="ko-KR" altLang="en-US"/>
              <a:t>둘째 수준</a:t>
            </a:r>
          </a:p>
          <a:p>
            <a:pPr lvl="2">
              <a:defRPr/>
            </a:pPr>
            <a:r>
              <a:rPr lang="ko-KR" altLang="en-US"/>
              <a:t>셋째 수준</a:t>
            </a:r>
          </a:p>
          <a:p>
            <a:pPr lvl="3">
              <a:defRPr/>
            </a:pPr>
            <a:r>
              <a:rPr lang="ko-KR" altLang="en-US"/>
              <a:t>넷째 수준</a:t>
            </a:r>
          </a:p>
          <a:p>
            <a:pPr lvl="4">
              <a:defRPr/>
            </a:pPr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l">
              <a:defRPr sz="1200"/>
            </a:lvl1pPr>
          </a:lstStyle>
          <a:p>
            <a:pPr lvl="0">
              <a:defRPr/>
            </a:pPr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anchor="b"/>
          <a:lstStyle>
            <a:lvl1pPr algn="r">
              <a:defRPr sz="1200"/>
            </a:lvl1pPr>
          </a:lstStyle>
          <a:p>
            <a:pPr lvl="0">
              <a:defRPr/>
            </a:pPr>
            <a:fld id="{09F4262C-968C-4EE9-8164-CE16364706B3}" type="slidenum">
              <a:rPr lang="ko-KR" altLang="en-US"/>
              <a:pPr lvl="0">
                <a:defRPr/>
              </a:pPr>
              <a:t>‹#›</a:t>
            </a:fld>
            <a:endParaRPr lang="ko-KR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j-lt"/>
        <a:ea typeface="+mj-ea"/>
        <a:cs typeface="+mj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endParaRPr lang="ko-KR" altLang="en-US" dirty="0"/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</a:t>
            </a:fld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075695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 dirty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47869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621128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 dirty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275986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7757243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277691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197032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580098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 dirty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53950153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1001439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FontTx/>
              <a:buNone/>
              <a:defRPr/>
            </a:pPr>
            <a:r>
              <a:rPr lang="en-US" b="0"/>
              <a:t>This is just a template. Duplicate this slide as many times as you need for your material.</a:t>
            </a:r>
          </a:p>
          <a:p>
            <a:pPr lvl="0">
              <a:defRPr/>
            </a:pPr>
            <a:endParaRPr lang="en-GB" b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lvl="0">
              <a:defRPr/>
            </a:pPr>
            <a:fld id="{954BAA79-09A2-445F-BE70-F68C2068A816}" type="slidenum">
              <a:rPr lang="en-US"/>
              <a:pPr lvl="0">
                <a:defRPr/>
              </a:pPr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445670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3"/>
          <p:cNvSpPr>
            <a:spLocks noGrp="1" noRot="1" noChangeAspect="1" noTextEdit="1"/>
          </p:cNvSpPr>
          <p:nvPr>
            <p:ph type="sldImg" idx="2"/>
          </p:nvPr>
        </p:nvSpPr>
        <p:spPr/>
        <p:txBody>
          <a:bodyPr/>
          <a:lstStyle/>
          <a:p>
            <a:pPr lvl="0">
              <a:defRPr/>
            </a:pPr>
            <a:endParaRPr lang="en-US" altLang="ko-KR"/>
          </a:p>
        </p:txBody>
      </p:sp>
      <p:sp>
        <p:nvSpPr>
          <p:cNvPr id="3" name="슬라이드 노트 개체 틀 4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pPr lvl="0">
              <a:defRPr/>
            </a:pPr>
            <a:r>
              <a:rPr lang="en-US" altLang="ko-KR"/>
              <a:t>20</a:t>
            </a:r>
            <a:r>
              <a:rPr lang="ko-KR" altLang="en-US"/>
              <a:t>명 수업이면 </a:t>
            </a:r>
            <a:r>
              <a:rPr lang="en-US" altLang="ko-KR"/>
              <a:t>3</a:t>
            </a:r>
            <a:r>
              <a:rPr lang="ko-KR" altLang="en-US"/>
              <a:t>명씩 </a:t>
            </a:r>
            <a:r>
              <a:rPr lang="en-US" altLang="ko-KR"/>
              <a:t>6</a:t>
            </a:r>
            <a:r>
              <a:rPr lang="ko-KR" altLang="en-US"/>
              <a:t>개 캐릭터 해서 </a:t>
            </a:r>
            <a:r>
              <a:rPr lang="en-US" altLang="ko-KR"/>
              <a:t>2</a:t>
            </a:r>
            <a:r>
              <a:rPr lang="ko-KR" altLang="en-US"/>
              <a:t>명 스파이</a:t>
            </a:r>
          </a:p>
          <a:p>
            <a:pPr lvl="0">
              <a:defRPr/>
            </a:pPr>
            <a:r>
              <a:rPr lang="en-US" altLang="ko-KR"/>
              <a:t>19</a:t>
            </a:r>
            <a:r>
              <a:rPr lang="ko-KR" altLang="en-US"/>
              <a:t>명 수업이면 </a:t>
            </a:r>
            <a:r>
              <a:rPr lang="en-US" altLang="ko-KR"/>
              <a:t>3</a:t>
            </a:r>
            <a:r>
              <a:rPr lang="ko-KR" altLang="en-US"/>
              <a:t>명씩 </a:t>
            </a:r>
            <a:r>
              <a:rPr lang="en-US" altLang="ko-KR"/>
              <a:t>5</a:t>
            </a:r>
            <a:r>
              <a:rPr lang="ko-KR" altLang="en-US"/>
              <a:t>개 캐릭터 해서 스파이 </a:t>
            </a:r>
            <a:r>
              <a:rPr lang="en-US" altLang="ko-KR"/>
              <a:t>4</a:t>
            </a:r>
            <a:r>
              <a:rPr lang="ko-KR" altLang="en-US"/>
              <a:t>명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ko-KR" altLang="en-US"/>
              <a:t>해보니까 스파이가 많아도 재밌고 적어도 재밌어요 애들은 그냥 신남</a:t>
            </a:r>
          </a:p>
          <a:p>
            <a:pPr lvl="0">
              <a:defRPr/>
            </a:pPr>
            <a:endParaRPr lang="ko-KR" altLang="en-US"/>
          </a:p>
          <a:p>
            <a:pPr lvl="0">
              <a:defRPr/>
            </a:pPr>
            <a:r>
              <a:rPr lang="en-US" altLang="ko-KR"/>
              <a:t>https://youtu.be/KEWvo0uGy-o?si=09TOPtJIZHvN2-BY </a:t>
            </a:r>
            <a:r>
              <a:rPr lang="ko-KR" altLang="en-US"/>
              <a:t>놀이 배경음악 </a:t>
            </a:r>
          </a:p>
        </p:txBody>
      </p:sp>
      <p:sp>
        <p:nvSpPr>
          <p:cNvPr id="4" name="슬라이드 번호 개체 틀 6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lvl="0">
              <a:defRPr/>
            </a:pPr>
            <a:fld id="{09F4262C-968C-4EE9-8164-CE16364706B3}" type="slidenum">
              <a:rPr lang="en-US" altLang="en-US"/>
              <a:pPr lvl="0">
                <a:defRPr/>
              </a:pPr>
              <a:t>18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154824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5/27/26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11.jpeg"/><Relationship Id="rId7" Type="http://schemas.openxmlformats.org/officeDocument/2006/relationships/image" Target="../media/image10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9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34400" y="3673073"/>
            <a:ext cx="10650277" cy="8404037"/>
          </a:xfrm>
          <a:custGeom>
            <a:avLst/>
            <a:gdLst/>
            <a:ahLst/>
            <a:cxnLst/>
            <a:rect l="l" t="t" r="r" b="b"/>
            <a:pathLst>
              <a:path w="10650277" h="8404037">
                <a:moveTo>
                  <a:pt x="0" y="0"/>
                </a:moveTo>
                <a:lnTo>
                  <a:pt x="10650277" y="0"/>
                </a:lnTo>
                <a:lnTo>
                  <a:pt x="10650277" y="8404037"/>
                </a:lnTo>
                <a:lnTo>
                  <a:pt x="0" y="8404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460244" y="1792185"/>
            <a:ext cx="15900912" cy="6082907"/>
            <a:chOff x="0" y="0"/>
            <a:chExt cx="1783641" cy="682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3641" cy="682333"/>
            </a:xfrm>
            <a:custGeom>
              <a:avLst/>
              <a:gdLst/>
              <a:ahLst/>
              <a:cxnLst/>
              <a:rect l="l" t="t" r="r" b="b"/>
              <a:pathLst>
                <a:path w="1783641" h="682333">
                  <a:moveTo>
                    <a:pt x="28726" y="0"/>
                  </a:moveTo>
                  <a:lnTo>
                    <a:pt x="1754914" y="0"/>
                  </a:lnTo>
                  <a:cubicBezTo>
                    <a:pt x="1762533" y="0"/>
                    <a:pt x="1769840" y="3027"/>
                    <a:pt x="1775227" y="8414"/>
                  </a:cubicBezTo>
                  <a:cubicBezTo>
                    <a:pt x="1780614" y="13801"/>
                    <a:pt x="1783641" y="21108"/>
                    <a:pt x="1783641" y="28726"/>
                  </a:cubicBezTo>
                  <a:lnTo>
                    <a:pt x="1783641" y="653607"/>
                  </a:lnTo>
                  <a:cubicBezTo>
                    <a:pt x="1783641" y="661226"/>
                    <a:pt x="1780614" y="668532"/>
                    <a:pt x="1775227" y="673919"/>
                  </a:cubicBezTo>
                  <a:cubicBezTo>
                    <a:pt x="1769840" y="679307"/>
                    <a:pt x="1762533" y="682333"/>
                    <a:pt x="1754914" y="682333"/>
                  </a:cubicBezTo>
                  <a:lnTo>
                    <a:pt x="28726" y="682333"/>
                  </a:lnTo>
                  <a:cubicBezTo>
                    <a:pt x="21108" y="682333"/>
                    <a:pt x="13801" y="679307"/>
                    <a:pt x="8414" y="673919"/>
                  </a:cubicBezTo>
                  <a:cubicBezTo>
                    <a:pt x="3027" y="668532"/>
                    <a:pt x="0" y="661226"/>
                    <a:pt x="0" y="653607"/>
                  </a:cubicBezTo>
                  <a:lnTo>
                    <a:pt x="0" y="28726"/>
                  </a:lnTo>
                  <a:cubicBezTo>
                    <a:pt x="0" y="21108"/>
                    <a:pt x="3027" y="13801"/>
                    <a:pt x="8414" y="8414"/>
                  </a:cubicBezTo>
                  <a:cubicBezTo>
                    <a:pt x="13801" y="3027"/>
                    <a:pt x="21108" y="0"/>
                    <a:pt x="28726" y="0"/>
                  </a:cubicBezTo>
                  <a:close/>
                </a:path>
              </a:pathLst>
            </a:custGeom>
            <a:solidFill>
              <a:srgbClr val="FFEBC3"/>
            </a:solidFill>
          </p:spPr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83641" cy="710908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1679"/>
                </a:lnSpc>
                <a:defRPr/>
              </a:pPr>
              <a:endParaRPr lang="ko-KR" altLang="en-US"/>
            </a:p>
          </p:txBody>
        </p:sp>
      </p:grpSp>
      <p:sp>
        <p:nvSpPr>
          <p:cNvPr id="12" name="Freeform 12"/>
          <p:cNvSpPr/>
          <p:nvPr/>
        </p:nvSpPr>
        <p:spPr>
          <a:xfrm rot="1345423">
            <a:off x="13505952" y="4810993"/>
            <a:ext cx="3636452" cy="3610005"/>
          </a:xfrm>
          <a:custGeom>
            <a:avLst/>
            <a:gdLst/>
            <a:ahLst/>
            <a:cxnLst/>
            <a:rect l="l" t="t" r="r" b="b"/>
            <a:pathLst>
              <a:path w="3636452" h="3610005">
                <a:moveTo>
                  <a:pt x="0" y="0"/>
                </a:moveTo>
                <a:lnTo>
                  <a:pt x="3636452" y="0"/>
                </a:lnTo>
                <a:lnTo>
                  <a:pt x="3636452" y="3610005"/>
                </a:lnTo>
                <a:lnTo>
                  <a:pt x="0" y="3610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1717502" y="3423216"/>
            <a:ext cx="15621000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3900" b="0" i="0" u="none" strike="noStrike" kern="1200" cap="none" spc="0" normalizeH="0" baseline="0" dirty="0">
                <a:solidFill>
                  <a:srgbClr val="000000"/>
                </a:solidFill>
                <a:latin typeface="Impact" panose="020B0806030902050204" pitchFamily="34" charset="0"/>
                <a:ea typeface="온글잎 데몽 고딕"/>
              </a:rPr>
              <a:t>Action Reading Game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그룹 3"/>
          <p:cNvGrpSpPr/>
          <p:nvPr/>
        </p:nvGrpSpPr>
        <p:grpSpPr>
          <a:xfrm>
            <a:off x="683473" y="5911818"/>
            <a:ext cx="2908993" cy="2908993"/>
            <a:chOff x="2953170" y="381000"/>
            <a:chExt cx="1620024" cy="1620024"/>
          </a:xfrm>
        </p:grpSpPr>
        <p:sp>
          <p:nvSpPr>
            <p:cNvPr id="5" name="타원 4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6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7" name="그룹 6"/>
          <p:cNvGrpSpPr/>
          <p:nvPr/>
        </p:nvGrpSpPr>
        <p:grpSpPr>
          <a:xfrm>
            <a:off x="11136040" y="5952189"/>
            <a:ext cx="2908993" cy="2908993"/>
            <a:chOff x="8842536" y="381000"/>
            <a:chExt cx="1620024" cy="1620024"/>
          </a:xfrm>
        </p:grpSpPr>
        <p:sp>
          <p:nvSpPr>
            <p:cNvPr id="8" name="타원 7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9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10" name="그룹 9"/>
          <p:cNvGrpSpPr/>
          <p:nvPr/>
        </p:nvGrpSpPr>
        <p:grpSpPr>
          <a:xfrm>
            <a:off x="4191325" y="5952189"/>
            <a:ext cx="2908993" cy="2908993"/>
            <a:chOff x="4858170" y="381000"/>
            <a:chExt cx="1620024" cy="1620024"/>
          </a:xfrm>
        </p:grpSpPr>
        <p:sp>
          <p:nvSpPr>
            <p:cNvPr id="11" name="타원 10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12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13" name="그룹 12"/>
          <p:cNvGrpSpPr/>
          <p:nvPr/>
        </p:nvGrpSpPr>
        <p:grpSpPr>
          <a:xfrm>
            <a:off x="14608395" y="5952189"/>
            <a:ext cx="2908993" cy="2908993"/>
            <a:chOff x="10571976" y="381000"/>
            <a:chExt cx="1620024" cy="1620024"/>
          </a:xfrm>
        </p:grpSpPr>
        <p:sp>
          <p:nvSpPr>
            <p:cNvPr id="14" name="타원 13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15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16" name="그룹 15"/>
          <p:cNvGrpSpPr/>
          <p:nvPr/>
        </p:nvGrpSpPr>
        <p:grpSpPr>
          <a:xfrm>
            <a:off x="7663683" y="5952189"/>
            <a:ext cx="2908993" cy="2908993"/>
            <a:chOff x="6927711" y="381000"/>
            <a:chExt cx="1620024" cy="1620024"/>
          </a:xfrm>
        </p:grpSpPr>
        <p:sp>
          <p:nvSpPr>
            <p:cNvPr id="17" name="타원 16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18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19" name="TextBox 18"/>
          <p:cNvSpPr txBox="1"/>
          <p:nvPr/>
        </p:nvSpPr>
        <p:spPr>
          <a:xfrm>
            <a:off x="235545" y="4074980"/>
            <a:ext cx="3965808" cy="14571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9000" i="1" spc="300">
                <a:solidFill>
                  <a:schemeClr val="accent1">
                    <a:lumMod val="75000"/>
                  </a:schemeClr>
                </a:solidFill>
                <a:effectLst/>
                <a:latin typeface="Impact"/>
              </a:rPr>
              <a:t>CLAP</a:t>
            </a:r>
            <a:endParaRPr lang="en-GB" sz="9000" i="1" spc="300">
              <a:solidFill>
                <a:schemeClr val="accent1">
                  <a:lumMod val="75000"/>
                </a:schemeClr>
              </a:solidFill>
              <a:effectLst/>
              <a:latin typeface="Impact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3662917" y="4074980"/>
            <a:ext cx="3965808" cy="14571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9000" i="1" spc="300">
                <a:solidFill>
                  <a:schemeClr val="accent2">
                    <a:lumMod val="75000"/>
                  </a:schemeClr>
                </a:solidFill>
                <a:effectLst/>
                <a:latin typeface="Impact"/>
              </a:rPr>
              <a:t>SHOUT</a:t>
            </a:r>
            <a:endParaRPr lang="en-GB" sz="9000" i="1" spc="300">
              <a:solidFill>
                <a:schemeClr val="accent2">
                  <a:lumMod val="75000"/>
                </a:schemeClr>
              </a:solidFill>
              <a:effectLst/>
              <a:latin typeface="Impact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135275" y="4074980"/>
            <a:ext cx="3965808" cy="14571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9000" i="1" spc="300">
                <a:solidFill>
                  <a:schemeClr val="accent4">
                    <a:lumMod val="75000"/>
                  </a:schemeClr>
                </a:solidFill>
                <a:effectLst/>
                <a:latin typeface="Impact"/>
              </a:rPr>
              <a:t>JUMP</a:t>
            </a:r>
            <a:endParaRPr lang="en-GB" sz="9000" i="1" spc="300">
              <a:solidFill>
                <a:schemeClr val="accent4">
                  <a:lumMod val="75000"/>
                </a:schemeClr>
              </a:solidFill>
              <a:effectLst/>
              <a:latin typeface="Impact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10607632" y="4074980"/>
            <a:ext cx="3965808" cy="14571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9000" i="1" spc="300">
                <a:solidFill>
                  <a:schemeClr val="accent3">
                    <a:lumMod val="75000"/>
                  </a:schemeClr>
                </a:solidFill>
                <a:effectLst/>
                <a:latin typeface="Impact"/>
              </a:rPr>
              <a:t>SQUAT</a:t>
            </a:r>
            <a:endParaRPr lang="en-GB" sz="9000" i="1" spc="300">
              <a:solidFill>
                <a:schemeClr val="accent3">
                  <a:lumMod val="75000"/>
                </a:schemeClr>
              </a:solidFill>
              <a:effectLst/>
              <a:latin typeface="Impact"/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4102480" y="4074980"/>
            <a:ext cx="3965808" cy="1457140"/>
          </a:xfrm>
          <a:prstGeom prst="rect">
            <a:avLst/>
          </a:prstGeom>
          <a:noFill/>
          <a:effectLst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9000" i="1" spc="300">
                <a:solidFill>
                  <a:schemeClr val="accent6">
                    <a:lumMod val="75000"/>
                  </a:schemeClr>
                </a:solidFill>
                <a:effectLst/>
                <a:latin typeface="Impact"/>
              </a:rPr>
              <a:t>SPIN</a:t>
            </a:r>
            <a:endParaRPr lang="en-GB" sz="9000" i="1" spc="300">
              <a:solidFill>
                <a:schemeClr val="accent6">
                  <a:lumMod val="75000"/>
                </a:schemeClr>
              </a:solidFill>
              <a:effectLst/>
              <a:latin typeface="Impact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2329738" y="657055"/>
            <a:ext cx="13589517" cy="183659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11500" i="1" spc="300">
                <a:solidFill>
                  <a:schemeClr val="tx1">
                    <a:lumMod val="85000"/>
                    <a:lumOff val="15000"/>
                  </a:schemeClr>
                </a:solidFill>
                <a:effectLst>
                  <a:glow rad="139700">
                    <a:schemeClr val="tx1">
                      <a:lumMod val="50000"/>
                      <a:lumOff val="50000"/>
                      <a:alpha val="40000"/>
                    </a:schemeClr>
                  </a:glow>
                </a:effectLst>
                <a:latin typeface="Impact"/>
              </a:rPr>
              <a:t>ACTIONS</a:t>
            </a:r>
            <a:endParaRPr lang="en-GB" sz="11500" i="1" spc="300">
              <a:solidFill>
                <a:schemeClr val="tx1">
                  <a:lumMod val="85000"/>
                  <a:lumOff val="15000"/>
                </a:schemeClr>
              </a:solidFill>
              <a:effectLst>
                <a:glow rad="139700">
                  <a:schemeClr val="tx1">
                    <a:lumMod val="50000"/>
                    <a:lumOff val="50000"/>
                    <a:alpha val="40000"/>
                  </a:schemeClr>
                </a:glow>
              </a:effectLst>
              <a:latin typeface="Impac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000"/>
                            </p:stCondLst>
                            <p:childTnLst>
                              <p:par>
                                <p:cTn id="17" presetID="42" presetClass="entr" presetSubtype="0" fill="hold" grpId="1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00"/>
                            </p:stCondLst>
                            <p:childTnLst>
                              <p:par>
                                <p:cTn id="30" presetID="42" presetClass="entr" presetSubtype="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1000"/>
                            </p:stCondLst>
                            <p:childTnLst>
                              <p:par>
                                <p:cTn id="43" presetID="42" presetClass="entr" presetSubtype="0" fill="hold" grpId="3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1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1000"/>
                            </p:stCondLst>
                            <p:childTnLst>
                              <p:par>
                                <p:cTn id="56" presetID="42" presetClass="entr" presetSubtype="0" fill="hold" grpId="4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10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2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66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1000"/>
                            </p:stCondLst>
                            <p:childTnLst>
                              <p:par>
                                <p:cTn id="69" presetID="42" presetClass="entr" presetSubtype="0" fill="hold" grpId="5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10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1"/>
      <p:bldP spid="20" grpId="2"/>
      <p:bldP spid="21" grpId="3"/>
      <p:bldP spid="22" grpId="4"/>
      <p:bldP spid="23" grpId="5"/>
      <p:bldP spid="24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79306" y="3962220"/>
            <a:ext cx="15908694" cy="24006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Level</a:t>
            </a:r>
            <a:r>
              <a:rPr lang="ko-KR" altLang="en-US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 </a:t>
            </a: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1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3866733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000" y="1474530"/>
            <a:ext cx="14935200" cy="7478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My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name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Maya. I'm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playing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a game.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find my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umbrella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yellow. It has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green circles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you help me?</a:t>
            </a:r>
          </a:p>
          <a:p>
            <a:pPr lvl="0">
              <a:defRPr/>
            </a:pP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Sure</a:t>
            </a:r>
            <a:r>
              <a:rPr lang="en-US" altLang="ko-KR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  <a:endParaRPr lang="en-US" sz="80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4706600" y="9112564"/>
            <a:ext cx="3429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012360"/>
            <a:ext cx="13497158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Whose umbrella is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this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yellow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green circles.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Julia's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Julia,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here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your umbrella.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you.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449116"/>
            <a:ext cx="15544800" cy="50167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find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my glove.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brown. It has a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white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star.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you help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Sorry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I can't.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4469" y="2024165"/>
            <a:ext cx="15544800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Whose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glove is this?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brown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a white star.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Teo's.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Teo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here is your glove.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you.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1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79306" y="3962220"/>
            <a:ext cx="15908694" cy="24006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Level</a:t>
            </a:r>
            <a:r>
              <a:rPr lang="ko-KR" altLang="en-US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 </a:t>
            </a: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 2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1134178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000" y="1474530"/>
            <a:ext cx="14935200" cy="7478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My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name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Maya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I'm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playing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a game.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find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my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umbrella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yellow. It has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green circles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help me?</a:t>
            </a:r>
          </a:p>
          <a:p>
            <a:pPr lvl="0">
              <a:defRPr/>
            </a:pP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Sure</a:t>
            </a:r>
            <a:r>
              <a:rPr lang="en-US" altLang="ko-KR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  <a:endParaRPr lang="en-US" sz="80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4706600" y="9112564"/>
            <a:ext cx="3429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20422524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012360"/>
            <a:ext cx="13497158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Whose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umbrella is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this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yellow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</a:t>
            </a: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green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circles.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Julia's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Julia,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here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your </a:t>
            </a: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umbrella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you.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327833790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449116"/>
            <a:ext cx="15544800" cy="50167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find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my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glove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brown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a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white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star.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help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Sorry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I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can't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338745148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4469" y="2024165"/>
            <a:ext cx="15544800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Whose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glove is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this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brown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a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white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star.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Teo's.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Teo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here is your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glove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you.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1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3982656073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2379306" y="3962220"/>
            <a:ext cx="15908694" cy="2400657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 algn="ctr">
              <a:defRPr/>
            </a:pP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Level</a:t>
            </a:r>
            <a:r>
              <a:rPr lang="ko-KR" altLang="en-US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 </a:t>
            </a:r>
            <a:r>
              <a:rPr lang="en-US" altLang="ko-KR" sz="15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Impact"/>
              </a:rPr>
              <a:t> 3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3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</p:spTree>
    <p:extLst>
      <p:ext uri="{BB962C8B-B14F-4D97-AF65-F5344CB8AC3E}">
        <p14:creationId xmlns:p14="http://schemas.microsoft.com/office/powerpoint/2010/main" val="22097071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300">
        <p:fade thruBlk="1"/>
      </p:transition>
    </mc:Choice>
    <mc:Fallback xmlns:dsp="http://schemas.microsoft.com/office/drawing/2008/diagram" xmlns:dgm="http://schemas.openxmlformats.org/drawingml/2006/diagram" xmlns:c="http://schemas.openxmlformats.org/drawingml/2006/chart" xmlns="">
      <p:transition xmlns:mc="http://schemas.openxmlformats.org/markup-compatibility/2006" xmlns:hp="http://schemas.haansoft.com/office/presentation/8.0" spd="med" mc:Ignorable="hp" hp:hslDur="130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429000" y="1474530"/>
            <a:ext cx="14935200" cy="747897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My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name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Maya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I'm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playing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a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game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find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my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umbrella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yellow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</a:t>
            </a:r>
            <a:r>
              <a:rPr lang="en-US" sz="8000" dirty="0">
                <a:solidFill>
                  <a:schemeClr val="tx2">
                    <a:lumMod val="60000"/>
                    <a:lumOff val="40000"/>
                  </a:schemeClr>
                </a:solidFill>
                <a:latin typeface="Impact" panose="020B0806030902050204" pitchFamily="34" charset="0"/>
              </a:rPr>
              <a:t>green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circles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help me?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Sure</a:t>
            </a:r>
            <a:r>
              <a:rPr lang="en-US" altLang="ko-KR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  <a:endParaRPr lang="en-US" sz="8000" dirty="0">
              <a:solidFill>
                <a:schemeClr val="tx1">
                  <a:lumMod val="75000"/>
                  <a:lumOff val="25000"/>
                </a:schemeClr>
              </a:solidFill>
              <a:latin typeface="Impact" panose="020B0806030902050204" pitchFamily="34" charset="0"/>
            </a:endParaRP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 sz="20000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4706600" y="9112564"/>
            <a:ext cx="3429000" cy="8617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5217145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012360"/>
            <a:ext cx="13497158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Whose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umbrella is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this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yellow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</a:t>
            </a: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green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circles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Julia's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Julia,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here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is your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umbrella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256873752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3647842" y="2449116"/>
            <a:ext cx="15544800" cy="501675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 can't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find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my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glove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brown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a </a:t>
            </a: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white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star.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Can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help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me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Sorry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I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can't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0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2054323341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4014469" y="2024165"/>
            <a:ext cx="15544800" cy="62478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lvl="0">
              <a:defRPr/>
            </a:pP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Whose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glove is </a:t>
            </a:r>
            <a:r>
              <a:rPr lang="en-US" sz="8000" dirty="0">
                <a:solidFill>
                  <a:schemeClr val="accent4"/>
                </a:solidFill>
                <a:latin typeface="Impact" panose="020B0806030902050204" pitchFamily="34" charset="0"/>
              </a:rPr>
              <a:t>this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?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</a:t>
            </a:r>
            <a:r>
              <a:rPr lang="en-US" sz="8000" dirty="0">
                <a:solidFill>
                  <a:schemeClr val="accent1"/>
                </a:solidFill>
                <a:latin typeface="Impact" panose="020B0806030902050204" pitchFamily="34" charset="0"/>
              </a:rPr>
              <a:t>brown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 It has a </a:t>
            </a: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white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star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It's Teo's.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Teo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, here is your </a:t>
            </a:r>
            <a:r>
              <a:rPr lang="en-US" sz="8000" dirty="0">
                <a:solidFill>
                  <a:schemeClr val="accent3"/>
                </a:solidFill>
                <a:latin typeface="Impact" panose="020B0806030902050204" pitchFamily="34" charset="0"/>
              </a:rPr>
              <a:t>glove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  <a:p>
            <a:pPr lvl="0">
              <a:defRPr/>
            </a:pPr>
            <a:r>
              <a:rPr lang="en-US" sz="8000" dirty="0">
                <a:solidFill>
                  <a:schemeClr val="accent6"/>
                </a:solidFill>
                <a:latin typeface="Impact" panose="020B0806030902050204" pitchFamily="34" charset="0"/>
              </a:rPr>
              <a:t>Thank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 </a:t>
            </a:r>
            <a:r>
              <a:rPr lang="en-US" sz="8000" dirty="0">
                <a:solidFill>
                  <a:schemeClr val="accent2"/>
                </a:solidFill>
                <a:latin typeface="Impact" panose="020B0806030902050204" pitchFamily="34" charset="0"/>
              </a:rPr>
              <a:t>you</a:t>
            </a:r>
            <a:r>
              <a:rPr lang="en-US" sz="8000" dirty="0">
                <a:solidFill>
                  <a:schemeClr val="tx1">
                    <a:lumMod val="75000"/>
                    <a:lumOff val="25000"/>
                  </a:schemeClr>
                </a:solidFill>
                <a:latin typeface="Impact" panose="020B0806030902050204" pitchFamily="34" charset="0"/>
              </a:rPr>
              <a:t>.</a:t>
            </a:r>
          </a:p>
        </p:txBody>
      </p:sp>
      <p:grpSp>
        <p:nvGrpSpPr>
          <p:cNvPr id="25" name="그룹 24"/>
          <p:cNvGrpSpPr/>
          <p:nvPr/>
        </p:nvGrpSpPr>
        <p:grpSpPr>
          <a:xfrm>
            <a:off x="5596537" y="11040423"/>
            <a:ext cx="1475749" cy="1475749"/>
            <a:chOff x="2953170" y="381000"/>
            <a:chExt cx="1620024" cy="1620024"/>
          </a:xfrm>
        </p:grpSpPr>
        <p:sp>
          <p:nvSpPr>
            <p:cNvPr id="26" name="타원 25"/>
            <p:cNvSpPr/>
            <p:nvPr/>
          </p:nvSpPr>
          <p:spPr>
            <a:xfrm>
              <a:off x="2953170" y="381000"/>
              <a:ext cx="1620024" cy="1620024"/>
            </a:xfrm>
            <a:prstGeom prst="ellipse">
              <a:avLst/>
            </a:prstGeom>
            <a:ln>
              <a:noFill/>
            </a:ln>
            <a:effectLst>
              <a:glow rad="139700">
                <a:schemeClr val="accent1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27" name="Picture 13" descr="Image result for clap icon"/>
            <p:cNvPicPr>
              <a:picLocks noChangeAspect="1" noChangeArrowheads="1"/>
            </p:cNvPicPr>
            <p:nvPr/>
          </p:nvPicPr>
          <p:blipFill rotWithShape="1">
            <a:blip r:embed="rId4">
              <a:lum bright="70000" contrast="-70000"/>
            </a:blip>
            <a:srcRect/>
            <a:stretch>
              <a:fillRect/>
            </a:stretch>
          </p:blipFill>
          <p:spPr>
            <a:xfrm>
              <a:off x="3252046" y="667350"/>
              <a:ext cx="1072376" cy="107237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28" name="그룹 27"/>
          <p:cNvGrpSpPr/>
          <p:nvPr/>
        </p:nvGrpSpPr>
        <p:grpSpPr>
          <a:xfrm>
            <a:off x="10981552" y="11040423"/>
            <a:ext cx="1475749" cy="1475749"/>
            <a:chOff x="8842536" y="381000"/>
            <a:chExt cx="1620024" cy="1620024"/>
          </a:xfrm>
        </p:grpSpPr>
        <p:sp>
          <p:nvSpPr>
            <p:cNvPr id="29" name="타원 28"/>
            <p:cNvSpPr/>
            <p:nvPr/>
          </p:nvSpPr>
          <p:spPr>
            <a:xfrm>
              <a:off x="8842536" y="381000"/>
              <a:ext cx="1620024" cy="1620024"/>
            </a:xfrm>
            <a:prstGeom prst="ellipse">
              <a:avLst/>
            </a:prstGeom>
            <a:solidFill>
              <a:schemeClr val="accent3">
                <a:lumMod val="75000"/>
              </a:schemeClr>
            </a:solidFill>
            <a:ln>
              <a:noFill/>
            </a:ln>
            <a:effectLst>
              <a:glow rad="139700">
                <a:schemeClr val="accent3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0" name="Picture 25" descr="Image result for crouching icon"/>
            <p:cNvPicPr>
              <a:picLocks noChangeAspect="1" noChangeArrowheads="1"/>
            </p:cNvPicPr>
            <p:nvPr/>
          </p:nvPicPr>
          <p:blipFill rotWithShape="1">
            <a:blip r:embed="rId5">
              <a:lum bright="70000" contrast="-70000"/>
            </a:blip>
            <a:srcRect l="27730" t="16720" r="39590" b="24030"/>
            <a:stretch>
              <a:fillRect/>
            </a:stretch>
          </p:blipFill>
          <p:spPr>
            <a:xfrm>
              <a:off x="9324114" y="608191"/>
              <a:ext cx="804940" cy="1153318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31" name="그룹 30"/>
          <p:cNvGrpSpPr/>
          <p:nvPr/>
        </p:nvGrpSpPr>
        <p:grpSpPr>
          <a:xfrm>
            <a:off x="7391542" y="11040423"/>
            <a:ext cx="1475749" cy="1475749"/>
            <a:chOff x="4858170" y="381000"/>
            <a:chExt cx="1620024" cy="1620024"/>
          </a:xfrm>
        </p:grpSpPr>
        <p:sp>
          <p:nvSpPr>
            <p:cNvPr id="32" name="타원 31"/>
            <p:cNvSpPr/>
            <p:nvPr/>
          </p:nvSpPr>
          <p:spPr>
            <a:xfrm>
              <a:off x="4858170" y="381000"/>
              <a:ext cx="1620024" cy="1620024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  <a:effectLst>
              <a:glow rad="139700">
                <a:schemeClr val="accent2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3" name="Picture 2" descr="Image result for shout icon"/>
            <p:cNvPicPr>
              <a:picLocks noChangeAspect="1" noChangeArrowheads="1"/>
            </p:cNvPicPr>
            <p:nvPr/>
          </p:nvPicPr>
          <p:blipFill rotWithShape="1">
            <a:blip r:embed="rId6">
              <a:lum bright="70000" contrast="-70000"/>
            </a:blip>
            <a:srcRect/>
            <a:stretch>
              <a:fillRect/>
            </a:stretch>
          </p:blipFill>
          <p:spPr>
            <a:xfrm>
              <a:off x="5125044" y="608730"/>
              <a:ext cx="1181100" cy="1181100"/>
            </a:xfrm>
            <a:prstGeom prst="rect">
              <a:avLst/>
            </a:prstGeom>
            <a:noFill/>
          </p:spPr>
        </p:pic>
      </p:grpSp>
      <p:grpSp>
        <p:nvGrpSpPr>
          <p:cNvPr id="34" name="그룹 33"/>
          <p:cNvGrpSpPr/>
          <p:nvPr/>
        </p:nvGrpSpPr>
        <p:grpSpPr>
          <a:xfrm>
            <a:off x="12776558" y="11040423"/>
            <a:ext cx="1475749" cy="1475749"/>
            <a:chOff x="10571976" y="381000"/>
            <a:chExt cx="1620024" cy="1620024"/>
          </a:xfrm>
        </p:grpSpPr>
        <p:sp>
          <p:nvSpPr>
            <p:cNvPr id="35" name="타원 34"/>
            <p:cNvSpPr/>
            <p:nvPr/>
          </p:nvSpPr>
          <p:spPr>
            <a:xfrm>
              <a:off x="10571976" y="381000"/>
              <a:ext cx="1620024" cy="1620024"/>
            </a:xfrm>
            <a:prstGeom prst="ellipse">
              <a:avLst/>
            </a:prstGeom>
            <a:solidFill>
              <a:schemeClr val="accent6">
                <a:lumMod val="75000"/>
              </a:schemeClr>
            </a:solidFill>
            <a:ln>
              <a:noFill/>
            </a:ln>
            <a:effectLst>
              <a:glow rad="139700">
                <a:schemeClr val="accent6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6" name="Picture 4" descr="Image result for circle arrow icon"/>
            <p:cNvPicPr>
              <a:picLocks noChangeAspect="1" noChangeArrowheads="1"/>
            </p:cNvPicPr>
            <p:nvPr/>
          </p:nvPicPr>
          <p:blipFill rotWithShape="1">
            <a:blip r:embed="rId7">
              <a:lum bright="70000" contrast="-70000"/>
            </a:blip>
            <a:srcRect/>
            <a:stretch>
              <a:fillRect/>
            </a:stretch>
          </p:blipFill>
          <p:spPr>
            <a:xfrm>
              <a:off x="10858326" y="667350"/>
              <a:ext cx="1072376" cy="1072376"/>
            </a:xfrm>
            <a:prstGeom prst="rect">
              <a:avLst/>
            </a:prstGeom>
            <a:noFill/>
          </p:spPr>
        </p:pic>
      </p:grpSp>
      <p:grpSp>
        <p:nvGrpSpPr>
          <p:cNvPr id="37" name="그룹 36"/>
          <p:cNvGrpSpPr/>
          <p:nvPr/>
        </p:nvGrpSpPr>
        <p:grpSpPr>
          <a:xfrm>
            <a:off x="9186548" y="11040423"/>
            <a:ext cx="1475749" cy="1475749"/>
            <a:chOff x="6927711" y="381000"/>
            <a:chExt cx="1620024" cy="1620024"/>
          </a:xfrm>
        </p:grpSpPr>
        <p:sp>
          <p:nvSpPr>
            <p:cNvPr id="38" name="타원 37"/>
            <p:cNvSpPr/>
            <p:nvPr/>
          </p:nvSpPr>
          <p:spPr>
            <a:xfrm>
              <a:off x="6927711" y="381000"/>
              <a:ext cx="1620024" cy="1620024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  <a:effectLst>
              <a:glow rad="139700">
                <a:schemeClr val="accent4">
                  <a:satMod val="175000"/>
                  <a:alpha val="40000"/>
                </a:schemeClr>
              </a:glow>
            </a:effectLst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lvl="0" algn="ctr">
                <a:defRPr/>
              </a:pPr>
              <a:endParaRPr lang="en-GB"/>
            </a:p>
          </p:txBody>
        </p:sp>
        <p:pic>
          <p:nvPicPr>
            <p:cNvPr id="39" name="Picture 6" descr="Image result for arrow icon"/>
            <p:cNvPicPr>
              <a:picLocks noChangeAspect="1" noChangeArrowheads="1"/>
            </p:cNvPicPr>
            <p:nvPr/>
          </p:nvPicPr>
          <p:blipFill rotWithShape="1">
            <a:blip r:embed="rId8">
              <a:lum bright="70000" contrast="-70000"/>
            </a:blip>
            <a:srcRect/>
            <a:stretch>
              <a:fillRect/>
            </a:stretch>
          </p:blipFill>
          <p:spPr>
            <a:xfrm rot="5400000">
              <a:off x="7071980" y="509652"/>
              <a:ext cx="1317756" cy="1317756"/>
            </a:xfrm>
            <a:prstGeom prst="rect">
              <a:avLst/>
            </a:prstGeom>
            <a:noFill/>
          </p:spPr>
        </p:pic>
      </p:grpSp>
      <p:sp>
        <p:nvSpPr>
          <p:cNvPr id="40" name="TextBox 39"/>
          <p:cNvSpPr txBox="1"/>
          <p:nvPr/>
        </p:nvSpPr>
        <p:spPr>
          <a:xfrm>
            <a:off x="15103347" y="9025452"/>
            <a:ext cx="2820761" cy="8500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5000" dirty="0"/>
              <a:t>LEVEL 1</a:t>
            </a:r>
          </a:p>
        </p:txBody>
      </p:sp>
    </p:spTree>
    <p:extLst>
      <p:ext uri="{BB962C8B-B14F-4D97-AF65-F5344CB8AC3E}">
        <p14:creationId xmlns:p14="http://schemas.microsoft.com/office/powerpoint/2010/main" val="98057153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300">
        <p:fade thruBlk="1"/>
      </p:transition>
    </mc:Choice>
    <mc:Fallback>
      <p:transition spd="slow">
        <p:fade thruBlk="1"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8534400" y="3673073"/>
            <a:ext cx="10650277" cy="8404037"/>
          </a:xfrm>
          <a:custGeom>
            <a:avLst/>
            <a:gdLst/>
            <a:ahLst/>
            <a:cxnLst/>
            <a:rect l="l" t="t" r="r" b="b"/>
            <a:pathLst>
              <a:path w="10650277" h="8404037">
                <a:moveTo>
                  <a:pt x="0" y="0"/>
                </a:moveTo>
                <a:lnTo>
                  <a:pt x="10650277" y="0"/>
                </a:lnTo>
                <a:lnTo>
                  <a:pt x="10650277" y="8404037"/>
                </a:lnTo>
                <a:lnTo>
                  <a:pt x="0" y="840403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 amt="55000"/>
            </a:blip>
            <a:stretch>
              <a:fillRect/>
            </a:stretch>
          </a:blipFill>
          <a:ln cap="sq">
            <a:noFill/>
            <a:prstDash val="solid"/>
            <a:miter/>
          </a:ln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grpSp>
        <p:nvGrpSpPr>
          <p:cNvPr id="9" name="Group 9"/>
          <p:cNvGrpSpPr/>
          <p:nvPr/>
        </p:nvGrpSpPr>
        <p:grpSpPr>
          <a:xfrm>
            <a:off x="1460244" y="1792185"/>
            <a:ext cx="15900912" cy="6082907"/>
            <a:chOff x="0" y="0"/>
            <a:chExt cx="1783641" cy="682333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1783641" cy="682333"/>
            </a:xfrm>
            <a:custGeom>
              <a:avLst/>
              <a:gdLst/>
              <a:ahLst/>
              <a:cxnLst/>
              <a:rect l="l" t="t" r="r" b="b"/>
              <a:pathLst>
                <a:path w="1783641" h="682333">
                  <a:moveTo>
                    <a:pt x="28726" y="0"/>
                  </a:moveTo>
                  <a:lnTo>
                    <a:pt x="1754914" y="0"/>
                  </a:lnTo>
                  <a:cubicBezTo>
                    <a:pt x="1762533" y="0"/>
                    <a:pt x="1769840" y="3027"/>
                    <a:pt x="1775227" y="8414"/>
                  </a:cubicBezTo>
                  <a:cubicBezTo>
                    <a:pt x="1780614" y="13801"/>
                    <a:pt x="1783641" y="21108"/>
                    <a:pt x="1783641" y="28726"/>
                  </a:cubicBezTo>
                  <a:lnTo>
                    <a:pt x="1783641" y="653607"/>
                  </a:lnTo>
                  <a:cubicBezTo>
                    <a:pt x="1783641" y="661226"/>
                    <a:pt x="1780614" y="668532"/>
                    <a:pt x="1775227" y="673919"/>
                  </a:cubicBezTo>
                  <a:cubicBezTo>
                    <a:pt x="1769840" y="679307"/>
                    <a:pt x="1762533" y="682333"/>
                    <a:pt x="1754914" y="682333"/>
                  </a:cubicBezTo>
                  <a:lnTo>
                    <a:pt x="28726" y="682333"/>
                  </a:lnTo>
                  <a:cubicBezTo>
                    <a:pt x="21108" y="682333"/>
                    <a:pt x="13801" y="679307"/>
                    <a:pt x="8414" y="673919"/>
                  </a:cubicBezTo>
                  <a:cubicBezTo>
                    <a:pt x="3027" y="668532"/>
                    <a:pt x="0" y="661226"/>
                    <a:pt x="0" y="653607"/>
                  </a:cubicBezTo>
                  <a:lnTo>
                    <a:pt x="0" y="28726"/>
                  </a:lnTo>
                  <a:cubicBezTo>
                    <a:pt x="0" y="21108"/>
                    <a:pt x="3027" y="13801"/>
                    <a:pt x="8414" y="8414"/>
                  </a:cubicBezTo>
                  <a:cubicBezTo>
                    <a:pt x="13801" y="3027"/>
                    <a:pt x="21108" y="0"/>
                    <a:pt x="28726" y="0"/>
                  </a:cubicBezTo>
                  <a:close/>
                </a:path>
              </a:pathLst>
            </a:custGeom>
            <a:solidFill>
              <a:srgbClr val="FFEBC3"/>
            </a:solidFill>
          </p:spPr>
          <p:txBody>
            <a:bodyPr anchor="ctr"/>
            <a:lstStyle/>
            <a:p>
              <a:pPr lvl="0" algn="ctr">
                <a:defRPr/>
              </a:pPr>
              <a:endParaRPr lang="ko-KR" altLang="en-US"/>
            </a:p>
          </p:txBody>
        </p:sp>
        <p:sp>
          <p:nvSpPr>
            <p:cNvPr id="11" name="TextBox 11"/>
            <p:cNvSpPr txBox="1"/>
            <p:nvPr/>
          </p:nvSpPr>
          <p:spPr>
            <a:xfrm>
              <a:off x="0" y="-28575"/>
              <a:ext cx="1783641" cy="710908"/>
            </a:xfrm>
            <a:prstGeom prst="rect">
              <a:avLst/>
            </a:prstGeom>
          </p:spPr>
          <p:txBody>
            <a:bodyPr lIns="50800" tIns="50800" rIns="50800" bIns="50800" anchor="ctr"/>
            <a:lstStyle/>
            <a:p>
              <a:pPr lvl="0" algn="ctr">
                <a:lnSpc>
                  <a:spcPts val="1679"/>
                </a:lnSpc>
                <a:defRPr/>
              </a:pPr>
              <a:endParaRPr lang="ko-KR" altLang="en-US"/>
            </a:p>
          </p:txBody>
        </p:sp>
      </p:grpSp>
      <p:sp>
        <p:nvSpPr>
          <p:cNvPr id="12" name="Freeform 12"/>
          <p:cNvSpPr/>
          <p:nvPr/>
        </p:nvSpPr>
        <p:spPr>
          <a:xfrm rot="1345423">
            <a:off x="13505952" y="4810993"/>
            <a:ext cx="3636452" cy="3610005"/>
          </a:xfrm>
          <a:custGeom>
            <a:avLst/>
            <a:gdLst/>
            <a:ahLst/>
            <a:cxnLst/>
            <a:rect l="l" t="t" r="r" b="b"/>
            <a:pathLst>
              <a:path w="3636452" h="3610005">
                <a:moveTo>
                  <a:pt x="0" y="0"/>
                </a:moveTo>
                <a:lnTo>
                  <a:pt x="3636452" y="0"/>
                </a:lnTo>
                <a:lnTo>
                  <a:pt x="3636452" y="3610005"/>
                </a:lnTo>
                <a:lnTo>
                  <a:pt x="0" y="361000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/>
            <a:stretch>
              <a:fillRect/>
            </a:stretch>
          </a:blipFill>
        </p:spPr>
        <p:txBody>
          <a:bodyPr anchor="ctr"/>
          <a:lstStyle/>
          <a:p>
            <a:pPr lvl="0" algn="ctr">
              <a:defRPr/>
            </a:pPr>
            <a:endParaRPr lang="ko-KR" altLang="en-US"/>
          </a:p>
        </p:txBody>
      </p:sp>
      <p:sp>
        <p:nvSpPr>
          <p:cNvPr id="13" name="가로 글상자 12"/>
          <p:cNvSpPr txBox="1"/>
          <p:nvPr/>
        </p:nvSpPr>
        <p:spPr>
          <a:xfrm>
            <a:off x="1717502" y="3423216"/>
            <a:ext cx="15621000" cy="22313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0" indent="0" algn="ctr" defTabSz="914400" rtl="0" eaLnBrk="1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None/>
              <a:defRPr/>
            </a:pPr>
            <a:r>
              <a:rPr kumimoji="0" lang="en-US" altLang="ko-KR" sz="13900" b="0" i="0" u="none" strike="noStrike" kern="1200" cap="none" spc="0" normalizeH="0" baseline="0">
                <a:solidFill>
                  <a:srgbClr val="000000"/>
                </a:solidFill>
                <a:latin typeface="온글잎 데몽 고딕"/>
                <a:ea typeface="온글잎 데몽 고딕"/>
              </a:rPr>
              <a:t>Good job!</a:t>
            </a:r>
            <a:endParaRPr kumimoji="0" lang="en-US" altLang="ko-KR" sz="13900" b="0" i="0" u="none" strike="noStrike" kern="1200" cap="none" spc="0" normalizeH="0" baseline="0" dirty="0">
              <a:solidFill>
                <a:srgbClr val="000000"/>
              </a:solidFill>
              <a:latin typeface="온글잎 데몽 고딕"/>
              <a:ea typeface="온글잎 데몽 고딕"/>
            </a:endParaRPr>
          </a:p>
        </p:txBody>
      </p:sp>
    </p:spTree>
    <p:extLst>
      <p:ext uri="{BB962C8B-B14F-4D97-AF65-F5344CB8AC3E}">
        <p14:creationId xmlns:p14="http://schemas.microsoft.com/office/powerpoint/2010/main" val="6149117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dsp="http://schemas.microsoft.com/office/drawing/2008/diagram" xmlns:dgm="http://schemas.openxmlformats.org/drawingml/2006/diagram" xmlns:c="http://schemas.openxmlformats.org/drawingml/2006/chart" xmlns="">
      <p:transition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한컴오피스">
  <a:themeElements>
    <a:clrScheme name="한컴오피스">
      <a:dk1>
        <a:sysClr val="windowText" lastClr="000000"/>
      </a:dk1>
      <a:lt1>
        <a:sysClr val="window" lastClr="FFFFFF"/>
      </a:lt1>
      <a:dk2>
        <a:srgbClr val="3A3C84"/>
      </a:dk2>
      <a:lt2>
        <a:srgbClr val="FAF3DB"/>
      </a:lt2>
      <a:accent1>
        <a:srgbClr val="6182D6"/>
      </a:accent1>
      <a:accent2>
        <a:srgbClr val="FF843A"/>
      </a:accent2>
      <a:accent3>
        <a:srgbClr val="B2B2B2"/>
      </a:accent3>
      <a:accent4>
        <a:srgbClr val="FFD700"/>
      </a:accent4>
      <a:accent5>
        <a:srgbClr val="289B6E"/>
      </a:accent5>
      <a:accent6>
        <a:srgbClr val="9D5CBB"/>
      </a:accent6>
      <a:hlink>
        <a:srgbClr val="0000FF"/>
      </a:hlink>
      <a:folHlink>
        <a:srgbClr val="800080"/>
      </a:folHlink>
    </a:clrScheme>
    <a:fontScheme name="한컴오피스">
      <a:maj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ajorFont>
      <a:minorFont>
        <a:latin typeface="Calibri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Phetsarath OT"/>
        <a:font script="Sinh" typeface="Iskoola Pota"/>
        <a:font script="Mong" typeface="Mongolian Baiti"/>
        <a:font script="Viet" typeface="Times New Roman"/>
        <a:font script="Uigh" typeface="Microsoft Uighur"/>
        <a:font script="Ethi" typeface="Leelawadee UI"/>
        <a:font script="Mymr" typeface="Myanmar Text"/>
      </a:minorFont>
    </a:fontScheme>
    <a:fmtScheme name="한컴오피스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12700" cap="flat" cmpd="sng" algn="ctr">
          <a:solidFill>
            <a:schemeClr val="phClr">
              <a:satMod val="105000"/>
            </a:schemeClr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outerShdw blurRad="38100" dist="25400" dir="5400000" rotWithShape="0">
              <a:srgbClr val="000000">
                <a:alpha val="75000"/>
              </a:srgbClr>
            </a:outerShdw>
          </a:effectLst>
        </a:effectStyle>
        <a:effectStyle>
          <a:effectLst>
            <a:reflection blurRad="12700" stA="26000" endPos="28000" dist="38100" dir="5400000" sy="-100000" rotWithShape="0"/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48</TotalTime>
  <Words>717</Words>
  <Application>Microsoft Macintosh PowerPoint</Application>
  <PresentationFormat>사용자 지정</PresentationFormat>
  <Paragraphs>118</Paragraphs>
  <Slides>18</Slides>
  <Notes>17</Notes>
  <HiddenSlides>0</HiddenSlides>
  <MMClips>0</MMClips>
  <ScaleCrop>false</ScaleCrop>
  <HeadingPairs>
    <vt:vector size="6" baseType="variant">
      <vt:variant>
        <vt:lpstr>사용한 글꼴</vt:lpstr>
      </vt:variant>
      <vt:variant>
        <vt:i4>4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18</vt:i4>
      </vt:variant>
    </vt:vector>
  </HeadingPairs>
  <TitlesOfParts>
    <vt:vector size="23" baseType="lpstr">
      <vt:lpstr>온글잎 데몽 고딕</vt:lpstr>
      <vt:lpstr>Arial</vt:lpstr>
      <vt:lpstr>Calibri</vt:lpstr>
      <vt:lpstr>Impact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영어 2단원</dc:title>
  <dc:creator>user</dc:creator>
  <cp:lastModifiedBy>Jeeyoung Jeon</cp:lastModifiedBy>
  <cp:revision>89</cp:revision>
  <dcterms:created xsi:type="dcterms:W3CDTF">2006-08-16T00:00:00Z</dcterms:created>
  <dcterms:modified xsi:type="dcterms:W3CDTF">2026-05-27T02:36:04Z</dcterms:modified>
  <cp:version/>
</cp:coreProperties>
</file>