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71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7"/>
    <p:restoredTop sz="86667"/>
  </p:normalViewPr>
  <p:slideViewPr>
    <p:cSldViewPr snapToObjects="1">
      <p:cViewPr varScale="1">
        <p:scale>
          <a:sx n="100" d="100"/>
          <a:sy n="100" d="100"/>
        </p:scale>
        <p:origin x="954" y="120"/>
      </p:cViewPr>
      <p:guideLst>
        <p:guide orient="horz" pos="2156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36004" cy="36004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2021-05-26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2F444CF-AAAD-4BB2-B5DD-7813268DEEE9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940A130E-E3B8-4EBE-931F-81B26B8448AA}" type="datetime1">
              <a:rPr lang="ko-KR" altLang="en-US"/>
              <a:pPr lvl="0">
                <a:defRPr/>
              </a:pPr>
              <a:t>2019-03-18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800C6A38-4290-41DD-B95C-4155372FD4A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4953836A-82A3-4C8B-9D31-CD724F3673ED}" type="datetime1">
              <a:rPr lang="ko-KR" altLang="en-US"/>
              <a:pPr lvl="0">
                <a:defRPr/>
              </a:pPr>
              <a:t>2019-03-18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AD2EBAF6-36D0-4DD8-B695-D4C1B37E35D6}" type="datetime1">
              <a:rPr lang="ko-KR" altLang="en-US"/>
              <a:pPr lvl="0">
                <a:defRPr/>
              </a:pPr>
              <a:t>2019-03-18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60728D28-603B-4EFC-80F8-17E5E9107035}" type="datetime1">
              <a:rPr lang="ko-KR" altLang="en-US"/>
              <a:pPr lvl="0">
                <a:defRPr/>
              </a:pPr>
              <a:t>2019-03-18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내용 2개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A27A1F4E-0809-4239-8034-C38E431DAF92}" type="datetime1">
              <a:rPr lang="ko-KR" altLang="en-US"/>
              <a:pPr lvl="0">
                <a:defRPr/>
              </a:pPr>
              <a:t>2019-03-18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5E0DA496-7307-4E8B-88DE-CB97B48BAB6F}" type="datetime1">
              <a:rPr lang="ko-KR" altLang="en-US"/>
              <a:pPr lvl="0">
                <a:defRPr/>
              </a:pPr>
              <a:t>2019-03-18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표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pPr lvl="0">
              <a:defRPr/>
            </a:pPr>
            <a:r>
              <a:rPr lang="ko-KR" altLang="en-US"/>
              <a:t>표를 추가하려면 아이콘을 클릭하십시오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58721E90-850C-410B-8B89-8394F580CFDA}" type="datetime1">
              <a:rPr lang="ko-KR" altLang="en-US"/>
              <a:pPr lvl="0">
                <a:defRPr/>
              </a:pPr>
              <a:t>2019-03-18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내용 4개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5ACE7E28-9336-4363-8674-B91477D8F243}" type="datetime1">
              <a:rPr lang="ko-KR" altLang="en-US"/>
              <a:pPr lvl="0">
                <a:defRPr/>
              </a:pPr>
              <a:t>2019-03-18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그림 및 설명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5ACE7E28-9336-4363-8674-B91477D8F243}" type="datetime1">
              <a:rPr lang="ko-KR" altLang="en-US"/>
              <a:pPr lvl="0">
                <a:defRPr/>
              </a:pPr>
              <a:t>2019-03-18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간지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CA348888-F454-4AD2-BA62-3AF29D9807C0}" type="datetime1">
              <a:rPr lang="ko-KR" altLang="en-US"/>
              <a:pPr lvl="0">
                <a:defRPr/>
              </a:pPr>
              <a:t>2019-03-18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목차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 hasCustomPrompt="1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>
              <a:defRPr/>
            </a:pPr>
            <a:r>
              <a:rPr lang="ko-KR" altLang="en-US"/>
              <a:t>첫째 목차</a:t>
            </a:r>
          </a:p>
          <a:p>
            <a:pPr lvl="0">
              <a:defRPr/>
            </a:pPr>
            <a:r>
              <a:rPr lang="ko-KR" altLang="en-US"/>
              <a:t>둘째 목차</a:t>
            </a:r>
          </a:p>
          <a:p>
            <a:pPr lvl="0">
              <a:defRPr/>
            </a:pPr>
            <a:r>
              <a:rPr lang="ko-KR" altLang="en-US"/>
              <a:t>셋째 목차</a:t>
            </a:r>
          </a:p>
          <a:p>
            <a:pPr lvl="0">
              <a:defRPr/>
            </a:pPr>
            <a:r>
              <a:rPr lang="ko-KR" altLang="en-US"/>
              <a:t>넷째 목차</a:t>
            </a:r>
          </a:p>
          <a:p>
            <a:pPr lvl="0">
              <a:defRPr/>
            </a:pPr>
            <a:r>
              <a:rPr lang="ko-KR" altLang="en-US"/>
              <a:t>다섯째 목차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956FEC12-A4C9-4837-AF94-AD867782C04C}" type="datetime1">
              <a:rPr lang="ko-KR" altLang="en-US"/>
              <a:pPr lvl="0">
                <a:defRPr/>
              </a:pPr>
              <a:t>2019-03-18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본문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957F84A3-4F29-4053-ACFD-1BAF2D3F140C}" type="datetime1">
              <a:rPr lang="ko-KR" altLang="en-US"/>
              <a:pPr lvl="0">
                <a:defRPr/>
              </a:pPr>
              <a:t>2019-03-18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2D86A-5F52-4165-8473-F1B836277586}" type="datetime1">
              <a:rPr lang="ko-KR" altLang="en-US" smtClean="0"/>
              <a:pPr/>
              <a:t>2019-03-18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343472" y="2204864"/>
            <a:ext cx="9144000" cy="1728192"/>
          </a:xfrm>
        </p:spPr>
        <p:txBody>
          <a:bodyPr>
            <a:noAutofit/>
          </a:bodyPr>
          <a:lstStyle/>
          <a:p>
            <a:pPr lvl="0">
              <a:defRPr/>
            </a:pPr>
            <a:r>
              <a:rPr lang="en-US" altLang="ko-KR" sz="1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40"/>
                    </a:srgbClr>
                  </a:outerShdw>
                </a:effectLst>
                <a:latin typeface="Segoe Print"/>
              </a:rPr>
              <a:t>Lotto game</a:t>
            </a:r>
            <a:endParaRPr lang="ko-KR" altLang="en-US" sz="115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40"/>
                  </a:srgbClr>
                </a:outerShdw>
              </a:effectLst>
              <a:latin typeface="Segoe Prin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2"/>
          <p:cNvSpPr txBox="1"/>
          <p:nvPr/>
        </p:nvSpPr>
        <p:spPr>
          <a:xfrm>
            <a:off x="263271" y="0"/>
            <a:ext cx="11928728" cy="68580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 fontScale="85000" lnSpcReduction="10000"/>
          </a:bodyPr>
          <a:lstStyle/>
          <a:p>
            <a:pPr marL="0" marR="0" lvl="0" indent="0" algn="ctr" defTabSz="914400" rtl="0" eaLnBrk="1" latinLnBrk="1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defRPr/>
            </a:pPr>
            <a:r>
              <a:rPr xmlns:mc="http://schemas.openxmlformats.org/markup-compatibility/2006" xmlns:hp="http://schemas.haansoft.com/office/presentation/8.0" kumimoji="0" lang="en-US" altLang="ko-KR" sz="7300" b="1" i="0" u="none" strike="noStrike" kern="1200" cap="none" spc="0" normalizeH="0" baseline="0" mc:Ignorable="hp" hp:hslEmbossed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40"/>
                    </a:srgbClr>
                  </a:outerShdw>
                </a:effectLst>
                <a:uLnTx/>
                <a:uFillTx/>
                <a:latin typeface="한컴 윤고딕 250"/>
                <a:ea typeface="한컴 윤고딕 250"/>
              </a:rPr>
              <a:t>Word Lotto</a:t>
            </a:r>
            <a:endParaRPr xmlns:mc="http://schemas.openxmlformats.org/markup-compatibility/2006" xmlns:hp="http://schemas.haansoft.com/office/presentation/8.0" kumimoji="0" lang="en-US" altLang="ko-KR" sz="7300" b="1" i="0" u="none" strike="noStrike" kern="1200" cap="none" spc="0" normalizeH="0" baseline="0" mc:Ignorable="hp" hp:hslEmbossed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40"/>
                  </a:srgbClr>
                </a:outerShdw>
              </a:effectLst>
              <a:uLnTx/>
              <a:uFillTx/>
              <a:latin typeface="한컴 윤고딕 250"/>
              <a:ea typeface="한컴 윤고딕 250"/>
            </a:endParaRPr>
          </a:p>
          <a:p>
            <a:pPr marL="0" marR="0" lvl="0" indent="0" defTabSz="914400" rtl="0" eaLnBrk="1" latinLnBrk="1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Font typeface="Arial"/>
              <a:buNone/>
              <a:defRPr/>
            </a:pPr>
            <a:r>
              <a:rPr kumimoji="0" lang="ko-KR" altLang="en-US" sz="5800" b="0" i="0" strike="noStrike" kern="1200" cap="none" spc="0" normalizeH="0" baseline="0">
                <a:effectLst/>
                <a:uLnTx/>
                <a:uFillTx/>
                <a:latin typeface="한컴 윤고딕 250"/>
                <a:ea typeface="한컴 윤고딕 250"/>
                <a:cs typeface="Arial Unicode MS"/>
              </a:rPr>
              <a:t>선생님이 보여주는 단어 중에서 </a:t>
            </a:r>
            <a:r>
              <a:rPr kumimoji="0" lang="en-US" altLang="ko-KR" sz="5800" b="0" i="0" strike="noStrike" kern="1200" cap="none" spc="0" normalizeH="0" baseline="0">
                <a:solidFill>
                  <a:srgbClr val="ff0000"/>
                </a:solidFill>
                <a:effectLst/>
                <a:uLnTx/>
                <a:uFillTx/>
                <a:latin typeface="한컴 윤고딕 250"/>
                <a:ea typeface="한컴 윤고딕 250"/>
                <a:cs typeface="Arial Unicode MS"/>
              </a:rPr>
              <a:t>3</a:t>
            </a:r>
            <a:r>
              <a:rPr kumimoji="0" lang="ko-KR" altLang="en-US" sz="5800" b="0" i="0" strike="noStrike" kern="1200" cap="none" spc="0" normalizeH="0" baseline="0">
                <a:solidFill>
                  <a:srgbClr val="ff0000"/>
                </a:solidFill>
                <a:effectLst/>
                <a:uLnTx/>
                <a:uFillTx/>
                <a:latin typeface="한컴 윤고딕 250"/>
                <a:ea typeface="한컴 윤고딕 250"/>
                <a:cs typeface="Arial Unicode MS"/>
              </a:rPr>
              <a:t>개를 골라</a:t>
            </a:r>
            <a:r>
              <a:rPr kumimoji="0" lang="en-US" altLang="ko-KR" sz="5800" b="0" i="0" strike="noStrike" kern="1200" cap="none" spc="0" normalizeH="0" baseline="0">
                <a:solidFill>
                  <a:srgbClr val="ff0000"/>
                </a:solidFill>
                <a:effectLst/>
                <a:uLnTx/>
                <a:uFillTx/>
                <a:latin typeface="한컴 윤고딕 250"/>
                <a:ea typeface="한컴 윤고딕 250"/>
                <a:cs typeface="Arial Unicode MS"/>
              </a:rPr>
              <a:t> </a:t>
            </a:r>
            <a:r>
              <a:rPr kumimoji="0" lang="ko-KR" altLang="en-US" sz="5800" b="0" i="0" strike="noStrike" kern="1200" cap="none" spc="0" normalizeH="0" baseline="0">
                <a:effectLst/>
                <a:uLnTx/>
                <a:uFillTx/>
                <a:latin typeface="한컴 윤고딕 250"/>
                <a:ea typeface="한컴 윤고딕 250"/>
                <a:cs typeface="Arial Unicode MS"/>
              </a:rPr>
              <a:t>영어 공책에 적으세요</a:t>
            </a:r>
            <a:r>
              <a:rPr kumimoji="0" lang="en-US" altLang="ko-KR" sz="5800" b="0" i="0" strike="noStrike" kern="1200" cap="none" spc="0" normalizeH="0" baseline="0">
                <a:effectLst/>
                <a:uLnTx/>
                <a:uFillTx/>
                <a:latin typeface="한컴 윤고딕 250"/>
                <a:ea typeface="한컴 윤고딕 250"/>
                <a:cs typeface="Arial Unicode MS"/>
              </a:rPr>
              <a:t>.</a:t>
            </a:r>
            <a:r>
              <a:rPr kumimoji="0" lang="ko-KR" altLang="en-US" sz="5800" b="0" i="0" strike="noStrike" kern="1200" cap="none" spc="0" normalizeH="0" baseline="0">
                <a:effectLst/>
                <a:uLnTx/>
                <a:uFillTx/>
                <a:latin typeface="한컴 윤고딕 250"/>
                <a:ea typeface="한컴 윤고딕 250"/>
                <a:cs typeface="Arial Unicode MS"/>
              </a:rPr>
              <a:t> </a:t>
            </a:r>
            <a:endParaRPr kumimoji="0" lang="ko-KR" altLang="en-US" sz="5800" b="0" i="0" strike="noStrike" kern="1200" cap="none" spc="0" normalizeH="0" baseline="0">
              <a:effectLst/>
              <a:uLnTx/>
              <a:uFillTx/>
              <a:latin typeface="한컴 윤고딕 250"/>
              <a:ea typeface="한컴 윤고딕 250"/>
              <a:cs typeface="Arial Unicode MS"/>
            </a:endParaRPr>
          </a:p>
          <a:p>
            <a:pPr marL="0" marR="0" lvl="0" indent="0" defTabSz="914400" rtl="0" eaLnBrk="1" latinLnBrk="1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Font typeface="Arial"/>
              <a:buNone/>
              <a:defRPr/>
            </a:pPr>
            <a:r>
              <a:rPr kumimoji="0" lang="en-US" altLang="ko-KR" sz="5800" b="0" i="0" strike="noStrike" kern="1200" cap="none" spc="0" normalizeH="0" baseline="0">
                <a:effectLst/>
                <a:uLnTx/>
                <a:uFillTx/>
                <a:latin typeface="한컴 윤고딕 250"/>
                <a:ea typeface="한컴 윤고딕 250"/>
                <a:cs typeface="Arial Unicode MS"/>
              </a:rPr>
              <a:t>3</a:t>
            </a:r>
            <a:r>
              <a:rPr kumimoji="0" lang="ko-KR" altLang="en-US" sz="5800" b="0" i="0" strike="noStrike" kern="1200" cap="none" spc="0" normalizeH="0" baseline="0">
                <a:effectLst/>
                <a:uLnTx/>
                <a:uFillTx/>
                <a:latin typeface="한컴 윤고딕 250"/>
                <a:ea typeface="한컴 윤고딕 250"/>
                <a:cs typeface="Arial Unicode MS"/>
              </a:rPr>
              <a:t>개 모두 일치 </a:t>
            </a:r>
            <a:r>
              <a:rPr kumimoji="0" lang="en-US" altLang="ko-KR" sz="5800" b="0" i="0" strike="noStrike" kern="1200" cap="none" spc="0" normalizeH="0" baseline="0">
                <a:effectLst/>
                <a:uLnTx/>
                <a:uFillTx/>
                <a:latin typeface="한컴 윤고딕 250"/>
                <a:ea typeface="한컴 윤고딕 250"/>
                <a:cs typeface="Arial Unicode MS"/>
              </a:rPr>
              <a:t>:</a:t>
            </a:r>
            <a:r>
              <a:rPr kumimoji="0" lang="ko-KR" altLang="en-US" sz="5800" b="0" i="0" strike="noStrike" kern="1200" cap="none" spc="0" normalizeH="0" baseline="0">
                <a:effectLst/>
                <a:uLnTx/>
                <a:uFillTx/>
                <a:latin typeface="한컴 윤고딕 250"/>
                <a:ea typeface="한컴 윤고딕 250"/>
                <a:cs typeface="Arial Unicode MS"/>
              </a:rPr>
              <a:t> </a:t>
            </a:r>
            <a:r>
              <a:rPr kumimoji="0" lang="en-US" altLang="ko-KR" sz="5800" b="0" i="0" strike="noStrike" kern="1200" cap="none" spc="0" normalizeH="0" baseline="0">
                <a:effectLst/>
                <a:uLnTx/>
                <a:uFillTx/>
                <a:latin typeface="한컴 윤고딕 250"/>
                <a:ea typeface="한컴 윤고딕 250"/>
                <a:cs typeface="Arial Unicode MS"/>
              </a:rPr>
              <a:t>3</a:t>
            </a:r>
            <a:r>
              <a:rPr kumimoji="0" lang="ko-KR" altLang="en-US" sz="5800" b="0" i="0" strike="noStrike" kern="1200" cap="none" spc="0" normalizeH="0" baseline="0">
                <a:effectLst/>
                <a:uLnTx/>
                <a:uFillTx/>
                <a:latin typeface="한컴 윤고딕 250"/>
                <a:ea typeface="한컴 윤고딕 250"/>
                <a:cs typeface="Arial Unicode MS"/>
              </a:rPr>
              <a:t>점        </a:t>
            </a:r>
            <a:r>
              <a:rPr kumimoji="0" lang="en-US" altLang="ko-KR" sz="5800" b="0" i="0" strike="noStrike" kern="1200" cap="none" spc="0" normalizeH="0" baseline="0">
                <a:effectLst/>
                <a:uLnTx/>
                <a:uFillTx/>
                <a:latin typeface="한컴 윤고딕 250"/>
                <a:ea typeface="한컴 윤고딕 250"/>
                <a:cs typeface="Arial Unicode MS"/>
              </a:rPr>
              <a:t>2</a:t>
            </a:r>
            <a:r>
              <a:rPr kumimoji="0" lang="ko-KR" altLang="en-US" sz="5800" b="0" i="0" strike="noStrike" kern="1200" cap="none" spc="0" normalizeH="0" baseline="0">
                <a:effectLst/>
                <a:uLnTx/>
                <a:uFillTx/>
                <a:latin typeface="한컴 윤고딕 250"/>
                <a:ea typeface="한컴 윤고딕 250"/>
                <a:cs typeface="Arial Unicode MS"/>
              </a:rPr>
              <a:t>개 일치 </a:t>
            </a:r>
            <a:r>
              <a:rPr kumimoji="0" lang="en-US" altLang="ko-KR" sz="5800" b="0" i="0" strike="noStrike" kern="1200" cap="none" spc="0" normalizeH="0" baseline="0">
                <a:effectLst/>
                <a:uLnTx/>
                <a:uFillTx/>
                <a:latin typeface="한컴 윤고딕 250"/>
                <a:ea typeface="한컴 윤고딕 250"/>
                <a:cs typeface="Arial Unicode MS"/>
              </a:rPr>
              <a:t>:</a:t>
            </a:r>
            <a:r>
              <a:rPr kumimoji="0" lang="ko-KR" altLang="en-US" sz="5800" b="0" i="0" strike="noStrike" kern="1200" cap="none" spc="0" normalizeH="0" baseline="0">
                <a:effectLst/>
                <a:uLnTx/>
                <a:uFillTx/>
                <a:latin typeface="한컴 윤고딕 250"/>
                <a:ea typeface="한컴 윤고딕 250"/>
                <a:cs typeface="Arial Unicode MS"/>
              </a:rPr>
              <a:t> </a:t>
            </a:r>
            <a:r>
              <a:rPr kumimoji="0" lang="en-US" altLang="ko-KR" sz="5800" b="0" i="0" strike="noStrike" kern="1200" cap="none" spc="0" normalizeH="0" baseline="0">
                <a:effectLst/>
                <a:uLnTx/>
                <a:uFillTx/>
                <a:latin typeface="한컴 윤고딕 250"/>
                <a:ea typeface="한컴 윤고딕 250"/>
                <a:cs typeface="Arial Unicode MS"/>
              </a:rPr>
              <a:t>2</a:t>
            </a:r>
            <a:r>
              <a:rPr kumimoji="0" lang="ko-KR" altLang="en-US" sz="5800" b="0" i="0" strike="noStrike" kern="1200" cap="none" spc="0" normalizeH="0" baseline="0">
                <a:effectLst/>
                <a:uLnTx/>
                <a:uFillTx/>
                <a:latin typeface="한컴 윤고딕 250"/>
                <a:ea typeface="한컴 윤고딕 250"/>
                <a:cs typeface="Arial Unicode MS"/>
              </a:rPr>
              <a:t>점 </a:t>
            </a:r>
            <a:endParaRPr kumimoji="0" lang="ko-KR" altLang="en-US" sz="5800" b="0" i="0" strike="noStrike" kern="1200" cap="none" spc="0" normalizeH="0" baseline="0">
              <a:effectLst/>
              <a:uLnTx/>
              <a:uFillTx/>
              <a:latin typeface="한컴 윤고딕 250"/>
              <a:ea typeface="한컴 윤고딕 250"/>
              <a:cs typeface="Arial Unicode MS"/>
            </a:endParaRPr>
          </a:p>
          <a:p>
            <a:pPr marL="0" marR="0" lvl="0" indent="0" defTabSz="914400" rtl="0" eaLnBrk="1" latinLnBrk="1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Font typeface="Arial"/>
              <a:buNone/>
              <a:defRPr/>
            </a:pPr>
            <a:r>
              <a:rPr kumimoji="0" lang="en-US" altLang="ko-KR" sz="5800" b="0" i="0" strike="noStrike" kern="1200" cap="none" spc="0" normalizeH="0" baseline="0">
                <a:effectLst/>
                <a:uLnTx/>
                <a:uFillTx/>
                <a:latin typeface="한컴 윤고딕 250"/>
                <a:ea typeface="한컴 윤고딕 250"/>
                <a:cs typeface="Arial Unicode MS"/>
              </a:rPr>
              <a:t>1</a:t>
            </a:r>
            <a:r>
              <a:rPr kumimoji="0" lang="ko-KR" altLang="en-US" sz="5800" b="0" i="0" strike="noStrike" kern="1200" cap="none" spc="0" normalizeH="0" baseline="0">
                <a:effectLst/>
                <a:uLnTx/>
                <a:uFillTx/>
                <a:latin typeface="한컴 윤고딕 250"/>
                <a:ea typeface="한컴 윤고딕 250"/>
                <a:cs typeface="Arial Unicode MS"/>
              </a:rPr>
              <a:t>개 일치 </a:t>
            </a:r>
            <a:r>
              <a:rPr kumimoji="0" lang="en-US" altLang="ko-KR" sz="5800" b="0" i="0" strike="noStrike" kern="1200" cap="none" spc="0" normalizeH="0" baseline="0">
                <a:effectLst/>
                <a:uLnTx/>
                <a:uFillTx/>
                <a:latin typeface="한컴 윤고딕 250"/>
                <a:ea typeface="한컴 윤고딕 250"/>
                <a:cs typeface="Arial Unicode MS"/>
              </a:rPr>
              <a:t>:</a:t>
            </a:r>
            <a:r>
              <a:rPr kumimoji="0" lang="ko-KR" altLang="en-US" sz="5800" b="0" i="0" strike="noStrike" kern="1200" cap="none" spc="0" normalizeH="0" baseline="0">
                <a:effectLst/>
                <a:uLnTx/>
                <a:uFillTx/>
                <a:latin typeface="한컴 윤고딕 250"/>
                <a:ea typeface="한컴 윤고딕 250"/>
                <a:cs typeface="Arial Unicode MS"/>
              </a:rPr>
              <a:t> </a:t>
            </a:r>
            <a:r>
              <a:rPr kumimoji="0" lang="en-US" altLang="ko-KR" sz="5800" b="0" i="0" strike="noStrike" kern="1200" cap="none" spc="0" normalizeH="0" baseline="0">
                <a:effectLst/>
                <a:uLnTx/>
                <a:uFillTx/>
                <a:latin typeface="한컴 윤고딕 250"/>
                <a:ea typeface="한컴 윤고딕 250"/>
                <a:cs typeface="Arial Unicode MS"/>
              </a:rPr>
              <a:t>1</a:t>
            </a:r>
            <a:r>
              <a:rPr kumimoji="0" lang="ko-KR" altLang="en-US" sz="5800" b="0" i="0" strike="noStrike" kern="1200" cap="none" spc="0" normalizeH="0" baseline="0">
                <a:effectLst/>
                <a:uLnTx/>
                <a:uFillTx/>
                <a:latin typeface="한컴 윤고딕 250"/>
                <a:ea typeface="한컴 윤고딕 250"/>
                <a:cs typeface="Arial Unicode MS"/>
              </a:rPr>
              <a:t>점</a:t>
            </a:r>
            <a:endParaRPr kumimoji="0" lang="ko-KR" altLang="en-US" sz="5800" b="0" i="0" strike="noStrike" kern="1200" cap="none" spc="0" normalizeH="0" baseline="0">
              <a:effectLst/>
              <a:uLnTx/>
              <a:uFillTx/>
              <a:latin typeface="한컴 윤고딕 250"/>
              <a:ea typeface="한컴 윤고딕 250"/>
              <a:cs typeface="Arial Unicode MS"/>
            </a:endParaRPr>
          </a:p>
          <a:p>
            <a:pPr marL="0" marR="0" lvl="0" indent="0" algn="ctr" defTabSz="914400" rtl="0" eaLnBrk="1" latinLnBrk="1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defRPr/>
            </a:pPr>
            <a:endParaRPr xmlns:mc="http://schemas.openxmlformats.org/markup-compatibility/2006" xmlns:hp="http://schemas.haansoft.com/office/presentation/8.0" kumimoji="0" lang="en-US" altLang="ko-KR" sz="7300" b="1" i="0" u="none" strike="noStrike" kern="1200" cap="none" spc="0" normalizeH="0" baseline="0" mc:Ignorable="hp" hp:hslEmbossed="0">
              <a:solidFill>
                <a:srgbClr val="ff6600"/>
              </a:solidFill>
              <a:effectLst>
                <a:outerShdw blurRad="38100" dist="38100" dir="2700000" algn="tl">
                  <a:srgbClr val="000000">
                    <a:alpha val="43140"/>
                  </a:srgbClr>
                </a:outerShdw>
              </a:effectLst>
              <a:uLnTx/>
              <a:uFillTx/>
              <a:latin typeface="한컴 윤고딕 250"/>
              <a:ea typeface="한컴 윤고딕 25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 txBox="1"/>
          <p:nvPr/>
        </p:nvSpPr>
        <p:spPr>
          <a:xfrm>
            <a:off x="1524000" y="188640"/>
            <a:ext cx="9144000" cy="1152128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altLang="ko-KR" sz="5400" b="1">
                <a:solidFill>
                  <a:srgbClr val="00b050"/>
                </a:solidFill>
                <a:latin typeface="Comic Sans MS"/>
              </a:rPr>
              <a:t>W</a:t>
            </a:r>
            <a:r>
              <a:rPr lang="en-US" altLang="ko-KR" sz="5400" b="1">
                <a:solidFill>
                  <a:srgbClr val="92d050"/>
                </a:solidFill>
                <a:latin typeface="Comic Sans MS"/>
              </a:rPr>
              <a:t>o</a:t>
            </a:r>
            <a:r>
              <a:rPr lang="en-US" altLang="ko-KR" sz="5400" b="1">
                <a:solidFill>
                  <a:srgbClr val="00b050"/>
                </a:solidFill>
                <a:latin typeface="Comic Sans MS"/>
              </a:rPr>
              <a:t>r</a:t>
            </a:r>
            <a:r>
              <a:rPr lang="en-US" altLang="ko-KR" sz="5400" b="1">
                <a:solidFill>
                  <a:srgbClr val="92d050"/>
                </a:solidFill>
                <a:latin typeface="Comic Sans MS"/>
              </a:rPr>
              <a:t>d</a:t>
            </a:r>
            <a:r>
              <a:rPr lang="en-US" altLang="ko-KR" sz="5400" b="1">
                <a:solidFill>
                  <a:prstClr val="black"/>
                </a:solidFill>
                <a:latin typeface="Comic Sans MS"/>
              </a:rPr>
              <a:t> </a:t>
            </a:r>
            <a:r>
              <a:rPr lang="en-US" altLang="ko-KR" sz="5400" b="1">
                <a:solidFill>
                  <a:srgbClr val="00b050"/>
                </a:solidFill>
                <a:latin typeface="Comic Sans MS"/>
              </a:rPr>
              <a:t>L</a:t>
            </a:r>
            <a:r>
              <a:rPr lang="en-US" altLang="ko-KR" sz="5400" b="1">
                <a:solidFill>
                  <a:srgbClr val="92d050"/>
                </a:solidFill>
                <a:latin typeface="Comic Sans MS"/>
              </a:rPr>
              <a:t>o</a:t>
            </a:r>
            <a:r>
              <a:rPr lang="en-US" altLang="ko-KR" sz="5400" b="1">
                <a:solidFill>
                  <a:srgbClr val="00b050"/>
                </a:solidFill>
                <a:latin typeface="Comic Sans MS"/>
              </a:rPr>
              <a:t>t</a:t>
            </a:r>
            <a:r>
              <a:rPr lang="en-US" altLang="ko-KR" sz="5400" b="1">
                <a:solidFill>
                  <a:srgbClr val="92d050"/>
                </a:solidFill>
                <a:latin typeface="Comic Sans MS"/>
              </a:rPr>
              <a:t>t</a:t>
            </a:r>
            <a:r>
              <a:rPr lang="en-US" altLang="ko-KR" sz="5400" b="1">
                <a:solidFill>
                  <a:srgbClr val="00b050"/>
                </a:solidFill>
                <a:latin typeface="Comic Sans MS"/>
              </a:rPr>
              <a:t>o</a:t>
            </a:r>
            <a:r>
              <a:rPr lang="en-US" altLang="ko-KR" sz="5400" b="1">
                <a:solidFill>
                  <a:prstClr val="black"/>
                </a:solidFill>
                <a:latin typeface="Comic Sans MS"/>
              </a:rPr>
              <a:t> </a:t>
            </a:r>
            <a:r>
              <a:rPr lang="en-US" altLang="ko-KR" sz="6000" b="1">
                <a:solidFill>
                  <a:srgbClr val="ff7c80"/>
                </a:solidFill>
                <a:latin typeface="Comic Sans MS"/>
              </a:rPr>
              <a:t>1</a:t>
            </a:r>
            <a:endParaRPr lang="en-US" altLang="ko-KR" sz="6000" b="1">
              <a:solidFill>
                <a:srgbClr val="ff7c80"/>
              </a:solidFill>
              <a:latin typeface="Comic Sans MS"/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1703560" y="1556792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400">
                <a:solidFill>
                  <a:prstClr val="white"/>
                </a:solidFill>
                <a:latin typeface="Comic Sans MS"/>
              </a:rPr>
              <a:t>star</a:t>
            </a:r>
            <a:endParaRPr lang="en-US" altLang="ko-KR" sz="44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1703512" y="3284984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3800">
                <a:solidFill>
                  <a:prstClr val="white"/>
                </a:solidFill>
                <a:latin typeface="Comic Sans MS"/>
              </a:rPr>
              <a:t>watch</a:t>
            </a:r>
            <a:endParaRPr lang="en-US" altLang="ko-KR" sz="38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10" name="모서리가 둥근 직사각형 9"/>
          <p:cNvSpPr/>
          <p:nvPr/>
        </p:nvSpPr>
        <p:spPr>
          <a:xfrm>
            <a:off x="7608168" y="1556792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400">
                <a:solidFill>
                  <a:prstClr val="white"/>
                </a:solidFill>
                <a:latin typeface="Comic Sans MS"/>
              </a:rPr>
              <a:t>glove</a:t>
            </a:r>
            <a:endParaRPr lang="en-US" altLang="ko-KR" sz="44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11" name="모서리가 둥근 직사각형 10"/>
          <p:cNvSpPr/>
          <p:nvPr/>
        </p:nvSpPr>
        <p:spPr>
          <a:xfrm>
            <a:off x="4655840" y="1575909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400">
                <a:solidFill>
                  <a:prstClr val="white"/>
                </a:solidFill>
                <a:latin typeface="Comic Sans MS"/>
              </a:rPr>
              <a:t>yours</a:t>
            </a:r>
            <a:endParaRPr lang="en-US" altLang="ko-KR" sz="44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4634643" y="3212976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400">
                <a:solidFill>
                  <a:prstClr val="white"/>
                </a:solidFill>
                <a:latin typeface="Comic Sans MS"/>
              </a:rPr>
              <a:t>mine</a:t>
            </a:r>
            <a:endParaRPr lang="en-US" altLang="ko-KR" sz="44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13" name="모서리가 둥근 직사각형 12"/>
          <p:cNvSpPr/>
          <p:nvPr/>
        </p:nvSpPr>
        <p:spPr>
          <a:xfrm>
            <a:off x="1703512" y="4953389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000">
                <a:solidFill>
                  <a:prstClr val="white"/>
                </a:solidFill>
                <a:latin typeface="Comic Sans MS"/>
                <a:ea typeface="나눔손글씨 펜"/>
              </a:rPr>
              <a:t>heart</a:t>
            </a:r>
            <a:endParaRPr lang="en-US" altLang="ko-KR" sz="4000">
              <a:solidFill>
                <a:prstClr val="white"/>
              </a:solidFill>
              <a:latin typeface="Comic Sans MS"/>
              <a:ea typeface="나눔손글씨 펜"/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4655840" y="4941168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000">
                <a:solidFill>
                  <a:prstClr val="white"/>
                </a:solidFill>
                <a:latin typeface="Comic Sans MS"/>
              </a:rPr>
              <a:t>whose</a:t>
            </a:r>
            <a:endParaRPr lang="en-US" altLang="ko-KR" sz="40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16" name="모서리가 둥근 직사각형 8"/>
          <p:cNvSpPr/>
          <p:nvPr/>
        </p:nvSpPr>
        <p:spPr>
          <a:xfrm>
            <a:off x="7608168" y="3212975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00b05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42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Comic Sans MS"/>
              </a:rPr>
              <a:t>find</a:t>
            </a:r>
            <a:endParaRPr xmlns:mc="http://schemas.openxmlformats.org/markup-compatibility/2006" xmlns:hp="http://schemas.haansoft.com/office/presentation/8.0" kumimoji="0" lang="en-US" altLang="ko-KR" sz="4200" b="0" i="0" u="none" strike="noStrike" kern="1200" cap="none" spc="0" normalizeH="0" baseline="0" mc:Ignorable="hp" hp:hslEmbossed="0">
              <a:solidFill>
                <a:srgbClr val="ffffff"/>
              </a:solidFill>
              <a:latin typeface="Comic Sans MS"/>
            </a:endParaRPr>
          </a:p>
        </p:txBody>
      </p:sp>
      <p:sp>
        <p:nvSpPr>
          <p:cNvPr id="17" name="모서리가 둥근 직사각형 12"/>
          <p:cNvSpPr/>
          <p:nvPr/>
        </p:nvSpPr>
        <p:spPr>
          <a:xfrm>
            <a:off x="7608168" y="4881380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92d05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40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Comic Sans MS"/>
                <a:ea typeface="나눔손글씨 펜"/>
              </a:rPr>
              <a:t>circle</a:t>
            </a:r>
            <a:endParaRPr xmlns:mc="http://schemas.openxmlformats.org/markup-compatibility/2006" xmlns:hp="http://schemas.haansoft.com/office/presentation/8.0" kumimoji="0" lang="en-US" altLang="ko-KR" sz="4000" b="0" i="0" u="none" strike="noStrike" kern="1200" cap="none" spc="0" normalizeH="0" baseline="0" mc:Ignorable="hp" hp:hslEmbossed="0">
              <a:solidFill>
                <a:srgbClr val="ffffff"/>
              </a:solidFill>
              <a:latin typeface="Comic Sans MS"/>
              <a:ea typeface="나눔손글씨 펜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mc="http://schemas.openxmlformats.org/markup-compatibility/2006" xmlns:hp="http://schemas.haansoft.com/office/presentation/8.0" id="5" presetClass="exit" presetSubtype="4" fill="hold" grpId="0" nodeType="clickEffect" mc:Ignorable="hp" hp:hslPresetID="2005">
                                  <p:stCondLst>
                                    <p:cond delay="0"/>
                                  </p:stCondLst>
                                  <p:childTnLst>
                                    <p:animEffect xmlns:mc="http://schemas.openxmlformats.org/markup-compatibility/2006" xmlns:hp="http://schemas.haansoft.com/office/presentation/8.0" transition="out" filter="wipe(down)" mc:Ignorable="hp" hp:hslFilter="wave(down)">
                                      <p:cBhvr>
                                        <p:cTn id="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2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xmlns:mc="http://schemas.openxmlformats.org/markup-compatibility/2006" xmlns:hp="http://schemas.haansoft.com/office/presentation/8.0" id="9" presetClass="exit" presetSubtype="4" fill="hold" grpId="1" nodeType="afterEffect" mc:Ignorable="hp" hp:hslPresetID="2005">
                                  <p:stCondLst>
                                    <p:cond delay="0"/>
                                  </p:stCondLst>
                                  <p:childTnLst>
                                    <p:animEffect xmlns:mc="http://schemas.openxmlformats.org/markup-compatibility/2006" xmlns:hp="http://schemas.haansoft.com/office/presentation/8.0" transition="out" filter="wipe(down)" mc:Ignorable="hp" hp:hslFilter="wave(down)">
                                      <p:cBhvr>
                                        <p:cTn id="1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2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xmlns:mc="http://schemas.openxmlformats.org/markup-compatibility/2006" xmlns:hp="http://schemas.haansoft.com/office/presentation/8.0" id="13" presetClass="exit" presetSubtype="4" fill="hold" grpId="2" nodeType="afterEffect" mc:Ignorable="hp" hp:hslPresetID="2005">
                                  <p:stCondLst>
                                    <p:cond delay="0"/>
                                  </p:stCondLst>
                                  <p:childTnLst>
                                    <p:animEffect xmlns:mc="http://schemas.openxmlformats.org/markup-compatibility/2006" xmlns:hp="http://schemas.haansoft.com/office/presentation/8.0" transition="out" filter="wipe(down)" mc:Ignorable="hp" hp:hslFilter="wave(down)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2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xmlns:mc="http://schemas.openxmlformats.org/markup-compatibility/2006" xmlns:hp="http://schemas.haansoft.com/office/presentation/8.0" id="17" presetClass="exit" presetSubtype="4" fill="hold" grpId="3" nodeType="afterEffect" mc:Ignorable="hp" hp:hslPresetID="2005">
                                  <p:stCondLst>
                                    <p:cond delay="0"/>
                                  </p:stCondLst>
                                  <p:childTnLst>
                                    <p:animEffect xmlns:mc="http://schemas.openxmlformats.org/markup-compatibility/2006" xmlns:hp="http://schemas.haansoft.com/office/presentation/8.0" transition="out" filter="wipe(down)" mc:Ignorable="hp" hp:hslFilter="wave(down)">
                                      <p:cBhvr>
                                        <p:cTn id="1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2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xmlns:mc="http://schemas.openxmlformats.org/markup-compatibility/2006" xmlns:hp="http://schemas.haansoft.com/office/presentation/8.0" id="21" presetClass="exit" presetSubtype="4" fill="hold" grpId="4" nodeType="afterEffect" mc:Ignorable="hp" hp:hslPresetID="2005">
                                  <p:stCondLst>
                                    <p:cond delay="0"/>
                                  </p:stCondLst>
                                  <p:childTnLst>
                                    <p:animEffect xmlns:mc="http://schemas.openxmlformats.org/markup-compatibility/2006" xmlns:hp="http://schemas.haansoft.com/office/presentation/8.0" transition="out" filter="wipe(down)" mc:Ignorable="hp" hp:hslFilter="wave(down)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2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xmlns:mc="http://schemas.openxmlformats.org/markup-compatibility/2006" xmlns:hp="http://schemas.haansoft.com/office/presentation/8.0" id="25" presetClass="exit" presetSubtype="4" fill="hold" grpId="5" nodeType="afterEffect" mc:Ignorable="hp" hp:hslPresetID="2005">
                                  <p:stCondLst>
                                    <p:cond delay="0"/>
                                  </p:stCondLst>
                                  <p:childTnLst>
                                    <p:animEffect xmlns:mc="http://schemas.openxmlformats.org/markup-compatibility/2006" xmlns:hp="http://schemas.haansoft.com/office/presentation/8.0" transition="out" filter="wipe(down)" mc:Ignorable="hp" hp:hslFilter="wave(down)">
                                      <p:cBhvr>
                                        <p:cTn id="2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2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1" animBg="1"/>
      <p:bldP spid="12" grpId="2" animBg="1"/>
      <p:bldP spid="15" grpId="3" animBg="1"/>
      <p:bldP spid="16" grpId="4" animBg="1"/>
      <p:bldP spid="17" grpId="5" animBg="1"/>
    </p:bldLst>
  </p:timing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 txBox="1"/>
          <p:nvPr/>
        </p:nvSpPr>
        <p:spPr>
          <a:xfrm>
            <a:off x="1524000" y="188640"/>
            <a:ext cx="9144000" cy="1152128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altLang="ko-KR" sz="5400" b="1">
                <a:solidFill>
                  <a:srgbClr val="ffc000"/>
                </a:solidFill>
                <a:latin typeface="Comic Sans MS"/>
              </a:rPr>
              <a:t>W</a:t>
            </a:r>
            <a:r>
              <a:rPr lang="en-US" altLang="ko-KR" sz="5400" b="1">
                <a:solidFill>
                  <a:srgbClr val="f79646"/>
                </a:solidFill>
                <a:latin typeface="Comic Sans MS"/>
              </a:rPr>
              <a:t>o</a:t>
            </a:r>
            <a:r>
              <a:rPr lang="en-US" altLang="ko-KR" sz="5400" b="1">
                <a:solidFill>
                  <a:srgbClr val="ffc000"/>
                </a:solidFill>
                <a:latin typeface="Comic Sans MS"/>
              </a:rPr>
              <a:t>r</a:t>
            </a:r>
            <a:r>
              <a:rPr lang="en-US" altLang="ko-KR" sz="5400" b="1">
                <a:solidFill>
                  <a:srgbClr val="f79646"/>
                </a:solidFill>
                <a:latin typeface="Comic Sans MS"/>
              </a:rPr>
              <a:t>d</a:t>
            </a:r>
            <a:r>
              <a:rPr lang="en-US" altLang="ko-KR" sz="5400" b="1">
                <a:solidFill>
                  <a:prstClr val="black"/>
                </a:solidFill>
                <a:latin typeface="Comic Sans MS"/>
              </a:rPr>
              <a:t> </a:t>
            </a:r>
            <a:r>
              <a:rPr lang="en-US" altLang="ko-KR" sz="5400" b="1">
                <a:solidFill>
                  <a:srgbClr val="ffc000"/>
                </a:solidFill>
                <a:latin typeface="Comic Sans MS"/>
              </a:rPr>
              <a:t>L</a:t>
            </a:r>
            <a:r>
              <a:rPr lang="en-US" altLang="ko-KR" sz="5400" b="1">
                <a:solidFill>
                  <a:srgbClr val="f79646"/>
                </a:solidFill>
                <a:latin typeface="Comic Sans MS"/>
              </a:rPr>
              <a:t>o</a:t>
            </a:r>
            <a:r>
              <a:rPr lang="en-US" altLang="ko-KR" sz="5400" b="1">
                <a:solidFill>
                  <a:srgbClr val="ffc000"/>
                </a:solidFill>
                <a:latin typeface="Comic Sans MS"/>
              </a:rPr>
              <a:t>t</a:t>
            </a:r>
            <a:r>
              <a:rPr lang="en-US" altLang="ko-KR" sz="5400" b="1">
                <a:solidFill>
                  <a:srgbClr val="f79646"/>
                </a:solidFill>
                <a:latin typeface="Comic Sans MS"/>
              </a:rPr>
              <a:t>t</a:t>
            </a:r>
            <a:r>
              <a:rPr lang="en-US" altLang="ko-KR" sz="5400" b="1">
                <a:solidFill>
                  <a:srgbClr val="ffc000"/>
                </a:solidFill>
                <a:latin typeface="Comic Sans MS"/>
              </a:rPr>
              <a:t>o</a:t>
            </a:r>
            <a:r>
              <a:rPr lang="en-US" altLang="ko-KR" sz="5400" b="1">
                <a:solidFill>
                  <a:prstClr val="black"/>
                </a:solidFill>
                <a:latin typeface="Comic Sans MS"/>
              </a:rPr>
              <a:t> </a:t>
            </a:r>
            <a:r>
              <a:rPr lang="en-US" altLang="ko-KR" sz="6000" b="1">
                <a:solidFill>
                  <a:srgbClr val="00b0f0"/>
                </a:solidFill>
                <a:latin typeface="Comic Sans MS"/>
              </a:rPr>
              <a:t>2</a:t>
            </a:r>
            <a:endParaRPr lang="en-US" altLang="ko-KR" sz="6000" b="1">
              <a:solidFill>
                <a:srgbClr val="00b0f0"/>
              </a:solidFill>
              <a:latin typeface="Comic Sans MS"/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1703560" y="1556792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400">
                <a:solidFill>
                  <a:prstClr val="white"/>
                </a:solidFill>
                <a:latin typeface="Comic Sans MS"/>
              </a:rPr>
              <a:t>cap</a:t>
            </a:r>
            <a:endParaRPr lang="en-US" altLang="ko-KR" sz="44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1703512" y="3284984"/>
            <a:ext cx="2880320" cy="1296144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400">
                <a:solidFill>
                  <a:prstClr val="white"/>
                </a:solidFill>
                <a:latin typeface="Comic Sans MS"/>
              </a:rPr>
              <a:t>shoe</a:t>
            </a:r>
            <a:endParaRPr lang="en-US" altLang="ko-KR" sz="44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10" name="모서리가 둥근 직사각형 9"/>
          <p:cNvSpPr/>
          <p:nvPr/>
        </p:nvSpPr>
        <p:spPr>
          <a:xfrm>
            <a:off x="7608168" y="1556792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400">
                <a:solidFill>
                  <a:prstClr val="white"/>
                </a:solidFill>
                <a:latin typeface="Comic Sans MS"/>
              </a:rPr>
              <a:t>yours</a:t>
            </a:r>
            <a:endParaRPr lang="en-US" altLang="ko-KR" sz="44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11" name="모서리가 둥근 직사각형 10"/>
          <p:cNvSpPr/>
          <p:nvPr/>
        </p:nvSpPr>
        <p:spPr>
          <a:xfrm>
            <a:off x="4655840" y="1575909"/>
            <a:ext cx="2880320" cy="1296144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400">
                <a:solidFill>
                  <a:prstClr val="white"/>
                </a:solidFill>
                <a:latin typeface="Comic Sans MS"/>
              </a:rPr>
              <a:t>whose</a:t>
            </a:r>
            <a:endParaRPr lang="en-US" altLang="ko-KR" sz="44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4634643" y="3212976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400">
                <a:solidFill>
                  <a:prstClr val="white"/>
                </a:solidFill>
                <a:latin typeface="Comic Sans MS"/>
              </a:rPr>
              <a:t>bottle</a:t>
            </a:r>
            <a:endParaRPr lang="en-US" altLang="ko-KR" sz="44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13" name="모서리가 둥근 직사각형 12"/>
          <p:cNvSpPr/>
          <p:nvPr/>
        </p:nvSpPr>
        <p:spPr>
          <a:xfrm>
            <a:off x="1703512" y="4953389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400">
                <a:solidFill>
                  <a:prstClr val="white"/>
                </a:solidFill>
                <a:latin typeface="Comic Sans MS"/>
              </a:rPr>
              <a:t>phone</a:t>
            </a:r>
            <a:endParaRPr lang="en-US" altLang="ko-KR" sz="44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4655840" y="4941168"/>
            <a:ext cx="2880320" cy="1296144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3900">
                <a:solidFill>
                  <a:prstClr val="white"/>
                </a:solidFill>
                <a:latin typeface="Comic Sans MS"/>
              </a:rPr>
              <a:t>umbrella</a:t>
            </a:r>
            <a:endParaRPr lang="en-US" altLang="ko-KR" sz="39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16" name="모서리가 둥근 직사각형 8"/>
          <p:cNvSpPr/>
          <p:nvPr/>
        </p:nvSpPr>
        <p:spPr>
          <a:xfrm>
            <a:off x="7608168" y="3212976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ca56a7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44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Comic Sans MS"/>
              </a:rPr>
              <a:t>star</a:t>
            </a:r>
            <a:endParaRPr xmlns:mc="http://schemas.openxmlformats.org/markup-compatibility/2006" xmlns:hp="http://schemas.haansoft.com/office/presentation/8.0" kumimoji="0" lang="en-US" altLang="ko-KR" sz="4400" b="0" i="0" u="none" strike="noStrike" kern="1200" cap="none" spc="0" normalizeH="0" baseline="0" mc:Ignorable="hp" hp:hslEmbossed="0">
              <a:solidFill>
                <a:srgbClr val="ffffff"/>
              </a:solidFill>
              <a:latin typeface="Comic Sans MS"/>
            </a:endParaRPr>
          </a:p>
        </p:txBody>
      </p:sp>
      <p:sp>
        <p:nvSpPr>
          <p:cNvPr id="17" name="모서리가 둥근 직사각형 12"/>
          <p:cNvSpPr/>
          <p:nvPr/>
        </p:nvSpPr>
        <p:spPr>
          <a:xfrm>
            <a:off x="7608168" y="4881381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ffc0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44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Comic Sans MS"/>
              </a:rPr>
              <a:t>find</a:t>
            </a:r>
            <a:endParaRPr xmlns:mc="http://schemas.openxmlformats.org/markup-compatibility/2006" xmlns:hp="http://schemas.haansoft.com/office/presentation/8.0" kumimoji="0" lang="en-US" altLang="ko-KR" sz="4400" b="0" i="0" u="none" strike="noStrike" kern="1200" cap="none" spc="0" normalizeH="0" baseline="0" mc:Ignorable="hp" hp:hslEmbossed="0">
              <a:solidFill>
                <a:srgbClr val="ffffff"/>
              </a:solidFill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mc="http://schemas.openxmlformats.org/markup-compatibility/2006" xmlns:hp="http://schemas.haansoft.com/office/presentation/8.0" id="5" presetClass="exit" presetSubtype="4" fill="hold" grpId="0" nodeType="clickEffect" mc:Ignorable="hp" hp:hslPresetID="2005">
                                  <p:stCondLst>
                                    <p:cond delay="0"/>
                                  </p:stCondLst>
                                  <p:childTnLst>
                                    <p:animEffect xmlns:mc="http://schemas.openxmlformats.org/markup-compatibility/2006" xmlns:hp="http://schemas.haansoft.com/office/presentation/8.0" transition="out" filter="wipe(down)" mc:Ignorable="hp" hp:hslFilter="wave(down)">
                                      <p:cBhvr>
                                        <p:cTn id="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2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xmlns:mc="http://schemas.openxmlformats.org/markup-compatibility/2006" xmlns:hp="http://schemas.haansoft.com/office/presentation/8.0" id="9" presetClass="exit" presetSubtype="4" fill="hold" grpId="1" nodeType="afterEffect" mc:Ignorable="hp" hp:hslPresetID="2005">
                                  <p:stCondLst>
                                    <p:cond delay="0"/>
                                  </p:stCondLst>
                                  <p:childTnLst>
                                    <p:animEffect xmlns:mc="http://schemas.openxmlformats.org/markup-compatibility/2006" xmlns:hp="http://schemas.haansoft.com/office/presentation/8.0" transition="out" filter="wipe(down)" mc:Ignorable="hp" hp:hslFilter="wave(down)">
                                      <p:cBhvr>
                                        <p:cTn id="1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2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xmlns:mc="http://schemas.openxmlformats.org/markup-compatibility/2006" xmlns:hp="http://schemas.haansoft.com/office/presentation/8.0" id="13" presetClass="exit" presetSubtype="4" fill="hold" grpId="2" nodeType="afterEffect" mc:Ignorable="hp" hp:hslPresetID="2005">
                                  <p:stCondLst>
                                    <p:cond delay="0"/>
                                  </p:stCondLst>
                                  <p:childTnLst>
                                    <p:animEffect xmlns:mc="http://schemas.openxmlformats.org/markup-compatibility/2006" xmlns:hp="http://schemas.haansoft.com/office/presentation/8.0" transition="out" filter="wipe(down)" mc:Ignorable="hp" hp:hslFilter="wave(down)">
                                      <p:cBhvr>
                                        <p:cTn id="1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2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xmlns:mc="http://schemas.openxmlformats.org/markup-compatibility/2006" xmlns:hp="http://schemas.haansoft.com/office/presentation/8.0" id="17" presetClass="exit" presetSubtype="4" fill="hold" grpId="3" nodeType="afterEffect" mc:Ignorable="hp" hp:hslPresetID="2005">
                                  <p:stCondLst>
                                    <p:cond delay="0"/>
                                  </p:stCondLst>
                                  <p:childTnLst>
                                    <p:animEffect xmlns:mc="http://schemas.openxmlformats.org/markup-compatibility/2006" xmlns:hp="http://schemas.haansoft.com/office/presentation/8.0" transition="out" filter="wipe(down)" mc:Ignorable="hp" hp:hslFilter="wave(down)">
                                      <p:cBhvr>
                                        <p:cTn id="1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2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xmlns:mc="http://schemas.openxmlformats.org/markup-compatibility/2006" xmlns:hp="http://schemas.haansoft.com/office/presentation/8.0" id="21" presetClass="exit" presetSubtype="4" fill="hold" grpId="4" nodeType="afterEffect" mc:Ignorable="hp" hp:hslPresetID="2005">
                                  <p:stCondLst>
                                    <p:cond delay="0"/>
                                  </p:stCondLst>
                                  <p:childTnLst>
                                    <p:animEffect xmlns:mc="http://schemas.openxmlformats.org/markup-compatibility/2006" xmlns:hp="http://schemas.haansoft.com/office/presentation/8.0" transition="out" filter="wipe(down)" mc:Ignorable="hp" hp:hslFilter="wave(down)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2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xmlns:mc="http://schemas.openxmlformats.org/markup-compatibility/2006" xmlns:hp="http://schemas.haansoft.com/office/presentation/8.0" id="25" presetClass="exit" presetSubtype="4" fill="hold" grpId="5" nodeType="afterEffect" mc:Ignorable="hp" hp:hslPresetID="2005">
                                  <p:stCondLst>
                                    <p:cond delay="0"/>
                                  </p:stCondLst>
                                  <p:childTnLst>
                                    <p:animEffect xmlns:mc="http://schemas.openxmlformats.org/markup-compatibility/2006" xmlns:hp="http://schemas.haansoft.com/office/presentation/8.0" transition="out" filter="wipe(down)" mc:Ignorable="hp" hp:hslFilter="wave(down)">
                                      <p:cBhvr>
                                        <p:cTn id="2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2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1" animBg="1"/>
      <p:bldP spid="13" grpId="2" animBg="1"/>
      <p:bldP spid="15" grpId="3" animBg="1"/>
      <p:bldP spid="16" grpId="4" animBg="1"/>
      <p:bldP spid="17" grpId="5" animBg="1"/>
    </p:bldLst>
  </p:timing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 txBox="1"/>
          <p:nvPr/>
        </p:nvSpPr>
        <p:spPr>
          <a:xfrm>
            <a:off x="1524000" y="188640"/>
            <a:ext cx="9144000" cy="1152128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altLang="ko-KR" sz="5400" b="1">
                <a:solidFill>
                  <a:srgbClr val="00b050"/>
                </a:solidFill>
                <a:latin typeface="Comic Sans MS"/>
              </a:rPr>
              <a:t>W</a:t>
            </a:r>
            <a:r>
              <a:rPr lang="en-US" altLang="ko-KR" sz="5400" b="1">
                <a:solidFill>
                  <a:srgbClr val="92d050"/>
                </a:solidFill>
                <a:latin typeface="Comic Sans MS"/>
              </a:rPr>
              <a:t>o</a:t>
            </a:r>
            <a:r>
              <a:rPr lang="en-US" altLang="ko-KR" sz="5400" b="1">
                <a:solidFill>
                  <a:srgbClr val="00b050"/>
                </a:solidFill>
                <a:latin typeface="Comic Sans MS"/>
              </a:rPr>
              <a:t>r</a:t>
            </a:r>
            <a:r>
              <a:rPr lang="en-US" altLang="ko-KR" sz="5400" b="1">
                <a:solidFill>
                  <a:srgbClr val="92d050"/>
                </a:solidFill>
                <a:latin typeface="Comic Sans MS"/>
              </a:rPr>
              <a:t>d</a:t>
            </a:r>
            <a:r>
              <a:rPr lang="en-US" altLang="ko-KR" sz="5400" b="1">
                <a:solidFill>
                  <a:prstClr val="black"/>
                </a:solidFill>
                <a:latin typeface="Comic Sans MS"/>
              </a:rPr>
              <a:t> </a:t>
            </a:r>
            <a:r>
              <a:rPr lang="en-US" altLang="ko-KR" sz="5400" b="1">
                <a:solidFill>
                  <a:srgbClr val="00b050"/>
                </a:solidFill>
                <a:latin typeface="Comic Sans MS"/>
              </a:rPr>
              <a:t>L</a:t>
            </a:r>
            <a:r>
              <a:rPr lang="en-US" altLang="ko-KR" sz="5400" b="1">
                <a:solidFill>
                  <a:srgbClr val="92d050"/>
                </a:solidFill>
                <a:latin typeface="Comic Sans MS"/>
              </a:rPr>
              <a:t>o</a:t>
            </a:r>
            <a:r>
              <a:rPr lang="en-US" altLang="ko-KR" sz="5400" b="1">
                <a:solidFill>
                  <a:srgbClr val="00b050"/>
                </a:solidFill>
                <a:latin typeface="Comic Sans MS"/>
              </a:rPr>
              <a:t>t</a:t>
            </a:r>
            <a:r>
              <a:rPr lang="en-US" altLang="ko-KR" sz="5400" b="1">
                <a:solidFill>
                  <a:srgbClr val="92d050"/>
                </a:solidFill>
                <a:latin typeface="Comic Sans MS"/>
              </a:rPr>
              <a:t>t</a:t>
            </a:r>
            <a:r>
              <a:rPr lang="en-US" altLang="ko-KR" sz="5400" b="1">
                <a:solidFill>
                  <a:srgbClr val="00b050"/>
                </a:solidFill>
                <a:latin typeface="Comic Sans MS"/>
              </a:rPr>
              <a:t>o</a:t>
            </a:r>
            <a:r>
              <a:rPr lang="en-US" altLang="ko-KR" sz="5400" b="1">
                <a:solidFill>
                  <a:prstClr val="black"/>
                </a:solidFill>
                <a:latin typeface="Comic Sans MS"/>
              </a:rPr>
              <a:t> </a:t>
            </a:r>
            <a:r>
              <a:rPr lang="en-US" altLang="ko-KR" sz="6000" b="1">
                <a:solidFill>
                  <a:srgbClr val="ff7c80"/>
                </a:solidFill>
                <a:latin typeface="Comic Sans MS"/>
              </a:rPr>
              <a:t>3</a:t>
            </a:r>
            <a:endParaRPr lang="en-US" altLang="ko-KR" sz="6000" b="1">
              <a:solidFill>
                <a:srgbClr val="ff7c80"/>
              </a:solidFill>
              <a:latin typeface="Comic Sans MS"/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1703560" y="1556792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400">
                <a:solidFill>
                  <a:prstClr val="white"/>
                </a:solidFill>
                <a:latin typeface="Comic Sans MS"/>
              </a:rPr>
              <a:t>watch</a:t>
            </a:r>
            <a:endParaRPr lang="en-US" altLang="ko-KR" sz="44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1703512" y="3284984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400">
                <a:solidFill>
                  <a:prstClr val="white"/>
                </a:solidFill>
                <a:latin typeface="Comic Sans MS"/>
              </a:rPr>
              <a:t>umbrella</a:t>
            </a:r>
            <a:endParaRPr lang="en-US" altLang="ko-KR" sz="44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10" name="모서리가 둥근 직사각형 9"/>
          <p:cNvSpPr/>
          <p:nvPr/>
        </p:nvSpPr>
        <p:spPr>
          <a:xfrm>
            <a:off x="7608168" y="1556792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400">
                <a:solidFill>
                  <a:prstClr val="white"/>
                </a:solidFill>
                <a:latin typeface="Comic Sans MS"/>
              </a:rPr>
              <a:t>circle</a:t>
            </a:r>
            <a:endParaRPr lang="en-US" altLang="ko-KR" sz="44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11" name="모서리가 둥근 직사각형 10"/>
          <p:cNvSpPr/>
          <p:nvPr/>
        </p:nvSpPr>
        <p:spPr>
          <a:xfrm>
            <a:off x="4655840" y="1575909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400">
                <a:solidFill>
                  <a:prstClr val="white"/>
                </a:solidFill>
                <a:latin typeface="Comic Sans MS"/>
              </a:rPr>
              <a:t>shoe</a:t>
            </a:r>
            <a:endParaRPr lang="en-US" altLang="ko-KR" sz="44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4634643" y="3212976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400">
                <a:solidFill>
                  <a:prstClr val="white"/>
                </a:solidFill>
                <a:latin typeface="Comic Sans MS"/>
              </a:rPr>
              <a:t>cap</a:t>
            </a:r>
            <a:endParaRPr lang="en-US" altLang="ko-KR" sz="44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13" name="모서리가 둥근 직사각형 12"/>
          <p:cNvSpPr/>
          <p:nvPr/>
        </p:nvSpPr>
        <p:spPr>
          <a:xfrm>
            <a:off x="1703512" y="4953389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000">
                <a:solidFill>
                  <a:prstClr val="white"/>
                </a:solidFill>
                <a:latin typeface="Comic Sans MS"/>
                <a:ea typeface="나눔손글씨 펜"/>
              </a:rPr>
              <a:t>mine</a:t>
            </a:r>
            <a:endParaRPr lang="en-US" altLang="ko-KR" sz="4000">
              <a:solidFill>
                <a:prstClr val="white"/>
              </a:solidFill>
              <a:latin typeface="Comic Sans MS"/>
              <a:ea typeface="나눔손글씨 펜"/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4655840" y="4941168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000">
                <a:solidFill>
                  <a:prstClr val="white"/>
                </a:solidFill>
                <a:latin typeface="Comic Sans MS"/>
              </a:rPr>
              <a:t>heart</a:t>
            </a:r>
            <a:endParaRPr lang="en-US" altLang="ko-KR" sz="40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16" name="모서리가 둥근 직사각형 8"/>
          <p:cNvSpPr/>
          <p:nvPr/>
        </p:nvSpPr>
        <p:spPr>
          <a:xfrm>
            <a:off x="7608168" y="3212975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00b05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8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Comic Sans MS"/>
              </a:rPr>
              <a:t>phone</a:t>
            </a:r>
            <a:endParaRPr xmlns:mc="http://schemas.openxmlformats.org/markup-compatibility/2006" xmlns:hp="http://schemas.haansoft.com/office/presentation/8.0" kumimoji="0" lang="en-US" altLang="ko-KR" sz="3800" b="0" i="0" u="none" strike="noStrike" kern="1200" cap="none" spc="0" normalizeH="0" baseline="0" mc:Ignorable="hp" hp:hslEmbossed="0">
              <a:solidFill>
                <a:srgbClr val="ffffff"/>
              </a:solidFill>
              <a:latin typeface="Comic Sans MS"/>
            </a:endParaRPr>
          </a:p>
        </p:txBody>
      </p:sp>
      <p:sp>
        <p:nvSpPr>
          <p:cNvPr id="17" name="모서리가 둥근 직사각형 12"/>
          <p:cNvSpPr/>
          <p:nvPr/>
        </p:nvSpPr>
        <p:spPr>
          <a:xfrm>
            <a:off x="7608168" y="4881380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92d05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40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Comic Sans MS"/>
                <a:ea typeface="나눔손글씨 펜"/>
              </a:rPr>
              <a:t>glove</a:t>
            </a:r>
            <a:endParaRPr xmlns:mc="http://schemas.openxmlformats.org/markup-compatibility/2006" xmlns:hp="http://schemas.haansoft.com/office/presentation/8.0" kumimoji="0" lang="en-US" altLang="ko-KR" sz="4000" b="0" i="0" u="none" strike="noStrike" kern="1200" cap="none" spc="0" normalizeH="0" baseline="0" mc:Ignorable="hp" hp:hslEmbossed="0">
              <a:solidFill>
                <a:srgbClr val="ffffff"/>
              </a:solidFill>
              <a:latin typeface="Comic Sans MS"/>
              <a:ea typeface="나눔손글씨 펜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mc="http://schemas.openxmlformats.org/markup-compatibility/2006" xmlns:hp="http://schemas.haansoft.com/office/presentation/8.0" id="5" presetClass="exit" presetSubtype="4" fill="hold" grpId="0" nodeType="clickEffect" mc:Ignorable="hp" hp:hslPresetID="2005">
                                  <p:stCondLst>
                                    <p:cond delay="0"/>
                                  </p:stCondLst>
                                  <p:childTnLst>
                                    <p:animEffect xmlns:mc="http://schemas.openxmlformats.org/markup-compatibility/2006" xmlns:hp="http://schemas.haansoft.com/office/presentation/8.0" transition="out" filter="wipe(down)" mc:Ignorable="hp" hp:hslFilter="wave(down)">
                                      <p:cBhvr>
                                        <p:cTn id="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2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xmlns:mc="http://schemas.openxmlformats.org/markup-compatibility/2006" xmlns:hp="http://schemas.haansoft.com/office/presentation/8.0" id="9" presetClass="exit" presetSubtype="4" fill="hold" grpId="1" nodeType="afterEffect" mc:Ignorable="hp" hp:hslPresetID="2005">
                                  <p:stCondLst>
                                    <p:cond delay="0"/>
                                  </p:stCondLst>
                                  <p:childTnLst>
                                    <p:animEffect xmlns:mc="http://schemas.openxmlformats.org/markup-compatibility/2006" xmlns:hp="http://schemas.haansoft.com/office/presentation/8.0" transition="out" filter="wipe(down)" mc:Ignorable="hp" hp:hslFilter="wave(down)">
                                      <p:cBhvr>
                                        <p:cTn id="1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2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xmlns:mc="http://schemas.openxmlformats.org/markup-compatibility/2006" xmlns:hp="http://schemas.haansoft.com/office/presentation/8.0" id="13" presetClass="exit" presetSubtype="4" fill="hold" grpId="2" nodeType="afterEffect" mc:Ignorable="hp" hp:hslPresetID="2005">
                                  <p:stCondLst>
                                    <p:cond delay="0"/>
                                  </p:stCondLst>
                                  <p:childTnLst>
                                    <p:animEffect xmlns:mc="http://schemas.openxmlformats.org/markup-compatibility/2006" xmlns:hp="http://schemas.haansoft.com/office/presentation/8.0" transition="out" filter="wipe(down)" mc:Ignorable="hp" hp:hslFilter="wave(down)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2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xmlns:mc="http://schemas.openxmlformats.org/markup-compatibility/2006" xmlns:hp="http://schemas.haansoft.com/office/presentation/8.0" id="17" presetClass="exit" presetSubtype="4" fill="hold" grpId="3" nodeType="afterEffect" mc:Ignorable="hp" hp:hslPresetID="2005">
                                  <p:stCondLst>
                                    <p:cond delay="0"/>
                                  </p:stCondLst>
                                  <p:childTnLst>
                                    <p:animEffect xmlns:mc="http://schemas.openxmlformats.org/markup-compatibility/2006" xmlns:hp="http://schemas.haansoft.com/office/presentation/8.0" transition="out" filter="wipe(down)" mc:Ignorable="hp" hp:hslFilter="wave(down)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2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xmlns:mc="http://schemas.openxmlformats.org/markup-compatibility/2006" xmlns:hp="http://schemas.haansoft.com/office/presentation/8.0" id="21" presetClass="exit" presetSubtype="4" fill="hold" grpId="4" nodeType="afterEffect" mc:Ignorable="hp" hp:hslPresetID="2005">
                                  <p:stCondLst>
                                    <p:cond delay="0"/>
                                  </p:stCondLst>
                                  <p:childTnLst>
                                    <p:animEffect xmlns:mc="http://schemas.openxmlformats.org/markup-compatibility/2006" xmlns:hp="http://schemas.haansoft.com/office/presentation/8.0" transition="out" filter="wipe(down)" mc:Ignorable="hp" hp:hslFilter="wave(down)">
                                      <p:cBhvr>
                                        <p:cTn id="2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2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xmlns:mc="http://schemas.openxmlformats.org/markup-compatibility/2006" xmlns:hp="http://schemas.haansoft.com/office/presentation/8.0" id="25" presetClass="exit" presetSubtype="4" fill="hold" grpId="5" nodeType="afterEffect" mc:Ignorable="hp" hp:hslPresetID="2005">
                                  <p:stCondLst>
                                    <p:cond delay="0"/>
                                  </p:stCondLst>
                                  <p:childTnLst>
                                    <p:animEffect xmlns:mc="http://schemas.openxmlformats.org/markup-compatibility/2006" xmlns:hp="http://schemas.haansoft.com/office/presentation/8.0" transition="out" filter="wipe(down)" mc:Ignorable="hp" hp:hslFilter="wave(down)">
                                      <p:cBhvr>
                                        <p:cTn id="2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2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1" animBg="1"/>
      <p:bldP spid="12" grpId="2" animBg="1"/>
      <p:bldP spid="13" grpId="3" animBg="1"/>
      <p:bldP spid="15" grpId="4" animBg="1"/>
      <p:bldP spid="17" grpId="5" animBg="1"/>
    </p:bldLst>
  </p:timing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 txBox="1"/>
          <p:nvPr/>
        </p:nvSpPr>
        <p:spPr>
          <a:xfrm>
            <a:off x="1524000" y="188640"/>
            <a:ext cx="9144000" cy="1152128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altLang="ko-KR" sz="5400" b="1">
                <a:solidFill>
                  <a:srgbClr val="ffc000"/>
                </a:solidFill>
                <a:latin typeface="Comic Sans MS"/>
              </a:rPr>
              <a:t>W</a:t>
            </a:r>
            <a:r>
              <a:rPr lang="en-US" altLang="ko-KR" sz="5400" b="1">
                <a:solidFill>
                  <a:srgbClr val="f79646"/>
                </a:solidFill>
                <a:latin typeface="Comic Sans MS"/>
              </a:rPr>
              <a:t>o</a:t>
            </a:r>
            <a:r>
              <a:rPr lang="en-US" altLang="ko-KR" sz="5400" b="1">
                <a:solidFill>
                  <a:srgbClr val="ffc000"/>
                </a:solidFill>
                <a:latin typeface="Comic Sans MS"/>
              </a:rPr>
              <a:t>r</a:t>
            </a:r>
            <a:r>
              <a:rPr lang="en-US" altLang="ko-KR" sz="5400" b="1">
                <a:solidFill>
                  <a:srgbClr val="f79646"/>
                </a:solidFill>
                <a:latin typeface="Comic Sans MS"/>
              </a:rPr>
              <a:t>d</a:t>
            </a:r>
            <a:r>
              <a:rPr lang="en-US" altLang="ko-KR" sz="5400" b="1">
                <a:solidFill>
                  <a:prstClr val="black"/>
                </a:solidFill>
                <a:latin typeface="Comic Sans MS"/>
              </a:rPr>
              <a:t> </a:t>
            </a:r>
            <a:r>
              <a:rPr lang="en-US" altLang="ko-KR" sz="5400" b="1">
                <a:solidFill>
                  <a:srgbClr val="ffc000"/>
                </a:solidFill>
                <a:latin typeface="Comic Sans MS"/>
              </a:rPr>
              <a:t>L</a:t>
            </a:r>
            <a:r>
              <a:rPr lang="en-US" altLang="ko-KR" sz="5400" b="1">
                <a:solidFill>
                  <a:srgbClr val="f79646"/>
                </a:solidFill>
                <a:latin typeface="Comic Sans MS"/>
              </a:rPr>
              <a:t>o</a:t>
            </a:r>
            <a:r>
              <a:rPr lang="en-US" altLang="ko-KR" sz="5400" b="1">
                <a:solidFill>
                  <a:srgbClr val="ffc000"/>
                </a:solidFill>
                <a:latin typeface="Comic Sans MS"/>
              </a:rPr>
              <a:t>t</a:t>
            </a:r>
            <a:r>
              <a:rPr lang="en-US" altLang="ko-KR" sz="5400" b="1">
                <a:solidFill>
                  <a:srgbClr val="f79646"/>
                </a:solidFill>
                <a:latin typeface="Comic Sans MS"/>
              </a:rPr>
              <a:t>t</a:t>
            </a:r>
            <a:r>
              <a:rPr lang="en-US" altLang="ko-KR" sz="5400" b="1">
                <a:solidFill>
                  <a:srgbClr val="ffc000"/>
                </a:solidFill>
                <a:latin typeface="Comic Sans MS"/>
              </a:rPr>
              <a:t>o</a:t>
            </a:r>
            <a:r>
              <a:rPr lang="en-US" altLang="ko-KR" sz="5400" b="1">
                <a:solidFill>
                  <a:prstClr val="black"/>
                </a:solidFill>
                <a:latin typeface="Comic Sans MS"/>
              </a:rPr>
              <a:t> </a:t>
            </a:r>
            <a:r>
              <a:rPr lang="en-US" altLang="ko-KR" sz="6000" b="1">
                <a:solidFill>
                  <a:srgbClr val="00b0f0"/>
                </a:solidFill>
                <a:latin typeface="Comic Sans MS"/>
              </a:rPr>
              <a:t>4</a:t>
            </a:r>
            <a:endParaRPr lang="en-US" altLang="ko-KR" sz="6000" b="1">
              <a:solidFill>
                <a:srgbClr val="00b0f0"/>
              </a:solidFill>
              <a:latin typeface="Comic Sans MS"/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1703560" y="1556792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400">
                <a:solidFill>
                  <a:prstClr val="white"/>
                </a:solidFill>
                <a:latin typeface="Comic Sans MS"/>
              </a:rPr>
              <a:t>yours</a:t>
            </a:r>
            <a:endParaRPr lang="en-US" altLang="ko-KR" sz="44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1703512" y="3284984"/>
            <a:ext cx="2880320" cy="1296144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400">
                <a:solidFill>
                  <a:prstClr val="white"/>
                </a:solidFill>
                <a:latin typeface="Comic Sans MS"/>
              </a:rPr>
              <a:t>bottle</a:t>
            </a:r>
            <a:endParaRPr lang="en-US" altLang="ko-KR" sz="44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10" name="모서리가 둥근 직사각형 9"/>
          <p:cNvSpPr/>
          <p:nvPr/>
        </p:nvSpPr>
        <p:spPr>
          <a:xfrm>
            <a:off x="7608168" y="1556792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400">
                <a:solidFill>
                  <a:prstClr val="white"/>
                </a:solidFill>
                <a:latin typeface="Comic Sans MS"/>
              </a:rPr>
              <a:t>star</a:t>
            </a:r>
            <a:endParaRPr lang="en-US" altLang="ko-KR" sz="44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11" name="모서리가 둥근 직사각형 10"/>
          <p:cNvSpPr/>
          <p:nvPr/>
        </p:nvSpPr>
        <p:spPr>
          <a:xfrm>
            <a:off x="4655840" y="1575909"/>
            <a:ext cx="2880320" cy="1296144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400">
                <a:solidFill>
                  <a:prstClr val="white"/>
                </a:solidFill>
                <a:latin typeface="Comic Sans MS"/>
              </a:rPr>
              <a:t>find</a:t>
            </a:r>
            <a:endParaRPr lang="en-US" altLang="ko-KR" sz="44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4634643" y="3212976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400">
                <a:solidFill>
                  <a:prstClr val="white"/>
                </a:solidFill>
                <a:latin typeface="Comic Sans MS"/>
              </a:rPr>
              <a:t>whose</a:t>
            </a:r>
            <a:endParaRPr lang="en-US" altLang="ko-KR" sz="44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13" name="모서리가 둥근 직사각형 12"/>
          <p:cNvSpPr/>
          <p:nvPr/>
        </p:nvSpPr>
        <p:spPr>
          <a:xfrm>
            <a:off x="1703512" y="4953389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400">
                <a:solidFill>
                  <a:prstClr val="white"/>
                </a:solidFill>
                <a:latin typeface="Comic Sans MS"/>
              </a:rPr>
              <a:t>mine</a:t>
            </a:r>
            <a:endParaRPr lang="en-US" altLang="ko-KR" sz="44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4655840" y="4941168"/>
            <a:ext cx="2880320" cy="1296144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000">
                <a:solidFill>
                  <a:prstClr val="white"/>
                </a:solidFill>
                <a:latin typeface="Comic Sans MS"/>
              </a:rPr>
              <a:t>heart</a:t>
            </a:r>
            <a:endParaRPr lang="en-US" altLang="ko-KR" sz="40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16" name="모서리가 둥근 직사각형 8"/>
          <p:cNvSpPr/>
          <p:nvPr/>
        </p:nvSpPr>
        <p:spPr>
          <a:xfrm>
            <a:off x="7608168" y="3212976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ca56a7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44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Comic Sans MS"/>
              </a:rPr>
              <a:t>circle</a:t>
            </a:r>
            <a:endParaRPr xmlns:mc="http://schemas.openxmlformats.org/markup-compatibility/2006" xmlns:hp="http://schemas.haansoft.com/office/presentation/8.0" kumimoji="0" lang="en-US" altLang="ko-KR" sz="4400" b="0" i="0" u="none" strike="noStrike" kern="1200" cap="none" spc="0" normalizeH="0" baseline="0" mc:Ignorable="hp" hp:hslEmbossed="0">
              <a:solidFill>
                <a:srgbClr val="ffffff"/>
              </a:solidFill>
              <a:latin typeface="Comic Sans MS"/>
            </a:endParaRPr>
          </a:p>
        </p:txBody>
      </p:sp>
      <p:sp>
        <p:nvSpPr>
          <p:cNvPr id="17" name="모서리가 둥근 직사각형 12"/>
          <p:cNvSpPr/>
          <p:nvPr/>
        </p:nvSpPr>
        <p:spPr>
          <a:xfrm>
            <a:off x="7608168" y="4881381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ffc0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44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Comic Sans MS"/>
              </a:rPr>
              <a:t>glove</a:t>
            </a:r>
            <a:endParaRPr xmlns:mc="http://schemas.openxmlformats.org/markup-compatibility/2006" xmlns:hp="http://schemas.haansoft.com/office/presentation/8.0" kumimoji="0" lang="en-US" altLang="ko-KR" sz="4400" b="0" i="0" u="none" strike="noStrike" kern="1200" cap="none" spc="0" normalizeH="0" baseline="0" mc:Ignorable="hp" hp:hslEmbossed="0">
              <a:solidFill>
                <a:srgbClr val="ffffff"/>
              </a:solidFill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mc="http://schemas.openxmlformats.org/markup-compatibility/2006" xmlns:hp="http://schemas.haansoft.com/office/presentation/8.0" id="5" presetClass="exit" presetSubtype="4" fill="hold" grpId="0" nodeType="clickEffect" mc:Ignorable="hp" hp:hslPresetID="2005">
                                  <p:stCondLst>
                                    <p:cond delay="0"/>
                                  </p:stCondLst>
                                  <p:childTnLst>
                                    <p:animEffect xmlns:mc="http://schemas.openxmlformats.org/markup-compatibility/2006" xmlns:hp="http://schemas.haansoft.com/office/presentation/8.0" transition="out" filter="wipe(down)" mc:Ignorable="hp" hp:hslFilter="wave(down)">
                                      <p:cBhvr>
                                        <p:cTn id="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2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xmlns:mc="http://schemas.openxmlformats.org/markup-compatibility/2006" xmlns:hp="http://schemas.haansoft.com/office/presentation/8.0" id="9" presetClass="exit" presetSubtype="4" fill="hold" grpId="1" nodeType="afterEffect" mc:Ignorable="hp" hp:hslPresetID="2005">
                                  <p:stCondLst>
                                    <p:cond delay="0"/>
                                  </p:stCondLst>
                                  <p:childTnLst>
                                    <p:animEffect xmlns:mc="http://schemas.openxmlformats.org/markup-compatibility/2006" xmlns:hp="http://schemas.haansoft.com/office/presentation/8.0" transition="out" filter="wipe(down)" mc:Ignorable="hp" hp:hslFilter="wave(down)">
                                      <p:cBhvr>
                                        <p:cTn id="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2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xmlns:mc="http://schemas.openxmlformats.org/markup-compatibility/2006" xmlns:hp="http://schemas.haansoft.com/office/presentation/8.0" id="13" presetClass="exit" presetSubtype="4" fill="hold" grpId="2" nodeType="afterEffect" mc:Ignorable="hp" hp:hslPresetID="2005">
                                  <p:stCondLst>
                                    <p:cond delay="0"/>
                                  </p:stCondLst>
                                  <p:childTnLst>
                                    <p:animEffect xmlns:mc="http://schemas.openxmlformats.org/markup-compatibility/2006" xmlns:hp="http://schemas.haansoft.com/office/presentation/8.0" transition="out" filter="wipe(down)" mc:Ignorable="hp" hp:hslFilter="wave(down)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2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xmlns:mc="http://schemas.openxmlformats.org/markup-compatibility/2006" xmlns:hp="http://schemas.haansoft.com/office/presentation/8.0" id="17" presetClass="exit" presetSubtype="4" fill="hold" grpId="3" nodeType="afterEffect" mc:Ignorable="hp" hp:hslPresetID="2005">
                                  <p:stCondLst>
                                    <p:cond delay="0"/>
                                  </p:stCondLst>
                                  <p:childTnLst>
                                    <p:animEffect xmlns:mc="http://schemas.openxmlformats.org/markup-compatibility/2006" xmlns:hp="http://schemas.haansoft.com/office/presentation/8.0" transition="out" filter="wipe(down)" mc:Ignorable="hp" hp:hslFilter="wave(down)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2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xmlns:mc="http://schemas.openxmlformats.org/markup-compatibility/2006" xmlns:hp="http://schemas.haansoft.com/office/presentation/8.0" id="21" presetClass="exit" presetSubtype="4" fill="hold" grpId="4" nodeType="afterEffect" mc:Ignorable="hp" hp:hslPresetID="2005">
                                  <p:stCondLst>
                                    <p:cond delay="0"/>
                                  </p:stCondLst>
                                  <p:childTnLst>
                                    <p:animEffect xmlns:mc="http://schemas.openxmlformats.org/markup-compatibility/2006" xmlns:hp="http://schemas.haansoft.com/office/presentation/8.0" transition="out" filter="wipe(down)" mc:Ignorable="hp" hp:hslFilter="wave(down)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2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xmlns:mc="http://schemas.openxmlformats.org/markup-compatibility/2006" xmlns:hp="http://schemas.haansoft.com/office/presentation/8.0" id="25" presetClass="exit" presetSubtype="4" fill="hold" grpId="5" nodeType="afterEffect" mc:Ignorable="hp" hp:hslPresetID="2005">
                                  <p:stCondLst>
                                    <p:cond delay="0"/>
                                  </p:stCondLst>
                                  <p:childTnLst>
                                    <p:animEffect xmlns:mc="http://schemas.openxmlformats.org/markup-compatibility/2006" xmlns:hp="http://schemas.haansoft.com/office/presentation/8.0" transition="out" filter="wipe(down)" mc:Ignorable="hp" hp:hslFilter="wave(down)">
                                      <p:cBhvr>
                                        <p:cTn id="2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2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1" animBg="1"/>
      <p:bldP spid="12" grpId="2" animBg="1"/>
      <p:bldP spid="13" grpId="3" animBg="1"/>
      <p:bldP spid="16" grpId="4" animBg="1"/>
      <p:bldP spid="17" grpId="5" animBg="1"/>
    </p:bldLst>
  </p:timing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 txBox="1"/>
          <p:nvPr/>
        </p:nvSpPr>
        <p:spPr>
          <a:xfrm>
            <a:off x="1524000" y="188640"/>
            <a:ext cx="9144000" cy="1152128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altLang="ko-KR" sz="5400" b="1">
                <a:solidFill>
                  <a:srgbClr val="00b050"/>
                </a:solidFill>
                <a:latin typeface="Comic Sans MS"/>
              </a:rPr>
              <a:t>W</a:t>
            </a:r>
            <a:r>
              <a:rPr lang="en-US" altLang="ko-KR" sz="5400" b="1">
                <a:solidFill>
                  <a:srgbClr val="92d050"/>
                </a:solidFill>
                <a:latin typeface="Comic Sans MS"/>
              </a:rPr>
              <a:t>o</a:t>
            </a:r>
            <a:r>
              <a:rPr lang="en-US" altLang="ko-KR" sz="5400" b="1">
                <a:solidFill>
                  <a:srgbClr val="00b050"/>
                </a:solidFill>
                <a:latin typeface="Comic Sans MS"/>
              </a:rPr>
              <a:t>r</a:t>
            </a:r>
            <a:r>
              <a:rPr lang="en-US" altLang="ko-KR" sz="5400" b="1">
                <a:solidFill>
                  <a:srgbClr val="92d050"/>
                </a:solidFill>
                <a:latin typeface="Comic Sans MS"/>
              </a:rPr>
              <a:t>d</a:t>
            </a:r>
            <a:r>
              <a:rPr lang="en-US" altLang="ko-KR" sz="5400" b="1">
                <a:solidFill>
                  <a:prstClr val="black"/>
                </a:solidFill>
                <a:latin typeface="Comic Sans MS"/>
              </a:rPr>
              <a:t> </a:t>
            </a:r>
            <a:r>
              <a:rPr lang="en-US" altLang="ko-KR" sz="5400" b="1">
                <a:solidFill>
                  <a:srgbClr val="00b050"/>
                </a:solidFill>
                <a:latin typeface="Comic Sans MS"/>
              </a:rPr>
              <a:t>L</a:t>
            </a:r>
            <a:r>
              <a:rPr lang="en-US" altLang="ko-KR" sz="5400" b="1">
                <a:solidFill>
                  <a:srgbClr val="92d050"/>
                </a:solidFill>
                <a:latin typeface="Comic Sans MS"/>
              </a:rPr>
              <a:t>o</a:t>
            </a:r>
            <a:r>
              <a:rPr lang="en-US" altLang="ko-KR" sz="5400" b="1">
                <a:solidFill>
                  <a:srgbClr val="00b050"/>
                </a:solidFill>
                <a:latin typeface="Comic Sans MS"/>
              </a:rPr>
              <a:t>t</a:t>
            </a:r>
            <a:r>
              <a:rPr lang="en-US" altLang="ko-KR" sz="5400" b="1">
                <a:solidFill>
                  <a:srgbClr val="92d050"/>
                </a:solidFill>
                <a:latin typeface="Comic Sans MS"/>
              </a:rPr>
              <a:t>t</a:t>
            </a:r>
            <a:r>
              <a:rPr lang="en-US" altLang="ko-KR" sz="5400" b="1">
                <a:solidFill>
                  <a:srgbClr val="00b050"/>
                </a:solidFill>
                <a:latin typeface="Comic Sans MS"/>
              </a:rPr>
              <a:t>o</a:t>
            </a:r>
            <a:r>
              <a:rPr lang="en-US" altLang="ko-KR" sz="5400" b="1">
                <a:solidFill>
                  <a:prstClr val="black"/>
                </a:solidFill>
                <a:latin typeface="Comic Sans MS"/>
              </a:rPr>
              <a:t> </a:t>
            </a:r>
            <a:r>
              <a:rPr lang="en-US" altLang="ko-KR" sz="6000" b="1">
                <a:solidFill>
                  <a:srgbClr val="ff7c80"/>
                </a:solidFill>
                <a:latin typeface="Comic Sans MS"/>
              </a:rPr>
              <a:t>5</a:t>
            </a:r>
            <a:endParaRPr lang="en-US" altLang="ko-KR" sz="6000" b="1">
              <a:solidFill>
                <a:srgbClr val="ff7c80"/>
              </a:solidFill>
              <a:latin typeface="Comic Sans MS"/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1703560" y="1556792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400">
                <a:solidFill>
                  <a:prstClr val="white"/>
                </a:solidFill>
                <a:latin typeface="Comic Sans MS"/>
              </a:rPr>
              <a:t>whose</a:t>
            </a:r>
            <a:endParaRPr lang="en-US" altLang="ko-KR" sz="44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1703512" y="3284984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000">
                <a:solidFill>
                  <a:prstClr val="white"/>
                </a:solidFill>
                <a:latin typeface="Comic Sans MS"/>
              </a:rPr>
              <a:t>cap</a:t>
            </a:r>
            <a:endParaRPr lang="en-US" altLang="ko-KR" sz="40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10" name="모서리가 둥근 직사각형 9"/>
          <p:cNvSpPr/>
          <p:nvPr/>
        </p:nvSpPr>
        <p:spPr>
          <a:xfrm>
            <a:off x="7608168" y="1556792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400">
                <a:solidFill>
                  <a:prstClr val="white"/>
                </a:solidFill>
                <a:latin typeface="Comic Sans MS"/>
              </a:rPr>
              <a:t>shoe</a:t>
            </a:r>
            <a:endParaRPr lang="en-US" altLang="ko-KR" sz="44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11" name="모서리가 둥근 직사각형 10"/>
          <p:cNvSpPr/>
          <p:nvPr/>
        </p:nvSpPr>
        <p:spPr>
          <a:xfrm>
            <a:off x="4655840" y="1575909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400">
                <a:solidFill>
                  <a:prstClr val="white"/>
                </a:solidFill>
                <a:latin typeface="Comic Sans MS"/>
              </a:rPr>
              <a:t>find</a:t>
            </a:r>
            <a:endParaRPr lang="en-US" altLang="ko-KR" sz="44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4634643" y="3212976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400">
                <a:solidFill>
                  <a:prstClr val="white"/>
                </a:solidFill>
                <a:latin typeface="Comic Sans MS"/>
              </a:rPr>
              <a:t>bottle</a:t>
            </a:r>
            <a:endParaRPr lang="en-US" altLang="ko-KR" sz="44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13" name="모서리가 둥근 직사각형 12"/>
          <p:cNvSpPr/>
          <p:nvPr/>
        </p:nvSpPr>
        <p:spPr>
          <a:xfrm>
            <a:off x="1703512" y="4953389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000">
                <a:solidFill>
                  <a:prstClr val="white"/>
                </a:solidFill>
                <a:latin typeface="Comic Sans MS"/>
                <a:ea typeface="나눔손글씨 펜"/>
              </a:rPr>
              <a:t>star</a:t>
            </a:r>
            <a:endParaRPr lang="en-US" altLang="ko-KR" sz="4000">
              <a:solidFill>
                <a:prstClr val="white"/>
              </a:solidFill>
              <a:latin typeface="Comic Sans MS"/>
              <a:ea typeface="나눔손글씨 펜"/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4655840" y="4941168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400">
                <a:solidFill>
                  <a:prstClr val="white"/>
                </a:solidFill>
                <a:latin typeface="Comic Sans MS"/>
              </a:rPr>
              <a:t>umbrella</a:t>
            </a:r>
            <a:endParaRPr lang="en-US" altLang="ko-KR" sz="44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16" name="모서리가 둥근 직사각형 8"/>
          <p:cNvSpPr/>
          <p:nvPr/>
        </p:nvSpPr>
        <p:spPr>
          <a:xfrm>
            <a:off x="7608168" y="3212975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00b05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8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Comic Sans MS"/>
              </a:rPr>
              <a:t>phone</a:t>
            </a:r>
            <a:endParaRPr xmlns:mc="http://schemas.openxmlformats.org/markup-compatibility/2006" xmlns:hp="http://schemas.haansoft.com/office/presentation/8.0" kumimoji="0" lang="en-US" altLang="ko-KR" sz="3800" b="0" i="0" u="none" strike="noStrike" kern="1200" cap="none" spc="0" normalizeH="0" baseline="0" mc:Ignorable="hp" hp:hslEmbossed="0">
              <a:solidFill>
                <a:srgbClr val="ffffff"/>
              </a:solidFill>
              <a:latin typeface="Comic Sans MS"/>
            </a:endParaRPr>
          </a:p>
        </p:txBody>
      </p:sp>
      <p:sp>
        <p:nvSpPr>
          <p:cNvPr id="17" name="모서리가 둥근 직사각형 12"/>
          <p:cNvSpPr/>
          <p:nvPr/>
        </p:nvSpPr>
        <p:spPr>
          <a:xfrm>
            <a:off x="7608168" y="4881380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92d05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40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Comic Sans MS"/>
                <a:ea typeface="나눔손글씨 펜"/>
              </a:rPr>
              <a:t>watch</a:t>
            </a:r>
            <a:endParaRPr xmlns:mc="http://schemas.openxmlformats.org/markup-compatibility/2006" xmlns:hp="http://schemas.haansoft.com/office/presentation/8.0" kumimoji="0" lang="en-US" altLang="ko-KR" sz="4000" b="0" i="0" u="none" strike="noStrike" kern="1200" cap="none" spc="0" normalizeH="0" baseline="0" mc:Ignorable="hp" hp:hslEmbossed="0">
              <a:solidFill>
                <a:srgbClr val="ffffff"/>
              </a:solidFill>
              <a:latin typeface="Comic Sans MS"/>
              <a:ea typeface="나눔손글씨 펜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mc="http://schemas.openxmlformats.org/markup-compatibility/2006" xmlns:hp="http://schemas.haansoft.com/office/presentation/8.0" id="5" presetClass="exit" presetSubtype="4" fill="hold" grpId="0" nodeType="clickEffect" mc:Ignorable="hp" hp:hslPresetID="2005">
                                  <p:stCondLst>
                                    <p:cond delay="0"/>
                                  </p:stCondLst>
                                  <p:childTnLst>
                                    <p:animEffect xmlns:mc="http://schemas.openxmlformats.org/markup-compatibility/2006" xmlns:hp="http://schemas.haansoft.com/office/presentation/8.0" transition="out" filter="wipe(down)" mc:Ignorable="hp" hp:hslFilter="wave(down)">
                                      <p:cBhvr>
                                        <p:cTn id="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2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xmlns:mc="http://schemas.openxmlformats.org/markup-compatibility/2006" xmlns:hp="http://schemas.haansoft.com/office/presentation/8.0" id="9" presetClass="exit" presetSubtype="4" fill="hold" grpId="1" nodeType="afterEffect" mc:Ignorable="hp" hp:hslPresetID="2005">
                                  <p:stCondLst>
                                    <p:cond delay="0"/>
                                  </p:stCondLst>
                                  <p:childTnLst>
                                    <p:animEffect xmlns:mc="http://schemas.openxmlformats.org/markup-compatibility/2006" xmlns:hp="http://schemas.haansoft.com/office/presentation/8.0" transition="out" filter="wipe(down)" mc:Ignorable="hp" hp:hslFilter="wave(down)">
                                      <p:cBhvr>
                                        <p:cTn id="1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2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xmlns:mc="http://schemas.openxmlformats.org/markup-compatibility/2006" xmlns:hp="http://schemas.haansoft.com/office/presentation/8.0" id="13" presetClass="exit" presetSubtype="4" fill="hold" grpId="2" nodeType="afterEffect" mc:Ignorable="hp" hp:hslPresetID="2005">
                                  <p:stCondLst>
                                    <p:cond delay="0"/>
                                  </p:stCondLst>
                                  <p:childTnLst>
                                    <p:animEffect xmlns:mc="http://schemas.openxmlformats.org/markup-compatibility/2006" xmlns:hp="http://schemas.haansoft.com/office/presentation/8.0" transition="out" filter="wipe(down)" mc:Ignorable="hp" hp:hslFilter="wave(down)">
                                      <p:cBhvr>
                                        <p:cTn id="1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2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xmlns:mc="http://schemas.openxmlformats.org/markup-compatibility/2006" xmlns:hp="http://schemas.haansoft.com/office/presentation/8.0" id="17" presetClass="exit" presetSubtype="4" fill="hold" grpId="3" nodeType="afterEffect" mc:Ignorable="hp" hp:hslPresetID="2005">
                                  <p:stCondLst>
                                    <p:cond delay="0"/>
                                  </p:stCondLst>
                                  <p:childTnLst>
                                    <p:animEffect xmlns:mc="http://schemas.openxmlformats.org/markup-compatibility/2006" xmlns:hp="http://schemas.haansoft.com/office/presentation/8.0" transition="out" filter="wipe(down)" mc:Ignorable="hp" hp:hslFilter="wave(down)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2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xmlns:mc="http://schemas.openxmlformats.org/markup-compatibility/2006" xmlns:hp="http://schemas.haansoft.com/office/presentation/8.0" id="21" presetClass="exit" presetSubtype="4" fill="hold" grpId="4" nodeType="afterEffect" mc:Ignorable="hp" hp:hslPresetID="2005">
                                  <p:stCondLst>
                                    <p:cond delay="0"/>
                                  </p:stCondLst>
                                  <p:childTnLst>
                                    <p:animEffect xmlns:mc="http://schemas.openxmlformats.org/markup-compatibility/2006" xmlns:hp="http://schemas.haansoft.com/office/presentation/8.0" transition="out" filter="wipe(down)" mc:Ignorable="hp" hp:hslFilter="wave(down)">
                                      <p:cBhvr>
                                        <p:cTn id="2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2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xmlns:mc="http://schemas.openxmlformats.org/markup-compatibility/2006" xmlns:hp="http://schemas.haansoft.com/office/presentation/8.0" id="25" presetClass="exit" presetSubtype="4" fill="hold" grpId="5" nodeType="afterEffect" mc:Ignorable="hp" hp:hslPresetID="2005">
                                  <p:stCondLst>
                                    <p:cond delay="0"/>
                                  </p:stCondLst>
                                  <p:childTnLst>
                                    <p:animEffect xmlns:mc="http://schemas.openxmlformats.org/markup-compatibility/2006" xmlns:hp="http://schemas.haansoft.com/office/presentation/8.0" transition="out" filter="wipe(down)" mc:Ignorable="hp" hp:hslFilter="wave(down)">
                                      <p:cBhvr>
                                        <p:cTn id="2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2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1" animBg="1"/>
      <p:bldP spid="11" grpId="2" animBg="1"/>
      <p:bldP spid="13" grpId="3" animBg="1"/>
      <p:bldP spid="15" grpId="4" animBg="1"/>
      <p:bldP spid="17" grpId="5" animBg="1"/>
    </p:bldLst>
  </p:timing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 txBox="1"/>
          <p:nvPr/>
        </p:nvSpPr>
        <p:spPr>
          <a:xfrm>
            <a:off x="1524000" y="188640"/>
            <a:ext cx="9144000" cy="1152128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altLang="ko-KR" sz="5400" b="1">
                <a:solidFill>
                  <a:srgbClr val="ffc000"/>
                </a:solidFill>
                <a:latin typeface="Comic Sans MS"/>
              </a:rPr>
              <a:t>W</a:t>
            </a:r>
            <a:r>
              <a:rPr lang="en-US" altLang="ko-KR" sz="5400" b="1">
                <a:solidFill>
                  <a:srgbClr val="f79646"/>
                </a:solidFill>
                <a:latin typeface="Comic Sans MS"/>
              </a:rPr>
              <a:t>o</a:t>
            </a:r>
            <a:r>
              <a:rPr lang="en-US" altLang="ko-KR" sz="5400" b="1">
                <a:solidFill>
                  <a:srgbClr val="ffc000"/>
                </a:solidFill>
                <a:latin typeface="Comic Sans MS"/>
              </a:rPr>
              <a:t>r</a:t>
            </a:r>
            <a:r>
              <a:rPr lang="en-US" altLang="ko-KR" sz="5400" b="1">
                <a:solidFill>
                  <a:srgbClr val="f79646"/>
                </a:solidFill>
                <a:latin typeface="Comic Sans MS"/>
              </a:rPr>
              <a:t>d</a:t>
            </a:r>
            <a:r>
              <a:rPr lang="en-US" altLang="ko-KR" sz="5400" b="1">
                <a:solidFill>
                  <a:prstClr val="black"/>
                </a:solidFill>
                <a:latin typeface="Comic Sans MS"/>
              </a:rPr>
              <a:t> </a:t>
            </a:r>
            <a:r>
              <a:rPr lang="en-US" altLang="ko-KR" sz="5400" b="1">
                <a:solidFill>
                  <a:srgbClr val="ffc000"/>
                </a:solidFill>
                <a:latin typeface="Comic Sans MS"/>
              </a:rPr>
              <a:t>L</a:t>
            </a:r>
            <a:r>
              <a:rPr lang="en-US" altLang="ko-KR" sz="5400" b="1">
                <a:solidFill>
                  <a:srgbClr val="f79646"/>
                </a:solidFill>
                <a:latin typeface="Comic Sans MS"/>
              </a:rPr>
              <a:t>o</a:t>
            </a:r>
            <a:r>
              <a:rPr lang="en-US" altLang="ko-KR" sz="5400" b="1">
                <a:solidFill>
                  <a:srgbClr val="ffc000"/>
                </a:solidFill>
                <a:latin typeface="Comic Sans MS"/>
              </a:rPr>
              <a:t>t</a:t>
            </a:r>
            <a:r>
              <a:rPr lang="en-US" altLang="ko-KR" sz="5400" b="1">
                <a:solidFill>
                  <a:srgbClr val="f79646"/>
                </a:solidFill>
                <a:latin typeface="Comic Sans MS"/>
              </a:rPr>
              <a:t>t</a:t>
            </a:r>
            <a:r>
              <a:rPr lang="en-US" altLang="ko-KR" sz="5400" b="1">
                <a:solidFill>
                  <a:srgbClr val="ffc000"/>
                </a:solidFill>
                <a:latin typeface="Comic Sans MS"/>
              </a:rPr>
              <a:t>o</a:t>
            </a:r>
            <a:r>
              <a:rPr lang="en-US" altLang="ko-KR" sz="5400" b="1">
                <a:solidFill>
                  <a:prstClr val="black"/>
                </a:solidFill>
                <a:latin typeface="Comic Sans MS"/>
              </a:rPr>
              <a:t> </a:t>
            </a:r>
            <a:r>
              <a:rPr lang="en-US" altLang="ko-KR" sz="6000" b="1">
                <a:solidFill>
                  <a:srgbClr val="00b0f0"/>
                </a:solidFill>
                <a:latin typeface="Comic Sans MS"/>
              </a:rPr>
              <a:t>6</a:t>
            </a:r>
            <a:endParaRPr lang="en-US" altLang="ko-KR" sz="6000" b="1">
              <a:solidFill>
                <a:srgbClr val="00b0f0"/>
              </a:solidFill>
              <a:latin typeface="Comic Sans MS"/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1703560" y="1556792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400">
                <a:solidFill>
                  <a:prstClr val="white"/>
                </a:solidFill>
                <a:latin typeface="Comic Sans MS"/>
              </a:rPr>
              <a:t>glove</a:t>
            </a:r>
            <a:endParaRPr lang="en-US" altLang="ko-KR" sz="44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1703512" y="3284984"/>
            <a:ext cx="2880320" cy="1296144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400">
                <a:solidFill>
                  <a:prstClr val="white"/>
                </a:solidFill>
                <a:latin typeface="Comic Sans MS"/>
              </a:rPr>
              <a:t>circle</a:t>
            </a:r>
            <a:endParaRPr lang="en-US" altLang="ko-KR" sz="44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10" name="모서리가 둥근 직사각형 9"/>
          <p:cNvSpPr/>
          <p:nvPr/>
        </p:nvSpPr>
        <p:spPr>
          <a:xfrm>
            <a:off x="7608168" y="1556792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400">
                <a:solidFill>
                  <a:prstClr val="white"/>
                </a:solidFill>
                <a:latin typeface="Comic Sans MS"/>
              </a:rPr>
              <a:t>heart</a:t>
            </a:r>
            <a:endParaRPr lang="en-US" altLang="ko-KR" sz="44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11" name="모서리가 둥근 직사각형 10"/>
          <p:cNvSpPr/>
          <p:nvPr/>
        </p:nvSpPr>
        <p:spPr>
          <a:xfrm>
            <a:off x="4655840" y="1575909"/>
            <a:ext cx="2880320" cy="1296144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400">
                <a:solidFill>
                  <a:prstClr val="white"/>
                </a:solidFill>
                <a:latin typeface="Comic Sans MS"/>
              </a:rPr>
              <a:t>umbrella</a:t>
            </a:r>
            <a:endParaRPr lang="en-US" altLang="ko-KR" sz="44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4634643" y="3212976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400">
                <a:solidFill>
                  <a:prstClr val="white"/>
                </a:solidFill>
                <a:latin typeface="Comic Sans MS"/>
              </a:rPr>
              <a:t>watch</a:t>
            </a:r>
            <a:endParaRPr lang="en-US" altLang="ko-KR" sz="44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13" name="모서리가 둥근 직사각형 12"/>
          <p:cNvSpPr/>
          <p:nvPr/>
        </p:nvSpPr>
        <p:spPr>
          <a:xfrm>
            <a:off x="1703512" y="4953389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400">
                <a:solidFill>
                  <a:prstClr val="white"/>
                </a:solidFill>
                <a:latin typeface="Comic Sans MS"/>
              </a:rPr>
              <a:t>phone</a:t>
            </a:r>
            <a:endParaRPr lang="en-US" altLang="ko-KR" sz="44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4655840" y="4941168"/>
            <a:ext cx="2880320" cy="1296144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000">
                <a:solidFill>
                  <a:prstClr val="white"/>
                </a:solidFill>
                <a:latin typeface="Comic Sans MS"/>
              </a:rPr>
              <a:t>yours</a:t>
            </a:r>
            <a:endParaRPr lang="en-US" altLang="ko-KR" sz="40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16" name="모서리가 둥근 직사각형 8"/>
          <p:cNvSpPr/>
          <p:nvPr/>
        </p:nvSpPr>
        <p:spPr>
          <a:xfrm>
            <a:off x="7608168" y="3212976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ca56a7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44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Comic Sans MS"/>
              </a:rPr>
              <a:t>mine</a:t>
            </a:r>
            <a:endParaRPr xmlns:mc="http://schemas.openxmlformats.org/markup-compatibility/2006" xmlns:hp="http://schemas.haansoft.com/office/presentation/8.0" kumimoji="0" lang="en-US" altLang="ko-KR" sz="4400" b="0" i="0" u="none" strike="noStrike" kern="1200" cap="none" spc="0" normalizeH="0" baseline="0" mc:Ignorable="hp" hp:hslEmbossed="0">
              <a:solidFill>
                <a:srgbClr val="ffffff"/>
              </a:solidFill>
              <a:latin typeface="Comic Sans MS"/>
            </a:endParaRPr>
          </a:p>
        </p:txBody>
      </p:sp>
      <p:sp>
        <p:nvSpPr>
          <p:cNvPr id="17" name="모서리가 둥근 직사각형 12"/>
          <p:cNvSpPr/>
          <p:nvPr/>
        </p:nvSpPr>
        <p:spPr>
          <a:xfrm>
            <a:off x="7608168" y="4881381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ffc0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44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Comic Sans MS"/>
              </a:rPr>
              <a:t>shoe</a:t>
            </a:r>
            <a:endParaRPr xmlns:mc="http://schemas.openxmlformats.org/markup-compatibility/2006" xmlns:hp="http://schemas.haansoft.com/office/presentation/8.0" kumimoji="0" lang="en-US" altLang="ko-KR" sz="4400" b="0" i="0" u="none" strike="noStrike" kern="1200" cap="none" spc="0" normalizeH="0" baseline="0" mc:Ignorable="hp" hp:hslEmbossed="0">
              <a:solidFill>
                <a:srgbClr val="ffffff"/>
              </a:solidFill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mc="http://schemas.openxmlformats.org/markup-compatibility/2006" xmlns:hp="http://schemas.haansoft.com/office/presentation/8.0" id="5" presetClass="exit" presetSubtype="4" fill="hold" grpId="0" nodeType="clickEffect" mc:Ignorable="hp" hp:hslPresetID="2005">
                                  <p:stCondLst>
                                    <p:cond delay="0"/>
                                  </p:stCondLst>
                                  <p:childTnLst>
                                    <p:animEffect xmlns:mc="http://schemas.openxmlformats.org/markup-compatibility/2006" xmlns:hp="http://schemas.haansoft.com/office/presentation/8.0" transition="out" filter="wipe(down)" mc:Ignorable="hp" hp:hslFilter="wave(down)">
                                      <p:cBhvr>
                                        <p:cTn id="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2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xmlns:mc="http://schemas.openxmlformats.org/markup-compatibility/2006" xmlns:hp="http://schemas.haansoft.com/office/presentation/8.0" id="9" presetClass="exit" presetSubtype="4" fill="hold" grpId="1" nodeType="afterEffect" mc:Ignorable="hp" hp:hslPresetID="2005">
                                  <p:stCondLst>
                                    <p:cond delay="0"/>
                                  </p:stCondLst>
                                  <p:childTnLst>
                                    <p:animEffect xmlns:mc="http://schemas.openxmlformats.org/markup-compatibility/2006" xmlns:hp="http://schemas.haansoft.com/office/presentation/8.0" transition="out" filter="wipe(down)" mc:Ignorable="hp" hp:hslFilter="wave(down)">
                                      <p:cBhvr>
                                        <p:cTn id="1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2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xmlns:mc="http://schemas.openxmlformats.org/markup-compatibility/2006" xmlns:hp="http://schemas.haansoft.com/office/presentation/8.0" id="13" presetClass="exit" presetSubtype="4" fill="hold" grpId="2" nodeType="afterEffect" mc:Ignorable="hp" hp:hslPresetID="2005">
                                  <p:stCondLst>
                                    <p:cond delay="0"/>
                                  </p:stCondLst>
                                  <p:childTnLst>
                                    <p:animEffect xmlns:mc="http://schemas.openxmlformats.org/markup-compatibility/2006" xmlns:hp="http://schemas.haansoft.com/office/presentation/8.0" transition="out" filter="wipe(down)" mc:Ignorable="hp" hp:hslFilter="wave(down)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2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xmlns:mc="http://schemas.openxmlformats.org/markup-compatibility/2006" xmlns:hp="http://schemas.haansoft.com/office/presentation/8.0" id="17" presetClass="exit" presetSubtype="4" fill="hold" grpId="3" nodeType="afterEffect" mc:Ignorable="hp" hp:hslPresetID="2005">
                                  <p:stCondLst>
                                    <p:cond delay="0"/>
                                  </p:stCondLst>
                                  <p:childTnLst>
                                    <p:animEffect xmlns:mc="http://schemas.openxmlformats.org/markup-compatibility/2006" xmlns:hp="http://schemas.haansoft.com/office/presentation/8.0" transition="out" filter="wipe(down)" mc:Ignorable="hp" hp:hslFilter="wave(down)">
                                      <p:cBhvr>
                                        <p:cTn id="1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2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xmlns:mc="http://schemas.openxmlformats.org/markup-compatibility/2006" xmlns:hp="http://schemas.haansoft.com/office/presentation/8.0" id="21" presetClass="exit" presetSubtype="4" fill="hold" grpId="4" nodeType="afterEffect" mc:Ignorable="hp" hp:hslPresetID="2005">
                                  <p:stCondLst>
                                    <p:cond delay="0"/>
                                  </p:stCondLst>
                                  <p:childTnLst>
                                    <p:animEffect xmlns:mc="http://schemas.openxmlformats.org/markup-compatibility/2006" xmlns:hp="http://schemas.haansoft.com/office/presentation/8.0" transition="out" filter="wipe(down)" mc:Ignorable="hp" hp:hslFilter="wave(down)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2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xmlns:mc="http://schemas.openxmlformats.org/markup-compatibility/2006" xmlns:hp="http://schemas.haansoft.com/office/presentation/8.0" id="25" presetClass="exit" presetSubtype="4" fill="hold" grpId="5" nodeType="afterEffect" mc:Ignorable="hp" hp:hslPresetID="2005">
                                  <p:stCondLst>
                                    <p:cond delay="0"/>
                                  </p:stCondLst>
                                  <p:childTnLst>
                                    <p:animEffect xmlns:mc="http://schemas.openxmlformats.org/markup-compatibility/2006" xmlns:hp="http://schemas.haansoft.com/office/presentation/8.0" transition="out" filter="wipe(down)" mc:Ignorable="hp" hp:hslFilter="wave(down)">
                                      <p:cBhvr>
                                        <p:cTn id="2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2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1" animBg="1"/>
      <p:bldP spid="12" grpId="2" animBg="1"/>
      <p:bldP spid="15" grpId="3" animBg="1"/>
      <p:bldP spid="16" grpId="4" animBg="1"/>
      <p:bldP spid="17" grpId="5" animBg="1"/>
    </p:bldLst>
  </p:timing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 txBox="1"/>
          <p:nvPr/>
        </p:nvSpPr>
        <p:spPr>
          <a:xfrm>
            <a:off x="1524000" y="188640"/>
            <a:ext cx="9144000" cy="1152128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altLang="ko-KR" sz="5400" b="1">
                <a:solidFill>
                  <a:srgbClr val="00b050"/>
                </a:solidFill>
                <a:latin typeface="Comic Sans MS"/>
              </a:rPr>
              <a:t>W</a:t>
            </a:r>
            <a:r>
              <a:rPr lang="en-US" altLang="ko-KR" sz="5400" b="1">
                <a:solidFill>
                  <a:srgbClr val="92d050"/>
                </a:solidFill>
                <a:latin typeface="Comic Sans MS"/>
              </a:rPr>
              <a:t>o</a:t>
            </a:r>
            <a:r>
              <a:rPr lang="en-US" altLang="ko-KR" sz="5400" b="1">
                <a:solidFill>
                  <a:srgbClr val="00b050"/>
                </a:solidFill>
                <a:latin typeface="Comic Sans MS"/>
              </a:rPr>
              <a:t>r</a:t>
            </a:r>
            <a:r>
              <a:rPr lang="en-US" altLang="ko-KR" sz="5400" b="1">
                <a:solidFill>
                  <a:srgbClr val="92d050"/>
                </a:solidFill>
                <a:latin typeface="Comic Sans MS"/>
              </a:rPr>
              <a:t>d</a:t>
            </a:r>
            <a:r>
              <a:rPr lang="en-US" altLang="ko-KR" sz="5400" b="1">
                <a:solidFill>
                  <a:prstClr val="black"/>
                </a:solidFill>
                <a:latin typeface="Comic Sans MS"/>
              </a:rPr>
              <a:t> </a:t>
            </a:r>
            <a:r>
              <a:rPr lang="en-US" altLang="ko-KR" sz="5400" b="1">
                <a:solidFill>
                  <a:srgbClr val="00b050"/>
                </a:solidFill>
                <a:latin typeface="Comic Sans MS"/>
              </a:rPr>
              <a:t>L</a:t>
            </a:r>
            <a:r>
              <a:rPr lang="en-US" altLang="ko-KR" sz="5400" b="1">
                <a:solidFill>
                  <a:srgbClr val="92d050"/>
                </a:solidFill>
                <a:latin typeface="Comic Sans MS"/>
              </a:rPr>
              <a:t>o</a:t>
            </a:r>
            <a:r>
              <a:rPr lang="en-US" altLang="ko-KR" sz="5400" b="1">
                <a:solidFill>
                  <a:srgbClr val="00b050"/>
                </a:solidFill>
                <a:latin typeface="Comic Sans MS"/>
              </a:rPr>
              <a:t>t</a:t>
            </a:r>
            <a:r>
              <a:rPr lang="en-US" altLang="ko-KR" sz="5400" b="1">
                <a:solidFill>
                  <a:srgbClr val="92d050"/>
                </a:solidFill>
                <a:latin typeface="Comic Sans MS"/>
              </a:rPr>
              <a:t>t</a:t>
            </a:r>
            <a:r>
              <a:rPr lang="en-US" altLang="ko-KR" sz="5400" b="1">
                <a:solidFill>
                  <a:srgbClr val="00b050"/>
                </a:solidFill>
                <a:latin typeface="Comic Sans MS"/>
              </a:rPr>
              <a:t>o</a:t>
            </a:r>
            <a:r>
              <a:rPr lang="en-US" altLang="ko-KR" sz="5400" b="1">
                <a:solidFill>
                  <a:prstClr val="black"/>
                </a:solidFill>
                <a:latin typeface="Comic Sans MS"/>
              </a:rPr>
              <a:t> </a:t>
            </a:r>
            <a:r>
              <a:rPr lang="en-US" altLang="ko-KR" sz="6000" b="1">
                <a:solidFill>
                  <a:srgbClr val="ff7c80"/>
                </a:solidFill>
                <a:latin typeface="Comic Sans MS"/>
              </a:rPr>
              <a:t>7</a:t>
            </a:r>
            <a:endParaRPr lang="en-US" altLang="ko-KR" sz="6000" b="1">
              <a:solidFill>
                <a:srgbClr val="ff7c80"/>
              </a:solidFill>
              <a:latin typeface="Comic Sans MS"/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1703560" y="1556792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400">
                <a:solidFill>
                  <a:prstClr val="white"/>
                </a:solidFill>
                <a:latin typeface="Comic Sans MS"/>
              </a:rPr>
              <a:t>mine</a:t>
            </a:r>
            <a:endParaRPr lang="en-US" altLang="ko-KR" sz="44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1703512" y="3284984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3800">
                <a:solidFill>
                  <a:prstClr val="white"/>
                </a:solidFill>
                <a:latin typeface="Comic Sans MS"/>
              </a:rPr>
              <a:t>find</a:t>
            </a:r>
            <a:endParaRPr lang="en-US" altLang="ko-KR" sz="38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10" name="모서리가 둥근 직사각형 9"/>
          <p:cNvSpPr/>
          <p:nvPr/>
        </p:nvSpPr>
        <p:spPr>
          <a:xfrm>
            <a:off x="7608168" y="1556792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400">
                <a:solidFill>
                  <a:prstClr val="white"/>
                </a:solidFill>
                <a:latin typeface="Comic Sans MS"/>
              </a:rPr>
              <a:t>heart</a:t>
            </a:r>
            <a:endParaRPr lang="en-US" altLang="ko-KR" sz="44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11" name="모서리가 둥근 직사각형 10"/>
          <p:cNvSpPr/>
          <p:nvPr/>
        </p:nvSpPr>
        <p:spPr>
          <a:xfrm>
            <a:off x="4655840" y="1575909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400">
                <a:solidFill>
                  <a:prstClr val="white"/>
                </a:solidFill>
                <a:latin typeface="Comic Sans MS"/>
              </a:rPr>
              <a:t>yours</a:t>
            </a:r>
            <a:endParaRPr lang="en-US" altLang="ko-KR" sz="44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4634643" y="3212976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400">
                <a:solidFill>
                  <a:prstClr val="white"/>
                </a:solidFill>
                <a:latin typeface="Comic Sans MS"/>
              </a:rPr>
              <a:t>bottle</a:t>
            </a:r>
            <a:endParaRPr lang="en-US" altLang="ko-KR" sz="44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13" name="모서리가 둥근 직사각형 12"/>
          <p:cNvSpPr/>
          <p:nvPr/>
        </p:nvSpPr>
        <p:spPr>
          <a:xfrm>
            <a:off x="1703512" y="4953389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000">
                <a:solidFill>
                  <a:prstClr val="white"/>
                </a:solidFill>
                <a:latin typeface="Comic Sans MS"/>
                <a:ea typeface="나눔손글씨 펜"/>
              </a:rPr>
              <a:t>circle</a:t>
            </a:r>
            <a:endParaRPr lang="en-US" altLang="ko-KR" sz="4000">
              <a:solidFill>
                <a:prstClr val="white"/>
              </a:solidFill>
              <a:latin typeface="Comic Sans MS"/>
              <a:ea typeface="나눔손글씨 펜"/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4655840" y="4941168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400">
                <a:solidFill>
                  <a:prstClr val="white"/>
                </a:solidFill>
                <a:latin typeface="Comic Sans MS"/>
              </a:rPr>
              <a:t>whose</a:t>
            </a:r>
            <a:endParaRPr lang="en-US" altLang="ko-KR" sz="44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16" name="모서리가 둥근 직사각형 8"/>
          <p:cNvSpPr/>
          <p:nvPr/>
        </p:nvSpPr>
        <p:spPr>
          <a:xfrm>
            <a:off x="7608168" y="3212975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00b05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40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Comic Sans MS"/>
              </a:rPr>
              <a:t>star</a:t>
            </a:r>
            <a:endParaRPr xmlns:mc="http://schemas.openxmlformats.org/markup-compatibility/2006" xmlns:hp="http://schemas.haansoft.com/office/presentation/8.0" kumimoji="0" lang="en-US" altLang="ko-KR" sz="4000" b="0" i="0" u="none" strike="noStrike" kern="1200" cap="none" spc="0" normalizeH="0" baseline="0" mc:Ignorable="hp" hp:hslEmbossed="0">
              <a:solidFill>
                <a:srgbClr val="ffffff"/>
              </a:solidFill>
              <a:latin typeface="Comic Sans MS"/>
            </a:endParaRPr>
          </a:p>
        </p:txBody>
      </p:sp>
      <p:sp>
        <p:nvSpPr>
          <p:cNvPr id="17" name="모서리가 둥근 직사각형 12"/>
          <p:cNvSpPr/>
          <p:nvPr/>
        </p:nvSpPr>
        <p:spPr>
          <a:xfrm>
            <a:off x="7608168" y="4881380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92d05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40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Comic Sans MS"/>
                <a:ea typeface="나눔손글씨 펜"/>
              </a:rPr>
              <a:t>cap</a:t>
            </a:r>
            <a:endParaRPr xmlns:mc="http://schemas.openxmlformats.org/markup-compatibility/2006" xmlns:hp="http://schemas.haansoft.com/office/presentation/8.0" kumimoji="0" lang="en-US" altLang="ko-KR" sz="4000" b="0" i="0" u="none" strike="noStrike" kern="1200" cap="none" spc="0" normalizeH="0" baseline="0" mc:Ignorable="hp" hp:hslEmbossed="0">
              <a:solidFill>
                <a:srgbClr val="ffffff"/>
              </a:solidFill>
              <a:latin typeface="Comic Sans MS"/>
              <a:ea typeface="나눔손글씨 펜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mc="http://schemas.openxmlformats.org/markup-compatibility/2006" xmlns:hp="http://schemas.haansoft.com/office/presentation/8.0" id="5" presetClass="exit" presetSubtype="4" fill="hold" grpId="0" nodeType="clickEffect" mc:Ignorable="hp" hp:hslPresetID="2005">
                                  <p:stCondLst>
                                    <p:cond delay="0"/>
                                  </p:stCondLst>
                                  <p:childTnLst>
                                    <p:animEffect xmlns:mc="http://schemas.openxmlformats.org/markup-compatibility/2006" xmlns:hp="http://schemas.haansoft.com/office/presentation/8.0" transition="out" filter="wipe(down)" mc:Ignorable="hp" hp:hslFilter="wave(down)">
                                      <p:cBhvr>
                                        <p:cTn id="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2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xmlns:mc="http://schemas.openxmlformats.org/markup-compatibility/2006" xmlns:hp="http://schemas.haansoft.com/office/presentation/8.0" id="9" presetClass="exit" presetSubtype="4" fill="hold" grpId="1" nodeType="afterEffect" mc:Ignorable="hp" hp:hslPresetID="2005">
                                  <p:stCondLst>
                                    <p:cond delay="0"/>
                                  </p:stCondLst>
                                  <p:childTnLst>
                                    <p:animEffect xmlns:mc="http://schemas.openxmlformats.org/markup-compatibility/2006" xmlns:hp="http://schemas.haansoft.com/office/presentation/8.0" transition="out" filter="wipe(down)" mc:Ignorable="hp" hp:hslFilter="wave(down)">
                                      <p:cBhvr>
                                        <p:cTn id="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2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xmlns:mc="http://schemas.openxmlformats.org/markup-compatibility/2006" xmlns:hp="http://schemas.haansoft.com/office/presentation/8.0" id="13" presetClass="exit" presetSubtype="4" fill="hold" grpId="2" nodeType="afterEffect" mc:Ignorable="hp" hp:hslPresetID="2005">
                                  <p:stCondLst>
                                    <p:cond delay="0"/>
                                  </p:stCondLst>
                                  <p:childTnLst>
                                    <p:animEffect xmlns:mc="http://schemas.openxmlformats.org/markup-compatibility/2006" xmlns:hp="http://schemas.haansoft.com/office/presentation/8.0" transition="out" filter="wipe(down)" mc:Ignorable="hp" hp:hslFilter="wave(down)">
                                      <p:cBhvr>
                                        <p:cTn id="1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2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xmlns:mc="http://schemas.openxmlformats.org/markup-compatibility/2006" xmlns:hp="http://schemas.haansoft.com/office/presentation/8.0" id="17" presetClass="exit" presetSubtype="4" fill="hold" grpId="3" nodeType="afterEffect" mc:Ignorable="hp" hp:hslPresetID="2005">
                                  <p:stCondLst>
                                    <p:cond delay="0"/>
                                  </p:stCondLst>
                                  <p:childTnLst>
                                    <p:animEffect xmlns:mc="http://schemas.openxmlformats.org/markup-compatibility/2006" xmlns:hp="http://schemas.haansoft.com/office/presentation/8.0" transition="out" filter="wipe(down)" mc:Ignorable="hp" hp:hslFilter="wave(down)">
                                      <p:cBhvr>
                                        <p:cTn id="1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2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xmlns:mc="http://schemas.openxmlformats.org/markup-compatibility/2006" xmlns:hp="http://schemas.haansoft.com/office/presentation/8.0" id="21" presetClass="exit" presetSubtype="4" fill="hold" grpId="4" nodeType="afterEffect" mc:Ignorable="hp" hp:hslPresetID="2005">
                                  <p:stCondLst>
                                    <p:cond delay="0"/>
                                  </p:stCondLst>
                                  <p:childTnLst>
                                    <p:animEffect xmlns:mc="http://schemas.openxmlformats.org/markup-compatibility/2006" xmlns:hp="http://schemas.haansoft.com/office/presentation/8.0" transition="out" filter="wipe(down)" mc:Ignorable="hp" hp:hslFilter="wave(down)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2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xmlns:mc="http://schemas.openxmlformats.org/markup-compatibility/2006" xmlns:hp="http://schemas.haansoft.com/office/presentation/8.0" id="25" presetClass="exit" presetSubtype="4" fill="hold" grpId="5" nodeType="afterEffect" mc:Ignorable="hp" hp:hslPresetID="2005">
                                  <p:stCondLst>
                                    <p:cond delay="0"/>
                                  </p:stCondLst>
                                  <p:childTnLst>
                                    <p:animEffect xmlns:mc="http://schemas.openxmlformats.org/markup-compatibility/2006" xmlns:hp="http://schemas.haansoft.com/office/presentation/8.0" transition="out" filter="wipe(down)" mc:Ignorable="hp" hp:hslFilter="wave(down)">
                                      <p:cBhvr>
                                        <p:cTn id="2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2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1" animBg="1"/>
      <p:bldP spid="13" grpId="2" animBg="1"/>
      <p:bldP spid="15" grpId="3" animBg="1"/>
      <p:bldP spid="16" grpId="4" animBg="1"/>
      <p:bldP spid="17" grpId="5" animBg="1"/>
    </p:bldLst>
  </p:timing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 txBox="1"/>
          <p:nvPr/>
        </p:nvSpPr>
        <p:spPr>
          <a:xfrm>
            <a:off x="1524000" y="188640"/>
            <a:ext cx="9144000" cy="1152128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altLang="ko-KR" sz="5400" b="1">
                <a:solidFill>
                  <a:srgbClr val="ffc000"/>
                </a:solidFill>
                <a:latin typeface="Comic Sans MS"/>
              </a:rPr>
              <a:t>W</a:t>
            </a:r>
            <a:r>
              <a:rPr lang="en-US" altLang="ko-KR" sz="5400" b="1">
                <a:solidFill>
                  <a:srgbClr val="f79646"/>
                </a:solidFill>
                <a:latin typeface="Comic Sans MS"/>
              </a:rPr>
              <a:t>o</a:t>
            </a:r>
            <a:r>
              <a:rPr lang="en-US" altLang="ko-KR" sz="5400" b="1">
                <a:solidFill>
                  <a:srgbClr val="ffc000"/>
                </a:solidFill>
                <a:latin typeface="Comic Sans MS"/>
              </a:rPr>
              <a:t>r</a:t>
            </a:r>
            <a:r>
              <a:rPr lang="en-US" altLang="ko-KR" sz="5400" b="1">
                <a:solidFill>
                  <a:srgbClr val="f79646"/>
                </a:solidFill>
                <a:latin typeface="Comic Sans MS"/>
              </a:rPr>
              <a:t>d</a:t>
            </a:r>
            <a:r>
              <a:rPr lang="en-US" altLang="ko-KR" sz="5400" b="1">
                <a:solidFill>
                  <a:prstClr val="black"/>
                </a:solidFill>
                <a:latin typeface="Comic Sans MS"/>
              </a:rPr>
              <a:t> </a:t>
            </a:r>
            <a:r>
              <a:rPr lang="en-US" altLang="ko-KR" sz="5400" b="1">
                <a:solidFill>
                  <a:srgbClr val="ffc000"/>
                </a:solidFill>
                <a:latin typeface="Comic Sans MS"/>
              </a:rPr>
              <a:t>L</a:t>
            </a:r>
            <a:r>
              <a:rPr lang="en-US" altLang="ko-KR" sz="5400" b="1">
                <a:solidFill>
                  <a:srgbClr val="f79646"/>
                </a:solidFill>
                <a:latin typeface="Comic Sans MS"/>
              </a:rPr>
              <a:t>o</a:t>
            </a:r>
            <a:r>
              <a:rPr lang="en-US" altLang="ko-KR" sz="5400" b="1">
                <a:solidFill>
                  <a:srgbClr val="ffc000"/>
                </a:solidFill>
                <a:latin typeface="Comic Sans MS"/>
              </a:rPr>
              <a:t>t</a:t>
            </a:r>
            <a:r>
              <a:rPr lang="en-US" altLang="ko-KR" sz="5400" b="1">
                <a:solidFill>
                  <a:srgbClr val="f79646"/>
                </a:solidFill>
                <a:latin typeface="Comic Sans MS"/>
              </a:rPr>
              <a:t>t</a:t>
            </a:r>
            <a:r>
              <a:rPr lang="en-US" altLang="ko-KR" sz="5400" b="1">
                <a:solidFill>
                  <a:srgbClr val="ffc000"/>
                </a:solidFill>
                <a:latin typeface="Comic Sans MS"/>
              </a:rPr>
              <a:t>o</a:t>
            </a:r>
            <a:r>
              <a:rPr lang="en-US" altLang="ko-KR" sz="5400" b="1">
                <a:solidFill>
                  <a:prstClr val="black"/>
                </a:solidFill>
                <a:latin typeface="Comic Sans MS"/>
              </a:rPr>
              <a:t> </a:t>
            </a:r>
            <a:r>
              <a:rPr lang="en-US" altLang="ko-KR" sz="6000" b="1">
                <a:solidFill>
                  <a:srgbClr val="00b0f0"/>
                </a:solidFill>
                <a:latin typeface="Comic Sans MS"/>
              </a:rPr>
              <a:t>8</a:t>
            </a:r>
            <a:endParaRPr lang="en-US" altLang="ko-KR" sz="6000" b="1">
              <a:solidFill>
                <a:srgbClr val="00b0f0"/>
              </a:solidFill>
              <a:latin typeface="Comic Sans MS"/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1703560" y="1556792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400">
                <a:solidFill>
                  <a:prstClr val="white"/>
                </a:solidFill>
                <a:latin typeface="Comic Sans MS"/>
              </a:rPr>
              <a:t>phone</a:t>
            </a:r>
            <a:endParaRPr lang="en-US" altLang="ko-KR" sz="44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1703512" y="3284984"/>
            <a:ext cx="2880320" cy="1296144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400">
                <a:solidFill>
                  <a:prstClr val="white"/>
                </a:solidFill>
                <a:latin typeface="Comic Sans MS"/>
              </a:rPr>
              <a:t>watch</a:t>
            </a:r>
            <a:endParaRPr lang="en-US" altLang="ko-KR" sz="44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10" name="모서리가 둥근 직사각형 9"/>
          <p:cNvSpPr/>
          <p:nvPr/>
        </p:nvSpPr>
        <p:spPr>
          <a:xfrm>
            <a:off x="7608168" y="1556792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400">
                <a:solidFill>
                  <a:prstClr val="white"/>
                </a:solidFill>
                <a:latin typeface="Comic Sans MS"/>
              </a:rPr>
              <a:t>find</a:t>
            </a:r>
            <a:endParaRPr lang="en-US" altLang="ko-KR" sz="44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11" name="모서리가 둥근 직사각형 10"/>
          <p:cNvSpPr/>
          <p:nvPr/>
        </p:nvSpPr>
        <p:spPr>
          <a:xfrm>
            <a:off x="4655840" y="1575909"/>
            <a:ext cx="2880320" cy="1296144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400">
                <a:solidFill>
                  <a:prstClr val="white"/>
                </a:solidFill>
                <a:latin typeface="Comic Sans MS"/>
              </a:rPr>
              <a:t>whose</a:t>
            </a:r>
            <a:endParaRPr lang="en-US" altLang="ko-KR" sz="44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4634643" y="3212976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400">
                <a:solidFill>
                  <a:prstClr val="white"/>
                </a:solidFill>
                <a:latin typeface="Comic Sans MS"/>
              </a:rPr>
              <a:t>glove</a:t>
            </a:r>
            <a:endParaRPr lang="en-US" altLang="ko-KR" sz="44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13" name="모서리가 둥근 직사각형 12"/>
          <p:cNvSpPr/>
          <p:nvPr/>
        </p:nvSpPr>
        <p:spPr>
          <a:xfrm>
            <a:off x="1703512" y="4953389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400">
                <a:solidFill>
                  <a:prstClr val="white"/>
                </a:solidFill>
                <a:latin typeface="Comic Sans MS"/>
              </a:rPr>
              <a:t>cap</a:t>
            </a:r>
            <a:endParaRPr lang="en-US" altLang="ko-KR" sz="44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4655840" y="4941168"/>
            <a:ext cx="2880320" cy="1296144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4000">
                <a:solidFill>
                  <a:prstClr val="white"/>
                </a:solidFill>
                <a:latin typeface="Comic Sans MS"/>
              </a:rPr>
              <a:t>bottle</a:t>
            </a:r>
            <a:endParaRPr lang="en-US" altLang="ko-KR" sz="4000">
              <a:solidFill>
                <a:prstClr val="white"/>
              </a:solidFill>
              <a:latin typeface="Comic Sans MS"/>
            </a:endParaRPr>
          </a:p>
        </p:txBody>
      </p:sp>
      <p:sp>
        <p:nvSpPr>
          <p:cNvPr id="16" name="모서리가 둥근 직사각형 8"/>
          <p:cNvSpPr/>
          <p:nvPr/>
        </p:nvSpPr>
        <p:spPr>
          <a:xfrm>
            <a:off x="7608168" y="3212976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ca56a7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44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Comic Sans MS"/>
              </a:rPr>
              <a:t>shoe</a:t>
            </a:r>
            <a:endParaRPr xmlns:mc="http://schemas.openxmlformats.org/markup-compatibility/2006" xmlns:hp="http://schemas.haansoft.com/office/presentation/8.0" kumimoji="0" lang="en-US" altLang="ko-KR" sz="4400" b="0" i="0" u="none" strike="noStrike" kern="1200" cap="none" spc="0" normalizeH="0" baseline="0" mc:Ignorable="hp" hp:hslEmbossed="0">
              <a:solidFill>
                <a:srgbClr val="ffffff"/>
              </a:solidFill>
              <a:latin typeface="Comic Sans MS"/>
            </a:endParaRPr>
          </a:p>
        </p:txBody>
      </p:sp>
      <p:sp>
        <p:nvSpPr>
          <p:cNvPr id="17" name="모서리가 둥근 직사각형 12"/>
          <p:cNvSpPr/>
          <p:nvPr/>
        </p:nvSpPr>
        <p:spPr>
          <a:xfrm>
            <a:off x="7608168" y="4881381"/>
            <a:ext cx="2880320" cy="1296144"/>
          </a:xfrm>
          <a:prstGeom prst="roundRect">
            <a:avLst>
              <a:gd name="adj" fmla="val 16667"/>
            </a:avLst>
          </a:prstGeom>
          <a:solidFill>
            <a:srgbClr val="ffc000">
              <a:alpha val="100000"/>
            </a:srgbClr>
          </a:solidFill>
          <a:ln w="19050" cap="flat" cmpd="sng" algn="ctr">
            <a:noFill/>
            <a:prstDash val="solid"/>
          </a:ln>
        </p:spPr>
        <p:txBody>
          <a:bodyPr anchor="ctr"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44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Comic Sans MS"/>
              </a:rPr>
              <a:t>umbrella</a:t>
            </a:r>
            <a:endParaRPr xmlns:mc="http://schemas.openxmlformats.org/markup-compatibility/2006" xmlns:hp="http://schemas.haansoft.com/office/presentation/8.0" kumimoji="0" lang="en-US" altLang="ko-KR" sz="4400" b="0" i="0" u="none" strike="noStrike" kern="1200" cap="none" spc="0" normalizeH="0" baseline="0" mc:Ignorable="hp" hp:hslEmbossed="0">
              <a:solidFill>
                <a:srgbClr val="ffffff"/>
              </a:solidFill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mc="http://schemas.openxmlformats.org/markup-compatibility/2006" xmlns:hp="http://schemas.haansoft.com/office/presentation/8.0" id="5" presetClass="exit" presetSubtype="4" fill="hold" grpId="0" nodeType="clickEffect" mc:Ignorable="hp" hp:hslPresetID="2005">
                                  <p:stCondLst>
                                    <p:cond delay="0"/>
                                  </p:stCondLst>
                                  <p:childTnLst>
                                    <p:animEffect xmlns:mc="http://schemas.openxmlformats.org/markup-compatibility/2006" xmlns:hp="http://schemas.haansoft.com/office/presentation/8.0" transition="out" filter="wipe(down)" mc:Ignorable="hp" hp:hslFilter="wave(down)">
                                      <p:cBhvr>
                                        <p:cTn id="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2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xmlns:mc="http://schemas.openxmlformats.org/markup-compatibility/2006" xmlns:hp="http://schemas.haansoft.com/office/presentation/8.0" id="9" presetClass="exit" presetSubtype="4" fill="hold" grpId="1" nodeType="afterEffect" mc:Ignorable="hp" hp:hslPresetID="2005">
                                  <p:stCondLst>
                                    <p:cond delay="0"/>
                                  </p:stCondLst>
                                  <p:childTnLst>
                                    <p:animEffect xmlns:mc="http://schemas.openxmlformats.org/markup-compatibility/2006" xmlns:hp="http://schemas.haansoft.com/office/presentation/8.0" transition="out" filter="wipe(down)" mc:Ignorable="hp" hp:hslFilter="wave(down)">
                                      <p:cBhvr>
                                        <p:cTn id="1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2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xmlns:mc="http://schemas.openxmlformats.org/markup-compatibility/2006" xmlns:hp="http://schemas.haansoft.com/office/presentation/8.0" id="13" presetClass="exit" presetSubtype="4" fill="hold" grpId="2" nodeType="afterEffect" mc:Ignorable="hp" hp:hslPresetID="2005">
                                  <p:stCondLst>
                                    <p:cond delay="0"/>
                                  </p:stCondLst>
                                  <p:childTnLst>
                                    <p:animEffect xmlns:mc="http://schemas.openxmlformats.org/markup-compatibility/2006" xmlns:hp="http://schemas.haansoft.com/office/presentation/8.0" transition="out" filter="wipe(down)" mc:Ignorable="hp" hp:hslFilter="wave(down)">
                                      <p:cBhvr>
                                        <p:cTn id="1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2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xmlns:mc="http://schemas.openxmlformats.org/markup-compatibility/2006" xmlns:hp="http://schemas.haansoft.com/office/presentation/8.0" id="17" presetClass="exit" presetSubtype="4" fill="hold" grpId="3" nodeType="afterEffect" mc:Ignorable="hp" hp:hslPresetID="2005">
                                  <p:stCondLst>
                                    <p:cond delay="0"/>
                                  </p:stCondLst>
                                  <p:childTnLst>
                                    <p:animEffect xmlns:mc="http://schemas.openxmlformats.org/markup-compatibility/2006" xmlns:hp="http://schemas.haansoft.com/office/presentation/8.0" transition="out" filter="wipe(down)" mc:Ignorable="hp" hp:hslFilter="wave(down)">
                                      <p:cBhvr>
                                        <p:cTn id="1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2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xmlns:mc="http://schemas.openxmlformats.org/markup-compatibility/2006" xmlns:hp="http://schemas.haansoft.com/office/presentation/8.0" id="21" presetClass="exit" presetSubtype="4" fill="hold" grpId="4" nodeType="afterEffect" mc:Ignorable="hp" hp:hslPresetID="2005">
                                  <p:stCondLst>
                                    <p:cond delay="0"/>
                                  </p:stCondLst>
                                  <p:childTnLst>
                                    <p:animEffect xmlns:mc="http://schemas.openxmlformats.org/markup-compatibility/2006" xmlns:hp="http://schemas.haansoft.com/office/presentation/8.0" transition="out" filter="wipe(down)" mc:Ignorable="hp" hp:hslFilter="wave(down)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2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xmlns:mc="http://schemas.openxmlformats.org/markup-compatibility/2006" xmlns:hp="http://schemas.haansoft.com/office/presentation/8.0" id="25" presetClass="exit" presetSubtype="4" fill="hold" grpId="5" nodeType="afterEffect" mc:Ignorable="hp" hp:hslPresetID="2005">
                                  <p:stCondLst>
                                    <p:cond delay="0"/>
                                  </p:stCondLst>
                                  <p:childTnLst>
                                    <p:animEffect xmlns:mc="http://schemas.openxmlformats.org/markup-compatibility/2006" xmlns:hp="http://schemas.haansoft.com/office/presentation/8.0" transition="out" filter="wipe(down)" mc:Ignorable="hp" hp:hslFilter="wave(down)">
                                      <p:cBhvr>
                                        <p:cTn id="2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2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1" animBg="1"/>
      <p:bldP spid="13" grpId="2" animBg="1"/>
      <p:bldP spid="15" grpId="3" animBg="1"/>
      <p:bldP spid="16" grpId="4" animBg="1"/>
      <p:bldP spid="17" grpId="5" animBg="1"/>
    </p:bldLst>
  </p:timing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0" y="0"/>
            <a:ext cx="12192000" cy="1728192"/>
          </a:xfrm>
        </p:spPr>
        <p:txBody>
          <a:bodyPr>
            <a:normAutofit fontScale="90000"/>
          </a:bodyPr>
          <a:lstStyle/>
          <a:p>
            <a:pPr lvl="0">
              <a:defRPr/>
            </a:pPr>
            <a:r>
              <a:rPr lang="en-US" altLang="ko-KR" sz="6600" b="1">
                <a:solidFill>
                  <a:srgbClr val="0070c0"/>
                </a:solidFill>
                <a:latin typeface="Comic Sans MS"/>
              </a:rPr>
              <a:t>C</a:t>
            </a:r>
            <a:r>
              <a:rPr lang="en-US" altLang="ko-KR" sz="6600" b="1">
                <a:solidFill>
                  <a:srgbClr val="00b0f0"/>
                </a:solidFill>
                <a:latin typeface="Comic Sans MS"/>
              </a:rPr>
              <a:t>o</a:t>
            </a:r>
            <a:r>
              <a:rPr lang="en-US" altLang="ko-KR" sz="6600" b="1">
                <a:solidFill>
                  <a:srgbClr val="0070c0"/>
                </a:solidFill>
                <a:latin typeface="Comic Sans MS"/>
              </a:rPr>
              <a:t>u</a:t>
            </a:r>
            <a:r>
              <a:rPr lang="en-US" altLang="ko-KR" sz="6600" b="1">
                <a:solidFill>
                  <a:srgbClr val="00b0f0"/>
                </a:solidFill>
                <a:latin typeface="Comic Sans MS"/>
              </a:rPr>
              <a:t>n</a:t>
            </a:r>
            <a:r>
              <a:rPr lang="en-US" altLang="ko-KR" sz="6600" b="1">
                <a:solidFill>
                  <a:srgbClr val="0070c0"/>
                </a:solidFill>
                <a:latin typeface="Comic Sans MS"/>
              </a:rPr>
              <a:t>t</a:t>
            </a:r>
            <a:r>
              <a:rPr lang="en-US" altLang="ko-KR" sz="6600" b="1">
                <a:solidFill>
                  <a:srgbClr val="92d050"/>
                </a:solidFill>
                <a:latin typeface="Comic Sans MS"/>
              </a:rPr>
              <a:t> y</a:t>
            </a:r>
            <a:r>
              <a:rPr lang="en-US" altLang="ko-KR" sz="6600" b="1">
                <a:solidFill>
                  <a:srgbClr val="00b050"/>
                </a:solidFill>
                <a:latin typeface="Comic Sans MS"/>
              </a:rPr>
              <a:t>o</a:t>
            </a:r>
            <a:r>
              <a:rPr lang="en-US" altLang="ko-KR" sz="6600" b="1">
                <a:solidFill>
                  <a:srgbClr val="92d050"/>
                </a:solidFill>
                <a:latin typeface="Comic Sans MS"/>
              </a:rPr>
              <a:t>u</a:t>
            </a:r>
            <a:r>
              <a:rPr lang="en-US" altLang="ko-KR" sz="6600" b="1">
                <a:solidFill>
                  <a:srgbClr val="00b050"/>
                </a:solidFill>
                <a:latin typeface="Comic Sans MS"/>
              </a:rPr>
              <a:t>r</a:t>
            </a:r>
            <a:r>
              <a:rPr lang="en-US" altLang="ko-KR" sz="6600" b="1">
                <a:solidFill>
                  <a:srgbClr val="92d050"/>
                </a:solidFill>
                <a:latin typeface="Comic Sans MS"/>
              </a:rPr>
              <a:t> </a:t>
            </a:r>
            <a:r>
              <a:rPr lang="en-US" altLang="ko-KR" sz="6600" b="1">
                <a:solidFill>
                  <a:srgbClr val="ffc000"/>
                </a:solidFill>
                <a:latin typeface="Comic Sans MS"/>
              </a:rPr>
              <a:t>s</a:t>
            </a:r>
            <a:r>
              <a:rPr lang="en-US" altLang="ko-KR" sz="6600" b="1">
                <a:solidFill>
                  <a:srgbClr val="ff6600"/>
                </a:solidFill>
                <a:latin typeface="Comic Sans MS"/>
              </a:rPr>
              <a:t>c</a:t>
            </a:r>
            <a:r>
              <a:rPr lang="en-US" altLang="ko-KR" sz="6600" b="1">
                <a:solidFill>
                  <a:srgbClr val="ffc000"/>
                </a:solidFill>
                <a:latin typeface="Comic Sans MS"/>
              </a:rPr>
              <a:t>o</a:t>
            </a:r>
            <a:r>
              <a:rPr lang="en-US" altLang="ko-KR" sz="6600" b="1">
                <a:solidFill>
                  <a:srgbClr val="ff6600"/>
                </a:solidFill>
                <a:latin typeface="Comic Sans MS"/>
              </a:rPr>
              <a:t>r</a:t>
            </a:r>
            <a:r>
              <a:rPr lang="en-US" altLang="ko-KR" sz="6600" b="1">
                <a:solidFill>
                  <a:srgbClr val="ffc000"/>
                </a:solidFill>
                <a:latin typeface="Comic Sans MS"/>
              </a:rPr>
              <a:t>e</a:t>
            </a:r>
            <a:r>
              <a:rPr lang="en-US" altLang="ko-KR" sz="6600" b="1">
                <a:solidFill>
                  <a:srgbClr val="ff6600"/>
                </a:solidFill>
                <a:latin typeface="Comic Sans MS"/>
              </a:rPr>
              <a:t>!</a:t>
            </a:r>
            <a:br>
              <a:rPr lang="en-US" altLang="ko-KR" sz="6600" b="1">
                <a:solidFill>
                  <a:srgbClr val="ff6600"/>
                </a:solidFill>
                <a:latin typeface="Comic Sans MS"/>
              </a:rPr>
            </a:br>
            <a:r>
              <a:rPr lang="en-US" altLang="ko-KR" sz="4555" b="1">
                <a:solidFill>
                  <a:srgbClr val="ff6600"/>
                </a:solidFill>
                <a:latin typeface="Comic Sans MS"/>
              </a:rPr>
              <a:t>5~9</a:t>
            </a:r>
            <a:r>
              <a:rPr lang="ko-KR" altLang="en-US" sz="4555" b="1">
                <a:solidFill>
                  <a:srgbClr val="ff6600"/>
                </a:solidFill>
                <a:latin typeface="Comic Sans MS"/>
              </a:rPr>
              <a:t>점</a:t>
            </a:r>
            <a:r>
              <a:rPr lang="en-US" altLang="ko-KR" sz="4555" b="1">
                <a:solidFill>
                  <a:srgbClr val="ff6600"/>
                </a:solidFill>
                <a:latin typeface="Comic Sans MS"/>
              </a:rPr>
              <a:t>(</a:t>
            </a:r>
            <a:r>
              <a:rPr lang="ko-KR" altLang="en-US" sz="4555" b="1">
                <a:solidFill>
                  <a:srgbClr val="ff6600"/>
                </a:solidFill>
                <a:latin typeface="Comic Sans MS"/>
              </a:rPr>
              <a:t>간식</a:t>
            </a:r>
            <a:r>
              <a:rPr lang="en-US" altLang="ko-KR" sz="4555" b="1">
                <a:solidFill>
                  <a:srgbClr val="ff6600"/>
                </a:solidFill>
                <a:latin typeface="Comic Sans MS"/>
              </a:rPr>
              <a:t>1</a:t>
            </a:r>
            <a:r>
              <a:rPr lang="ko-KR" altLang="en-US" sz="4555" b="1">
                <a:solidFill>
                  <a:srgbClr val="ff6600"/>
                </a:solidFill>
                <a:latin typeface="Comic Sans MS"/>
              </a:rPr>
              <a:t>개</a:t>
            </a:r>
            <a:r>
              <a:rPr lang="en-US" altLang="ko-KR" sz="4555" b="1">
                <a:solidFill>
                  <a:srgbClr val="ff6600"/>
                </a:solidFill>
                <a:latin typeface="Comic Sans MS"/>
              </a:rPr>
              <a:t>),</a:t>
            </a:r>
            <a:r>
              <a:rPr lang="ko-KR" altLang="en-US" sz="4555" b="1">
                <a:solidFill>
                  <a:srgbClr val="ff6600"/>
                </a:solidFill>
                <a:latin typeface="Comic Sans MS"/>
              </a:rPr>
              <a:t> </a:t>
            </a:r>
            <a:r>
              <a:rPr lang="en-US" altLang="ko-KR" sz="4555" b="1">
                <a:solidFill>
                  <a:srgbClr val="ff6600"/>
                </a:solidFill>
                <a:latin typeface="Comic Sans MS"/>
              </a:rPr>
              <a:t>10~14(</a:t>
            </a:r>
            <a:r>
              <a:rPr lang="ko-KR" altLang="en-US" sz="4555" b="1">
                <a:solidFill>
                  <a:srgbClr val="ff6600"/>
                </a:solidFill>
                <a:latin typeface="Comic Sans MS"/>
              </a:rPr>
              <a:t>간식</a:t>
            </a:r>
            <a:r>
              <a:rPr lang="en-US" altLang="ko-KR" sz="4555" b="1">
                <a:solidFill>
                  <a:srgbClr val="ff6600"/>
                </a:solidFill>
                <a:latin typeface="Comic Sans MS"/>
              </a:rPr>
              <a:t>2</a:t>
            </a:r>
            <a:r>
              <a:rPr lang="ko-KR" altLang="en-US" sz="4555" b="1">
                <a:solidFill>
                  <a:srgbClr val="ff6600"/>
                </a:solidFill>
                <a:latin typeface="Comic Sans MS"/>
              </a:rPr>
              <a:t>개</a:t>
            </a:r>
            <a:r>
              <a:rPr lang="en-US" altLang="ko-KR" sz="4555" b="1">
                <a:solidFill>
                  <a:srgbClr val="ff6600"/>
                </a:solidFill>
                <a:latin typeface="Comic Sans MS"/>
              </a:rPr>
              <a:t>),</a:t>
            </a:r>
            <a:r>
              <a:rPr lang="ko-KR" altLang="en-US" sz="4555" b="1">
                <a:solidFill>
                  <a:srgbClr val="ff6600"/>
                </a:solidFill>
                <a:latin typeface="Comic Sans MS"/>
              </a:rPr>
              <a:t> </a:t>
            </a:r>
            <a:r>
              <a:rPr lang="en-US" altLang="ko-KR" sz="4555" b="1">
                <a:solidFill>
                  <a:srgbClr val="ff6600"/>
                </a:solidFill>
                <a:latin typeface="Comic Sans MS"/>
              </a:rPr>
              <a:t>15~(</a:t>
            </a:r>
            <a:r>
              <a:rPr lang="ko-KR" altLang="en-US" sz="4555" b="1">
                <a:solidFill>
                  <a:srgbClr val="ff6600"/>
                </a:solidFill>
                <a:latin typeface="Comic Sans MS"/>
              </a:rPr>
              <a:t>간식</a:t>
            </a:r>
            <a:r>
              <a:rPr lang="en-US" altLang="ko-KR" sz="4555" b="1">
                <a:solidFill>
                  <a:srgbClr val="ff6600"/>
                </a:solidFill>
                <a:latin typeface="Comic Sans MS"/>
              </a:rPr>
              <a:t>3</a:t>
            </a:r>
            <a:r>
              <a:rPr lang="ko-KR" altLang="en-US" sz="4555" b="1">
                <a:solidFill>
                  <a:srgbClr val="ff6600"/>
                </a:solidFill>
                <a:latin typeface="Comic Sans MS"/>
              </a:rPr>
              <a:t>개</a:t>
            </a:r>
            <a:r>
              <a:rPr lang="en-US" altLang="ko-KR" sz="4555" b="1">
                <a:solidFill>
                  <a:srgbClr val="ff6600"/>
                </a:solidFill>
                <a:latin typeface="Comic Sans MS"/>
              </a:rPr>
              <a:t>)</a:t>
            </a:r>
            <a:endParaRPr lang="en-US" altLang="ko-KR" sz="4555" b="1">
              <a:solidFill>
                <a:srgbClr val="ff6600"/>
              </a:solidFill>
              <a:latin typeface="Comic Sans MS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775520" y="1844824"/>
            <a:ext cx="8640960" cy="4680520"/>
          </a:xfrm>
          <a:prstGeom prst="rect">
            <a:avLst/>
          </a:prstGeom>
          <a:noFill/>
          <a:ln w="9525">
            <a:noFill/>
            <a:miter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1c3d62"/>
      </a:dk2>
      <a:lt2>
        <a:srgbClr val="e3dcc1"/>
      </a:lt2>
      <a:accent1>
        <a:srgbClr val="315f97"/>
      </a:accent1>
      <a:accent2>
        <a:srgbClr val="c75252"/>
      </a:accent2>
      <a:accent3>
        <a:srgbClr val="e9ae2b"/>
      </a:accent3>
      <a:accent4>
        <a:srgbClr val="699b37"/>
      </a:accent4>
      <a:accent5>
        <a:srgbClr val="358791"/>
      </a:accent5>
      <a:accent6>
        <a:srgbClr val="ca56a7"/>
      </a:accent6>
      <a:hlink>
        <a:srgbClr val="0000ff"/>
      </a:hlink>
      <a:folHlink>
        <a:srgbClr val="800080"/>
      </a:folHlink>
    </a:clrScheme>
    <a:fontScheme name="한컴오피스">
      <a:majorFont>
        <a:latin typeface="함초롬돋움"/>
        <a:ea typeface=""/>
        <a:cs typeface="Times New Roman"/>
        <a:font script="Jpan" typeface="MS PGothic"/>
        <a:font script="Hang" typeface="함초롬돋움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함초롬돋움"/>
        <a:ea typeface=""/>
        <a:cs typeface="Times New Roman"/>
        <a:font script="Jpan" typeface="MS PGothic"/>
        <a:font script="Hang" typeface="함초롬돋움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1c3d62"/>
      </a:dk2>
      <a:lt2>
        <a:srgbClr val="e3dcc1"/>
      </a:lt2>
      <a:accent1>
        <a:srgbClr val="315f97"/>
      </a:accent1>
      <a:accent2>
        <a:srgbClr val="c75252"/>
      </a:accent2>
      <a:accent3>
        <a:srgbClr val="e9ae2b"/>
      </a:accent3>
      <a:accent4>
        <a:srgbClr val="699b37"/>
      </a:accent4>
      <a:accent5>
        <a:srgbClr val="358791"/>
      </a:accent5>
      <a:accent6>
        <a:srgbClr val="ca56a7"/>
      </a:accent6>
      <a:hlink>
        <a:srgbClr val="0000ff"/>
      </a:hlink>
      <a:folHlink>
        <a:srgbClr val="800080"/>
      </a:folHlink>
    </a:clrScheme>
    <a:fontScheme name="한컴오피스">
      <a:majorFont>
        <a:latin typeface="함초롬돋움"/>
        <a:ea typeface="함초롬돋움"/>
        <a:cs typeface="Times New Roman"/>
      </a:majorFont>
      <a:minorFont>
        <a:latin typeface="함초롬돋움"/>
        <a:ea typeface="함초롬돋움"/>
        <a:cs typeface="Times New Roman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126</ep:Words>
  <ep:PresentationFormat>와이드스크린</ep:PresentationFormat>
  <ep:Paragraphs>86</ep:Paragraphs>
  <ep:Slides>11</ep:Slides>
  <ep:Notes>1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ep:HeadingPairs>
  <ep:TitlesOfParts>
    <vt:vector size="12" baseType="lpstr">
      <vt:lpstr>한컴오피스</vt:lpstr>
      <vt:lpstr>Lotto game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Count your score! 5~9점(간식1개), 10~14(간식2개), 15~(간식3개)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2018-03-06T01:02:22.000</dcterms:created>
  <dc:creator>User</dc:creator>
  <cp:lastModifiedBy>ADMIN</cp:lastModifiedBy>
  <dcterms:modified xsi:type="dcterms:W3CDTF">2021-05-26T00:52:34.710</dcterms:modified>
  <cp:revision>186</cp:revision>
  <dc:title>PowerPoint 프레젠테이션</dc:title>
  <cp:version>0906.0100.01</cp:version>
</cp:coreProperties>
</file>