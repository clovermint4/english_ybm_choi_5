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ake_a_pi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take a picture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it_he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sit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uch_th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touch that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u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at_snac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eat snacks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rink_wa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drink water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peak_loud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speak loudly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se_a_ph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use a phone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sk_a_ques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ask a question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pen_the_do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open the door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rite_no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write notes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raw_on_the_w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draw on the wall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ring_a_b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bring a bag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isten_to_mus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listen to music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98648" y="365760"/>
            <a:ext cx="6391656" cy="612648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381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rn_on_the_f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6" y="64008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528" y="5166360"/>
            <a:ext cx="60258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4A90D9"/>
                </a:solidFill>
                <a:latin typeface="Arial Rounded MT Bold"/>
              </a:rPr>
              <a:t>turn on the flash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A90D9"/>
                </a:solidFill>
                <a:latin typeface="Arial Rounded MT Bold"/>
              </a:rPr>
              <a:t>Permission Phrases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344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take a picture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78608" y="9144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70048" y="12344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sit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82896" y="9144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74336" y="12344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touch that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87184" y="9144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78624" y="12344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91472" y="91440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82912" y="12344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eat snacks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6060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926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drink water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78608" y="26060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0048" y="2926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speak loudly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82896" y="26060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4336" y="2926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use a phone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87184" y="26060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8624" y="2926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ask a question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91472" y="260604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82912" y="2926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open the door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429768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6177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write notes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78608" y="429768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46177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draw on the wall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82896" y="429768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74336" y="46177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bring a bag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87184" y="429768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78624" y="46177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listen to music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91472" y="429768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0F7FF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2912" y="461772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22A55"/>
                </a:solidFill>
                <a:latin typeface="Arial Rounded MT Bold"/>
              </a:rPr>
              <a:t>turn on the flash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