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308" r:id="rId2"/>
    <p:sldId id="290" r:id="rId3"/>
    <p:sldId id="280" r:id="rId4"/>
    <p:sldId id="283" r:id="rId5"/>
    <p:sldId id="288" r:id="rId6"/>
    <p:sldId id="285" r:id="rId7"/>
    <p:sldId id="412" r:id="rId8"/>
    <p:sldId id="302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F9FE"/>
    <a:srgbClr val="FFCCCC"/>
    <a:srgbClr val="DAFD9B"/>
    <a:srgbClr val="CCFF66"/>
    <a:srgbClr val="FF9999"/>
    <a:srgbClr val="00CC99"/>
    <a:srgbClr val="CCFFFF"/>
    <a:srgbClr val="D3FC9C"/>
    <a:srgbClr val="FFFF99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4"/>
    <p:restoredTop sz="94694"/>
  </p:normalViewPr>
  <p:slideViewPr>
    <p:cSldViewPr>
      <p:cViewPr varScale="1">
        <p:scale>
          <a:sx n="121" d="100"/>
          <a:sy n="121" d="100"/>
        </p:scale>
        <p:origin x="15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6296E-9571-4B18-B77B-7A4C233CF8A0}" type="datetimeFigureOut">
              <a:rPr lang="ko-KR" altLang="en-US" smtClean="0"/>
              <a:pPr/>
              <a:t>2026. 3. 30.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C5627C-E824-4F13-8D8F-308984D88B5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3906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12DDC-161B-432B-89FB-582128694B70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4FC35-0BFF-4AF2-AC2D-F4B3E5DDA5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12DDC-161B-432B-89FB-582128694B70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4FC35-0BFF-4AF2-AC2D-F4B3E5DDA5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12DDC-161B-432B-89FB-582128694B70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4FC35-0BFF-4AF2-AC2D-F4B3E5DDA5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12DDC-161B-432B-89FB-582128694B70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4FC35-0BFF-4AF2-AC2D-F4B3E5DDA5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12DDC-161B-432B-89FB-582128694B70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4FC35-0BFF-4AF2-AC2D-F4B3E5DDA5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12DDC-161B-432B-89FB-582128694B70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4FC35-0BFF-4AF2-AC2D-F4B3E5DDA5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12DDC-161B-432B-89FB-582128694B70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4FC35-0BFF-4AF2-AC2D-F4B3E5DDA5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12DDC-161B-432B-89FB-582128694B70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4FC35-0BFF-4AF2-AC2D-F4B3E5DDA5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12DDC-161B-432B-89FB-582128694B70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4FC35-0BFF-4AF2-AC2D-F4B3E5DDA5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12DDC-161B-432B-89FB-582128694B70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4FC35-0BFF-4AF2-AC2D-F4B3E5DDA5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12DDC-161B-432B-89FB-582128694B70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4FC35-0BFF-4AF2-AC2D-F4B3E5DDA5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112DDC-161B-432B-89FB-582128694B70}" type="datetimeFigureOut">
              <a:rPr lang="en-US" smtClean="0"/>
              <a:pPr/>
              <a:t>3/30/26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94FC35-0BFF-4AF2-AC2D-F4B3E5DDA58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 t="-76000" b="-7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 txBox="1">
            <a:spLocks/>
          </p:cNvSpPr>
          <p:nvPr/>
        </p:nvSpPr>
        <p:spPr>
          <a:xfrm>
            <a:off x="4424855" y="381000"/>
            <a:ext cx="4419600" cy="2438400"/>
          </a:xfrm>
          <a:prstGeom prst="rect">
            <a:avLst/>
          </a:prstGeom>
          <a:solidFill>
            <a:srgbClr val="0070C0">
              <a:alpha val="69804"/>
            </a:srgb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600" b="1" dirty="0">
                <a:solidFill>
                  <a:schemeClr val="bg1"/>
                </a:solidFill>
                <a:latin typeface="1훈정글북 R" pitchFamily="18" charset="-127"/>
                <a:ea typeface="1훈정글북 R" pitchFamily="18" charset="-127"/>
              </a:rPr>
              <a:t> </a:t>
            </a:r>
            <a:endParaRPr lang="en-US" sz="3600" b="1" dirty="0">
              <a:solidFill>
                <a:schemeClr val="bg1"/>
              </a:solidFill>
              <a:latin typeface="1훈정글북 R" pitchFamily="18" charset="-127"/>
              <a:ea typeface="1훈정글북 R" pitchFamily="18" charset="-127"/>
            </a:endParaRPr>
          </a:p>
          <a:p>
            <a:r>
              <a:rPr lang="en-US" sz="6000" b="1" dirty="0">
                <a:solidFill>
                  <a:srgbClr val="FFFF00"/>
                </a:solidFill>
                <a:latin typeface="1훈정글북 R" pitchFamily="18" charset="-127"/>
                <a:ea typeface="1훈정글북 R" pitchFamily="18" charset="-127"/>
              </a:rPr>
              <a:t>LUCKY </a:t>
            </a:r>
            <a:r>
              <a:rPr lang="en-US" sz="6000" b="1" dirty="0">
                <a:solidFill>
                  <a:srgbClr val="AFFD2F"/>
                </a:solidFill>
                <a:latin typeface="1훈정글북 R" pitchFamily="18" charset="-127"/>
                <a:ea typeface="1훈정글북 R" pitchFamily="18" charset="-127"/>
              </a:rPr>
              <a:t>O/X</a:t>
            </a:r>
          </a:p>
        </p:txBody>
      </p:sp>
      <p:sp>
        <p:nvSpPr>
          <p:cNvPr id="9" name="제목 1"/>
          <p:cNvSpPr>
            <a:spLocks noGrp="1"/>
          </p:cNvSpPr>
          <p:nvPr>
            <p:ph type="title"/>
          </p:nvPr>
        </p:nvSpPr>
        <p:spPr>
          <a:xfrm>
            <a:off x="5410200" y="228600"/>
            <a:ext cx="3733800" cy="762000"/>
          </a:xfrm>
        </p:spPr>
        <p:txBody>
          <a:bodyPr>
            <a:noAutofit/>
          </a:bodyPr>
          <a:lstStyle/>
          <a:p>
            <a:pPr algn="l"/>
            <a:r>
              <a:rPr lang="en-US" b="1" dirty="0">
                <a:solidFill>
                  <a:srgbClr val="D4EFFC"/>
                </a:solidFill>
                <a:latin typeface="1훈정글북 R" pitchFamily="18" charset="-127"/>
                <a:ea typeface="1훈정글북 R" pitchFamily="18" charset="-127"/>
              </a:rPr>
              <a:t> </a:t>
            </a:r>
            <a:endParaRPr lang="en-US" sz="6000" b="1" dirty="0">
              <a:solidFill>
                <a:srgbClr val="D4EFFC"/>
              </a:solidFill>
              <a:latin typeface="1훈정글북 R" pitchFamily="18" charset="-127"/>
              <a:ea typeface="1훈정글북 R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2394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2"/>
          <p:cNvSpPr txBox="1">
            <a:spLocks/>
          </p:cNvSpPr>
          <p:nvPr/>
        </p:nvSpPr>
        <p:spPr>
          <a:xfrm>
            <a:off x="152400" y="457200"/>
            <a:ext cx="8763000" cy="60198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 typeface="Arial" pitchFamily="34" charset="0"/>
              <a:buNone/>
            </a:pPr>
            <a:endParaRPr lang="en-US" sz="4400" b="1" dirty="0">
              <a:latin typeface="1훈정글북 R" pitchFamily="18" charset="-127"/>
              <a:ea typeface="1훈정글북 R" pitchFamily="18" charset="-127"/>
            </a:endParaRPr>
          </a:p>
          <a:p>
            <a:pPr algn="r">
              <a:buNone/>
            </a:pPr>
            <a:r>
              <a:rPr lang="en-US" altLang="ko-KR" sz="4000" b="1" dirty="0">
                <a:solidFill>
                  <a:srgbClr val="FF0000"/>
                </a:solidFill>
                <a:latin typeface="1훈정글북 R" pitchFamily="18" charset="-127"/>
                <a:ea typeface="1훈정글북 R" pitchFamily="18" charset="-127"/>
              </a:rPr>
              <a:t>X</a:t>
            </a:r>
            <a:r>
              <a:rPr lang="en-US" altLang="ko-KR" sz="4000" b="1" dirty="0">
                <a:latin typeface="1훈정글북 R" pitchFamily="18" charset="-127"/>
                <a:ea typeface="1훈정글북 R" pitchFamily="18" charset="-127"/>
              </a:rPr>
              <a:t> = Sit down</a:t>
            </a:r>
          </a:p>
          <a:p>
            <a:pPr algn="r">
              <a:buNone/>
            </a:pPr>
            <a:r>
              <a:rPr lang="en-US" altLang="ko-KR" sz="4000" b="1" dirty="0">
                <a:solidFill>
                  <a:srgbClr val="00B050"/>
                </a:solidFill>
                <a:latin typeface="1훈정글북 R" pitchFamily="18" charset="-127"/>
                <a:ea typeface="1훈정글북 R" pitchFamily="18" charset="-127"/>
              </a:rPr>
              <a:t>O</a:t>
            </a:r>
            <a:r>
              <a:rPr lang="en-US" altLang="ko-KR" sz="4000" b="1" dirty="0">
                <a:latin typeface="1훈정글북 R" pitchFamily="18" charset="-127"/>
                <a:ea typeface="1훈정글북 R" pitchFamily="18" charset="-127"/>
              </a:rPr>
              <a:t> = Stay </a:t>
            </a:r>
          </a:p>
          <a:p>
            <a:pPr algn="r">
              <a:buNone/>
            </a:pPr>
            <a:r>
              <a:rPr lang="en-US" altLang="ko-KR" sz="4000" b="1" dirty="0">
                <a:latin typeface="1훈정글북 R" pitchFamily="18" charset="-127"/>
                <a:ea typeface="1훈정글북 R" pitchFamily="18" charset="-127"/>
              </a:rPr>
              <a:t>standing</a:t>
            </a:r>
          </a:p>
          <a:p>
            <a:pPr algn="ctr">
              <a:buFont typeface="Arial" pitchFamily="34" charset="0"/>
              <a:buNone/>
            </a:pPr>
            <a:endParaRPr lang="en-US" sz="4400" b="1" dirty="0">
              <a:latin typeface="1훈정글북 R" pitchFamily="18" charset="-127"/>
              <a:ea typeface="1훈정글북 R" pitchFamily="18" charset="-127"/>
            </a:endParaRPr>
          </a:p>
          <a:p>
            <a:pPr algn="ctr">
              <a:buFont typeface="Arial" pitchFamily="34" charset="0"/>
              <a:buNone/>
            </a:pPr>
            <a:r>
              <a:rPr lang="en-US" sz="4400" b="1" dirty="0">
                <a:latin typeface="1훈정글북 R" pitchFamily="18" charset="-127"/>
                <a:ea typeface="1훈정글북 R" pitchFamily="18" charset="-127"/>
              </a:rPr>
              <a:t>The last student standing is the </a:t>
            </a:r>
            <a:r>
              <a:rPr lang="en-US" sz="7200" b="1" dirty="0">
                <a:solidFill>
                  <a:srgbClr val="00B050"/>
                </a:solidFill>
                <a:latin typeface="1훈정글북 R" pitchFamily="18" charset="-127"/>
                <a:ea typeface="1훈정글북 R" pitchFamily="18" charset="-127"/>
              </a:rPr>
              <a:t>winner!!</a:t>
            </a:r>
            <a:br>
              <a:rPr lang="en-US" sz="7200" b="1" dirty="0">
                <a:solidFill>
                  <a:srgbClr val="00B050"/>
                </a:solidFill>
              </a:rPr>
            </a:br>
            <a:br>
              <a:rPr lang="en-US" sz="4400" b="1" dirty="0"/>
            </a:br>
            <a:endParaRPr lang="en-US" sz="4400" b="1" dirty="0"/>
          </a:p>
        </p:txBody>
      </p:sp>
      <p:grpSp>
        <p:nvGrpSpPr>
          <p:cNvPr id="3" name="그룹 2"/>
          <p:cNvGrpSpPr/>
          <p:nvPr/>
        </p:nvGrpSpPr>
        <p:grpSpPr>
          <a:xfrm>
            <a:off x="285181" y="609600"/>
            <a:ext cx="5562599" cy="3475481"/>
            <a:chOff x="1295400" y="2057400"/>
            <a:chExt cx="6923611" cy="4276919"/>
          </a:xfrm>
        </p:grpSpPr>
        <p:pic>
          <p:nvPicPr>
            <p:cNvPr id="4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5400" y="2057400"/>
              <a:ext cx="6923611" cy="42769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도넛 4"/>
            <p:cNvSpPr/>
            <p:nvPr/>
          </p:nvSpPr>
          <p:spPr>
            <a:xfrm>
              <a:off x="4728302" y="2438400"/>
              <a:ext cx="3276600" cy="3200400"/>
            </a:xfrm>
            <a:prstGeom prst="donut">
              <a:avLst>
                <a:gd name="adj" fmla="val 3716"/>
              </a:avLst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89506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/>
          <p:cNvSpPr/>
          <p:nvPr/>
        </p:nvSpPr>
        <p:spPr>
          <a:xfrm>
            <a:off x="6324600" y="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1905000" y="1295400"/>
            <a:ext cx="86273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altLang="ko-KR" sz="96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X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1752600" y="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1752600" y="266700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6324600" y="124974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6324600" y="266700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1752600" y="528834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34" name="직사각형 33"/>
          <p:cNvSpPr/>
          <p:nvPr/>
        </p:nvSpPr>
        <p:spPr>
          <a:xfrm>
            <a:off x="1905000" y="4038600"/>
            <a:ext cx="86273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altLang="ko-KR" sz="96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X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6476256" y="4038600"/>
            <a:ext cx="1016625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altLang="ko-KR" sz="9600" b="1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6553200" y="5410200"/>
            <a:ext cx="86273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altLang="ko-KR" sz="96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X</a:t>
            </a:r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0" y="1371600"/>
            <a:ext cx="4572000" cy="1371600"/>
          </a:xfrm>
          <a:prstGeom prst="rect">
            <a:avLst/>
          </a:prstGeom>
          <a:solidFill>
            <a:srgbClr val="FFC000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200" b="1" dirty="0">
                <a:latin typeface="Tahoma" pitchFamily="34" charset="0"/>
                <a:cs typeface="Arial" charset="0"/>
              </a:rPr>
              <a:t>Can I sit here?</a:t>
            </a:r>
          </a:p>
        </p:txBody>
      </p:sp>
      <p:sp>
        <p:nvSpPr>
          <p:cNvPr id="25" name="Rectangle 22"/>
          <p:cNvSpPr>
            <a:spLocks noChangeArrowheads="1"/>
          </p:cNvSpPr>
          <p:nvPr/>
        </p:nvSpPr>
        <p:spPr bwMode="auto">
          <a:xfrm>
            <a:off x="0" y="2743200"/>
            <a:ext cx="4572000" cy="1371600"/>
          </a:xfrm>
          <a:prstGeom prst="rect">
            <a:avLst/>
          </a:prstGeom>
          <a:solidFill>
            <a:srgbClr val="FFC000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200" b="1" dirty="0">
                <a:latin typeface="Tahoma" pitchFamily="34" charset="0"/>
                <a:cs typeface="Arial" charset="0"/>
              </a:rPr>
              <a:t>Can I take a picture?</a:t>
            </a:r>
          </a:p>
        </p:txBody>
      </p:sp>
      <p:sp>
        <p:nvSpPr>
          <p:cNvPr id="26" name="Rectangle 25"/>
          <p:cNvSpPr>
            <a:spLocks noChangeArrowheads="1"/>
          </p:cNvSpPr>
          <p:nvPr/>
        </p:nvSpPr>
        <p:spPr bwMode="auto">
          <a:xfrm>
            <a:off x="0" y="0"/>
            <a:ext cx="4572000" cy="1371600"/>
          </a:xfrm>
          <a:prstGeom prst="rect">
            <a:avLst/>
          </a:prstGeom>
          <a:solidFill>
            <a:srgbClr val="FFC000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200" b="1" dirty="0">
                <a:latin typeface="Tahoma" pitchFamily="34" charset="0"/>
                <a:cs typeface="Arial" charset="0"/>
              </a:rPr>
              <a:t>Can I ride a bike?</a:t>
            </a:r>
          </a:p>
        </p:txBody>
      </p:sp>
      <p:sp>
        <p:nvSpPr>
          <p:cNvPr id="46" name="Rectangle 26"/>
          <p:cNvSpPr>
            <a:spLocks noChangeArrowheads="1"/>
          </p:cNvSpPr>
          <p:nvPr/>
        </p:nvSpPr>
        <p:spPr bwMode="auto">
          <a:xfrm>
            <a:off x="4572000" y="0"/>
            <a:ext cx="4572000" cy="1371600"/>
          </a:xfrm>
          <a:prstGeom prst="rect">
            <a:avLst/>
          </a:prstGeom>
          <a:solidFill>
            <a:srgbClr val="00B0F0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defTabSz="914400" latinLnBrk="1" hangingPunct="1">
              <a:lnSpc>
                <a:spcPct val="100000"/>
              </a:lnSpc>
              <a:buClrTx/>
              <a:buSzTx/>
              <a:defRPr/>
            </a:pPr>
            <a:r>
              <a:rPr lang="en-US" altLang="ko-KR" sz="3200" b="1" dirty="0">
                <a:latin typeface="Tahoma" pitchFamily="34" charset="0"/>
                <a:cs typeface="Arial" charset="0"/>
              </a:rPr>
              <a:t>Can I try this?</a:t>
            </a:r>
            <a:endParaRPr lang="ko-KR" altLang="en-US" sz="2800" b="1" dirty="0">
              <a:latin typeface="Tahoma" pitchFamily="34" charset="0"/>
              <a:cs typeface="Arial" charset="0"/>
            </a:endParaRPr>
          </a:p>
        </p:txBody>
      </p:sp>
      <p:sp>
        <p:nvSpPr>
          <p:cNvPr id="47" name="Rectangle 27"/>
          <p:cNvSpPr>
            <a:spLocks noChangeArrowheads="1"/>
          </p:cNvSpPr>
          <p:nvPr/>
        </p:nvSpPr>
        <p:spPr bwMode="auto">
          <a:xfrm>
            <a:off x="4572000" y="2743200"/>
            <a:ext cx="4572000" cy="1447800"/>
          </a:xfrm>
          <a:prstGeom prst="rect">
            <a:avLst/>
          </a:prstGeom>
          <a:solidFill>
            <a:srgbClr val="00B0F0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200" b="1" dirty="0">
                <a:latin typeface="Tahoma" pitchFamily="34" charset="0"/>
                <a:cs typeface="Arial" charset="0"/>
              </a:rPr>
              <a:t>Can I touch it?</a:t>
            </a:r>
            <a:endParaRPr lang="ko-KR" altLang="en-US" sz="2800" b="1" dirty="0">
              <a:latin typeface="Tahoma" pitchFamily="34" charset="0"/>
              <a:cs typeface="Arial" charset="0"/>
            </a:endParaRPr>
          </a:p>
        </p:txBody>
      </p:sp>
      <p:sp>
        <p:nvSpPr>
          <p:cNvPr id="48" name="Rectangle 29"/>
          <p:cNvSpPr>
            <a:spLocks noChangeArrowheads="1"/>
          </p:cNvSpPr>
          <p:nvPr/>
        </p:nvSpPr>
        <p:spPr bwMode="auto">
          <a:xfrm>
            <a:off x="4572000" y="1371600"/>
            <a:ext cx="4572000" cy="1371600"/>
          </a:xfrm>
          <a:prstGeom prst="rect">
            <a:avLst/>
          </a:prstGeom>
          <a:solidFill>
            <a:srgbClr val="00B0F0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200" b="1" dirty="0">
                <a:latin typeface="Tahoma" pitchFamily="34" charset="0"/>
                <a:cs typeface="Arial" charset="0"/>
              </a:rPr>
              <a:t>Can I use this crayon?</a:t>
            </a:r>
            <a:endParaRPr lang="ko-KR" altLang="en-US" sz="2800" b="1" dirty="0">
              <a:latin typeface="Tahoma" pitchFamily="34" charset="0"/>
              <a:cs typeface="Arial" charset="0"/>
            </a:endParaRPr>
          </a:p>
        </p:txBody>
      </p:sp>
      <p:sp>
        <p:nvSpPr>
          <p:cNvPr id="49" name="Rectangle 23"/>
          <p:cNvSpPr>
            <a:spLocks noChangeArrowheads="1"/>
          </p:cNvSpPr>
          <p:nvPr/>
        </p:nvSpPr>
        <p:spPr bwMode="auto">
          <a:xfrm>
            <a:off x="0" y="4114800"/>
            <a:ext cx="4572000" cy="1371600"/>
          </a:xfrm>
          <a:prstGeom prst="rect">
            <a:avLst/>
          </a:prstGeom>
          <a:solidFill>
            <a:srgbClr val="FFC000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200" b="1" dirty="0">
                <a:latin typeface="Tahoma" pitchFamily="34" charset="0"/>
                <a:cs typeface="Arial" charset="0"/>
              </a:rPr>
              <a:t>Can I come in?</a:t>
            </a:r>
          </a:p>
        </p:txBody>
      </p:sp>
      <p:sp>
        <p:nvSpPr>
          <p:cNvPr id="50" name="Rectangle 22"/>
          <p:cNvSpPr>
            <a:spLocks noChangeArrowheads="1"/>
          </p:cNvSpPr>
          <p:nvPr/>
        </p:nvSpPr>
        <p:spPr bwMode="auto">
          <a:xfrm>
            <a:off x="0" y="5486400"/>
            <a:ext cx="4572000" cy="1371600"/>
          </a:xfrm>
          <a:prstGeom prst="rect">
            <a:avLst/>
          </a:prstGeom>
          <a:solidFill>
            <a:srgbClr val="FFC000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200" b="1" dirty="0">
                <a:latin typeface="Tahoma" pitchFamily="34" charset="0"/>
                <a:cs typeface="Arial" charset="0"/>
              </a:rPr>
              <a:t>Can I have some tteok?</a:t>
            </a:r>
          </a:p>
        </p:txBody>
      </p:sp>
      <p:sp>
        <p:nvSpPr>
          <p:cNvPr id="51" name="Rectangle 27"/>
          <p:cNvSpPr>
            <a:spLocks noChangeArrowheads="1"/>
          </p:cNvSpPr>
          <p:nvPr/>
        </p:nvSpPr>
        <p:spPr bwMode="auto">
          <a:xfrm>
            <a:off x="4572000" y="5486400"/>
            <a:ext cx="4572000" cy="1371600"/>
          </a:xfrm>
          <a:prstGeom prst="rect">
            <a:avLst/>
          </a:prstGeom>
          <a:solidFill>
            <a:srgbClr val="00B0F0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200" b="1" dirty="0">
                <a:latin typeface="Tahoma" pitchFamily="34" charset="0"/>
                <a:cs typeface="Arial" charset="0"/>
              </a:rPr>
              <a:t>Yes, you can.</a:t>
            </a:r>
            <a:endParaRPr lang="ko-KR" altLang="en-US" sz="2800" b="1" dirty="0">
              <a:latin typeface="Tahoma" pitchFamily="34" charset="0"/>
              <a:cs typeface="Arial" charset="0"/>
            </a:endParaRPr>
          </a:p>
        </p:txBody>
      </p:sp>
      <p:sp>
        <p:nvSpPr>
          <p:cNvPr id="52" name="Rectangle 29"/>
          <p:cNvSpPr>
            <a:spLocks noChangeArrowheads="1"/>
          </p:cNvSpPr>
          <p:nvPr/>
        </p:nvSpPr>
        <p:spPr bwMode="auto">
          <a:xfrm>
            <a:off x="4572000" y="4191000"/>
            <a:ext cx="4572000" cy="1371600"/>
          </a:xfrm>
          <a:prstGeom prst="rect">
            <a:avLst/>
          </a:prstGeom>
          <a:solidFill>
            <a:srgbClr val="00B0F0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200" b="1" dirty="0">
                <a:latin typeface="Tahoma" pitchFamily="34" charset="0"/>
                <a:cs typeface="Arial" charset="0"/>
              </a:rPr>
              <a:t>Sorry, you can't.</a:t>
            </a:r>
            <a:endParaRPr lang="ko-KR" altLang="en-US" sz="2800" b="1" dirty="0">
              <a:latin typeface="Tahoma" pitchFamily="34" charset="0"/>
              <a:cs typeface="Arial" charset="0"/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/>
          <p:cNvSpPr/>
          <p:nvPr/>
        </p:nvSpPr>
        <p:spPr>
          <a:xfrm>
            <a:off x="6324600" y="403860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1905000" y="4038600"/>
            <a:ext cx="86273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altLang="ko-KR" sz="96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X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6248400" y="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6248400" y="266700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1676400" y="124974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1676400" y="259080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6248400" y="528834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34" name="직사각형 33"/>
          <p:cNvSpPr/>
          <p:nvPr/>
        </p:nvSpPr>
        <p:spPr>
          <a:xfrm>
            <a:off x="6400800" y="1295400"/>
            <a:ext cx="86273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altLang="ko-KR" sz="96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X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1828800" y="-152400"/>
            <a:ext cx="86273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altLang="ko-KR" sz="96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X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1905000" y="5410200"/>
            <a:ext cx="86273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altLang="ko-KR" sz="96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X</a:t>
            </a:r>
          </a:p>
        </p:txBody>
      </p:sp>
      <p:sp>
        <p:nvSpPr>
          <p:cNvPr id="63" name="Rectangle 23"/>
          <p:cNvSpPr>
            <a:spLocks noChangeArrowheads="1"/>
          </p:cNvSpPr>
          <p:nvPr/>
        </p:nvSpPr>
        <p:spPr bwMode="auto">
          <a:xfrm>
            <a:off x="0" y="1371600"/>
            <a:ext cx="4572000" cy="1371600"/>
          </a:xfrm>
          <a:prstGeom prst="rect">
            <a:avLst/>
          </a:prstGeom>
          <a:solidFill>
            <a:srgbClr val="FFC000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lvl="0" algn="ctr" latinLnBrk="1">
              <a:defRPr/>
            </a:pPr>
            <a:r>
              <a:rPr lang="en-US" altLang="ko-KR" sz="3200" b="1" dirty="0">
                <a:solidFill>
                  <a:prstClr val="black"/>
                </a:solidFill>
                <a:latin typeface="Tahoma" pitchFamily="34" charset="0"/>
                <a:cs typeface="Arial" charset="0"/>
              </a:rPr>
              <a:t>Yes, you can.</a:t>
            </a:r>
          </a:p>
        </p:txBody>
      </p:sp>
      <p:sp>
        <p:nvSpPr>
          <p:cNvPr id="64" name="Rectangle 22"/>
          <p:cNvSpPr>
            <a:spLocks noChangeArrowheads="1"/>
          </p:cNvSpPr>
          <p:nvPr/>
        </p:nvSpPr>
        <p:spPr bwMode="auto">
          <a:xfrm>
            <a:off x="0" y="2743200"/>
            <a:ext cx="4572000" cy="1371600"/>
          </a:xfrm>
          <a:prstGeom prst="rect">
            <a:avLst/>
          </a:prstGeom>
          <a:solidFill>
            <a:srgbClr val="FFFF00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200" b="1" dirty="0">
                <a:latin typeface="Tahoma" pitchFamily="34" charset="0"/>
                <a:cs typeface="Arial" charset="0"/>
              </a:rPr>
              <a:t>This is TTB3. It's a bike for time trips.</a:t>
            </a:r>
          </a:p>
        </p:txBody>
      </p:sp>
      <p:sp>
        <p:nvSpPr>
          <p:cNvPr id="65" name="Rectangle 25"/>
          <p:cNvSpPr>
            <a:spLocks noChangeArrowheads="1"/>
          </p:cNvSpPr>
          <p:nvPr/>
        </p:nvSpPr>
        <p:spPr bwMode="auto">
          <a:xfrm>
            <a:off x="0" y="0"/>
            <a:ext cx="4572000" cy="1371600"/>
          </a:xfrm>
          <a:prstGeom prst="rect">
            <a:avLst/>
          </a:prstGeom>
          <a:solidFill>
            <a:srgbClr val="FF66CC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200" b="1" dirty="0">
                <a:solidFill>
                  <a:prstClr val="black"/>
                </a:solidFill>
                <a:latin typeface="Tahoma" pitchFamily="34" charset="0"/>
                <a:cs typeface="Arial" charset="0"/>
              </a:rPr>
              <a:t>Grandpa, what's this?</a:t>
            </a:r>
            <a:endParaRPr lang="ko-KR" altLang="en-US" sz="3600" b="1" dirty="0">
              <a:latin typeface="Tahoma" pitchFamily="34" charset="0"/>
              <a:cs typeface="Arial" charset="0"/>
            </a:endParaRPr>
          </a:p>
        </p:txBody>
      </p:sp>
      <p:sp>
        <p:nvSpPr>
          <p:cNvPr id="66" name="Rectangle 26"/>
          <p:cNvSpPr>
            <a:spLocks noChangeArrowheads="1"/>
          </p:cNvSpPr>
          <p:nvPr/>
        </p:nvSpPr>
        <p:spPr bwMode="auto">
          <a:xfrm>
            <a:off x="4572000" y="0"/>
            <a:ext cx="4572000" cy="1371600"/>
          </a:xfrm>
          <a:prstGeom prst="rect">
            <a:avLst/>
          </a:prstGeom>
          <a:solidFill>
            <a:srgbClr val="FF66CC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600" b="1" dirty="0">
                <a:latin typeface="Tahoma" pitchFamily="34" charset="0"/>
                <a:cs typeface="Arial" charset="0"/>
              </a:rPr>
              <a:t>Look at that! That's nice!</a:t>
            </a:r>
            <a:endParaRPr lang="ko-KR" altLang="en-US" sz="3200" b="1" dirty="0">
              <a:latin typeface="Tahoma" pitchFamily="34" charset="0"/>
              <a:cs typeface="Arial" charset="0"/>
            </a:endParaRPr>
          </a:p>
        </p:txBody>
      </p:sp>
      <p:sp>
        <p:nvSpPr>
          <p:cNvPr id="67" name="Rectangle 27"/>
          <p:cNvSpPr>
            <a:spLocks noChangeArrowheads="1"/>
          </p:cNvSpPr>
          <p:nvPr/>
        </p:nvSpPr>
        <p:spPr bwMode="auto">
          <a:xfrm>
            <a:off x="4572000" y="2743200"/>
            <a:ext cx="4572000" cy="1371600"/>
          </a:xfrm>
          <a:prstGeom prst="rect">
            <a:avLst/>
          </a:prstGeom>
          <a:solidFill>
            <a:srgbClr val="FFFF00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600" b="1" dirty="0">
                <a:latin typeface="Tahoma" pitchFamily="34" charset="0"/>
                <a:cs typeface="Arial" charset="0"/>
              </a:rPr>
              <a:t>Yes, you can. Don't push that button!</a:t>
            </a:r>
            <a:endParaRPr lang="ko-KR" altLang="en-US" sz="3200" b="1" dirty="0">
              <a:latin typeface="Tahoma" pitchFamily="34" charset="0"/>
              <a:cs typeface="Arial" charset="0"/>
            </a:endParaRPr>
          </a:p>
        </p:txBody>
      </p:sp>
      <p:sp>
        <p:nvSpPr>
          <p:cNvPr id="68" name="Rectangle 29"/>
          <p:cNvSpPr>
            <a:spLocks noChangeArrowheads="1"/>
          </p:cNvSpPr>
          <p:nvPr/>
        </p:nvSpPr>
        <p:spPr bwMode="auto">
          <a:xfrm>
            <a:off x="4572000" y="1371600"/>
            <a:ext cx="4572000" cy="1371600"/>
          </a:xfrm>
          <a:prstGeom prst="rect">
            <a:avLst/>
          </a:prstGeom>
          <a:solidFill>
            <a:srgbClr val="FFC000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600" b="1" dirty="0">
                <a:latin typeface="Tahoma" pitchFamily="34" charset="0"/>
                <a:cs typeface="Arial" charset="0"/>
              </a:rPr>
              <a:t>Wow! This picture is beautiful.</a:t>
            </a:r>
            <a:endParaRPr lang="ko-KR" altLang="en-US" sz="3200" b="1" dirty="0">
              <a:latin typeface="Tahoma" pitchFamily="34" charset="0"/>
              <a:cs typeface="Arial" charset="0"/>
            </a:endParaRPr>
          </a:p>
        </p:txBody>
      </p:sp>
      <p:sp>
        <p:nvSpPr>
          <p:cNvPr id="69" name="Rectangle 23"/>
          <p:cNvSpPr>
            <a:spLocks noChangeArrowheads="1"/>
          </p:cNvSpPr>
          <p:nvPr/>
        </p:nvSpPr>
        <p:spPr bwMode="auto">
          <a:xfrm>
            <a:off x="0" y="4114800"/>
            <a:ext cx="4572000" cy="1371600"/>
          </a:xfrm>
          <a:prstGeom prst="rect">
            <a:avLst/>
          </a:prstGeom>
          <a:solidFill>
            <a:srgbClr val="92D050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lvl="0" algn="ctr" latinLnBrk="1">
              <a:defRPr/>
            </a:pPr>
            <a:r>
              <a:rPr lang="en-US" altLang="ko-KR" sz="3200" b="1" dirty="0">
                <a:solidFill>
                  <a:prstClr val="black"/>
                </a:solidFill>
                <a:latin typeface="Tahoma" pitchFamily="34" charset="0"/>
                <a:cs typeface="Arial" charset="0"/>
              </a:rPr>
              <a:t>Is this a new bike?</a:t>
            </a:r>
          </a:p>
        </p:txBody>
      </p:sp>
      <p:sp>
        <p:nvSpPr>
          <p:cNvPr id="70" name="Rectangle 22"/>
          <p:cNvSpPr>
            <a:spLocks noChangeArrowheads="1"/>
          </p:cNvSpPr>
          <p:nvPr/>
        </p:nvSpPr>
        <p:spPr bwMode="auto">
          <a:xfrm>
            <a:off x="0" y="5486400"/>
            <a:ext cx="4572000" cy="1371600"/>
          </a:xfrm>
          <a:prstGeom prst="rect">
            <a:avLst/>
          </a:prstGeom>
          <a:solidFill>
            <a:srgbClr val="00B0F0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200" b="1" dirty="0">
                <a:latin typeface="Tahoma" pitchFamily="34" charset="0"/>
                <a:cs typeface="Arial" charset="0"/>
              </a:rPr>
              <a:t>Let's go there.</a:t>
            </a:r>
          </a:p>
        </p:txBody>
      </p:sp>
      <p:sp>
        <p:nvSpPr>
          <p:cNvPr id="71" name="Rectangle 27"/>
          <p:cNvSpPr>
            <a:spLocks noChangeArrowheads="1"/>
          </p:cNvSpPr>
          <p:nvPr/>
        </p:nvSpPr>
        <p:spPr bwMode="auto">
          <a:xfrm>
            <a:off x="4572000" y="5486400"/>
            <a:ext cx="4572000" cy="1371600"/>
          </a:xfrm>
          <a:prstGeom prst="rect">
            <a:avLst/>
          </a:prstGeom>
          <a:solidFill>
            <a:srgbClr val="00B0F0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lvl="0" algn="ctr" latinLnBrk="1">
              <a:defRPr/>
            </a:pPr>
            <a:r>
              <a:rPr lang="en-US" altLang="ko-KR" sz="3200" b="1" dirty="0">
                <a:solidFill>
                  <a:prstClr val="black"/>
                </a:solidFill>
                <a:latin typeface="Tahoma" pitchFamily="34" charset="0"/>
                <a:cs typeface="Arial" charset="0"/>
              </a:rPr>
              <a:t>Yes, it is.</a:t>
            </a:r>
            <a:endParaRPr lang="ko-KR" altLang="en-US" sz="2800" b="1" dirty="0">
              <a:solidFill>
                <a:prstClr val="black"/>
              </a:solidFill>
              <a:latin typeface="Tahoma" pitchFamily="34" charset="0"/>
              <a:cs typeface="Arial" charset="0"/>
            </a:endParaRPr>
          </a:p>
        </p:txBody>
      </p:sp>
      <p:sp>
        <p:nvSpPr>
          <p:cNvPr id="72" name="Rectangle 29"/>
          <p:cNvSpPr>
            <a:spLocks noChangeArrowheads="1"/>
          </p:cNvSpPr>
          <p:nvPr/>
        </p:nvSpPr>
        <p:spPr bwMode="auto">
          <a:xfrm>
            <a:off x="4572000" y="4114800"/>
            <a:ext cx="4572000" cy="1371600"/>
          </a:xfrm>
          <a:prstGeom prst="rect">
            <a:avLst/>
          </a:prstGeom>
          <a:solidFill>
            <a:srgbClr val="92D050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600" b="1" dirty="0">
                <a:latin typeface="Tahoma" pitchFamily="34" charset="0"/>
                <a:cs typeface="Arial" charset="0"/>
              </a:rPr>
              <a:t>Can I draw a picture?</a:t>
            </a:r>
            <a:endParaRPr lang="ko-KR" altLang="en-US" sz="3200" b="1" dirty="0">
              <a:latin typeface="Tahoma" pitchFamily="34" charset="0"/>
              <a:cs typeface="Arial" charset="0"/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4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8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9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0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1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/>
          <p:cNvSpPr/>
          <p:nvPr/>
        </p:nvSpPr>
        <p:spPr>
          <a:xfrm>
            <a:off x="1676400" y="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6400800" y="1295400"/>
            <a:ext cx="86273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altLang="ko-KR" sz="96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X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6248400" y="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6248400" y="266700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1676400" y="124974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1676400" y="266700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6248400" y="528834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34" name="직사각형 33"/>
          <p:cNvSpPr/>
          <p:nvPr/>
        </p:nvSpPr>
        <p:spPr>
          <a:xfrm>
            <a:off x="6400800" y="4038600"/>
            <a:ext cx="86273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altLang="ko-KR" sz="96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X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1905000" y="4038600"/>
            <a:ext cx="86273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altLang="ko-KR" sz="96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X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1905000" y="5410200"/>
            <a:ext cx="86273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altLang="ko-KR" sz="96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X</a:t>
            </a:r>
          </a:p>
        </p:txBody>
      </p:sp>
      <p:sp>
        <p:nvSpPr>
          <p:cNvPr id="53" name="Rectangle 23"/>
          <p:cNvSpPr>
            <a:spLocks noChangeArrowheads="1"/>
          </p:cNvSpPr>
          <p:nvPr/>
        </p:nvSpPr>
        <p:spPr bwMode="auto">
          <a:xfrm>
            <a:off x="0" y="1371600"/>
            <a:ext cx="4572000" cy="1371600"/>
          </a:xfrm>
          <a:prstGeom prst="rect">
            <a:avLst/>
          </a:prstGeom>
          <a:solidFill>
            <a:srgbClr val="00CC99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lvl="0" algn="ctr" latinLnBrk="1">
              <a:defRPr/>
            </a:pPr>
            <a:r>
              <a:rPr lang="en-US" altLang="ko-KR" sz="3200" b="1" dirty="0">
                <a:solidFill>
                  <a:prstClr val="black"/>
                </a:solidFill>
                <a:latin typeface="Tahoma" pitchFamily="34" charset="0"/>
                <a:cs typeface="Arial" charset="0"/>
              </a:rPr>
              <a:t>Time trips? Can I ride the bike?</a:t>
            </a:r>
          </a:p>
        </p:txBody>
      </p:sp>
      <p:sp>
        <p:nvSpPr>
          <p:cNvPr id="54" name="Rectangle 22"/>
          <p:cNvSpPr>
            <a:spLocks noChangeArrowheads="1"/>
          </p:cNvSpPr>
          <p:nvPr/>
        </p:nvSpPr>
        <p:spPr bwMode="auto">
          <a:xfrm>
            <a:off x="0" y="2743200"/>
            <a:ext cx="4572000" cy="1371600"/>
          </a:xfrm>
          <a:prstGeom prst="rect">
            <a:avLst/>
          </a:prstGeom>
          <a:solidFill>
            <a:srgbClr val="00CC99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200" b="1" dirty="0">
                <a:solidFill>
                  <a:prstClr val="black"/>
                </a:solidFill>
                <a:latin typeface="Tahoma" pitchFamily="34" charset="0"/>
                <a:cs typeface="Arial" charset="0"/>
              </a:rPr>
              <a:t>Oh, no!</a:t>
            </a:r>
            <a:endParaRPr lang="ko-KR" altLang="en-US" sz="4000" b="1" dirty="0">
              <a:latin typeface="Tahoma" pitchFamily="34" charset="0"/>
              <a:cs typeface="Arial" charset="0"/>
            </a:endParaRPr>
          </a:p>
        </p:txBody>
      </p:sp>
      <p:sp>
        <p:nvSpPr>
          <p:cNvPr id="55" name="Rectangle 25"/>
          <p:cNvSpPr>
            <a:spLocks noChangeArrowheads="1"/>
          </p:cNvSpPr>
          <p:nvPr/>
        </p:nvSpPr>
        <p:spPr bwMode="auto">
          <a:xfrm>
            <a:off x="-199" y="22830"/>
            <a:ext cx="4572000" cy="1371600"/>
          </a:xfrm>
          <a:prstGeom prst="rect">
            <a:avLst/>
          </a:prstGeom>
          <a:solidFill>
            <a:srgbClr val="00CC99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200" b="1" dirty="0">
                <a:solidFill>
                  <a:prstClr val="black"/>
                </a:solidFill>
                <a:latin typeface="Tahoma" pitchFamily="34" charset="0"/>
                <a:cs typeface="Arial" charset="0"/>
              </a:rPr>
              <a:t>Can I come in?</a:t>
            </a:r>
            <a:endParaRPr lang="ko-KR" altLang="en-US" sz="3600" b="1" dirty="0">
              <a:latin typeface="Tahoma" pitchFamily="34" charset="0"/>
              <a:cs typeface="Arial" charset="0"/>
            </a:endParaRPr>
          </a:p>
        </p:txBody>
      </p:sp>
      <p:sp>
        <p:nvSpPr>
          <p:cNvPr id="56" name="Rectangle 26"/>
          <p:cNvSpPr>
            <a:spLocks noChangeArrowheads="1"/>
          </p:cNvSpPr>
          <p:nvPr/>
        </p:nvSpPr>
        <p:spPr bwMode="auto">
          <a:xfrm>
            <a:off x="4572000" y="0"/>
            <a:ext cx="4572000" cy="1371600"/>
          </a:xfrm>
          <a:prstGeom prst="rect">
            <a:avLst/>
          </a:prstGeom>
          <a:solidFill>
            <a:srgbClr val="FF9999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600" b="1" dirty="0">
                <a:latin typeface="Tahoma" pitchFamily="34" charset="0"/>
                <a:cs typeface="Arial" charset="0"/>
              </a:rPr>
              <a:t>Sorry, you can't.</a:t>
            </a:r>
            <a:endParaRPr lang="ko-KR" altLang="en-US" sz="3200" b="1" dirty="0">
              <a:latin typeface="Tahoma" pitchFamily="34" charset="0"/>
              <a:cs typeface="Arial" charset="0"/>
            </a:endParaRPr>
          </a:p>
        </p:txBody>
      </p:sp>
      <p:sp>
        <p:nvSpPr>
          <p:cNvPr id="57" name="Rectangle 27"/>
          <p:cNvSpPr>
            <a:spLocks noChangeArrowheads="1"/>
          </p:cNvSpPr>
          <p:nvPr/>
        </p:nvSpPr>
        <p:spPr bwMode="auto">
          <a:xfrm>
            <a:off x="4572000" y="2743200"/>
            <a:ext cx="4572000" cy="1371600"/>
          </a:xfrm>
          <a:prstGeom prst="rect">
            <a:avLst/>
          </a:prstGeom>
          <a:solidFill>
            <a:srgbClr val="FF9999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lvl="0" algn="ctr" latinLnBrk="1">
              <a:defRPr/>
            </a:pPr>
            <a:r>
              <a:rPr lang="en-US" altLang="ko-KR" sz="3200" b="1" dirty="0">
                <a:latin typeface="Tahoma" pitchFamily="34" charset="0"/>
                <a:cs typeface="Arial" charset="0"/>
              </a:rPr>
              <a:t>Thank you.</a:t>
            </a:r>
            <a:endParaRPr lang="ko-KR" altLang="en-US" sz="2800" b="1" dirty="0">
              <a:solidFill>
                <a:prstClr val="black"/>
              </a:solidFill>
              <a:latin typeface="Tahoma" pitchFamily="34" charset="0"/>
              <a:cs typeface="Arial" charset="0"/>
            </a:endParaRPr>
          </a:p>
        </p:txBody>
      </p:sp>
      <p:sp>
        <p:nvSpPr>
          <p:cNvPr id="58" name="Rectangle 29"/>
          <p:cNvSpPr>
            <a:spLocks noChangeArrowheads="1"/>
          </p:cNvSpPr>
          <p:nvPr/>
        </p:nvSpPr>
        <p:spPr bwMode="auto">
          <a:xfrm>
            <a:off x="4572000" y="1371600"/>
            <a:ext cx="4572000" cy="1371600"/>
          </a:xfrm>
          <a:prstGeom prst="rect">
            <a:avLst/>
          </a:prstGeom>
          <a:solidFill>
            <a:srgbClr val="FF9999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200" b="1" dirty="0">
                <a:latin typeface="Tahoma" pitchFamily="34" charset="0"/>
                <a:cs typeface="Arial" charset="0"/>
              </a:rPr>
              <a:t>Goodbye!</a:t>
            </a:r>
          </a:p>
        </p:txBody>
      </p:sp>
      <p:sp>
        <p:nvSpPr>
          <p:cNvPr id="59" name="Rectangle 23"/>
          <p:cNvSpPr>
            <a:spLocks noChangeArrowheads="1"/>
          </p:cNvSpPr>
          <p:nvPr/>
        </p:nvSpPr>
        <p:spPr bwMode="auto">
          <a:xfrm>
            <a:off x="0" y="4114800"/>
            <a:ext cx="4572000" cy="1371600"/>
          </a:xfrm>
          <a:prstGeom prst="rect">
            <a:avLst/>
          </a:prstGeom>
          <a:solidFill>
            <a:srgbClr val="00CC99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lvl="0" algn="ctr" latinLnBrk="1">
              <a:defRPr/>
            </a:pPr>
            <a:r>
              <a:rPr lang="en-US" altLang="ko-KR" sz="3200" b="1" dirty="0">
                <a:solidFill>
                  <a:prstClr val="black"/>
                </a:solidFill>
                <a:latin typeface="Tahoma" pitchFamily="34" charset="0"/>
                <a:cs typeface="Arial" charset="0"/>
              </a:rPr>
              <a:t>Can I have some cookies?</a:t>
            </a:r>
          </a:p>
        </p:txBody>
      </p:sp>
      <p:sp>
        <p:nvSpPr>
          <p:cNvPr id="60" name="Rectangle 22"/>
          <p:cNvSpPr>
            <a:spLocks noChangeArrowheads="1"/>
          </p:cNvSpPr>
          <p:nvPr/>
        </p:nvSpPr>
        <p:spPr bwMode="auto">
          <a:xfrm>
            <a:off x="-11085" y="5466746"/>
            <a:ext cx="4572000" cy="1371600"/>
          </a:xfrm>
          <a:prstGeom prst="rect">
            <a:avLst/>
          </a:prstGeom>
          <a:solidFill>
            <a:srgbClr val="00CC99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lvl="0" algn="ctr" latinLnBrk="1">
              <a:defRPr/>
            </a:pPr>
            <a:r>
              <a:rPr lang="en-US" altLang="ko-KR" sz="3200" b="1" dirty="0">
                <a:solidFill>
                  <a:prstClr val="black"/>
                </a:solidFill>
                <a:latin typeface="Tahoma" pitchFamily="34" charset="0"/>
                <a:cs typeface="Arial" charset="0"/>
              </a:rPr>
              <a:t>Can I get a map?</a:t>
            </a:r>
          </a:p>
        </p:txBody>
      </p:sp>
      <p:sp>
        <p:nvSpPr>
          <p:cNvPr id="61" name="Rectangle 27"/>
          <p:cNvSpPr>
            <a:spLocks noChangeArrowheads="1"/>
          </p:cNvSpPr>
          <p:nvPr/>
        </p:nvSpPr>
        <p:spPr bwMode="auto">
          <a:xfrm>
            <a:off x="4572000" y="5486400"/>
            <a:ext cx="4572000" cy="1371600"/>
          </a:xfrm>
          <a:prstGeom prst="rect">
            <a:avLst/>
          </a:prstGeom>
          <a:solidFill>
            <a:srgbClr val="FF9999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600" b="1" dirty="0">
                <a:latin typeface="Tahoma" pitchFamily="34" charset="0"/>
                <a:cs typeface="Arial" charset="0"/>
              </a:rPr>
              <a:t>Can I fly a drone?</a:t>
            </a:r>
            <a:endParaRPr lang="ko-KR" altLang="en-US" sz="3200" b="1" dirty="0">
              <a:latin typeface="Tahoma" pitchFamily="34" charset="0"/>
              <a:cs typeface="Arial" charset="0"/>
            </a:endParaRPr>
          </a:p>
        </p:txBody>
      </p:sp>
      <p:sp>
        <p:nvSpPr>
          <p:cNvPr id="62" name="Rectangle 29"/>
          <p:cNvSpPr>
            <a:spLocks noChangeArrowheads="1"/>
          </p:cNvSpPr>
          <p:nvPr/>
        </p:nvSpPr>
        <p:spPr bwMode="auto">
          <a:xfrm>
            <a:off x="4572000" y="4114800"/>
            <a:ext cx="4572000" cy="1371600"/>
          </a:xfrm>
          <a:prstGeom prst="rect">
            <a:avLst/>
          </a:prstGeom>
          <a:solidFill>
            <a:srgbClr val="FF9999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4000" b="1" dirty="0">
                <a:latin typeface="Tahoma" pitchFamily="34" charset="0"/>
                <a:cs typeface="Arial" charset="0"/>
              </a:rPr>
              <a:t>Can I use this pencil?</a:t>
            </a:r>
            <a:endParaRPr lang="ko-KR" altLang="en-US" sz="3600" b="1" dirty="0">
              <a:latin typeface="Tahoma" pitchFamily="34" charset="0"/>
              <a:cs typeface="Arial" charset="0"/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/>
          <p:cNvSpPr/>
          <p:nvPr/>
        </p:nvSpPr>
        <p:spPr>
          <a:xfrm>
            <a:off x="1676400" y="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6400800" y="2621340"/>
            <a:ext cx="86273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altLang="ko-KR" sz="96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X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6248400" y="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6248400" y="121920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1676400" y="124974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1752600" y="528834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6248400" y="403860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34" name="직사각형 33"/>
          <p:cNvSpPr/>
          <p:nvPr/>
        </p:nvSpPr>
        <p:spPr>
          <a:xfrm>
            <a:off x="6477000" y="5288340"/>
            <a:ext cx="86273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altLang="ko-KR" sz="96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X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1905000" y="4038600"/>
            <a:ext cx="86273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altLang="ko-KR" sz="96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X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1828800" y="2667000"/>
            <a:ext cx="86273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altLang="ko-KR" sz="96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X</a:t>
            </a:r>
          </a:p>
        </p:txBody>
      </p:sp>
      <p:sp>
        <p:nvSpPr>
          <p:cNvPr id="53" name="Rectangle 23"/>
          <p:cNvSpPr>
            <a:spLocks noChangeArrowheads="1"/>
          </p:cNvSpPr>
          <p:nvPr/>
        </p:nvSpPr>
        <p:spPr bwMode="auto">
          <a:xfrm>
            <a:off x="0" y="1371600"/>
            <a:ext cx="4572000" cy="13716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lvl="0" algn="ctr" latinLnBrk="1">
              <a:defRPr/>
            </a:pPr>
            <a:r>
              <a:rPr lang="en-US" altLang="ko-KR" sz="3200" b="1" dirty="0">
                <a:solidFill>
                  <a:prstClr val="black"/>
                </a:solidFill>
                <a:latin typeface="Tahoma" pitchFamily="34" charset="0"/>
                <a:cs typeface="Arial" charset="0"/>
              </a:rPr>
              <a:t>Can I sit here?</a:t>
            </a:r>
          </a:p>
        </p:txBody>
      </p:sp>
      <p:sp>
        <p:nvSpPr>
          <p:cNvPr id="54" name="Rectangle 22"/>
          <p:cNvSpPr>
            <a:spLocks noChangeArrowheads="1"/>
          </p:cNvSpPr>
          <p:nvPr/>
        </p:nvSpPr>
        <p:spPr bwMode="auto">
          <a:xfrm>
            <a:off x="0" y="2743200"/>
            <a:ext cx="4572000" cy="1371600"/>
          </a:xfrm>
          <a:prstGeom prst="rect">
            <a:avLst/>
          </a:prstGeom>
          <a:solidFill>
            <a:srgbClr val="C9A6E4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lvl="0" algn="ctr" latinLnBrk="1">
              <a:defRPr/>
            </a:pPr>
            <a:r>
              <a:rPr lang="en-US" altLang="ko-KR" sz="3200" b="1" dirty="0">
                <a:solidFill>
                  <a:prstClr val="black"/>
                </a:solidFill>
                <a:latin typeface="Tahoma" pitchFamily="34" charset="0"/>
                <a:cs typeface="Arial" charset="0"/>
              </a:rPr>
              <a:t>Yes, you can.</a:t>
            </a:r>
            <a:endParaRPr lang="ko-KR" altLang="en-US" sz="4000" b="1" dirty="0">
              <a:solidFill>
                <a:prstClr val="black"/>
              </a:solidFill>
              <a:latin typeface="Tahoma" pitchFamily="34" charset="0"/>
              <a:cs typeface="Arial" charset="0"/>
            </a:endParaRPr>
          </a:p>
        </p:txBody>
      </p:sp>
      <p:sp>
        <p:nvSpPr>
          <p:cNvPr id="55" name="Rectangle 25"/>
          <p:cNvSpPr>
            <a:spLocks noChangeArrowheads="1"/>
          </p:cNvSpPr>
          <p:nvPr/>
        </p:nvSpPr>
        <p:spPr bwMode="auto">
          <a:xfrm>
            <a:off x="0" y="0"/>
            <a:ext cx="4572000" cy="1371600"/>
          </a:xfrm>
          <a:prstGeom prst="rect">
            <a:avLst/>
          </a:prstGeom>
          <a:solidFill>
            <a:srgbClr val="C9A6E4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lvl="0" algn="ctr" latinLnBrk="1">
              <a:defRPr/>
            </a:pPr>
            <a:r>
              <a:rPr lang="en-US" altLang="ko-KR" sz="3200" b="1" dirty="0">
                <a:solidFill>
                  <a:prstClr val="black"/>
                </a:solidFill>
                <a:latin typeface="Tahoma" pitchFamily="34" charset="0"/>
                <a:cs typeface="Arial" charset="0"/>
              </a:rPr>
              <a:t>Can I have some tteok?</a:t>
            </a:r>
            <a:endParaRPr lang="ko-KR" altLang="en-US" sz="3600" b="1" dirty="0">
              <a:solidFill>
                <a:prstClr val="black"/>
              </a:solidFill>
              <a:latin typeface="Tahoma" pitchFamily="34" charset="0"/>
              <a:cs typeface="Arial" charset="0"/>
            </a:endParaRPr>
          </a:p>
        </p:txBody>
      </p:sp>
      <p:sp>
        <p:nvSpPr>
          <p:cNvPr id="56" name="Rectangle 26"/>
          <p:cNvSpPr>
            <a:spLocks noChangeArrowheads="1"/>
          </p:cNvSpPr>
          <p:nvPr/>
        </p:nvSpPr>
        <p:spPr bwMode="auto">
          <a:xfrm>
            <a:off x="4572000" y="0"/>
            <a:ext cx="4572000" cy="13716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200" b="1" dirty="0">
                <a:latin typeface="Tahoma" pitchFamily="34" charset="0"/>
                <a:cs typeface="Arial" charset="0"/>
              </a:rPr>
              <a:t>Can I try this?</a:t>
            </a:r>
            <a:endParaRPr lang="ko-KR" altLang="en-US" sz="2800" b="1" dirty="0">
              <a:latin typeface="Tahoma" pitchFamily="34" charset="0"/>
              <a:cs typeface="Arial" charset="0"/>
            </a:endParaRPr>
          </a:p>
        </p:txBody>
      </p:sp>
      <p:sp>
        <p:nvSpPr>
          <p:cNvPr id="57" name="Rectangle 27"/>
          <p:cNvSpPr>
            <a:spLocks noChangeArrowheads="1"/>
          </p:cNvSpPr>
          <p:nvPr/>
        </p:nvSpPr>
        <p:spPr bwMode="auto">
          <a:xfrm>
            <a:off x="4572000" y="2743200"/>
            <a:ext cx="4572000" cy="13716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200" b="1" dirty="0">
                <a:latin typeface="Tahoma" pitchFamily="34" charset="0"/>
                <a:cs typeface="Arial" charset="0"/>
              </a:rPr>
              <a:t>Sure. Here you are.</a:t>
            </a:r>
            <a:endParaRPr lang="ko-KR" altLang="en-US" sz="2800" b="1" dirty="0">
              <a:latin typeface="Tahoma" pitchFamily="34" charset="0"/>
              <a:cs typeface="Arial" charset="0"/>
            </a:endParaRPr>
          </a:p>
        </p:txBody>
      </p:sp>
      <p:sp>
        <p:nvSpPr>
          <p:cNvPr id="58" name="Rectangle 29"/>
          <p:cNvSpPr>
            <a:spLocks noChangeArrowheads="1"/>
          </p:cNvSpPr>
          <p:nvPr/>
        </p:nvSpPr>
        <p:spPr bwMode="auto">
          <a:xfrm>
            <a:off x="4572000" y="1371600"/>
            <a:ext cx="4572000" cy="1371600"/>
          </a:xfrm>
          <a:prstGeom prst="rect">
            <a:avLst/>
          </a:prstGeom>
          <a:solidFill>
            <a:srgbClr val="C9A6E4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600" b="1" dirty="0">
                <a:latin typeface="Tahoma" pitchFamily="34" charset="0"/>
                <a:cs typeface="Arial" charset="0"/>
              </a:rPr>
              <a:t>Sorry, you can't.</a:t>
            </a:r>
            <a:endParaRPr lang="ko-KR" altLang="en-US" sz="3200" b="1" dirty="0">
              <a:latin typeface="Tahoma" pitchFamily="34" charset="0"/>
              <a:cs typeface="Arial" charset="0"/>
            </a:endParaRPr>
          </a:p>
        </p:txBody>
      </p:sp>
      <p:sp>
        <p:nvSpPr>
          <p:cNvPr id="59" name="Rectangle 23"/>
          <p:cNvSpPr>
            <a:spLocks noChangeArrowheads="1"/>
          </p:cNvSpPr>
          <p:nvPr/>
        </p:nvSpPr>
        <p:spPr bwMode="auto">
          <a:xfrm>
            <a:off x="0" y="4114800"/>
            <a:ext cx="4572000" cy="13716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lvl="0" algn="ctr" latinLnBrk="1">
              <a:defRPr/>
            </a:pPr>
            <a:r>
              <a:rPr lang="en-US" altLang="ko-KR" sz="3200" b="1" dirty="0">
                <a:solidFill>
                  <a:prstClr val="black"/>
                </a:solidFill>
                <a:latin typeface="Tahoma" pitchFamily="34" charset="0"/>
                <a:cs typeface="Arial" charset="0"/>
              </a:rPr>
              <a:t>He's jumping on the rope.</a:t>
            </a:r>
          </a:p>
        </p:txBody>
      </p:sp>
      <p:sp>
        <p:nvSpPr>
          <p:cNvPr id="60" name="Rectangle 22"/>
          <p:cNvSpPr>
            <a:spLocks noChangeArrowheads="1"/>
          </p:cNvSpPr>
          <p:nvPr/>
        </p:nvSpPr>
        <p:spPr bwMode="auto">
          <a:xfrm>
            <a:off x="0" y="5486400"/>
            <a:ext cx="4572000" cy="1371600"/>
          </a:xfrm>
          <a:prstGeom prst="rect">
            <a:avLst/>
          </a:prstGeom>
          <a:solidFill>
            <a:srgbClr val="C9A6E4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lvl="0" algn="ctr" latinLnBrk="1">
              <a:defRPr/>
            </a:pPr>
            <a:r>
              <a:rPr lang="en-US" altLang="ko-KR" sz="3200" b="1" dirty="0">
                <a:solidFill>
                  <a:prstClr val="black"/>
                </a:solidFill>
                <a:latin typeface="Tahoma" pitchFamily="34" charset="0"/>
                <a:cs typeface="Arial" charset="0"/>
              </a:rPr>
              <a:t>Can I take a picture with you?</a:t>
            </a:r>
          </a:p>
        </p:txBody>
      </p:sp>
      <p:sp>
        <p:nvSpPr>
          <p:cNvPr id="61" name="Rectangle 27"/>
          <p:cNvSpPr>
            <a:spLocks noChangeArrowheads="1"/>
          </p:cNvSpPr>
          <p:nvPr/>
        </p:nvSpPr>
        <p:spPr bwMode="auto">
          <a:xfrm>
            <a:off x="4572000" y="5486400"/>
            <a:ext cx="4572000" cy="13716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lvl="0" algn="ctr" latinLnBrk="1">
              <a:defRPr/>
            </a:pPr>
            <a:r>
              <a:rPr lang="en-US" altLang="ko-KR" sz="3600" b="1" dirty="0">
                <a:solidFill>
                  <a:prstClr val="black"/>
                </a:solidFill>
                <a:latin typeface="Tahoma" pitchFamily="34" charset="0"/>
                <a:cs typeface="Arial" charset="0"/>
              </a:rPr>
              <a:t>Can we join you?</a:t>
            </a:r>
            <a:endParaRPr lang="ko-KR" altLang="en-US" sz="3200" b="1" dirty="0">
              <a:solidFill>
                <a:prstClr val="black"/>
              </a:solidFill>
              <a:latin typeface="Tahoma" pitchFamily="34" charset="0"/>
              <a:cs typeface="Arial" charset="0"/>
            </a:endParaRPr>
          </a:p>
        </p:txBody>
      </p:sp>
      <p:sp>
        <p:nvSpPr>
          <p:cNvPr id="62" name="Rectangle 29"/>
          <p:cNvSpPr>
            <a:spLocks noChangeArrowheads="1"/>
          </p:cNvSpPr>
          <p:nvPr/>
        </p:nvSpPr>
        <p:spPr bwMode="auto">
          <a:xfrm>
            <a:off x="4572000" y="4114800"/>
            <a:ext cx="4572000" cy="1371600"/>
          </a:xfrm>
          <a:prstGeom prst="rect">
            <a:avLst/>
          </a:prstGeom>
          <a:solidFill>
            <a:srgbClr val="C9A6E4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600" b="1" dirty="0">
                <a:latin typeface="Tahoma" pitchFamily="34" charset="0"/>
                <a:cs typeface="Arial" charset="0"/>
              </a:rPr>
              <a:t>Of course. Say, "Gimchi!"</a:t>
            </a:r>
            <a:endParaRPr lang="ko-KR" altLang="en-US" sz="4000" b="1" dirty="0">
              <a:latin typeface="Tahoma" pitchFamily="34" charset="0"/>
              <a:cs typeface="Arial" charset="0"/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/>
          <p:cNvSpPr/>
          <p:nvPr/>
        </p:nvSpPr>
        <p:spPr>
          <a:xfrm>
            <a:off x="6324600" y="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1905000" y="1295400"/>
            <a:ext cx="86273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altLang="ko-KR" sz="96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X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1752600" y="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1752600" y="266700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6324600" y="124974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6324600" y="266700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1752600" y="5288340"/>
            <a:ext cx="124077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96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O</a:t>
            </a:r>
          </a:p>
        </p:txBody>
      </p:sp>
      <p:sp>
        <p:nvSpPr>
          <p:cNvPr id="34" name="직사각형 33"/>
          <p:cNvSpPr/>
          <p:nvPr/>
        </p:nvSpPr>
        <p:spPr>
          <a:xfrm>
            <a:off x="1905000" y="4038600"/>
            <a:ext cx="86273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altLang="ko-KR" sz="96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X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6553200" y="4038600"/>
            <a:ext cx="86273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altLang="ko-KR" sz="96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X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6553200" y="5410200"/>
            <a:ext cx="86273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altLang="ko-KR" sz="96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X</a:t>
            </a:r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0" y="1371600"/>
            <a:ext cx="4572000" cy="1371600"/>
          </a:xfrm>
          <a:prstGeom prst="rect">
            <a:avLst/>
          </a:prstGeom>
          <a:solidFill>
            <a:srgbClr val="CCFFFF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200" b="1" dirty="0">
                <a:latin typeface="Tahoma" pitchFamily="34" charset="0"/>
                <a:cs typeface="Arial" charset="0"/>
              </a:rPr>
              <a:t>Can I get a map?</a:t>
            </a:r>
            <a:endParaRPr lang="ko-KR" altLang="en-US" sz="3200" b="1" dirty="0">
              <a:latin typeface="Tahoma" pitchFamily="34" charset="0"/>
              <a:cs typeface="Arial" charset="0"/>
            </a:endParaRPr>
          </a:p>
        </p:txBody>
      </p:sp>
      <p:sp>
        <p:nvSpPr>
          <p:cNvPr id="25" name="Rectangle 22"/>
          <p:cNvSpPr>
            <a:spLocks noChangeArrowheads="1"/>
          </p:cNvSpPr>
          <p:nvPr/>
        </p:nvSpPr>
        <p:spPr bwMode="auto">
          <a:xfrm>
            <a:off x="0" y="2743200"/>
            <a:ext cx="4572000" cy="1371600"/>
          </a:xfrm>
          <a:prstGeom prst="rect">
            <a:avLst/>
          </a:prstGeom>
          <a:solidFill>
            <a:srgbClr val="FFFF99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200" b="1" dirty="0">
                <a:latin typeface="Tahoma" pitchFamily="34" charset="0"/>
                <a:cs typeface="Arial" charset="0"/>
              </a:rPr>
              <a:t>Yes, you can. Here you are.</a:t>
            </a:r>
            <a:endParaRPr lang="ko-KR" altLang="en-US" sz="3200" b="1" dirty="0">
              <a:latin typeface="Tahoma" pitchFamily="34" charset="0"/>
              <a:cs typeface="Arial" charset="0"/>
            </a:endParaRPr>
          </a:p>
        </p:txBody>
      </p:sp>
      <p:sp>
        <p:nvSpPr>
          <p:cNvPr id="26" name="Rectangle 25"/>
          <p:cNvSpPr>
            <a:spLocks noChangeArrowheads="1"/>
          </p:cNvSpPr>
          <p:nvPr/>
        </p:nvSpPr>
        <p:spPr bwMode="auto">
          <a:xfrm>
            <a:off x="0" y="0"/>
            <a:ext cx="4572000" cy="1371600"/>
          </a:xfrm>
          <a:prstGeom prst="rect">
            <a:avLst/>
          </a:prstGeom>
          <a:solidFill>
            <a:srgbClr val="FFFF99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200" b="1" dirty="0">
                <a:latin typeface="Tahoma" pitchFamily="34" charset="0"/>
                <a:cs typeface="Arial" charset="0"/>
              </a:rPr>
              <a:t>Please come in.</a:t>
            </a:r>
            <a:endParaRPr lang="ko-KR" altLang="en-US" sz="6000" b="1" dirty="0">
              <a:latin typeface="Tahoma" pitchFamily="34" charset="0"/>
              <a:cs typeface="Arial" charset="0"/>
            </a:endParaRPr>
          </a:p>
        </p:txBody>
      </p:sp>
      <p:sp>
        <p:nvSpPr>
          <p:cNvPr id="46" name="Rectangle 26"/>
          <p:cNvSpPr>
            <a:spLocks noChangeArrowheads="1"/>
          </p:cNvSpPr>
          <p:nvPr/>
        </p:nvSpPr>
        <p:spPr bwMode="auto">
          <a:xfrm>
            <a:off x="4572000" y="0"/>
            <a:ext cx="4572000" cy="1371600"/>
          </a:xfrm>
          <a:prstGeom prst="rect">
            <a:avLst/>
          </a:prstGeom>
          <a:solidFill>
            <a:srgbClr val="CCFFFF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200" b="1" dirty="0">
                <a:latin typeface="Tahoma" pitchFamily="34" charset="0"/>
                <a:cs typeface="Arial" charset="0"/>
              </a:rPr>
              <a:t>The painting is moving.</a:t>
            </a:r>
            <a:endParaRPr lang="ko-KR" altLang="en-US" sz="3200" b="1" dirty="0">
              <a:latin typeface="Tahoma" pitchFamily="34" charset="0"/>
              <a:cs typeface="Arial" charset="0"/>
            </a:endParaRPr>
          </a:p>
        </p:txBody>
      </p:sp>
      <p:sp>
        <p:nvSpPr>
          <p:cNvPr id="47" name="Rectangle 27"/>
          <p:cNvSpPr>
            <a:spLocks noChangeArrowheads="1"/>
          </p:cNvSpPr>
          <p:nvPr/>
        </p:nvSpPr>
        <p:spPr bwMode="auto">
          <a:xfrm>
            <a:off x="4572000" y="2743200"/>
            <a:ext cx="4572000" cy="1371600"/>
          </a:xfrm>
          <a:prstGeom prst="rect">
            <a:avLst/>
          </a:prstGeom>
          <a:solidFill>
            <a:srgbClr val="CCFFFF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200" b="1" dirty="0">
                <a:latin typeface="Tahoma" pitchFamily="34" charset="0"/>
                <a:cs typeface="Arial" charset="0"/>
              </a:rPr>
              <a:t>It's really beautiful.</a:t>
            </a:r>
            <a:endParaRPr lang="ko-KR" altLang="en-US" sz="3200" b="1" dirty="0">
              <a:latin typeface="Tahoma" pitchFamily="34" charset="0"/>
              <a:cs typeface="Arial" charset="0"/>
            </a:endParaRPr>
          </a:p>
        </p:txBody>
      </p:sp>
      <p:sp>
        <p:nvSpPr>
          <p:cNvPr id="48" name="Rectangle 29"/>
          <p:cNvSpPr>
            <a:spLocks noChangeArrowheads="1"/>
          </p:cNvSpPr>
          <p:nvPr/>
        </p:nvSpPr>
        <p:spPr bwMode="auto">
          <a:xfrm>
            <a:off x="4572000" y="1371600"/>
            <a:ext cx="4572000" cy="1371600"/>
          </a:xfrm>
          <a:prstGeom prst="rect">
            <a:avLst/>
          </a:prstGeom>
          <a:solidFill>
            <a:srgbClr val="FFFF99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200" b="1" dirty="0">
                <a:latin typeface="Tahoma" pitchFamily="34" charset="0"/>
                <a:cs typeface="Arial" charset="0"/>
              </a:rPr>
              <a:t>Can I touch it?</a:t>
            </a:r>
            <a:endParaRPr lang="ko-KR" altLang="en-US" sz="3200" b="1" dirty="0">
              <a:latin typeface="Tahoma" pitchFamily="34" charset="0"/>
              <a:cs typeface="Arial" charset="0"/>
            </a:endParaRPr>
          </a:p>
        </p:txBody>
      </p:sp>
      <p:sp>
        <p:nvSpPr>
          <p:cNvPr id="49" name="Rectangle 23"/>
          <p:cNvSpPr>
            <a:spLocks noChangeArrowheads="1"/>
          </p:cNvSpPr>
          <p:nvPr/>
        </p:nvSpPr>
        <p:spPr bwMode="auto">
          <a:xfrm>
            <a:off x="0" y="4114800"/>
            <a:ext cx="4572000" cy="1371600"/>
          </a:xfrm>
          <a:prstGeom prst="rect">
            <a:avLst/>
          </a:prstGeom>
          <a:solidFill>
            <a:srgbClr val="CCFFFF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200" b="1" dirty="0">
                <a:latin typeface="Tahoma" pitchFamily="34" charset="0"/>
                <a:cs typeface="Arial" charset="0"/>
              </a:rPr>
              <a:t>Sorry, you can't.</a:t>
            </a:r>
            <a:endParaRPr lang="ko-KR" altLang="en-US" sz="3200" b="1" dirty="0">
              <a:latin typeface="Tahoma" pitchFamily="34" charset="0"/>
              <a:cs typeface="Arial" charset="0"/>
            </a:endParaRPr>
          </a:p>
        </p:txBody>
      </p:sp>
      <p:sp>
        <p:nvSpPr>
          <p:cNvPr id="50" name="Rectangle 22"/>
          <p:cNvSpPr>
            <a:spLocks noChangeArrowheads="1"/>
          </p:cNvSpPr>
          <p:nvPr/>
        </p:nvSpPr>
        <p:spPr bwMode="auto">
          <a:xfrm>
            <a:off x="0" y="5486400"/>
            <a:ext cx="4572000" cy="1371600"/>
          </a:xfrm>
          <a:prstGeom prst="rect">
            <a:avLst/>
          </a:prstGeom>
          <a:solidFill>
            <a:srgbClr val="FFFF99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200" b="1" dirty="0">
                <a:latin typeface="Tahoma" pitchFamily="34" charset="0"/>
                <a:cs typeface="Arial" charset="0"/>
              </a:rPr>
              <a:t>Oh, I see.</a:t>
            </a:r>
            <a:endParaRPr lang="ko-KR" altLang="en-US" sz="3200" b="1" dirty="0">
              <a:latin typeface="Tahoma" pitchFamily="34" charset="0"/>
              <a:cs typeface="Arial" charset="0"/>
            </a:endParaRPr>
          </a:p>
        </p:txBody>
      </p:sp>
      <p:sp>
        <p:nvSpPr>
          <p:cNvPr id="51" name="Rectangle 27"/>
          <p:cNvSpPr>
            <a:spLocks noChangeArrowheads="1"/>
          </p:cNvSpPr>
          <p:nvPr/>
        </p:nvSpPr>
        <p:spPr bwMode="auto">
          <a:xfrm>
            <a:off x="4572000" y="5486400"/>
            <a:ext cx="4572000" cy="1371600"/>
          </a:xfrm>
          <a:prstGeom prst="rect">
            <a:avLst/>
          </a:prstGeom>
          <a:solidFill>
            <a:srgbClr val="CCFFFF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200" b="1" dirty="0">
                <a:latin typeface="Tahoma" pitchFamily="34" charset="0"/>
                <a:cs typeface="Arial" charset="0"/>
              </a:rPr>
              <a:t>Let's go over there!</a:t>
            </a:r>
            <a:endParaRPr lang="ko-KR" altLang="en-US" sz="3200" b="1" dirty="0">
              <a:latin typeface="Tahoma" pitchFamily="34" charset="0"/>
              <a:cs typeface="Arial" charset="0"/>
            </a:endParaRPr>
          </a:p>
        </p:txBody>
      </p:sp>
      <p:sp>
        <p:nvSpPr>
          <p:cNvPr id="52" name="Rectangle 29"/>
          <p:cNvSpPr>
            <a:spLocks noChangeArrowheads="1"/>
          </p:cNvSpPr>
          <p:nvPr/>
        </p:nvSpPr>
        <p:spPr bwMode="auto">
          <a:xfrm>
            <a:off x="4572000" y="4114800"/>
            <a:ext cx="4572000" cy="1371600"/>
          </a:xfrm>
          <a:prstGeom prst="rect">
            <a:avLst/>
          </a:prstGeom>
          <a:solidFill>
            <a:srgbClr val="FFFF99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 anchor="ctr"/>
          <a:lstStyle/>
          <a:p>
            <a:pPr algn="ctr" latinLnBrk="1">
              <a:defRPr/>
            </a:pPr>
            <a:r>
              <a:rPr lang="en-US" altLang="ko-KR" sz="3200" b="1" dirty="0">
                <a:latin typeface="Tahoma" pitchFamily="34" charset="0"/>
                <a:cs typeface="Arial" charset="0"/>
              </a:rPr>
              <a:t>You can draw some pictures here.</a:t>
            </a:r>
            <a:endParaRPr lang="ko-KR" altLang="en-US" sz="4800" b="1" dirty="0">
              <a:latin typeface="Tahoma" pitchFamily="34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1432668"/>
      </p:ext>
    </p:extLst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31500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1189</TotalTime>
  <Words>360</Words>
  <Application>Microsoft Macintosh PowerPoint</Application>
  <PresentationFormat>화면 슬라이드 쇼(4:3)</PresentationFormat>
  <Paragraphs>109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1훈정글북 R</vt:lpstr>
      <vt:lpstr>맑은 고딕</vt:lpstr>
      <vt:lpstr>Arial</vt:lpstr>
      <vt:lpstr>Calibri</vt:lpstr>
      <vt:lpstr>Tahoma</vt:lpstr>
      <vt:lpstr>Office 테마</vt:lpstr>
      <vt:lpstr>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Jeeyoung Jeon</cp:lastModifiedBy>
  <cp:revision>123</cp:revision>
  <dcterms:created xsi:type="dcterms:W3CDTF">2012-04-29T22:59:41Z</dcterms:created>
  <dcterms:modified xsi:type="dcterms:W3CDTF">2026-03-29T16:53:20Z</dcterms:modified>
</cp:coreProperties>
</file>