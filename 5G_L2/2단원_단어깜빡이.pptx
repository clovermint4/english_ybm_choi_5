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3" r:id="rId1"/>
  </p:sldMasterIdLst>
  <p:notesMasterIdLst>
    <p:notesMasterId r:id="rId61"/>
  </p:notesMasterIdLst>
  <p:sldIdLst>
    <p:sldId id="256" r:id="rId2"/>
    <p:sldId id="772" r:id="rId3"/>
    <p:sldId id="773" r:id="rId4"/>
    <p:sldId id="768" r:id="rId5"/>
    <p:sldId id="769" r:id="rId6"/>
    <p:sldId id="780" r:id="rId7"/>
    <p:sldId id="781" r:id="rId8"/>
    <p:sldId id="782" r:id="rId9"/>
    <p:sldId id="783" r:id="rId10"/>
    <p:sldId id="774" r:id="rId11"/>
    <p:sldId id="775" r:id="rId12"/>
    <p:sldId id="993" r:id="rId13"/>
    <p:sldId id="994" r:id="rId14"/>
    <p:sldId id="995" r:id="rId15"/>
    <p:sldId id="996" r:id="rId16"/>
    <p:sldId id="1086" r:id="rId17"/>
    <p:sldId id="1087" r:id="rId18"/>
    <p:sldId id="1088" r:id="rId19"/>
    <p:sldId id="1089" r:id="rId20"/>
    <p:sldId id="289" r:id="rId21"/>
    <p:sldId id="1057" r:id="rId22"/>
    <p:sldId id="1058" r:id="rId23"/>
    <p:sldId id="1059" r:id="rId24"/>
    <p:sldId id="1060" r:id="rId25"/>
    <p:sldId id="1061" r:id="rId26"/>
    <p:sldId id="1062" r:id="rId27"/>
    <p:sldId id="1063" r:id="rId28"/>
    <p:sldId id="1090" r:id="rId29"/>
    <p:sldId id="1091" r:id="rId30"/>
    <p:sldId id="306" r:id="rId31"/>
    <p:sldId id="1064" r:id="rId32"/>
    <p:sldId id="1065" r:id="rId33"/>
    <p:sldId id="1066" r:id="rId34"/>
    <p:sldId id="1067" r:id="rId35"/>
    <p:sldId id="1068" r:id="rId36"/>
    <p:sldId id="1069" r:id="rId37"/>
    <p:sldId id="1070" r:id="rId38"/>
    <p:sldId id="1092" r:id="rId39"/>
    <p:sldId id="1093" r:id="rId40"/>
    <p:sldId id="323" r:id="rId41"/>
    <p:sldId id="1071" r:id="rId42"/>
    <p:sldId id="1072" r:id="rId43"/>
    <p:sldId id="1073" r:id="rId44"/>
    <p:sldId id="1074" r:id="rId45"/>
    <p:sldId id="1075" r:id="rId46"/>
    <p:sldId id="1076" r:id="rId47"/>
    <p:sldId id="1077" r:id="rId48"/>
    <p:sldId id="1094" r:id="rId49"/>
    <p:sldId id="1095" r:id="rId50"/>
    <p:sldId id="340" r:id="rId51"/>
    <p:sldId id="1078" r:id="rId52"/>
    <p:sldId id="1079" r:id="rId53"/>
    <p:sldId id="1080" r:id="rId54"/>
    <p:sldId id="1081" r:id="rId55"/>
    <p:sldId id="1082" r:id="rId56"/>
    <p:sldId id="1083" r:id="rId57"/>
    <p:sldId id="1084" r:id="rId58"/>
    <p:sldId id="1096" r:id="rId59"/>
    <p:sldId id="1097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9" autoAdjust="0"/>
    <p:restoredTop sz="94762"/>
  </p:normalViewPr>
  <p:slideViewPr>
    <p:cSldViewPr>
      <p:cViewPr varScale="1">
        <p:scale>
          <a:sx n="96" d="100"/>
          <a:sy n="96" d="100"/>
        </p:scale>
        <p:origin x="184" y="712"/>
      </p:cViewPr>
      <p:guideLst>
        <p:guide orient="horz" pos="2155"/>
        <p:guide pos="3835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60" d="100"/>
        <a:sy n="6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79922D46-B1F3-4536-81A6-CF7D529F5BAD}" type="datetime1">
              <a:rPr lang="ko-KR" altLang="en-US"/>
              <a:pPr lvl="0">
                <a:defRPr/>
              </a:pPr>
              <a:t>2026. 3. 23.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6D72A5-00E9-4844-8C36-774D36EAB0A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035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D72A5-00E9-4844-8C36-774D36EAB0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193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6D72A5-00E9-4844-8C36-774D36EAB0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77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6D72A5-00E9-4844-8C36-774D36EAB0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77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6D72A5-00E9-4844-8C36-774D36EAB0A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9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D72A5-00E9-4844-8C36-774D36EAB0A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828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6D72A5-00E9-4844-8C36-774D36EAB0A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77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6D72A5-00E9-4844-8C36-774D36EAB0A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898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&lt;a href="https://www.flaticon.com/free-icons/glasses" title="glasses icons"&gt;Glasses icons created by Freepik - Flaticon&lt;/a&gt;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578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93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392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&lt;a href="https://www.flaticon.com/free-icons/tuesday" title="tuesday icons"&gt;Tuesday icons created by Freepik - Flaticon&lt;/a&gt;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283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964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406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56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649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984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&lt;a href="https://www.flaticon.com/free-icons/glasses" title="glasses icons"&gt;Glasses icons created by Freepik - Flaticon&lt;/a&gt;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368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106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9141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6769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&lt;a href="https://www.flaticon.com/free-icons/tuesday" title="tuesday icons"&gt;Tuesday icons created by Freepik - Flaticon&lt;/a&gt;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516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0743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3338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0348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372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4441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&lt;a href="https://www.flaticon.com/free-icons/glasses" title="glasses icons"&gt;Glasses icons created by Freepik - Flaticon&lt;/a&gt;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7246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0802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595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1871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3473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2909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402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&lt;a href="https://www.flaticon.com/free-icons/glasses" title="glasses icons"&gt;Glasses icons created by Freepik - Flaticon&lt;/a&gt;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9377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B6D72A5-00E9-4844-8C36-774D36EAB0A4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40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제목, 텍스트 및 클립 아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클립 아트 개체 틀 3"/>
          <p:cNvSpPr>
            <a:spLocks noGrp="1"/>
          </p:cNvSpPr>
          <p:nvPr>
            <p:ph type="clipArt"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4ADE16E6-C9B9-4E85-85E3-C4F993D4640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43FAA-0763-474A-A579-B0E2E7FDFED6}" type="datetimeFigureOut">
              <a:rPr lang="ko-KR" altLang="en-US" smtClean="0"/>
              <a:pPr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90DA5-2291-4D47-B8D9-122066B66F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C9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51384" y="296652"/>
            <a:ext cx="9155391" cy="1268759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en-US" altLang="ko-KR" sz="6600" b="1" dirty="0">
                <a:solidFill>
                  <a:schemeClr val="lt1"/>
                </a:solidFill>
                <a:latin typeface="한컴 윤고딕 720"/>
                <a:ea typeface="한컴 윤고딕 720"/>
              </a:rPr>
              <a:t>Lesson 2</a:t>
            </a:r>
          </a:p>
        </p:txBody>
      </p:sp>
      <p:sp>
        <p:nvSpPr>
          <p:cNvPr id="5" name="제목 1"/>
          <p:cNvSpPr txBox="1"/>
          <p:nvPr/>
        </p:nvSpPr>
        <p:spPr>
          <a:xfrm>
            <a:off x="0" y="1640993"/>
            <a:ext cx="12192000" cy="2616099"/>
          </a:xfrm>
          <a:prstGeom prst="rect">
            <a:avLst/>
          </a:prstGeom>
          <a:effectLst>
            <a:softEdge rad="31750"/>
          </a:effectLst>
        </p:spPr>
        <p:txBody>
          <a:bodyPr vert="horz" lIns="91440" tIns="45720" rIns="91440" bIns="4572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8800" b="1" dirty="0">
                <a:solidFill>
                  <a:schemeClr val="accent2"/>
                </a:solidFill>
                <a:latin typeface="한컴 윤고딕 720"/>
                <a:ea typeface="한컴 윤고딕 720"/>
              </a:rPr>
              <a:t>Can I sit here?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altLang="ko-KR" sz="5400" b="1"/>
              <a:t>fly a drone</a:t>
            </a:r>
          </a:p>
        </p:txBody>
      </p:sp>
      <p:pic>
        <p:nvPicPr>
          <p:cNvPr id="10247" name="그림 10246" descr="그래픽, 원, 폰트, 핑크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7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드론을 날리다</a:t>
            </a:r>
          </a:p>
        </p:txBody>
      </p:sp>
    </p:spTree>
    <p:extLst>
      <p:ext uri="{BB962C8B-B14F-4D97-AF65-F5344CB8AC3E}">
        <p14:creationId xmlns:p14="http://schemas.microsoft.com/office/powerpoint/2010/main" val="355797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watch a movie</a:t>
            </a:r>
          </a:p>
        </p:txBody>
      </p:sp>
      <p:pic>
        <p:nvPicPr>
          <p:cNvPr id="9223" name="그림 9222" descr="폰트, 레드, 타이포그래피, 디자인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7708" y="1096869"/>
            <a:ext cx="7636583" cy="466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8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영화를 보다</a:t>
            </a:r>
          </a:p>
        </p:txBody>
      </p:sp>
    </p:spTree>
    <p:extLst>
      <p:ext uri="{BB962C8B-B14F-4D97-AF65-F5344CB8AC3E}">
        <p14:creationId xmlns:p14="http://schemas.microsoft.com/office/powerpoint/2010/main" val="225779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draw a picture</a:t>
            </a:r>
          </a:p>
        </p:txBody>
      </p:sp>
      <p:pic>
        <p:nvPicPr>
          <p:cNvPr id="12295" name="그림 12294" descr="공, 원, 축구, 구체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41042" y="1971312"/>
            <a:ext cx="3509915" cy="350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5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그림을 그리다</a:t>
            </a:r>
          </a:p>
        </p:txBody>
      </p:sp>
    </p:spTree>
    <p:extLst>
      <p:ext uri="{BB962C8B-B14F-4D97-AF65-F5344CB8AC3E}">
        <p14:creationId xmlns:p14="http://schemas.microsoft.com/office/powerpoint/2010/main" val="421648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ride a bike</a:t>
            </a:r>
          </a:p>
        </p:txBody>
      </p:sp>
      <p:pic>
        <p:nvPicPr>
          <p:cNvPr id="13319" name="그림 13318" descr="공구, 칼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89119" y="1922639"/>
            <a:ext cx="4813762" cy="377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1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자전거를 타다</a:t>
            </a:r>
          </a:p>
        </p:txBody>
      </p:sp>
    </p:spTree>
    <p:extLst>
      <p:ext uri="{BB962C8B-B14F-4D97-AF65-F5344CB8AC3E}">
        <p14:creationId xmlns:p14="http://schemas.microsoft.com/office/powerpoint/2010/main" val="169671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sit here</a:t>
            </a:r>
          </a:p>
        </p:txBody>
      </p:sp>
      <p:pic>
        <p:nvPicPr>
          <p:cNvPr id="6151" name="그림 6150" descr="차량, 육상 차량, 바퀴, 자동차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77966" y="1916832"/>
            <a:ext cx="4436068" cy="398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7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여기에 앉다</a:t>
            </a:r>
          </a:p>
        </p:txBody>
      </p:sp>
    </p:spTree>
    <p:extLst>
      <p:ext uri="{BB962C8B-B14F-4D97-AF65-F5344CB8AC3E}">
        <p14:creationId xmlns:p14="http://schemas.microsoft.com/office/powerpoint/2010/main" val="147474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take a picture</a:t>
            </a:r>
          </a:p>
        </p:txBody>
      </p:sp>
      <p:pic>
        <p:nvPicPr>
          <p:cNvPr id="11272" name="그림 1127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405885" y="2240868"/>
            <a:ext cx="5380229" cy="326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5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사진을 찍다</a:t>
            </a:r>
          </a:p>
        </p:txBody>
      </p:sp>
    </p:spTree>
    <p:extLst>
      <p:ext uri="{BB962C8B-B14F-4D97-AF65-F5344CB8AC3E}">
        <p14:creationId xmlns:p14="http://schemas.microsoft.com/office/powerpoint/2010/main" val="93927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show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122D892-C8F3-098A-3976-4ABF33C69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704" y="1666119"/>
            <a:ext cx="5580546" cy="487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공연</a:t>
            </a:r>
          </a:p>
        </p:txBody>
      </p:sp>
    </p:spTree>
    <p:extLst>
      <p:ext uri="{BB962C8B-B14F-4D97-AF65-F5344CB8AC3E}">
        <p14:creationId xmlns:p14="http://schemas.microsoft.com/office/powerpoint/2010/main" val="396457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map</a:t>
            </a:r>
          </a:p>
        </p:txBody>
      </p:sp>
      <p:pic>
        <p:nvPicPr>
          <p:cNvPr id="11272" name="그림 11271" descr="토끼, 만화 영화, 토끼류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64203" y="2797178"/>
            <a:ext cx="4263594" cy="228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지도</a:t>
            </a:r>
          </a:p>
        </p:txBody>
      </p:sp>
    </p:spTree>
    <p:extLst>
      <p:ext uri="{BB962C8B-B14F-4D97-AF65-F5344CB8AC3E}">
        <p14:creationId xmlns:p14="http://schemas.microsoft.com/office/powerpoint/2010/main" val="396457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rope</a:t>
            </a:r>
          </a:p>
        </p:txBody>
      </p:sp>
      <p:pic>
        <p:nvPicPr>
          <p:cNvPr id="11272" name="그림 11271" descr="토끼, 만화 영화, 토끼류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64203" y="2797178"/>
            <a:ext cx="4263594" cy="228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밧줄</a:t>
            </a:r>
          </a:p>
        </p:txBody>
      </p:sp>
    </p:spTree>
    <p:extLst>
      <p:ext uri="{BB962C8B-B14F-4D97-AF65-F5344CB8AC3E}">
        <p14:creationId xmlns:p14="http://schemas.microsoft.com/office/powerpoint/2010/main" val="396457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39380" y="1578499"/>
            <a:ext cx="8224828" cy="3701002"/>
          </a:xfrm>
        </p:spPr>
        <p:txBody>
          <a:bodyPr>
            <a:noAutofit/>
          </a:bodyPr>
          <a:lstStyle/>
          <a:p>
            <a:pPr lvl="0">
              <a:defRPr lang="ko-KR" altLang="en-US"/>
            </a:pPr>
            <a:r>
              <a:rPr lang="en-US" altLang="ko-KR" sz="72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Practice 1</a:t>
            </a:r>
            <a:br>
              <a:rPr lang="en-US" altLang="ko-KR" sz="72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</a:br>
            <a:r>
              <a:rPr lang="en-US" altLang="ko-KR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-in Korean</a:t>
            </a:r>
            <a:r>
              <a:rPr lang="ko-KR" altLang="en-US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 (한글로)</a:t>
            </a:r>
            <a:endParaRPr lang="ko-KR" altLang="en-US" sz="6600" b="1">
              <a:solidFill>
                <a:srgbClr val="EBADAD"/>
              </a:solidFill>
              <a:latin typeface="배달의민족 주아"/>
              <a:ea typeface="배달의민족 주아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altLang="ko-KR" sz="5400" b="1"/>
              <a:t>fly a drone</a:t>
            </a:r>
          </a:p>
        </p:txBody>
      </p:sp>
      <p:pic>
        <p:nvPicPr>
          <p:cNvPr id="10247" name="그림 10246" descr="그래픽, 원, 폰트, 핑크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8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watch a movie</a:t>
            </a:r>
          </a:p>
        </p:txBody>
      </p:sp>
      <p:pic>
        <p:nvPicPr>
          <p:cNvPr id="9223" name="그림 9222" descr="폰트, 레드, 타이포그래피, 디자인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7708" y="1096869"/>
            <a:ext cx="7636583" cy="466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2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draw a picture</a:t>
            </a:r>
          </a:p>
        </p:txBody>
      </p:sp>
      <p:pic>
        <p:nvPicPr>
          <p:cNvPr id="12295" name="그림 12294" descr="공, 원, 축구, 구체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41042" y="1971312"/>
            <a:ext cx="3509915" cy="350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82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ride a bike</a:t>
            </a:r>
          </a:p>
        </p:txBody>
      </p:sp>
      <p:pic>
        <p:nvPicPr>
          <p:cNvPr id="13319" name="그림 13318" descr="공구, 칼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89119" y="1922639"/>
            <a:ext cx="4813762" cy="377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0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sit here</a:t>
            </a:r>
          </a:p>
        </p:txBody>
      </p:sp>
      <p:pic>
        <p:nvPicPr>
          <p:cNvPr id="6151" name="그림 6150" descr="차량, 육상 차량, 바퀴, 자동차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77966" y="1916832"/>
            <a:ext cx="4436068" cy="398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2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take a picture</a:t>
            </a:r>
          </a:p>
        </p:txBody>
      </p:sp>
      <p:pic>
        <p:nvPicPr>
          <p:cNvPr id="11272" name="그림 1127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405885" y="2240868"/>
            <a:ext cx="5380229" cy="326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4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show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E84ACC6-E719-895D-C9FC-017209CC6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716" y="1729021"/>
            <a:ext cx="5508538" cy="481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8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map</a:t>
            </a:r>
          </a:p>
        </p:txBody>
      </p:sp>
      <p:pic>
        <p:nvPicPr>
          <p:cNvPr id="11272" name="그림 11271" descr="토끼, 만화 영화, 토끼류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64203" y="2797178"/>
            <a:ext cx="4263594" cy="228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8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rope</a:t>
            </a:r>
          </a:p>
        </p:txBody>
      </p:sp>
      <p:pic>
        <p:nvPicPr>
          <p:cNvPr id="11272" name="그림 11271" descr="토끼, 만화 영화, 토끼류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64203" y="2797178"/>
            <a:ext cx="4263594" cy="228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8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39380" y="1596501"/>
            <a:ext cx="8224828" cy="3664998"/>
          </a:xfrm>
        </p:spPr>
        <p:txBody>
          <a:bodyPr>
            <a:noAutofit/>
          </a:bodyPr>
          <a:lstStyle/>
          <a:p>
            <a:pPr lvl="0">
              <a:defRPr lang="ko-KR" altLang="en-US"/>
            </a:pPr>
            <a:r>
              <a:rPr lang="en-US" altLang="ko-KR" sz="72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Practice 2</a:t>
            </a:r>
            <a:br>
              <a:rPr lang="en-US" altLang="ko-KR" sz="72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</a:br>
            <a:r>
              <a:rPr lang="en-US" altLang="ko-KR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-in English (</a:t>
            </a:r>
            <a:r>
              <a:rPr lang="ko-KR" altLang="en-US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영어로)</a:t>
            </a:r>
          </a:p>
          <a:p>
            <a:pPr lvl="0">
              <a:defRPr lang="ko-KR" altLang="en-US"/>
            </a:pPr>
            <a:endParaRPr lang="en-US" altLang="ko-KR" sz="7200" b="1">
              <a:solidFill>
                <a:srgbClr val="EBADAD"/>
              </a:solidFill>
              <a:effectLst>
                <a:outerShdw blurRad="38100" dist="38100" dir="2700000" algn="tl">
                  <a:srgbClr val="000000">
                    <a:alpha val="43140"/>
                  </a:srgbClr>
                </a:outerShdw>
              </a:effectLst>
              <a:latin typeface="배달의민족 주아"/>
              <a:ea typeface="배달의민족 주아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드론을 날리다</a:t>
            </a:r>
          </a:p>
        </p:txBody>
      </p:sp>
    </p:spTree>
    <p:extLst>
      <p:ext uri="{BB962C8B-B14F-4D97-AF65-F5344CB8AC3E}">
        <p14:creationId xmlns:p14="http://schemas.microsoft.com/office/powerpoint/2010/main" val="143487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영화를 보다</a:t>
            </a:r>
          </a:p>
        </p:txBody>
      </p:sp>
    </p:spTree>
    <p:extLst>
      <p:ext uri="{BB962C8B-B14F-4D97-AF65-F5344CB8AC3E}">
        <p14:creationId xmlns:p14="http://schemas.microsoft.com/office/powerpoint/2010/main" val="273424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그림을 그리다</a:t>
            </a:r>
          </a:p>
        </p:txBody>
      </p:sp>
    </p:spTree>
    <p:extLst>
      <p:ext uri="{BB962C8B-B14F-4D97-AF65-F5344CB8AC3E}">
        <p14:creationId xmlns:p14="http://schemas.microsoft.com/office/powerpoint/2010/main" val="373855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자전거를 타다</a:t>
            </a:r>
          </a:p>
        </p:txBody>
      </p:sp>
    </p:spTree>
    <p:extLst>
      <p:ext uri="{BB962C8B-B14F-4D97-AF65-F5344CB8AC3E}">
        <p14:creationId xmlns:p14="http://schemas.microsoft.com/office/powerpoint/2010/main" val="295674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여기에 앉다</a:t>
            </a:r>
          </a:p>
        </p:txBody>
      </p:sp>
    </p:spTree>
    <p:extLst>
      <p:ext uri="{BB962C8B-B14F-4D97-AF65-F5344CB8AC3E}">
        <p14:creationId xmlns:p14="http://schemas.microsoft.com/office/powerpoint/2010/main" val="240871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사진을 찍다</a:t>
            </a:r>
          </a:p>
        </p:txBody>
      </p:sp>
    </p:spTree>
    <p:extLst>
      <p:ext uri="{BB962C8B-B14F-4D97-AF65-F5344CB8AC3E}">
        <p14:creationId xmlns:p14="http://schemas.microsoft.com/office/powerpoint/2010/main" val="121390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공연</a:t>
            </a:r>
          </a:p>
        </p:txBody>
      </p:sp>
    </p:spTree>
    <p:extLst>
      <p:ext uri="{BB962C8B-B14F-4D97-AF65-F5344CB8AC3E}">
        <p14:creationId xmlns:p14="http://schemas.microsoft.com/office/powerpoint/2010/main" val="36245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지도</a:t>
            </a:r>
          </a:p>
        </p:txBody>
      </p:sp>
    </p:spTree>
    <p:extLst>
      <p:ext uri="{BB962C8B-B14F-4D97-AF65-F5344CB8AC3E}">
        <p14:creationId xmlns:p14="http://schemas.microsoft.com/office/powerpoint/2010/main" val="36245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6858000"/>
          </a:xfrm>
        </p:spPr>
        <p:txBody>
          <a:bodyPr/>
          <a:lstStyle/>
          <a:p>
            <a:pPr lvl="0">
              <a:defRPr/>
            </a:pPr>
            <a:r>
              <a:rPr lang="ko-KR" altLang="en-US" sz="8100"/>
              <a:t>밧줄</a:t>
            </a:r>
          </a:p>
        </p:txBody>
      </p:sp>
    </p:spTree>
    <p:extLst>
      <p:ext uri="{BB962C8B-B14F-4D97-AF65-F5344CB8AC3E}">
        <p14:creationId xmlns:p14="http://schemas.microsoft.com/office/powerpoint/2010/main" val="36245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95472" y="2500306"/>
            <a:ext cx="8229600" cy="1143000"/>
          </a:xfrm>
        </p:spPr>
        <p:txBody>
          <a:bodyPr>
            <a:noAutofit/>
          </a:bodyPr>
          <a:lstStyle/>
          <a:p>
            <a:pPr lvl="0">
              <a:defRPr lang="ko-KR" altLang="en-US"/>
            </a:pPr>
            <a:r>
              <a:rPr lang="en-US" altLang="ko-KR" sz="72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Practice 3</a:t>
            </a:r>
            <a:br>
              <a:rPr lang="en-US" altLang="ko-KR" sz="72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</a:br>
            <a:r>
              <a:rPr lang="en-US" altLang="ko-KR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-in Korean</a:t>
            </a:r>
            <a:r>
              <a:rPr lang="ko-KR" altLang="en-US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 </a:t>
            </a:r>
            <a:r>
              <a:rPr lang="en-US" altLang="ko-KR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(</a:t>
            </a:r>
            <a:r>
              <a:rPr lang="ko-KR" altLang="en-US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한글로</a:t>
            </a:r>
            <a:r>
              <a:rPr lang="en-US" altLang="ko-KR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altLang="ko-KR" sz="5400" b="1"/>
              <a:t>fly a drone</a:t>
            </a:r>
          </a:p>
        </p:txBody>
      </p:sp>
    </p:spTree>
    <p:extLst>
      <p:ext uri="{BB962C8B-B14F-4D97-AF65-F5344CB8AC3E}">
        <p14:creationId xmlns:p14="http://schemas.microsoft.com/office/powerpoint/2010/main" val="312074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watch a movie</a:t>
            </a:r>
          </a:p>
        </p:txBody>
      </p:sp>
    </p:spTree>
    <p:extLst>
      <p:ext uri="{BB962C8B-B14F-4D97-AF65-F5344CB8AC3E}">
        <p14:creationId xmlns:p14="http://schemas.microsoft.com/office/powerpoint/2010/main" val="119350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draw a picture</a:t>
            </a:r>
          </a:p>
        </p:txBody>
      </p:sp>
    </p:spTree>
    <p:extLst>
      <p:ext uri="{BB962C8B-B14F-4D97-AF65-F5344CB8AC3E}">
        <p14:creationId xmlns:p14="http://schemas.microsoft.com/office/powerpoint/2010/main" val="294483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ride a bike</a:t>
            </a:r>
          </a:p>
        </p:txBody>
      </p:sp>
    </p:spTree>
    <p:extLst>
      <p:ext uri="{BB962C8B-B14F-4D97-AF65-F5344CB8AC3E}">
        <p14:creationId xmlns:p14="http://schemas.microsoft.com/office/powerpoint/2010/main" val="1845152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sit here</a:t>
            </a:r>
          </a:p>
        </p:txBody>
      </p:sp>
    </p:spTree>
    <p:extLst>
      <p:ext uri="{BB962C8B-B14F-4D97-AF65-F5344CB8AC3E}">
        <p14:creationId xmlns:p14="http://schemas.microsoft.com/office/powerpoint/2010/main" val="164198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take a picture</a:t>
            </a:r>
          </a:p>
        </p:txBody>
      </p:sp>
    </p:spTree>
    <p:extLst>
      <p:ext uri="{BB962C8B-B14F-4D97-AF65-F5344CB8AC3E}">
        <p14:creationId xmlns:p14="http://schemas.microsoft.com/office/powerpoint/2010/main" val="33025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show</a:t>
            </a:r>
          </a:p>
        </p:txBody>
      </p:sp>
    </p:spTree>
    <p:extLst>
      <p:ext uri="{BB962C8B-B14F-4D97-AF65-F5344CB8AC3E}">
        <p14:creationId xmlns:p14="http://schemas.microsoft.com/office/powerpoint/2010/main" val="200798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map</a:t>
            </a:r>
          </a:p>
        </p:txBody>
      </p:sp>
    </p:spTree>
    <p:extLst>
      <p:ext uri="{BB962C8B-B14F-4D97-AF65-F5344CB8AC3E}">
        <p14:creationId xmlns:p14="http://schemas.microsoft.com/office/powerpoint/2010/main" val="200798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524000" y="317028"/>
            <a:ext cx="9144000" cy="1095749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5400" b="1"/>
              <a:t>rope</a:t>
            </a:r>
          </a:p>
        </p:txBody>
      </p:sp>
    </p:spTree>
    <p:extLst>
      <p:ext uri="{BB962C8B-B14F-4D97-AF65-F5344CB8AC3E}">
        <p14:creationId xmlns:p14="http://schemas.microsoft.com/office/powerpoint/2010/main" val="200798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95472" y="2500306"/>
            <a:ext cx="8229600" cy="1143000"/>
          </a:xfrm>
        </p:spPr>
        <p:txBody>
          <a:bodyPr>
            <a:noAutofit/>
          </a:bodyPr>
          <a:lstStyle/>
          <a:p>
            <a:pPr lvl="0">
              <a:defRPr lang="ko-KR" altLang="en-US"/>
            </a:pPr>
            <a:r>
              <a:rPr lang="en-US" altLang="ko-KR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Practice 4</a:t>
            </a:r>
            <a:br>
              <a:rPr lang="en-US" altLang="ko-KR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</a:br>
            <a:r>
              <a:rPr lang="en-US" altLang="ko-KR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-in English</a:t>
            </a:r>
            <a:r>
              <a:rPr lang="ko-KR" altLang="en-US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 </a:t>
            </a:r>
            <a:r>
              <a:rPr lang="en-US" altLang="ko-KR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(</a:t>
            </a:r>
            <a:r>
              <a:rPr lang="ko-KR" altLang="en-US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영어로</a:t>
            </a:r>
            <a:r>
              <a:rPr lang="en-US" altLang="ko-KR" sz="6600" b="1">
                <a:solidFill>
                  <a:srgbClr val="EBADAD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배달의민족 주아"/>
                <a:ea typeface="배달의민족 주아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7" name="그림 10246" descr="그래픽, 원, 폰트, 핑크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2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3" name="그림 9222" descr="폰트, 레드, 타이포그래피, 디자인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7708" y="1096869"/>
            <a:ext cx="7636583" cy="4664260"/>
          </a:xfrm>
          <a:prstGeom prst="rect">
            <a:avLst/>
          </a:prstGeom>
        </p:spPr>
      </p:pic>
      <p:sp>
        <p:nvSpPr>
          <p:cNvPr id="9224" name="텍스트 개체 틀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24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5" name="그림 12294" descr="공, 원, 축구, 구체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41042" y="1971312"/>
            <a:ext cx="3509915" cy="3509915"/>
          </a:xfrm>
          <a:prstGeom prst="rect">
            <a:avLst/>
          </a:prstGeom>
        </p:spPr>
      </p:pic>
      <p:sp>
        <p:nvSpPr>
          <p:cNvPr id="12296" name="텍스트 개체 틀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35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9" name="그림 13318" descr="공구, 칼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89119" y="1922639"/>
            <a:ext cx="4813762" cy="3774871"/>
          </a:xfrm>
          <a:prstGeom prst="rect">
            <a:avLst/>
          </a:prstGeom>
        </p:spPr>
      </p:pic>
      <p:sp>
        <p:nvSpPr>
          <p:cNvPr id="13320" name="텍스트 개체 틀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91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1" name="그림 6150" descr="차량, 육상 차량, 바퀴, 자동차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77966" y="1916832"/>
            <a:ext cx="4436068" cy="3985705"/>
          </a:xfrm>
          <a:prstGeom prst="rect">
            <a:avLst/>
          </a:prstGeom>
        </p:spPr>
      </p:pic>
      <p:sp>
        <p:nvSpPr>
          <p:cNvPr id="6152" name="텍스트 개체 틀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34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2" name="그림 1127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405885" y="2240868"/>
            <a:ext cx="5380229" cy="3266760"/>
          </a:xfrm>
          <a:prstGeom prst="rect">
            <a:avLst/>
          </a:prstGeom>
        </p:spPr>
      </p:pic>
      <p:sp>
        <p:nvSpPr>
          <p:cNvPr id="11273" name="텍스트 개체 틀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66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A060685-CD11-9395-90A1-56BCAC934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656" y="1124744"/>
            <a:ext cx="6408638" cy="559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4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2" name="그림 11271" descr="토끼, 만화 영화, 토끼류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64203" y="2797178"/>
            <a:ext cx="4263594" cy="2288006"/>
          </a:xfrm>
          <a:prstGeom prst="rect">
            <a:avLst/>
          </a:prstGeom>
        </p:spPr>
      </p:pic>
      <p:sp>
        <p:nvSpPr>
          <p:cNvPr id="11273" name="텍스트 개체 틀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04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2" name="그림 11271" descr="토끼, 만화 영화, 토끼류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64203" y="2797178"/>
            <a:ext cx="4263594" cy="2288006"/>
          </a:xfrm>
          <a:prstGeom prst="rect">
            <a:avLst/>
          </a:prstGeom>
        </p:spPr>
      </p:pic>
      <p:sp>
        <p:nvSpPr>
          <p:cNvPr id="11273" name="텍스트 개체 틀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04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500">
        <p:push dir="u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advClick="0" advTm="500" mc:Ignorable="hp" hp:hslDur="1000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354</Words>
  <Application>Microsoft Macintosh PowerPoint</Application>
  <PresentationFormat>와이드스크린</PresentationFormat>
  <Paragraphs>92</Paragraphs>
  <Slides>59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4" baseType="lpstr">
      <vt:lpstr>배달의민족 주아</vt:lpstr>
      <vt:lpstr>한컴 윤고딕 720</vt:lpstr>
      <vt:lpstr>맑은 고딕</vt:lpstr>
      <vt:lpstr>Arial</vt:lpstr>
      <vt:lpstr>Office 테마</vt:lpstr>
      <vt:lpstr>Lesson 2</vt:lpstr>
      <vt:lpstr>PowerPoint 프레젠테이션</vt:lpstr>
      <vt:lpstr>드론을 날리다</vt:lpstr>
      <vt:lpstr>PowerPoint 프레젠테이션</vt:lpstr>
      <vt:lpstr>영화를 보다</vt:lpstr>
      <vt:lpstr>PowerPoint 프레젠테이션</vt:lpstr>
      <vt:lpstr>그림을 그리다</vt:lpstr>
      <vt:lpstr>PowerPoint 프레젠테이션</vt:lpstr>
      <vt:lpstr>자전거를 타다</vt:lpstr>
      <vt:lpstr>PowerPoint 프레젠테이션</vt:lpstr>
      <vt:lpstr>여기에 앉다</vt:lpstr>
      <vt:lpstr>PowerPoint 프레젠테이션</vt:lpstr>
      <vt:lpstr>사진을 찍다</vt:lpstr>
      <vt:lpstr>PowerPoint 프레젠테이션</vt:lpstr>
      <vt:lpstr>공연</vt:lpstr>
      <vt:lpstr>PowerPoint 프레젠테이션</vt:lpstr>
      <vt:lpstr>지도</vt:lpstr>
      <vt:lpstr>PowerPoint 프레젠테이션</vt:lpstr>
      <vt:lpstr>밧줄</vt:lpstr>
      <vt:lpstr>Practice 1 -in Korean (한글로)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Practice 2 -in English (영어로) </vt:lpstr>
      <vt:lpstr>드론을 날리다</vt:lpstr>
      <vt:lpstr>영화를 보다</vt:lpstr>
      <vt:lpstr>그림을 그리다</vt:lpstr>
      <vt:lpstr>자전거를 타다</vt:lpstr>
      <vt:lpstr>여기에 앉다</vt:lpstr>
      <vt:lpstr>사진을 찍다</vt:lpstr>
      <vt:lpstr>공연</vt:lpstr>
      <vt:lpstr>지도</vt:lpstr>
      <vt:lpstr>밧줄</vt:lpstr>
      <vt:lpstr>Practice 3 -in Korean (한글로)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Practice 4 -in English (영어로)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You Going to Do Tomorrow?</dc:title>
  <dc:creator>user</dc:creator>
  <cp:lastModifiedBy>Jeeyoung Jeon</cp:lastModifiedBy>
  <cp:revision>80</cp:revision>
  <dcterms:created xsi:type="dcterms:W3CDTF">2014-10-10T05:35:36Z</dcterms:created>
  <dcterms:modified xsi:type="dcterms:W3CDTF">2026-03-22T19:59:53Z</dcterms:modified>
  <cp:version>0906.0100.01</cp:version>
</cp:coreProperties>
</file>